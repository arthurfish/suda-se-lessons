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mp" ContentType="image/p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1" r:id="rId1"/>
  </p:sldMasterIdLst>
  <p:notesMasterIdLst>
    <p:notesMasterId r:id="rId37"/>
  </p:notesMasterIdLst>
  <p:sldIdLst>
    <p:sldId id="323" r:id="rId2"/>
    <p:sldId id="257" r:id="rId3"/>
    <p:sldId id="275" r:id="rId4"/>
    <p:sldId id="276" r:id="rId5"/>
    <p:sldId id="302" r:id="rId6"/>
    <p:sldId id="324" r:id="rId7"/>
    <p:sldId id="277" r:id="rId8"/>
    <p:sldId id="303" r:id="rId9"/>
    <p:sldId id="305" r:id="rId10"/>
    <p:sldId id="316" r:id="rId11"/>
    <p:sldId id="304" r:id="rId12"/>
    <p:sldId id="317" r:id="rId13"/>
    <p:sldId id="278" r:id="rId14"/>
    <p:sldId id="306" r:id="rId15"/>
    <p:sldId id="307" r:id="rId16"/>
    <p:sldId id="300" r:id="rId17"/>
    <p:sldId id="309" r:id="rId18"/>
    <p:sldId id="308" r:id="rId19"/>
    <p:sldId id="325" r:id="rId20"/>
    <p:sldId id="284" r:id="rId21"/>
    <p:sldId id="310" r:id="rId22"/>
    <p:sldId id="318" r:id="rId23"/>
    <p:sldId id="319" r:id="rId24"/>
    <p:sldId id="287" r:id="rId25"/>
    <p:sldId id="292" r:id="rId26"/>
    <p:sldId id="313" r:id="rId27"/>
    <p:sldId id="295" r:id="rId28"/>
    <p:sldId id="314" r:id="rId29"/>
    <p:sldId id="315" r:id="rId30"/>
    <p:sldId id="296" r:id="rId31"/>
    <p:sldId id="297" r:id="rId32"/>
    <p:sldId id="294" r:id="rId33"/>
    <p:sldId id="298" r:id="rId34"/>
    <p:sldId id="326" r:id="rId35"/>
    <p:sldId id="321" r:id="rId36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23A91"/>
    <a:srgbClr val="C30D23"/>
    <a:srgbClr val="013990"/>
    <a:srgbClr val="CC0000"/>
    <a:srgbClr val="2361A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386" autoAdjust="0"/>
    <p:restoredTop sz="94608"/>
  </p:normalViewPr>
  <p:slideViewPr>
    <p:cSldViewPr snapToGrid="0">
      <p:cViewPr varScale="1">
        <p:scale>
          <a:sx n="153" d="100"/>
          <a:sy n="153" d="100"/>
        </p:scale>
        <p:origin x="2920" y="176"/>
      </p:cViewPr>
      <p:guideLst>
        <p:guide orient="horz" pos="2160"/>
        <p:guide pos="2880"/>
      </p:guideLst>
    </p:cSldViewPr>
  </p:slideViewPr>
  <p:notesTextViewPr>
    <p:cViewPr>
      <p:scale>
        <a:sx n="150" d="100"/>
        <a:sy n="15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hang Zhenyu" userId="059fe14531f78076" providerId="LiveId" clId="{82082446-D9C5-4DE4-BFA0-23E86B6B34C3}"/>
    <pc:docChg chg="modSld">
      <pc:chgData name="Zhang Zhenyu" userId="059fe14531f78076" providerId="LiveId" clId="{82082446-D9C5-4DE4-BFA0-23E86B6B34C3}" dt="2020-08-13T14:07:09.740" v="8" actId="115"/>
      <pc:docMkLst>
        <pc:docMk/>
      </pc:docMkLst>
      <pc:sldChg chg="modSp mod">
        <pc:chgData name="Zhang Zhenyu" userId="059fe14531f78076" providerId="LiveId" clId="{82082446-D9C5-4DE4-BFA0-23E86B6B34C3}" dt="2020-08-13T06:14:00.679" v="6" actId="1037"/>
        <pc:sldMkLst>
          <pc:docMk/>
          <pc:sldMk cId="3490017952" sldId="277"/>
        </pc:sldMkLst>
        <pc:graphicFrameChg chg="mod">
          <ac:chgData name="Zhang Zhenyu" userId="059fe14531f78076" providerId="LiveId" clId="{82082446-D9C5-4DE4-BFA0-23E86B6B34C3}" dt="2020-08-13T06:14:00.679" v="6" actId="1037"/>
          <ac:graphicFrameMkLst>
            <pc:docMk/>
            <pc:sldMk cId="3490017952" sldId="277"/>
            <ac:graphicFrameMk id="3" creationId="{00000000-0000-0000-0000-000000000000}"/>
          </ac:graphicFrameMkLst>
        </pc:graphicFrameChg>
      </pc:sldChg>
      <pc:sldChg chg="modSp mod">
        <pc:chgData name="Zhang Zhenyu" userId="059fe14531f78076" providerId="LiveId" clId="{82082446-D9C5-4DE4-BFA0-23E86B6B34C3}" dt="2020-08-13T14:07:09.740" v="8" actId="115"/>
        <pc:sldMkLst>
          <pc:docMk/>
          <pc:sldMk cId="2672113475" sldId="287"/>
        </pc:sldMkLst>
        <pc:spChg chg="mod">
          <ac:chgData name="Zhang Zhenyu" userId="059fe14531f78076" providerId="LiveId" clId="{82082446-D9C5-4DE4-BFA0-23E86B6B34C3}" dt="2020-08-13T14:07:09.740" v="8" actId="115"/>
          <ac:spMkLst>
            <pc:docMk/>
            <pc:sldMk cId="2672113475" sldId="287"/>
            <ac:spMk id="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D41EBF-EB26-4BCE-AE70-CF63F13D9C53}" type="datetimeFigureOut">
              <a:rPr lang="zh-CN" altLang="en-US" smtClean="0"/>
              <a:t>2025/9/11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F6F689-9B34-4758-8C5A-1D7846E7C03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99793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F6F689-9B34-4758-8C5A-1D7846E7C03C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54484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F6F689-9B34-4758-8C5A-1D7846E7C03C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942032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752152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章节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841626"/>
            <a:ext cx="7886700" cy="1325563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6000" baseline="0">
                <a:solidFill>
                  <a:schemeClr val="tx2"/>
                </a:solidFill>
                <a:latin typeface="Verdana" panose="020B0604030504040204" pitchFamily="34" charset="0"/>
                <a:ea typeface="幼圆" panose="020105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248560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350" y="42864"/>
            <a:ext cx="7886700" cy="77787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600" baseline="0">
                <a:solidFill>
                  <a:schemeClr val="accent1"/>
                </a:solidFill>
                <a:latin typeface="Verdana" panose="020B0604030504040204" pitchFamily="34" charset="0"/>
                <a:ea typeface="幼圆" panose="020105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0350" y="1158536"/>
            <a:ext cx="8616950" cy="4930775"/>
          </a:xfrm>
        </p:spPr>
        <p:txBody>
          <a:bodyPr tIns="46800"/>
          <a:lstStyle>
            <a:lvl1pPr marL="228600" indent="-360000" algn="l">
              <a:buClr>
                <a:schemeClr val="accent1"/>
              </a:buClr>
              <a:buSzPct val="100000"/>
              <a:buFont typeface="Wingdings" panose="05000000000000000000" pitchFamily="2" charset="2"/>
              <a:buChar char="p"/>
              <a:defRPr lang="zh-CN" altLang="en-US" dirty="0" smtClean="0"/>
            </a:lvl1pPr>
            <a:lvl2pPr marL="685800" indent="-360000">
              <a:buClr>
                <a:schemeClr val="accent1"/>
              </a:buClr>
              <a:buFont typeface="Wingdings" panose="05000000000000000000" pitchFamily="2" charset="2"/>
              <a:buChar char="l"/>
              <a:defRPr sz="2000" baseline="0">
                <a:latin typeface="Verdana" panose="020B0604030504040204" pitchFamily="34" charset="0"/>
                <a:ea typeface="幼圆" panose="02010509060101010101" pitchFamily="49" charset="-122"/>
              </a:defRPr>
            </a:lvl2pPr>
            <a:lvl3pPr marL="1143000" indent="-360000">
              <a:buClr>
                <a:schemeClr val="accent1"/>
              </a:buClr>
              <a:buFont typeface="Wingdings" panose="05000000000000000000" pitchFamily="2" charset="2"/>
              <a:buChar char="l"/>
              <a:defRPr sz="1800" baseline="0">
                <a:latin typeface="Verdana" panose="020B0604030504040204" pitchFamily="34" charset="0"/>
                <a:ea typeface="幼圆" panose="02010509060101010101" pitchFamily="49" charset="-122"/>
              </a:defRPr>
            </a:lvl3pPr>
            <a:lvl4pPr marL="1600200" indent="-360000">
              <a:buClr>
                <a:schemeClr val="accent1"/>
              </a:buClr>
              <a:buFont typeface="Wingdings" panose="05000000000000000000" pitchFamily="2" charset="2"/>
              <a:buChar char="l"/>
              <a:defRPr sz="1600" baseline="0">
                <a:latin typeface="Verdana" panose="020B0604030504040204" pitchFamily="34" charset="0"/>
                <a:ea typeface="幼圆" panose="02010509060101010101" pitchFamily="49" charset="-122"/>
              </a:defRPr>
            </a:lvl4pPr>
            <a:lvl5pPr marL="2057400" indent="-360000">
              <a:buClr>
                <a:schemeClr val="accent1"/>
              </a:buClr>
              <a:buFont typeface="Wingdings" panose="05000000000000000000" pitchFamily="2" charset="2"/>
              <a:buChar char="l"/>
              <a:defRPr sz="1600" baseline="0">
                <a:latin typeface="Verdana" panose="020B0604030504040204" pitchFamily="34" charset="0"/>
                <a:ea typeface="幼圆" panose="02010509060101010101" pitchFamily="49" charset="-122"/>
              </a:defRPr>
            </a:lvl5pPr>
            <a:lvl6pPr marL="2286000" indent="0">
              <a:buClr>
                <a:schemeClr val="tx2"/>
              </a:buClr>
              <a:buFont typeface="Arial" panose="020B0604020202020204" pitchFamily="34" charset="0"/>
              <a:buNone/>
              <a:defRPr/>
            </a:lvl6pPr>
            <a:lvl7pPr marL="2743200" indent="0">
              <a:buNone/>
              <a:defRPr/>
            </a:lvl7pPr>
            <a:lvl8pPr marL="3200400" indent="0">
              <a:buNone/>
              <a:defRPr/>
            </a:lvl8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0389528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8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-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60350" y="50800"/>
            <a:ext cx="7194550" cy="787400"/>
          </a:xfrm>
        </p:spPr>
        <p:txBody>
          <a:bodyPr/>
          <a:lstStyle>
            <a:lvl1pPr>
              <a:defRPr baseline="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</p:nvPr>
        </p:nvSpPr>
        <p:spPr>
          <a:xfrm>
            <a:off x="260350" y="1149013"/>
            <a:ext cx="8629650" cy="457200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3000" baseline="0">
                <a:solidFill>
                  <a:schemeClr val="tx2"/>
                </a:solidFill>
                <a:latin typeface="Verdana" panose="020B0604030504040204" pitchFamily="34" charset="0"/>
                <a:ea typeface="微软雅黑" panose="020B0503020204020204" pitchFamily="34" charset="-122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</p:nvPr>
        </p:nvSpPr>
        <p:spPr>
          <a:xfrm>
            <a:off x="260350" y="1720513"/>
            <a:ext cx="8629650" cy="4343400"/>
          </a:xfrm>
        </p:spPr>
        <p:txBody>
          <a:bodyPr/>
          <a:lstStyle>
            <a:lvl1pPr>
              <a:buClr>
                <a:schemeClr val="accent1"/>
              </a:buClr>
              <a:defRPr baseline="0"/>
            </a:lvl1pPr>
            <a:lvl2pPr>
              <a:buClr>
                <a:schemeClr val="accent1"/>
              </a:buClr>
              <a:defRPr baseline="0"/>
            </a:lvl2pPr>
            <a:lvl3pPr>
              <a:buClr>
                <a:schemeClr val="accent1"/>
              </a:buClr>
              <a:defRPr baseline="0"/>
            </a:lvl3pPr>
            <a:lvl4pPr>
              <a:buClr>
                <a:schemeClr val="accent1"/>
              </a:buClr>
              <a:defRPr baseline="0"/>
            </a:lvl4pPr>
            <a:lvl5pPr>
              <a:buClr>
                <a:schemeClr val="accent1"/>
              </a:buClr>
              <a:defRPr baseline="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324400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66700" y="1171237"/>
            <a:ext cx="3962400" cy="4897438"/>
          </a:xfrm>
        </p:spPr>
        <p:txBody>
          <a:bodyPr/>
          <a:lstStyle>
            <a:lvl1pPr marL="228600" indent="-360000">
              <a:buClr>
                <a:schemeClr val="accent1"/>
              </a:buClr>
              <a:buFont typeface="Wingdings" panose="05000000000000000000" pitchFamily="2" charset="2"/>
              <a:buChar char="p"/>
              <a:defRPr sz="2200">
                <a:latin typeface="幼圆" panose="02010509060101010101" pitchFamily="49" charset="-122"/>
                <a:ea typeface="幼圆" panose="02010509060101010101" pitchFamily="49" charset="-122"/>
              </a:defRPr>
            </a:lvl1pPr>
            <a:lvl2pPr marL="685800" indent="-360000">
              <a:buClr>
                <a:schemeClr val="accent1"/>
              </a:buClr>
              <a:buFont typeface="Wingdings" panose="05000000000000000000" pitchFamily="2" charset="2"/>
              <a:buChar char="l"/>
              <a:defRPr sz="2000">
                <a:latin typeface="幼圆" panose="02010509060101010101" pitchFamily="49" charset="-122"/>
                <a:ea typeface="幼圆" panose="02010509060101010101" pitchFamily="49" charset="-122"/>
              </a:defRPr>
            </a:lvl2pPr>
            <a:lvl3pPr marL="1143000" indent="-360000">
              <a:buClr>
                <a:schemeClr val="accent1"/>
              </a:buClr>
              <a:buFont typeface="Wingdings" panose="05000000000000000000" pitchFamily="2" charset="2"/>
              <a:buChar char="l"/>
              <a:defRPr>
                <a:latin typeface="幼圆" panose="02010509060101010101" pitchFamily="49" charset="-122"/>
                <a:ea typeface="幼圆" panose="02010509060101010101" pitchFamily="49" charset="-122"/>
              </a:defRPr>
            </a:lvl3pPr>
            <a:lvl4pPr marL="1600200" indent="-360000">
              <a:buClr>
                <a:schemeClr val="accent1"/>
              </a:buClr>
              <a:buFont typeface="Wingdings" panose="05000000000000000000" pitchFamily="2" charset="2"/>
              <a:buChar char="l"/>
              <a:defRPr>
                <a:latin typeface="幼圆" panose="02010509060101010101" pitchFamily="49" charset="-122"/>
                <a:ea typeface="幼圆" panose="02010509060101010101" pitchFamily="49" charset="-122"/>
              </a:defRPr>
            </a:lvl4pPr>
            <a:lvl5pPr marL="2057400" indent="-360000">
              <a:buClr>
                <a:schemeClr val="accent1"/>
              </a:buClr>
              <a:buFont typeface="Wingdings" panose="05000000000000000000" pitchFamily="2" charset="2"/>
              <a:buChar char="l"/>
              <a:defRPr>
                <a:latin typeface="幼圆" panose="02010509060101010101" pitchFamily="49" charset="-122"/>
                <a:ea typeface="幼圆" panose="02010509060101010101" pitchFamily="49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171237"/>
            <a:ext cx="4260850" cy="4897438"/>
          </a:xfrm>
        </p:spPr>
        <p:txBody>
          <a:bodyPr/>
          <a:lstStyle>
            <a:lvl1pPr marL="228600" indent="-360000">
              <a:buClr>
                <a:schemeClr val="accent1"/>
              </a:buClr>
              <a:buFont typeface="Wingdings" panose="05000000000000000000" pitchFamily="2" charset="2"/>
              <a:buChar char="p"/>
              <a:defRPr sz="2200">
                <a:latin typeface="幼圆" panose="02010509060101010101" pitchFamily="49" charset="-122"/>
                <a:ea typeface="幼圆" panose="02010509060101010101" pitchFamily="49" charset="-122"/>
              </a:defRPr>
            </a:lvl1pPr>
            <a:lvl2pPr marL="685800" indent="-360000">
              <a:buClr>
                <a:schemeClr val="accent1"/>
              </a:buClr>
              <a:buFont typeface="Wingdings" panose="05000000000000000000" pitchFamily="2" charset="2"/>
              <a:buChar char="l"/>
              <a:defRPr sz="2000">
                <a:latin typeface="幼圆" panose="02010509060101010101" pitchFamily="49" charset="-122"/>
                <a:ea typeface="幼圆" panose="02010509060101010101" pitchFamily="49" charset="-122"/>
              </a:defRPr>
            </a:lvl2pPr>
            <a:lvl3pPr marL="1143000" indent="-360000">
              <a:buClr>
                <a:schemeClr val="accent1"/>
              </a:buClr>
              <a:buFont typeface="Wingdings" panose="05000000000000000000" pitchFamily="2" charset="2"/>
              <a:buChar char="l"/>
              <a:defRPr>
                <a:latin typeface="幼圆" panose="02010509060101010101" pitchFamily="49" charset="-122"/>
                <a:ea typeface="幼圆" panose="02010509060101010101" pitchFamily="49" charset="-122"/>
              </a:defRPr>
            </a:lvl3pPr>
            <a:lvl4pPr marL="1600200" indent="-360000">
              <a:buClr>
                <a:schemeClr val="accent1"/>
              </a:buClr>
              <a:buFont typeface="Wingdings" panose="05000000000000000000" pitchFamily="2" charset="2"/>
              <a:buChar char="l"/>
              <a:defRPr>
                <a:latin typeface="幼圆" panose="02010509060101010101" pitchFamily="49" charset="-122"/>
                <a:ea typeface="幼圆" panose="02010509060101010101" pitchFamily="49" charset="-122"/>
              </a:defRPr>
            </a:lvl4pPr>
            <a:lvl5pPr marL="2057400" indent="-360000">
              <a:buClr>
                <a:schemeClr val="accent1"/>
              </a:buClr>
              <a:buFont typeface="Wingdings" panose="05000000000000000000" pitchFamily="2" charset="2"/>
              <a:buChar char="l"/>
              <a:defRPr>
                <a:latin typeface="幼圆" panose="02010509060101010101" pitchFamily="49" charset="-122"/>
                <a:ea typeface="幼圆" panose="02010509060101010101" pitchFamily="49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260350" y="60327"/>
            <a:ext cx="7886700" cy="77787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600" baseline="0">
                <a:solidFill>
                  <a:schemeClr val="accent1"/>
                </a:solidFill>
                <a:latin typeface="Verdana" panose="020B0604030504040204" pitchFamily="34" charset="0"/>
                <a:ea typeface="幼圆" panose="020105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77955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0350" y="1112791"/>
            <a:ext cx="4006850" cy="445293"/>
          </a:xfrm>
        </p:spPr>
        <p:txBody>
          <a:bodyPr anchor="t">
            <a:noAutofit/>
          </a:bodyPr>
          <a:lstStyle>
            <a:lvl1pPr marL="0" indent="0">
              <a:buNone/>
              <a:defRPr sz="3000" b="0" baseline="0">
                <a:solidFill>
                  <a:schemeClr val="tx2"/>
                </a:solidFill>
                <a:latin typeface="Verdana" panose="020B0604030504040204" pitchFamily="34" charset="0"/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60350" y="1724773"/>
            <a:ext cx="4006850" cy="4308473"/>
          </a:xfrm>
        </p:spPr>
        <p:txBody>
          <a:bodyPr/>
          <a:lstStyle>
            <a:lvl1pPr marL="228600" indent="-360000">
              <a:buClr>
                <a:schemeClr val="accent1"/>
              </a:buClr>
              <a:buFont typeface="Wingdings" panose="05000000000000000000" pitchFamily="2" charset="2"/>
              <a:buChar char="p"/>
              <a:defRPr baseline="0">
                <a:latin typeface="Verdana" panose="020B0604030504040204" pitchFamily="34" charset="0"/>
                <a:ea typeface="幼圆" panose="02010509060101010101" pitchFamily="49" charset="-122"/>
              </a:defRPr>
            </a:lvl1pPr>
            <a:lvl2pPr marL="685800" indent="-360000">
              <a:buClr>
                <a:schemeClr val="accent1"/>
              </a:buClr>
              <a:buFont typeface="Wingdings" panose="05000000000000000000" pitchFamily="2" charset="2"/>
              <a:buChar char="l"/>
              <a:defRPr baseline="0">
                <a:latin typeface="Verdana" panose="020B0604030504040204" pitchFamily="34" charset="0"/>
                <a:ea typeface="幼圆" panose="02010509060101010101" pitchFamily="49" charset="-122"/>
              </a:defRPr>
            </a:lvl2pPr>
            <a:lvl3pPr marL="1143000" indent="-360000">
              <a:buClr>
                <a:schemeClr val="accent1"/>
              </a:buClr>
              <a:buFont typeface="Wingdings" panose="05000000000000000000" pitchFamily="2" charset="2"/>
              <a:buChar char="l"/>
              <a:defRPr baseline="0">
                <a:latin typeface="Verdana" panose="020B0604030504040204" pitchFamily="34" charset="0"/>
                <a:ea typeface="幼圆" panose="02010509060101010101" pitchFamily="49" charset="-122"/>
              </a:defRPr>
            </a:lvl3pPr>
            <a:lvl4pPr marL="1600200" indent="-360000">
              <a:buClr>
                <a:schemeClr val="accent1"/>
              </a:buClr>
              <a:buFont typeface="Wingdings" panose="05000000000000000000" pitchFamily="2" charset="2"/>
              <a:buChar char="l"/>
              <a:defRPr baseline="0">
                <a:latin typeface="Verdana" panose="020B0604030504040204" pitchFamily="34" charset="0"/>
                <a:ea typeface="幼圆" panose="02010509060101010101" pitchFamily="49" charset="-122"/>
              </a:defRPr>
            </a:lvl4pPr>
            <a:lvl5pPr marL="2057400" indent="-360000">
              <a:buClr>
                <a:schemeClr val="accent1"/>
              </a:buClr>
              <a:buFont typeface="Wingdings" panose="05000000000000000000" pitchFamily="2" charset="2"/>
              <a:buChar char="l"/>
              <a:defRPr baseline="0">
                <a:latin typeface="Verdana" panose="020B0604030504040204" pitchFamily="34" charset="0"/>
                <a:ea typeface="幼圆" panose="02010509060101010101" pitchFamily="49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72000" y="1112791"/>
            <a:ext cx="4305300" cy="445293"/>
          </a:xfrm>
        </p:spPr>
        <p:txBody>
          <a:bodyPr anchor="t">
            <a:noAutofit/>
          </a:bodyPr>
          <a:lstStyle>
            <a:lvl1pPr marL="0" indent="0">
              <a:buNone/>
              <a:defRPr sz="3000" b="0" baseline="0">
                <a:solidFill>
                  <a:schemeClr val="tx2"/>
                </a:solidFill>
                <a:latin typeface="Verdana" panose="020B0604030504040204" pitchFamily="34" charset="0"/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72000" y="1724773"/>
            <a:ext cx="4305300" cy="4308473"/>
          </a:xfrm>
        </p:spPr>
        <p:txBody>
          <a:bodyPr/>
          <a:lstStyle>
            <a:lvl1pPr marL="228600" indent="-360000">
              <a:buClr>
                <a:schemeClr val="accent1"/>
              </a:buClr>
              <a:buFont typeface="Wingdings" panose="05000000000000000000" pitchFamily="2" charset="2"/>
              <a:buChar char="p"/>
              <a:defRPr baseline="0">
                <a:latin typeface="Verdana" panose="020B0604030504040204" pitchFamily="34" charset="0"/>
                <a:ea typeface="幼圆" panose="02010509060101010101" pitchFamily="49" charset="-122"/>
              </a:defRPr>
            </a:lvl1pPr>
            <a:lvl2pPr marL="685800" indent="-360000">
              <a:buClr>
                <a:schemeClr val="accent1"/>
              </a:buClr>
              <a:buFont typeface="Wingdings" panose="05000000000000000000" pitchFamily="2" charset="2"/>
              <a:buChar char="l"/>
              <a:defRPr baseline="0">
                <a:latin typeface="Verdana" panose="020B0604030504040204" pitchFamily="34" charset="0"/>
                <a:ea typeface="幼圆" panose="02010509060101010101" pitchFamily="49" charset="-122"/>
              </a:defRPr>
            </a:lvl2pPr>
            <a:lvl3pPr marL="1143000" indent="-360000">
              <a:buClr>
                <a:schemeClr val="accent1"/>
              </a:buClr>
              <a:buFont typeface="Wingdings" panose="05000000000000000000" pitchFamily="2" charset="2"/>
              <a:buChar char="l"/>
              <a:defRPr baseline="0">
                <a:latin typeface="Verdana" panose="020B0604030504040204" pitchFamily="34" charset="0"/>
                <a:ea typeface="幼圆" panose="02010509060101010101" pitchFamily="49" charset="-122"/>
              </a:defRPr>
            </a:lvl3pPr>
            <a:lvl4pPr marL="1600200" indent="-360000">
              <a:buClr>
                <a:schemeClr val="accent1"/>
              </a:buClr>
              <a:buFont typeface="Wingdings" panose="05000000000000000000" pitchFamily="2" charset="2"/>
              <a:buChar char="l"/>
              <a:defRPr baseline="0">
                <a:latin typeface="Verdana" panose="020B0604030504040204" pitchFamily="34" charset="0"/>
                <a:ea typeface="幼圆" panose="02010509060101010101" pitchFamily="49" charset="-122"/>
              </a:defRPr>
            </a:lvl4pPr>
            <a:lvl5pPr marL="2057400" indent="-360000">
              <a:buClr>
                <a:schemeClr val="accent1"/>
              </a:buClr>
              <a:buFont typeface="Wingdings" panose="05000000000000000000" pitchFamily="2" charset="2"/>
              <a:buChar char="l"/>
              <a:defRPr baseline="0">
                <a:latin typeface="Verdana" panose="020B0604030504040204" pitchFamily="34" charset="0"/>
                <a:ea typeface="幼圆" panose="02010509060101010101" pitchFamily="49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260350" y="73027"/>
            <a:ext cx="7886700" cy="77787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600" baseline="0">
                <a:solidFill>
                  <a:schemeClr val="accent1"/>
                </a:solidFill>
                <a:latin typeface="Verdana" panose="020B0604030504040204" pitchFamily="34" charset="0"/>
                <a:ea typeface="幼圆" panose="020105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30371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260350" y="73027"/>
            <a:ext cx="7886700" cy="77787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600" b="1" baseline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幼圆" panose="020105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87552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空白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96922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-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60350" y="152400"/>
            <a:ext cx="7194550" cy="787400"/>
          </a:xfrm>
        </p:spPr>
        <p:txBody>
          <a:bodyPr/>
          <a:lstStyle>
            <a:lvl1pPr>
              <a:defRPr baseline="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DD087ABC-C147-4608-9421-DC913BD4572E}" type="datetimeFigureOut">
              <a:rPr lang="zh-CN" altLang="en-US" smtClean="0"/>
              <a:pPr/>
              <a:t>2025/9/11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DE0B59AC-3424-42EB-B3D4-DEBEAAEEC0DC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</p:nvPr>
        </p:nvSpPr>
        <p:spPr>
          <a:xfrm>
            <a:off x="260350" y="1257300"/>
            <a:ext cx="8629650" cy="457200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3000" baseline="0">
                <a:solidFill>
                  <a:schemeClr val="tx2"/>
                </a:solidFill>
                <a:latin typeface="Verdana" panose="020B0604030504040204" pitchFamily="34" charset="0"/>
                <a:ea typeface="微软雅黑" panose="020B0503020204020204" pitchFamily="34" charset="-122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</p:nvPr>
        </p:nvSpPr>
        <p:spPr>
          <a:xfrm>
            <a:off x="260350" y="1828800"/>
            <a:ext cx="8629650" cy="4343400"/>
          </a:xfrm>
        </p:spPr>
        <p:txBody>
          <a:bodyPr/>
          <a:lstStyle>
            <a:lvl1pPr>
              <a:defRPr baseline="0"/>
            </a:lvl1pPr>
            <a:lvl2pPr>
              <a:defRPr baseline="0"/>
            </a:lvl2pPr>
            <a:lvl3pPr>
              <a:defRPr baseline="0"/>
            </a:lvl3pPr>
            <a:lvl4pPr>
              <a:defRPr baseline="0"/>
            </a:lvl4pPr>
            <a:lvl5pPr>
              <a:defRPr baseline="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9287936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66700" y="1279525"/>
            <a:ext cx="3962400" cy="4897438"/>
          </a:xfrm>
        </p:spPr>
        <p:txBody>
          <a:bodyPr/>
          <a:lstStyle>
            <a:lvl1pPr marL="228600" indent="-360000">
              <a:buFont typeface="Wingdings" panose="05000000000000000000" pitchFamily="2" charset="2"/>
              <a:buChar char="p"/>
              <a:defRPr sz="2200">
                <a:latin typeface="幼圆" panose="02010509060101010101" pitchFamily="49" charset="-122"/>
                <a:ea typeface="幼圆" panose="02010509060101010101" pitchFamily="49" charset="-122"/>
              </a:defRPr>
            </a:lvl1pPr>
            <a:lvl2pPr marL="685800" indent="-360000">
              <a:buClr>
                <a:schemeClr val="tx2"/>
              </a:buClr>
              <a:buFont typeface="Wingdings" panose="05000000000000000000" pitchFamily="2" charset="2"/>
              <a:buChar char="l"/>
              <a:defRPr sz="2000">
                <a:latin typeface="幼圆" panose="02010509060101010101" pitchFamily="49" charset="-122"/>
                <a:ea typeface="幼圆" panose="02010509060101010101" pitchFamily="49" charset="-122"/>
              </a:defRPr>
            </a:lvl2pPr>
            <a:lvl3pPr marL="1143000" indent="-360000">
              <a:buClr>
                <a:schemeClr val="tx2"/>
              </a:buClr>
              <a:buFont typeface="Wingdings" panose="05000000000000000000" pitchFamily="2" charset="2"/>
              <a:buChar char="l"/>
              <a:defRPr>
                <a:latin typeface="幼圆" panose="02010509060101010101" pitchFamily="49" charset="-122"/>
                <a:ea typeface="幼圆" panose="02010509060101010101" pitchFamily="49" charset="-122"/>
              </a:defRPr>
            </a:lvl3pPr>
            <a:lvl4pPr marL="1600200" indent="-360000">
              <a:buClr>
                <a:schemeClr val="tx2"/>
              </a:buClr>
              <a:buFont typeface="Wingdings" panose="05000000000000000000" pitchFamily="2" charset="2"/>
              <a:buChar char="l"/>
              <a:defRPr>
                <a:latin typeface="幼圆" panose="02010509060101010101" pitchFamily="49" charset="-122"/>
                <a:ea typeface="幼圆" panose="02010509060101010101" pitchFamily="49" charset="-122"/>
              </a:defRPr>
            </a:lvl4pPr>
            <a:lvl5pPr marL="2057400" indent="-360000">
              <a:buClr>
                <a:schemeClr val="tx2"/>
              </a:buClr>
              <a:buFont typeface="Wingdings" panose="05000000000000000000" pitchFamily="2" charset="2"/>
              <a:buChar char="l"/>
              <a:defRPr>
                <a:latin typeface="幼圆" panose="02010509060101010101" pitchFamily="49" charset="-122"/>
                <a:ea typeface="幼圆" panose="02010509060101010101" pitchFamily="49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279525"/>
            <a:ext cx="4260850" cy="4897438"/>
          </a:xfrm>
        </p:spPr>
        <p:txBody>
          <a:bodyPr/>
          <a:lstStyle>
            <a:lvl1pPr marL="228600" indent="-360000">
              <a:buFont typeface="Wingdings" panose="05000000000000000000" pitchFamily="2" charset="2"/>
              <a:buChar char="p"/>
              <a:defRPr sz="2200">
                <a:latin typeface="幼圆" panose="02010509060101010101" pitchFamily="49" charset="-122"/>
                <a:ea typeface="幼圆" panose="02010509060101010101" pitchFamily="49" charset="-122"/>
              </a:defRPr>
            </a:lvl1pPr>
            <a:lvl2pPr marL="685800" indent="-360000">
              <a:buClr>
                <a:schemeClr val="tx2"/>
              </a:buClr>
              <a:buFont typeface="Wingdings" panose="05000000000000000000" pitchFamily="2" charset="2"/>
              <a:buChar char="l"/>
              <a:defRPr sz="2000">
                <a:latin typeface="幼圆" panose="02010509060101010101" pitchFamily="49" charset="-122"/>
                <a:ea typeface="幼圆" panose="02010509060101010101" pitchFamily="49" charset="-122"/>
              </a:defRPr>
            </a:lvl2pPr>
            <a:lvl3pPr marL="1143000" indent="-360000">
              <a:buClr>
                <a:schemeClr val="tx2"/>
              </a:buClr>
              <a:buFont typeface="Wingdings" panose="05000000000000000000" pitchFamily="2" charset="2"/>
              <a:buChar char="l"/>
              <a:defRPr>
                <a:latin typeface="幼圆" panose="02010509060101010101" pitchFamily="49" charset="-122"/>
                <a:ea typeface="幼圆" panose="02010509060101010101" pitchFamily="49" charset="-122"/>
              </a:defRPr>
            </a:lvl3pPr>
            <a:lvl4pPr marL="1600200" indent="-360000">
              <a:buClr>
                <a:schemeClr val="tx2"/>
              </a:buClr>
              <a:buFont typeface="Wingdings" panose="05000000000000000000" pitchFamily="2" charset="2"/>
              <a:buChar char="l"/>
              <a:defRPr>
                <a:latin typeface="幼圆" panose="02010509060101010101" pitchFamily="49" charset="-122"/>
                <a:ea typeface="幼圆" panose="02010509060101010101" pitchFamily="49" charset="-122"/>
              </a:defRPr>
            </a:lvl4pPr>
            <a:lvl5pPr marL="2057400" indent="-360000">
              <a:buClr>
                <a:schemeClr val="tx2"/>
              </a:buClr>
              <a:buFont typeface="Wingdings" panose="05000000000000000000" pitchFamily="2" charset="2"/>
              <a:buChar char="l"/>
              <a:defRPr>
                <a:latin typeface="幼圆" panose="02010509060101010101" pitchFamily="49" charset="-122"/>
                <a:ea typeface="幼圆" panose="02010509060101010101" pitchFamily="49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1pPr>
          </a:lstStyle>
          <a:p>
            <a:fld id="{DD087ABC-C147-4608-9421-DC913BD4572E}" type="datetimeFigureOut">
              <a:rPr lang="zh-CN" altLang="en-US" smtClean="0"/>
              <a:pPr/>
              <a:t>2025/9/11</a:t>
            </a:fld>
            <a:endParaRPr lang="zh-CN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1pPr>
          </a:lstStyle>
          <a:p>
            <a:fld id="{DE0B59AC-3424-42EB-B3D4-DEBEAAEEC0DC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260350" y="161927"/>
            <a:ext cx="7886700" cy="77787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600" baseline="0">
                <a:solidFill>
                  <a:schemeClr val="bg1"/>
                </a:solidFill>
                <a:latin typeface="Verdana" panose="020B0604030504040204" pitchFamily="34" charset="0"/>
                <a:ea typeface="幼圆" panose="020105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76231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0350" y="1269207"/>
            <a:ext cx="4006850" cy="445293"/>
          </a:xfrm>
        </p:spPr>
        <p:txBody>
          <a:bodyPr anchor="t">
            <a:noAutofit/>
          </a:bodyPr>
          <a:lstStyle>
            <a:lvl1pPr marL="0" indent="0">
              <a:buNone/>
              <a:defRPr sz="3000" b="0" baseline="0">
                <a:solidFill>
                  <a:schemeClr val="tx2"/>
                </a:solidFill>
                <a:latin typeface="Verdana" panose="020B0604030504040204" pitchFamily="34" charset="0"/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60350" y="1881189"/>
            <a:ext cx="4006850" cy="4308473"/>
          </a:xfrm>
        </p:spPr>
        <p:txBody>
          <a:bodyPr/>
          <a:lstStyle>
            <a:lvl1pPr marL="228600" indent="-360000">
              <a:buFont typeface="Wingdings" panose="05000000000000000000" pitchFamily="2" charset="2"/>
              <a:buChar char="p"/>
              <a:defRPr baseline="0">
                <a:latin typeface="Verdana" panose="020B0604030504040204" pitchFamily="34" charset="0"/>
                <a:ea typeface="幼圆" panose="02010509060101010101" pitchFamily="49" charset="-122"/>
              </a:defRPr>
            </a:lvl1pPr>
            <a:lvl2pPr marL="685800" indent="-360000">
              <a:buClr>
                <a:schemeClr val="tx2"/>
              </a:buClr>
              <a:buFont typeface="Wingdings" panose="05000000000000000000" pitchFamily="2" charset="2"/>
              <a:buChar char="l"/>
              <a:defRPr baseline="0">
                <a:latin typeface="Verdana" panose="020B0604030504040204" pitchFamily="34" charset="0"/>
                <a:ea typeface="幼圆" panose="02010509060101010101" pitchFamily="49" charset="-122"/>
              </a:defRPr>
            </a:lvl2pPr>
            <a:lvl3pPr marL="1143000" indent="-360000">
              <a:buClr>
                <a:schemeClr val="tx2"/>
              </a:buClr>
              <a:buFont typeface="Wingdings" panose="05000000000000000000" pitchFamily="2" charset="2"/>
              <a:buChar char="l"/>
              <a:defRPr baseline="0">
                <a:latin typeface="Verdana" panose="020B0604030504040204" pitchFamily="34" charset="0"/>
                <a:ea typeface="幼圆" panose="02010509060101010101" pitchFamily="49" charset="-122"/>
              </a:defRPr>
            </a:lvl3pPr>
            <a:lvl4pPr marL="1600200" indent="-360000">
              <a:buClr>
                <a:schemeClr val="tx2"/>
              </a:buClr>
              <a:buFont typeface="Wingdings" panose="05000000000000000000" pitchFamily="2" charset="2"/>
              <a:buChar char="l"/>
              <a:defRPr baseline="0">
                <a:latin typeface="Verdana" panose="020B0604030504040204" pitchFamily="34" charset="0"/>
                <a:ea typeface="幼圆" panose="02010509060101010101" pitchFamily="49" charset="-122"/>
              </a:defRPr>
            </a:lvl4pPr>
            <a:lvl5pPr marL="2057400" indent="-360000">
              <a:buClr>
                <a:schemeClr val="tx2"/>
              </a:buClr>
              <a:buFont typeface="Wingdings" panose="05000000000000000000" pitchFamily="2" charset="2"/>
              <a:buChar char="l"/>
              <a:defRPr baseline="0">
                <a:latin typeface="Verdana" panose="020B0604030504040204" pitchFamily="34" charset="0"/>
                <a:ea typeface="幼圆" panose="02010509060101010101" pitchFamily="49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72000" y="1269207"/>
            <a:ext cx="4305300" cy="445293"/>
          </a:xfrm>
        </p:spPr>
        <p:txBody>
          <a:bodyPr anchor="t">
            <a:noAutofit/>
          </a:bodyPr>
          <a:lstStyle>
            <a:lvl1pPr marL="0" indent="0">
              <a:buNone/>
              <a:defRPr sz="3000" b="0" baseline="0">
                <a:solidFill>
                  <a:schemeClr val="tx2"/>
                </a:solidFill>
                <a:latin typeface="Verdana" panose="020B0604030504040204" pitchFamily="34" charset="0"/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72000" y="1881189"/>
            <a:ext cx="4305300" cy="4308473"/>
          </a:xfrm>
        </p:spPr>
        <p:txBody>
          <a:bodyPr/>
          <a:lstStyle>
            <a:lvl1pPr marL="228600" indent="-360000">
              <a:buFont typeface="Wingdings" panose="05000000000000000000" pitchFamily="2" charset="2"/>
              <a:buChar char="p"/>
              <a:defRPr baseline="0">
                <a:latin typeface="Verdana" panose="020B0604030504040204" pitchFamily="34" charset="0"/>
                <a:ea typeface="幼圆" panose="02010509060101010101" pitchFamily="49" charset="-122"/>
              </a:defRPr>
            </a:lvl1pPr>
            <a:lvl2pPr marL="685800" indent="-360000">
              <a:buClr>
                <a:schemeClr val="tx2"/>
              </a:buClr>
              <a:buFont typeface="Wingdings" panose="05000000000000000000" pitchFamily="2" charset="2"/>
              <a:buChar char="l"/>
              <a:defRPr baseline="0">
                <a:latin typeface="Verdana" panose="020B0604030504040204" pitchFamily="34" charset="0"/>
                <a:ea typeface="幼圆" panose="02010509060101010101" pitchFamily="49" charset="-122"/>
              </a:defRPr>
            </a:lvl2pPr>
            <a:lvl3pPr marL="1143000" indent="-360000">
              <a:buClr>
                <a:schemeClr val="tx2"/>
              </a:buClr>
              <a:buFont typeface="Wingdings" panose="05000000000000000000" pitchFamily="2" charset="2"/>
              <a:buChar char="l"/>
              <a:defRPr baseline="0">
                <a:latin typeface="Verdana" panose="020B0604030504040204" pitchFamily="34" charset="0"/>
                <a:ea typeface="幼圆" panose="02010509060101010101" pitchFamily="49" charset="-122"/>
              </a:defRPr>
            </a:lvl3pPr>
            <a:lvl4pPr marL="1600200" indent="-360000">
              <a:buClr>
                <a:schemeClr val="tx2"/>
              </a:buClr>
              <a:buFont typeface="Wingdings" panose="05000000000000000000" pitchFamily="2" charset="2"/>
              <a:buChar char="l"/>
              <a:defRPr baseline="0">
                <a:latin typeface="Verdana" panose="020B0604030504040204" pitchFamily="34" charset="0"/>
                <a:ea typeface="幼圆" panose="02010509060101010101" pitchFamily="49" charset="-122"/>
              </a:defRPr>
            </a:lvl4pPr>
            <a:lvl5pPr marL="2057400" indent="-360000">
              <a:buClr>
                <a:schemeClr val="tx2"/>
              </a:buClr>
              <a:buFont typeface="Wingdings" panose="05000000000000000000" pitchFamily="2" charset="2"/>
              <a:buChar char="l"/>
              <a:defRPr baseline="0">
                <a:latin typeface="Verdana" panose="020B0604030504040204" pitchFamily="34" charset="0"/>
                <a:ea typeface="幼圆" panose="02010509060101010101" pitchFamily="49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方正准圆简体" panose="02010601030101010101" pitchFamily="2" charset="-122"/>
                <a:ea typeface="方正准圆简体" panose="02010601030101010101" pitchFamily="2" charset="-122"/>
              </a:defRPr>
            </a:lvl1pPr>
          </a:lstStyle>
          <a:p>
            <a:fld id="{DD087ABC-C147-4608-9421-DC913BD4572E}" type="datetimeFigureOut">
              <a:rPr lang="zh-CN" altLang="en-US" smtClean="0"/>
              <a:pPr/>
              <a:t>2025/9/11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方正准圆简体" panose="02010601030101010101" pitchFamily="2" charset="-122"/>
                <a:ea typeface="方正准圆简体" panose="02010601030101010101" pitchFamily="2" charset="-122"/>
              </a:defRPr>
            </a:lvl1pPr>
          </a:lstStyle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方正准圆简体" panose="02010601030101010101" pitchFamily="2" charset="-122"/>
                <a:ea typeface="方正准圆简体" panose="02010601030101010101" pitchFamily="2" charset="-122"/>
              </a:defRPr>
            </a:lvl1pPr>
          </a:lstStyle>
          <a:p>
            <a:fld id="{DE0B59AC-3424-42EB-B3D4-DEBEAAEEC0DC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260350" y="161927"/>
            <a:ext cx="7886700" cy="77787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600" baseline="0">
                <a:solidFill>
                  <a:schemeClr val="bg1"/>
                </a:solidFill>
                <a:latin typeface="Verdana" panose="020B0604030504040204" pitchFamily="34" charset="0"/>
                <a:ea typeface="幼圆" panose="020105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03363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幼圆" panose="02010509060101010101" pitchFamily="49" charset="-122"/>
                <a:ea typeface="幼圆" panose="02010509060101010101" pitchFamily="49" charset="-122"/>
              </a:defRPr>
            </a:lvl1pPr>
          </a:lstStyle>
          <a:p>
            <a:fld id="{DD087ABC-C147-4608-9421-DC913BD4572E}" type="datetimeFigureOut">
              <a:rPr lang="zh-CN" altLang="en-US" smtClean="0"/>
              <a:pPr/>
              <a:t>2025/9/11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幼圆" panose="02010509060101010101" pitchFamily="49" charset="-122"/>
                <a:ea typeface="幼圆" panose="02010509060101010101" pitchFamily="49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幼圆" panose="02010509060101010101" pitchFamily="49" charset="-122"/>
                <a:ea typeface="幼圆" panose="02010509060101010101" pitchFamily="49" charset="-122"/>
              </a:defRPr>
            </a:lvl1pPr>
          </a:lstStyle>
          <a:p>
            <a:fld id="{DE0B59AC-3424-42EB-B3D4-DEBEAAEEC0DC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260350" y="161927"/>
            <a:ext cx="7886700" cy="77787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600" baseline="0">
                <a:solidFill>
                  <a:schemeClr val="bg1"/>
                </a:solidFill>
                <a:latin typeface="Verdana" panose="020B0604030504040204" pitchFamily="34" charset="0"/>
                <a:ea typeface="幼圆" panose="020105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65620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幼圆" panose="02010509060101010101" pitchFamily="49" charset="-122"/>
                <a:ea typeface="幼圆" panose="02010509060101010101" pitchFamily="49" charset="-122"/>
              </a:defRPr>
            </a:lvl1pPr>
          </a:lstStyle>
          <a:p>
            <a:fld id="{DD087ABC-C147-4608-9421-DC913BD4572E}" type="datetimeFigureOut">
              <a:rPr lang="zh-CN" altLang="en-US" smtClean="0"/>
              <a:pPr/>
              <a:t>2025/9/11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幼圆" panose="02010509060101010101" pitchFamily="49" charset="-122"/>
                <a:ea typeface="幼圆" panose="02010509060101010101" pitchFamily="49" charset="-122"/>
              </a:defRPr>
            </a:lvl1pPr>
          </a:lstStyle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幼圆" panose="02010509060101010101" pitchFamily="49" charset="-122"/>
                <a:ea typeface="幼圆" panose="02010509060101010101" pitchFamily="49" charset="-122"/>
              </a:defRPr>
            </a:lvl1pPr>
          </a:lstStyle>
          <a:p>
            <a:fld id="{DE0B59AC-3424-42EB-B3D4-DEBEAAEEC0DC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6986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0350" y="1050917"/>
            <a:ext cx="8629650" cy="50704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8" name="标题占位符 7"/>
          <p:cNvSpPr>
            <a:spLocks noGrp="1"/>
          </p:cNvSpPr>
          <p:nvPr>
            <p:ph type="title"/>
          </p:nvPr>
        </p:nvSpPr>
        <p:spPr>
          <a:xfrm>
            <a:off x="260350" y="50800"/>
            <a:ext cx="7194550" cy="787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655265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673" r:id="rId9"/>
    <p:sldLayoutId id="2147483664" r:id="rId10"/>
    <p:sldLayoutId id="2147483665" r:id="rId11"/>
    <p:sldLayoutId id="2147483666" r:id="rId12"/>
    <p:sldLayoutId id="2147483667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 baseline="0">
          <a:solidFill>
            <a:schemeClr val="accent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Verdana" panose="020B0604030504040204" pitchFamily="34" charset="0"/>
          <a:ea typeface="幼圆" panose="02010509060101010101" pitchFamily="49" charset="-122"/>
          <a:cs typeface="+mj-cs"/>
        </a:defRPr>
      </a:lvl1pPr>
    </p:titleStyle>
    <p:bodyStyle>
      <a:lvl1pPr marL="228600" indent="-360000" algn="l" defTabSz="914400" rtl="0" eaLnBrk="1" latinLnBrk="0" hangingPunct="1">
        <a:lnSpc>
          <a:spcPct val="90000"/>
        </a:lnSpc>
        <a:spcBef>
          <a:spcPts val="1000"/>
        </a:spcBef>
        <a:buClr>
          <a:schemeClr val="tx2"/>
        </a:buClr>
        <a:buSzPct val="120000"/>
        <a:buFont typeface="Wingdings" panose="05000000000000000000" pitchFamily="2" charset="2"/>
        <a:buChar char="p"/>
        <a:defRPr sz="2200" kern="1200" baseline="0">
          <a:solidFill>
            <a:schemeClr val="tx1"/>
          </a:solidFill>
          <a:latin typeface="Verdana" panose="020B0604030504040204" pitchFamily="34" charset="0"/>
          <a:ea typeface="幼圆" panose="02010509060101010101" pitchFamily="49" charset="-122"/>
          <a:cs typeface="+mn-cs"/>
        </a:defRPr>
      </a:lvl1pPr>
      <a:lvl2pPr marL="685800" indent="-360000" algn="l" defTabSz="914400" rtl="0" eaLnBrk="1" latinLnBrk="0" hangingPunct="1">
        <a:lnSpc>
          <a:spcPct val="90000"/>
        </a:lnSpc>
        <a:spcBef>
          <a:spcPts val="500"/>
        </a:spcBef>
        <a:buClr>
          <a:schemeClr val="tx2"/>
        </a:buClr>
        <a:buFont typeface="Wingdings" panose="05000000000000000000" pitchFamily="2" charset="2"/>
        <a:buChar char="l"/>
        <a:defRPr sz="2000" kern="1200" baseline="0">
          <a:solidFill>
            <a:schemeClr val="tx1"/>
          </a:solidFill>
          <a:latin typeface="Verdana" panose="020B0604030504040204" pitchFamily="34" charset="0"/>
          <a:ea typeface="幼圆" panose="02010509060101010101" pitchFamily="49" charset="-122"/>
          <a:cs typeface="+mn-cs"/>
        </a:defRPr>
      </a:lvl2pPr>
      <a:lvl3pPr marL="1143000" indent="-360000" algn="l" defTabSz="914400" rtl="0" eaLnBrk="1" latinLnBrk="0" hangingPunct="1">
        <a:lnSpc>
          <a:spcPct val="90000"/>
        </a:lnSpc>
        <a:spcBef>
          <a:spcPts val="500"/>
        </a:spcBef>
        <a:buClr>
          <a:schemeClr val="tx2"/>
        </a:buClr>
        <a:buFont typeface="Wingdings" panose="05000000000000000000" pitchFamily="2" charset="2"/>
        <a:buChar char="l"/>
        <a:defRPr sz="1800" kern="1200" baseline="0">
          <a:solidFill>
            <a:schemeClr val="tx1"/>
          </a:solidFill>
          <a:latin typeface="Verdana" panose="020B0604030504040204" pitchFamily="34" charset="0"/>
          <a:ea typeface="幼圆" panose="02010509060101010101" pitchFamily="49" charset="-122"/>
          <a:cs typeface="+mn-cs"/>
        </a:defRPr>
      </a:lvl3pPr>
      <a:lvl4pPr marL="1600200" indent="-360000" algn="l" defTabSz="914400" rtl="0" eaLnBrk="1" latinLnBrk="0" hangingPunct="1">
        <a:lnSpc>
          <a:spcPct val="90000"/>
        </a:lnSpc>
        <a:spcBef>
          <a:spcPts val="500"/>
        </a:spcBef>
        <a:buClr>
          <a:schemeClr val="tx2"/>
        </a:buClr>
        <a:buFont typeface="Wingdings" panose="05000000000000000000" pitchFamily="2" charset="2"/>
        <a:buChar char="l"/>
        <a:defRPr sz="1600" kern="1200" baseline="0">
          <a:solidFill>
            <a:schemeClr val="tx1"/>
          </a:solidFill>
          <a:latin typeface="Verdana" panose="020B0604030504040204" pitchFamily="34" charset="0"/>
          <a:ea typeface="幼圆" panose="02010509060101010101" pitchFamily="49" charset="-122"/>
          <a:cs typeface="+mn-cs"/>
        </a:defRPr>
      </a:lvl4pPr>
      <a:lvl5pPr marL="2057400" indent="-360000" algn="l" defTabSz="914400" rtl="0" eaLnBrk="1" latinLnBrk="0" hangingPunct="1">
        <a:lnSpc>
          <a:spcPct val="90000"/>
        </a:lnSpc>
        <a:spcBef>
          <a:spcPts val="500"/>
        </a:spcBef>
        <a:buClr>
          <a:schemeClr val="tx2"/>
        </a:buClr>
        <a:buFont typeface="Wingdings" panose="05000000000000000000" pitchFamily="2" charset="2"/>
        <a:buChar char="l"/>
        <a:defRPr sz="1600" kern="1200" baseline="0">
          <a:solidFill>
            <a:schemeClr val="tx1"/>
          </a:solidFill>
          <a:latin typeface="Verdana" panose="020B0604030504040204" pitchFamily="34" charset="0"/>
          <a:ea typeface="幼圆" panose="02010509060101010101" pitchFamily="49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13" Type="http://schemas.openxmlformats.org/officeDocument/2006/relationships/image" Target="../media/image9.wmf"/><Relationship Id="rId3" Type="http://schemas.openxmlformats.org/officeDocument/2006/relationships/image" Target="../media/image4.wmf"/><Relationship Id="rId7" Type="http://schemas.openxmlformats.org/officeDocument/2006/relationships/image" Target="../media/image6.wmf"/><Relationship Id="rId12" Type="http://schemas.openxmlformats.org/officeDocument/2006/relationships/oleObject" Target="../embeddings/oleObject6.bin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3.xml"/><Relationship Id="rId6" Type="http://schemas.openxmlformats.org/officeDocument/2006/relationships/oleObject" Target="../embeddings/oleObject3.bin"/><Relationship Id="rId11" Type="http://schemas.openxmlformats.org/officeDocument/2006/relationships/image" Target="../media/image8.wmf"/><Relationship Id="rId5" Type="http://schemas.openxmlformats.org/officeDocument/2006/relationships/image" Target="../media/image5.wmf"/><Relationship Id="rId15" Type="http://schemas.openxmlformats.org/officeDocument/2006/relationships/image" Target="../media/image10.wmf"/><Relationship Id="rId10" Type="http://schemas.openxmlformats.org/officeDocument/2006/relationships/oleObject" Target="../embeddings/oleObject5.bin"/><Relationship Id="rId4" Type="http://schemas.openxmlformats.org/officeDocument/2006/relationships/oleObject" Target="../embeddings/oleObject2.bin"/><Relationship Id="rId9" Type="http://schemas.openxmlformats.org/officeDocument/2006/relationships/image" Target="../media/image7.wmf"/><Relationship Id="rId14" Type="http://schemas.openxmlformats.org/officeDocument/2006/relationships/oleObject" Target="../embeddings/oleObject7.bin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oleObject" Target="../embeddings/oleObject8.bin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tmp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wmf"/><Relationship Id="rId3" Type="http://schemas.openxmlformats.org/officeDocument/2006/relationships/oleObject" Target="../embeddings/oleObject9.bin"/><Relationship Id="rId7" Type="http://schemas.openxmlformats.org/officeDocument/2006/relationships/oleObject" Target="../embeddings/oleObject11.bin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6.wmf"/><Relationship Id="rId5" Type="http://schemas.openxmlformats.org/officeDocument/2006/relationships/oleObject" Target="../embeddings/oleObject10.bin"/><Relationship Id="rId4" Type="http://schemas.openxmlformats.org/officeDocument/2006/relationships/image" Target="../media/image15.w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wmf"/><Relationship Id="rId2" Type="http://schemas.openxmlformats.org/officeDocument/2006/relationships/oleObject" Target="../embeddings/oleObject12.bin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0.png"/><Relationship Id="rId5" Type="http://schemas.openxmlformats.org/officeDocument/2006/relationships/image" Target="../media/image19.wmf"/><Relationship Id="rId4" Type="http://schemas.openxmlformats.org/officeDocument/2006/relationships/oleObject" Target="../embeddings/oleObject13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7.bin"/><Relationship Id="rId3" Type="http://schemas.openxmlformats.org/officeDocument/2006/relationships/image" Target="../media/image21.wmf"/><Relationship Id="rId7" Type="http://schemas.openxmlformats.org/officeDocument/2006/relationships/image" Target="../media/image23.wmf"/><Relationship Id="rId2" Type="http://schemas.openxmlformats.org/officeDocument/2006/relationships/oleObject" Target="../embeddings/oleObject14.bin"/><Relationship Id="rId1" Type="http://schemas.openxmlformats.org/officeDocument/2006/relationships/slideLayout" Target="../slideLayouts/slideLayout3.xml"/><Relationship Id="rId6" Type="http://schemas.openxmlformats.org/officeDocument/2006/relationships/oleObject" Target="../embeddings/oleObject16.bin"/><Relationship Id="rId11" Type="http://schemas.openxmlformats.org/officeDocument/2006/relationships/image" Target="../media/image25.wmf"/><Relationship Id="rId5" Type="http://schemas.openxmlformats.org/officeDocument/2006/relationships/image" Target="../media/image22.wmf"/><Relationship Id="rId10" Type="http://schemas.openxmlformats.org/officeDocument/2006/relationships/oleObject" Target="../embeddings/oleObject18.bin"/><Relationship Id="rId4" Type="http://schemas.openxmlformats.org/officeDocument/2006/relationships/oleObject" Target="../embeddings/oleObject15.bin"/><Relationship Id="rId9" Type="http://schemas.openxmlformats.org/officeDocument/2006/relationships/image" Target="../media/image24.w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wmf"/><Relationship Id="rId7" Type="http://schemas.openxmlformats.org/officeDocument/2006/relationships/image" Target="../media/image28.wmf"/><Relationship Id="rId2" Type="http://schemas.openxmlformats.org/officeDocument/2006/relationships/oleObject" Target="../embeddings/oleObject19.bin"/><Relationship Id="rId1" Type="http://schemas.openxmlformats.org/officeDocument/2006/relationships/slideLayout" Target="../slideLayouts/slideLayout3.xml"/><Relationship Id="rId6" Type="http://schemas.openxmlformats.org/officeDocument/2006/relationships/oleObject" Target="../embeddings/oleObject21.bin"/><Relationship Id="rId5" Type="http://schemas.openxmlformats.org/officeDocument/2006/relationships/image" Target="../media/image27.wmf"/><Relationship Id="rId4" Type="http://schemas.openxmlformats.org/officeDocument/2006/relationships/oleObject" Target="../embeddings/oleObject20.bin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5.bin"/><Relationship Id="rId3" Type="http://schemas.openxmlformats.org/officeDocument/2006/relationships/image" Target="../media/image15.wmf"/><Relationship Id="rId7" Type="http://schemas.openxmlformats.org/officeDocument/2006/relationships/image" Target="../media/image17.wmf"/><Relationship Id="rId2" Type="http://schemas.openxmlformats.org/officeDocument/2006/relationships/oleObject" Target="../embeddings/oleObject22.bin"/><Relationship Id="rId1" Type="http://schemas.openxmlformats.org/officeDocument/2006/relationships/slideLayout" Target="../slideLayouts/slideLayout3.xml"/><Relationship Id="rId6" Type="http://schemas.openxmlformats.org/officeDocument/2006/relationships/oleObject" Target="../embeddings/oleObject24.bin"/><Relationship Id="rId11" Type="http://schemas.openxmlformats.org/officeDocument/2006/relationships/image" Target="../media/image30.wmf"/><Relationship Id="rId5" Type="http://schemas.openxmlformats.org/officeDocument/2006/relationships/image" Target="../media/image16.wmf"/><Relationship Id="rId10" Type="http://schemas.openxmlformats.org/officeDocument/2006/relationships/oleObject" Target="../embeddings/oleObject26.bin"/><Relationship Id="rId4" Type="http://schemas.openxmlformats.org/officeDocument/2006/relationships/oleObject" Target="../embeddings/oleObject23.bin"/><Relationship Id="rId9" Type="http://schemas.openxmlformats.org/officeDocument/2006/relationships/image" Target="../media/image29.w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0.bin"/><Relationship Id="rId3" Type="http://schemas.openxmlformats.org/officeDocument/2006/relationships/image" Target="../media/image31.wmf"/><Relationship Id="rId7" Type="http://schemas.openxmlformats.org/officeDocument/2006/relationships/image" Target="../media/image33.wmf"/><Relationship Id="rId2" Type="http://schemas.openxmlformats.org/officeDocument/2006/relationships/oleObject" Target="../embeddings/oleObject27.bin"/><Relationship Id="rId1" Type="http://schemas.openxmlformats.org/officeDocument/2006/relationships/slideLayout" Target="../slideLayouts/slideLayout3.xml"/><Relationship Id="rId6" Type="http://schemas.openxmlformats.org/officeDocument/2006/relationships/oleObject" Target="../embeddings/oleObject29.bin"/><Relationship Id="rId11" Type="http://schemas.openxmlformats.org/officeDocument/2006/relationships/image" Target="../media/image35.wmf"/><Relationship Id="rId5" Type="http://schemas.openxmlformats.org/officeDocument/2006/relationships/image" Target="../media/image32.wmf"/><Relationship Id="rId10" Type="http://schemas.openxmlformats.org/officeDocument/2006/relationships/oleObject" Target="../embeddings/oleObject31.bin"/><Relationship Id="rId4" Type="http://schemas.openxmlformats.org/officeDocument/2006/relationships/oleObject" Target="../embeddings/oleObject28.bin"/><Relationship Id="rId9" Type="http://schemas.openxmlformats.org/officeDocument/2006/relationships/image" Target="../media/image34.w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wmf"/><Relationship Id="rId3" Type="http://schemas.openxmlformats.org/officeDocument/2006/relationships/image" Target="../media/image36.wmf"/><Relationship Id="rId7" Type="http://schemas.openxmlformats.org/officeDocument/2006/relationships/oleObject" Target="../embeddings/oleObject35.bin"/><Relationship Id="rId2" Type="http://schemas.openxmlformats.org/officeDocument/2006/relationships/oleObject" Target="../embeddings/oleObject32.bin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7.wmf"/><Relationship Id="rId5" Type="http://schemas.openxmlformats.org/officeDocument/2006/relationships/oleObject" Target="../embeddings/oleObject34.bin"/><Relationship Id="rId10" Type="http://schemas.openxmlformats.org/officeDocument/2006/relationships/image" Target="../media/image40.png"/><Relationship Id="rId4" Type="http://schemas.openxmlformats.org/officeDocument/2006/relationships/oleObject" Target="../embeddings/oleObject33.bin"/><Relationship Id="rId9" Type="http://schemas.openxmlformats.org/officeDocument/2006/relationships/image" Target="../media/image39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wmf"/><Relationship Id="rId3" Type="http://schemas.openxmlformats.org/officeDocument/2006/relationships/oleObject" Target="../embeddings/oleObject36.bin"/><Relationship Id="rId7" Type="http://schemas.openxmlformats.org/officeDocument/2006/relationships/oleObject" Target="../embeddings/oleObject38.bin"/><Relationship Id="rId12" Type="http://schemas.openxmlformats.org/officeDocument/2006/relationships/oleObject" Target="../embeddings/oleObject41.bin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2.wmf"/><Relationship Id="rId11" Type="http://schemas.openxmlformats.org/officeDocument/2006/relationships/oleObject" Target="../embeddings/oleObject40.bin"/><Relationship Id="rId5" Type="http://schemas.openxmlformats.org/officeDocument/2006/relationships/oleObject" Target="../embeddings/oleObject37.bin"/><Relationship Id="rId10" Type="http://schemas.openxmlformats.org/officeDocument/2006/relationships/image" Target="../media/image44.wmf"/><Relationship Id="rId4" Type="http://schemas.openxmlformats.org/officeDocument/2006/relationships/image" Target="../media/image41.wmf"/><Relationship Id="rId9" Type="http://schemas.openxmlformats.org/officeDocument/2006/relationships/oleObject" Target="../embeddings/oleObject39.bin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45.wmf"/><Relationship Id="rId7" Type="http://schemas.openxmlformats.org/officeDocument/2006/relationships/image" Target="../media/image48.png"/><Relationship Id="rId2" Type="http://schemas.openxmlformats.org/officeDocument/2006/relationships/oleObject" Target="../embeddings/oleObject42.bin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7.png"/><Relationship Id="rId5" Type="http://schemas.openxmlformats.org/officeDocument/2006/relationships/image" Target="../media/image46.wmf"/><Relationship Id="rId4" Type="http://schemas.openxmlformats.org/officeDocument/2006/relationships/oleObject" Target="../embeddings/oleObject43.bin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wmf"/><Relationship Id="rId3" Type="http://schemas.openxmlformats.org/officeDocument/2006/relationships/oleObject" Target="../embeddings/oleObject44.bin"/><Relationship Id="rId7" Type="http://schemas.openxmlformats.org/officeDocument/2006/relationships/oleObject" Target="../embeddings/oleObject46.bin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1.wmf"/><Relationship Id="rId5" Type="http://schemas.openxmlformats.org/officeDocument/2006/relationships/oleObject" Target="../embeddings/oleObject45.bin"/><Relationship Id="rId4" Type="http://schemas.openxmlformats.org/officeDocument/2006/relationships/image" Target="../media/image50.w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wmf"/><Relationship Id="rId7" Type="http://schemas.openxmlformats.org/officeDocument/2006/relationships/image" Target="../media/image55.wmf"/><Relationship Id="rId2" Type="http://schemas.openxmlformats.org/officeDocument/2006/relationships/oleObject" Target="../embeddings/oleObject47.bin"/><Relationship Id="rId1" Type="http://schemas.openxmlformats.org/officeDocument/2006/relationships/slideLayout" Target="../slideLayouts/slideLayout3.xml"/><Relationship Id="rId6" Type="http://schemas.openxmlformats.org/officeDocument/2006/relationships/oleObject" Target="../embeddings/oleObject49.bin"/><Relationship Id="rId5" Type="http://schemas.openxmlformats.org/officeDocument/2006/relationships/image" Target="../media/image54.wmf"/><Relationship Id="rId4" Type="http://schemas.openxmlformats.org/officeDocument/2006/relationships/oleObject" Target="../embeddings/oleObject48.bin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0.bin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7.w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tmp"/><Relationship Id="rId2" Type="http://schemas.openxmlformats.org/officeDocument/2006/relationships/image" Target="../media/image58.tmp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png"/><Relationship Id="rId3" Type="http://schemas.openxmlformats.org/officeDocument/2006/relationships/image" Target="../media/image57.wmf"/><Relationship Id="rId7" Type="http://schemas.openxmlformats.org/officeDocument/2006/relationships/image" Target="../media/image61.wmf"/><Relationship Id="rId2" Type="http://schemas.openxmlformats.org/officeDocument/2006/relationships/oleObject" Target="../embeddings/oleObject51.bin"/><Relationship Id="rId1" Type="http://schemas.openxmlformats.org/officeDocument/2006/relationships/slideLayout" Target="../slideLayouts/slideLayout3.xml"/><Relationship Id="rId6" Type="http://schemas.openxmlformats.org/officeDocument/2006/relationships/oleObject" Target="../embeddings/oleObject53.bin"/><Relationship Id="rId5" Type="http://schemas.openxmlformats.org/officeDocument/2006/relationships/image" Target="../media/image60.wmf"/><Relationship Id="rId4" Type="http://schemas.openxmlformats.org/officeDocument/2006/relationships/oleObject" Target="../embeddings/oleObject52.bin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png"/><Relationship Id="rId3" Type="http://schemas.openxmlformats.org/officeDocument/2006/relationships/image" Target="../media/image63.wmf"/><Relationship Id="rId7" Type="http://schemas.openxmlformats.org/officeDocument/2006/relationships/image" Target="../media/image65.wmf"/><Relationship Id="rId2" Type="http://schemas.openxmlformats.org/officeDocument/2006/relationships/oleObject" Target="../embeddings/oleObject54.bin"/><Relationship Id="rId1" Type="http://schemas.openxmlformats.org/officeDocument/2006/relationships/slideLayout" Target="../slideLayouts/slideLayout3.xml"/><Relationship Id="rId6" Type="http://schemas.openxmlformats.org/officeDocument/2006/relationships/oleObject" Target="../embeddings/oleObject56.bin"/><Relationship Id="rId5" Type="http://schemas.openxmlformats.org/officeDocument/2006/relationships/image" Target="../media/image64.wmf"/><Relationship Id="rId4" Type="http://schemas.openxmlformats.org/officeDocument/2006/relationships/oleObject" Target="../embeddings/oleObject55.bin"/><Relationship Id="rId9" Type="http://schemas.openxmlformats.org/officeDocument/2006/relationships/image" Target="../media/image6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wmf"/><Relationship Id="rId2" Type="http://schemas.openxmlformats.org/officeDocument/2006/relationships/oleObject" Target="../embeddings/oleObject57.bin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9.wmf"/><Relationship Id="rId4" Type="http://schemas.openxmlformats.org/officeDocument/2006/relationships/oleObject" Target="../embeddings/oleObject58.bin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2.bin"/><Relationship Id="rId13" Type="http://schemas.openxmlformats.org/officeDocument/2006/relationships/image" Target="../media/image75.wmf"/><Relationship Id="rId3" Type="http://schemas.openxmlformats.org/officeDocument/2006/relationships/image" Target="../media/image70.wmf"/><Relationship Id="rId7" Type="http://schemas.openxmlformats.org/officeDocument/2006/relationships/image" Target="../media/image72.wmf"/><Relationship Id="rId12" Type="http://schemas.openxmlformats.org/officeDocument/2006/relationships/oleObject" Target="../embeddings/oleObject64.bin"/><Relationship Id="rId17" Type="http://schemas.openxmlformats.org/officeDocument/2006/relationships/image" Target="../media/image77.wmf"/><Relationship Id="rId2" Type="http://schemas.openxmlformats.org/officeDocument/2006/relationships/oleObject" Target="../embeddings/oleObject59.bin"/><Relationship Id="rId16" Type="http://schemas.openxmlformats.org/officeDocument/2006/relationships/oleObject" Target="../embeddings/oleObject66.bin"/><Relationship Id="rId1" Type="http://schemas.openxmlformats.org/officeDocument/2006/relationships/slideLayout" Target="../slideLayouts/slideLayout3.xml"/><Relationship Id="rId6" Type="http://schemas.openxmlformats.org/officeDocument/2006/relationships/oleObject" Target="../embeddings/oleObject61.bin"/><Relationship Id="rId11" Type="http://schemas.openxmlformats.org/officeDocument/2006/relationships/image" Target="../media/image74.wmf"/><Relationship Id="rId5" Type="http://schemas.openxmlformats.org/officeDocument/2006/relationships/image" Target="../media/image71.wmf"/><Relationship Id="rId15" Type="http://schemas.openxmlformats.org/officeDocument/2006/relationships/image" Target="../media/image76.wmf"/><Relationship Id="rId10" Type="http://schemas.openxmlformats.org/officeDocument/2006/relationships/oleObject" Target="../embeddings/oleObject63.bin"/><Relationship Id="rId4" Type="http://schemas.openxmlformats.org/officeDocument/2006/relationships/oleObject" Target="../embeddings/oleObject60.bin"/><Relationship Id="rId9" Type="http://schemas.openxmlformats.org/officeDocument/2006/relationships/image" Target="../media/image73.wmf"/><Relationship Id="rId14" Type="http://schemas.openxmlformats.org/officeDocument/2006/relationships/oleObject" Target="../embeddings/oleObject65.bin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0.bin"/><Relationship Id="rId3" Type="http://schemas.openxmlformats.org/officeDocument/2006/relationships/image" Target="../media/image78.wmf"/><Relationship Id="rId7" Type="http://schemas.openxmlformats.org/officeDocument/2006/relationships/image" Target="../media/image80.wmf"/><Relationship Id="rId2" Type="http://schemas.openxmlformats.org/officeDocument/2006/relationships/oleObject" Target="../embeddings/oleObject67.bin"/><Relationship Id="rId1" Type="http://schemas.openxmlformats.org/officeDocument/2006/relationships/slideLayout" Target="../slideLayouts/slideLayout3.xml"/><Relationship Id="rId6" Type="http://schemas.openxmlformats.org/officeDocument/2006/relationships/oleObject" Target="../embeddings/oleObject69.bin"/><Relationship Id="rId11" Type="http://schemas.openxmlformats.org/officeDocument/2006/relationships/image" Target="../media/image82.wmf"/><Relationship Id="rId5" Type="http://schemas.openxmlformats.org/officeDocument/2006/relationships/image" Target="../media/image79.wmf"/><Relationship Id="rId10" Type="http://schemas.openxmlformats.org/officeDocument/2006/relationships/oleObject" Target="../embeddings/oleObject71.bin"/><Relationship Id="rId4" Type="http://schemas.openxmlformats.org/officeDocument/2006/relationships/oleObject" Target="../embeddings/oleObject68.bin"/><Relationship Id="rId9" Type="http://schemas.openxmlformats.org/officeDocument/2006/relationships/image" Target="../media/image81.wmf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wmf"/><Relationship Id="rId2" Type="http://schemas.openxmlformats.org/officeDocument/2006/relationships/oleObject" Target="../embeddings/oleObject72.bin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86.wmf"/><Relationship Id="rId4" Type="http://schemas.openxmlformats.org/officeDocument/2006/relationships/oleObject" Target="../embeddings/oleObject73.bin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8280413" y="5398377"/>
            <a:ext cx="584775" cy="629339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zh-CN" altLang="en-US" sz="1300" spc="-300" dirty="0">
                <a:latin typeface="华文仿宋" panose="02010600040101010101" pitchFamily="2" charset="-122"/>
                <a:ea typeface="华文仿宋" panose="02010600040101010101" pitchFamily="2" charset="-122"/>
              </a:rPr>
              <a:t>李绍园 </a:t>
            </a:r>
            <a:endParaRPr lang="en-US" altLang="zh-CN" sz="1300" spc="-300" dirty="0">
              <a:latin typeface="华文仿宋" panose="02010600040101010101" pitchFamily="2" charset="-122"/>
              <a:ea typeface="华文仿宋" panose="02010600040101010101" pitchFamily="2" charset="-122"/>
            </a:endParaRPr>
          </a:p>
          <a:p>
            <a:r>
              <a:rPr lang="zh-CN" altLang="en-US" sz="1300" spc="-300" dirty="0">
                <a:latin typeface="华文仿宋" panose="02010600040101010101" pitchFamily="2" charset="-122"/>
                <a:ea typeface="华文仿宋" panose="02010600040101010101" pitchFamily="2" charset="-122"/>
              </a:rPr>
              <a:t>刘冲</a:t>
            </a:r>
          </a:p>
        </p:txBody>
      </p:sp>
    </p:spTree>
    <p:extLst>
      <p:ext uri="{BB962C8B-B14F-4D97-AF65-F5344CB8AC3E}">
        <p14:creationId xmlns:p14="http://schemas.microsoft.com/office/powerpoint/2010/main" val="15773793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b="1" dirty="0">
                <a:cs typeface="Verdana" pitchFamily="34" charset="0"/>
              </a:rPr>
              <a:t>第三章：</a:t>
            </a:r>
            <a:r>
              <a:rPr kumimoji="1" lang="zh-CN" altLang="en-US" dirty="0">
                <a:cs typeface="Verdana" pitchFamily="34" charset="0"/>
              </a:rPr>
              <a:t>线性模型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57091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目录</a:t>
            </a:r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30000"/>
              </a:lnSpc>
            </a:pPr>
            <a:r>
              <a:rPr lang="zh-CN" altLang="en-US" dirty="0"/>
              <a:t>线性</a:t>
            </a:r>
            <a:r>
              <a:rPr lang="zh-CN" altLang="en-US" b="1" u="sng" dirty="0">
                <a:solidFill>
                  <a:srgbClr val="C00000"/>
                </a:solidFill>
              </a:rPr>
              <a:t>回归</a:t>
            </a:r>
            <a:endParaRPr lang="en-US" altLang="zh-CN" b="1" u="sng" dirty="0">
              <a:solidFill>
                <a:srgbClr val="C00000"/>
              </a:solidFill>
            </a:endParaRPr>
          </a:p>
          <a:p>
            <a:pPr lvl="1">
              <a:lnSpc>
                <a:spcPct val="130000"/>
              </a:lnSpc>
            </a:pPr>
            <a:r>
              <a:rPr lang="zh-CN" altLang="en-US" dirty="0"/>
              <a:t>最小二乘法</a:t>
            </a:r>
          </a:p>
          <a:p>
            <a:pPr>
              <a:lnSpc>
                <a:spcPct val="130000"/>
              </a:lnSpc>
              <a:spcBef>
                <a:spcPts val="1600"/>
              </a:spcBef>
            </a:pPr>
            <a:r>
              <a:rPr lang="zh-CN" altLang="en-US" dirty="0"/>
              <a:t>二</a:t>
            </a:r>
            <a:r>
              <a:rPr lang="zh-CN" altLang="en-US" b="1" u="sng" dirty="0">
                <a:solidFill>
                  <a:srgbClr val="023A91"/>
                </a:solidFill>
              </a:rPr>
              <a:t>分类</a:t>
            </a:r>
            <a:r>
              <a:rPr lang="zh-CN" altLang="en-US" dirty="0"/>
              <a:t>任务</a:t>
            </a:r>
          </a:p>
          <a:p>
            <a:pPr lvl="1">
              <a:lnSpc>
                <a:spcPct val="130000"/>
              </a:lnSpc>
            </a:pPr>
            <a:r>
              <a:rPr lang="zh-CN" altLang="en-US" dirty="0"/>
              <a:t>对数几率回归</a:t>
            </a:r>
          </a:p>
          <a:p>
            <a:pPr lvl="1">
              <a:lnSpc>
                <a:spcPct val="130000"/>
              </a:lnSpc>
            </a:pPr>
            <a:r>
              <a:rPr lang="zh-CN" altLang="en-US" dirty="0"/>
              <a:t>线性判别分析  </a:t>
            </a:r>
          </a:p>
          <a:p>
            <a:pPr>
              <a:lnSpc>
                <a:spcPct val="130000"/>
              </a:lnSpc>
              <a:spcBef>
                <a:spcPts val="1600"/>
              </a:spcBef>
            </a:pPr>
            <a:r>
              <a:rPr lang="zh-CN" altLang="en-US" b="1" u="sng" dirty="0">
                <a:solidFill>
                  <a:srgbClr val="7030A0"/>
                </a:solidFill>
              </a:rPr>
              <a:t>多分类</a:t>
            </a:r>
            <a:r>
              <a:rPr lang="zh-CN" altLang="en-US" dirty="0"/>
              <a:t>任务</a:t>
            </a:r>
          </a:p>
          <a:p>
            <a:pPr lvl="1">
              <a:lnSpc>
                <a:spcPct val="130000"/>
              </a:lnSpc>
            </a:pPr>
            <a:r>
              <a:rPr lang="zh-CN" altLang="en-US" dirty="0"/>
              <a:t>一对一</a:t>
            </a:r>
          </a:p>
          <a:p>
            <a:pPr lvl="1">
              <a:lnSpc>
                <a:spcPct val="130000"/>
              </a:lnSpc>
            </a:pPr>
            <a:r>
              <a:rPr lang="zh-CN" altLang="en-US" dirty="0"/>
              <a:t>一对其余</a:t>
            </a:r>
          </a:p>
          <a:p>
            <a:pPr lvl="1">
              <a:lnSpc>
                <a:spcPct val="130000"/>
              </a:lnSpc>
            </a:pPr>
            <a:r>
              <a:rPr lang="zh-CN" altLang="en-US" dirty="0"/>
              <a:t>多对多</a:t>
            </a:r>
          </a:p>
          <a:p>
            <a:pPr>
              <a:lnSpc>
                <a:spcPct val="130000"/>
              </a:lnSpc>
              <a:spcBef>
                <a:spcPts val="1600"/>
              </a:spcBef>
            </a:pPr>
            <a:r>
              <a:rPr lang="zh-CN" altLang="en-US" b="1" u="sng" dirty="0"/>
              <a:t>类别不平衡</a:t>
            </a:r>
            <a:r>
              <a:rPr lang="zh-CN" altLang="en-US" dirty="0"/>
              <a:t>问题</a:t>
            </a:r>
          </a:p>
          <a:p>
            <a:pPr>
              <a:lnSpc>
                <a:spcPct val="130000"/>
              </a:lnSpc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073407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90267881"/>
              </p:ext>
            </p:extLst>
          </p:nvPr>
        </p:nvGraphicFramePr>
        <p:xfrm>
          <a:off x="327463" y="2904674"/>
          <a:ext cx="2457450" cy="347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rmula" r:id="rId2" imgW="1243440" imgH="176760" progId="Equation.Ribbit">
                  <p:embed/>
                </p:oleObj>
              </mc:Choice>
              <mc:Fallback>
                <p:oleObj name="Formula" r:id="rId2" imgW="1243440" imgH="176760" progId="Equation.Ribbit">
                  <p:embed/>
                  <p:pic>
                    <p:nvPicPr>
                      <p:cNvPr id="7" name="对象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463" y="2904674"/>
                        <a:ext cx="2457450" cy="347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基本形式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线性模型</a:t>
            </a:r>
            <a:r>
              <a:rPr lang="zh-CN" altLang="en-US" sz="2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一般形式</a:t>
            </a:r>
            <a:endParaRPr lang="en-US" altLang="zh-CN" sz="24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                         </a:t>
            </a:r>
            <a:r>
              <a:rPr lang="zh-CN" altLang="en-US" sz="2000" dirty="0"/>
              <a:t>是由属性描述的示例，其中   是   在第</a:t>
            </a:r>
            <a:r>
              <a:rPr lang="en-US" altLang="zh-CN" sz="2000" b="1" i="1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   </a:t>
            </a:r>
            <a:r>
              <a:rPr lang="zh-CN" altLang="en-US" sz="2000" dirty="0"/>
              <a:t>个属性上的取值</a:t>
            </a:r>
            <a:endParaRPr lang="en-US" altLang="zh-CN" sz="2000" dirty="0"/>
          </a:p>
          <a:p>
            <a:pPr marL="0" indent="0">
              <a:buNone/>
            </a:pPr>
            <a:endParaRPr lang="en-US" altLang="zh-CN" dirty="0"/>
          </a:p>
          <a:p>
            <a:r>
              <a:rPr lang="zh-CN" altLang="en-US" sz="2400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向量形式</a:t>
            </a:r>
            <a:endParaRPr lang="en-US" altLang="zh-CN" sz="2400" b="1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sz="2000" dirty="0"/>
              <a:t>其中</a:t>
            </a:r>
            <a:endParaRPr lang="en-US" altLang="zh-CN" sz="2000" dirty="0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1084926"/>
              </p:ext>
            </p:extLst>
          </p:nvPr>
        </p:nvGraphicFramePr>
        <p:xfrm>
          <a:off x="1839068" y="2065877"/>
          <a:ext cx="4829175" cy="347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rmula" r:id="rId4" imgW="2441160" imgH="176760" progId="Equation.Ribbit">
                  <p:embed/>
                </p:oleObj>
              </mc:Choice>
              <mc:Fallback>
                <p:oleObj name="Formula" r:id="rId4" imgW="2441160" imgH="176760" progId="Equation.Ribbit">
                  <p:embed/>
                  <p:pic>
                    <p:nvPicPr>
                      <p:cNvPr id="5" name="对象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9068" y="2065877"/>
                        <a:ext cx="4829175" cy="347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00622518"/>
              </p:ext>
            </p:extLst>
          </p:nvPr>
        </p:nvGraphicFramePr>
        <p:xfrm>
          <a:off x="3300864" y="4686358"/>
          <a:ext cx="21701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rmula" r:id="rId6" imgW="1096200" imgH="186840" progId="Equation.Ribbit">
                  <p:embed/>
                </p:oleObj>
              </mc:Choice>
              <mc:Fallback>
                <p:oleObj name="Formula" r:id="rId6" imgW="1096200" imgH="186840" progId="Equation.Ribbit">
                  <p:embed/>
                  <p:pic>
                    <p:nvPicPr>
                      <p:cNvPr id="6" name="对象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00864" y="4686358"/>
                        <a:ext cx="21701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17953811"/>
              </p:ext>
            </p:extLst>
          </p:nvPr>
        </p:nvGraphicFramePr>
        <p:xfrm>
          <a:off x="5857129" y="2982228"/>
          <a:ext cx="250825" cy="234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rmula" r:id="rId8" imgW="127080" imgH="119520" progId="Equation.Ribbit">
                  <p:embed/>
                </p:oleObj>
              </mc:Choice>
              <mc:Fallback>
                <p:oleObj name="Formula" r:id="rId8" imgW="127080" imgH="119520" progId="Equation.Ribbit">
                  <p:embed/>
                  <p:pic>
                    <p:nvPicPr>
                      <p:cNvPr id="9" name="对象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57129" y="2982228"/>
                        <a:ext cx="250825" cy="234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80322094"/>
              </p:ext>
            </p:extLst>
          </p:nvPr>
        </p:nvGraphicFramePr>
        <p:xfrm>
          <a:off x="6405680" y="2972252"/>
          <a:ext cx="198438" cy="238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rmula" r:id="rId10" imgW="100440" imgH="120960" progId="Equation.Ribbit">
                  <p:embed/>
                </p:oleObj>
              </mc:Choice>
              <mc:Fallback>
                <p:oleObj name="Formula" r:id="rId10" imgW="100440" imgH="120960" progId="Equation.Ribbit">
                  <p:embed/>
                  <p:pic>
                    <p:nvPicPr>
                      <p:cNvPr id="10" name="对象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05680" y="2972252"/>
                        <a:ext cx="198438" cy="238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94287632"/>
              </p:ext>
            </p:extLst>
          </p:nvPr>
        </p:nvGraphicFramePr>
        <p:xfrm>
          <a:off x="918522" y="5361097"/>
          <a:ext cx="2651125" cy="347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rmula" r:id="rId12" imgW="1341360" imgH="176760" progId="Equation.Ribbit">
                  <p:embed/>
                </p:oleObj>
              </mc:Choice>
              <mc:Fallback>
                <p:oleObj name="Formula" r:id="rId12" imgW="1341360" imgH="176760" progId="Equation.Ribbit">
                  <p:embed/>
                  <p:pic>
                    <p:nvPicPr>
                      <p:cNvPr id="11" name="对象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8522" y="5361097"/>
                        <a:ext cx="2651125" cy="347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36995338"/>
              </p:ext>
            </p:extLst>
          </p:nvPr>
        </p:nvGraphicFramePr>
        <p:xfrm>
          <a:off x="7205255" y="2934254"/>
          <a:ext cx="98425" cy="300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rmula" r:id="rId14" imgW="49680" imgH="152640" progId="Equation.Ribbit">
                  <p:embed/>
                </p:oleObj>
              </mc:Choice>
              <mc:Fallback>
                <p:oleObj name="Formula" r:id="rId14" imgW="49680" imgH="152640" progId="Equation.Ribbit">
                  <p:embed/>
                  <p:pic>
                    <p:nvPicPr>
                      <p:cNvPr id="15" name="对象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05255" y="2934254"/>
                        <a:ext cx="98425" cy="300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961446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线性模型优点</a:t>
            </a:r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形式简单、易于建模</a:t>
            </a:r>
            <a:endParaRPr lang="en-US" altLang="zh-CN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可解释性</a:t>
            </a:r>
            <a:endParaRPr lang="en-US" altLang="zh-CN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非线性模型的基础</a:t>
            </a:r>
            <a:endParaRPr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lvl="1">
              <a:lnSpc>
                <a:spcPct val="120000"/>
              </a:lnSpc>
              <a:spcBef>
                <a:spcPts val="0"/>
              </a:spcBef>
              <a:buClr>
                <a:schemeClr val="tx2"/>
              </a:buClr>
            </a:pP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引入</a:t>
            </a:r>
            <a:r>
              <a:rPr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层级结构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或</a:t>
            </a:r>
            <a:r>
              <a:rPr lang="zh-CN" altLang="en-US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高维映射</a:t>
            </a:r>
            <a:endParaRPr lang="en-US" altLang="zh-CN" b="1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20000"/>
              </a:lnSpc>
              <a:spcBef>
                <a:spcPts val="1200"/>
              </a:spcBef>
            </a:pP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一个例子</a:t>
            </a:r>
            <a:endParaRPr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综合</a:t>
            </a:r>
            <a:r>
              <a:rPr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考虑色泽、根蒂和敲声来判断西瓜好不好</a:t>
            </a:r>
            <a:endParaRPr lang="en-US" altLang="zh-CN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其中根蒂的系数最大，表明根蒂最要紧；而敲声的系数比色泽大，说明敲声比色泽更重要</a:t>
            </a:r>
            <a:endParaRPr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" name="内容占位符 3"/>
          <p:cNvSpPr txBox="1">
            <a:spLocks/>
          </p:cNvSpPr>
          <p:nvPr/>
        </p:nvSpPr>
        <p:spPr>
          <a:xfrm>
            <a:off x="244612" y="3852889"/>
            <a:ext cx="8616950" cy="2109693"/>
          </a:xfrm>
          <a:prstGeom prst="rect">
            <a:avLst/>
          </a:prstGeom>
        </p:spPr>
        <p:txBody>
          <a:bodyPr vert="horz" lIns="91440" tIns="46800" rIns="91440" bIns="45720" rtlCol="0">
            <a:normAutofit/>
          </a:bodyPr>
          <a:lstStyle>
            <a:lvl1pPr marL="228600" indent="-36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  <a:buSzPct val="100000"/>
              <a:buFont typeface="Wingdings" panose="05000000000000000000" pitchFamily="2" charset="2"/>
              <a:buChar char="p"/>
              <a:defRPr lang="zh-CN" altLang="en-US" sz="2200" kern="1200" baseline="0" dirty="0" smtClean="0">
                <a:solidFill>
                  <a:schemeClr val="tx1"/>
                </a:solidFill>
                <a:latin typeface="Verdana" panose="020B0604030504040204" pitchFamily="34" charset="0"/>
                <a:ea typeface="幼圆" panose="02010509060101010101" pitchFamily="49" charset="-122"/>
                <a:cs typeface="+mn-cs"/>
              </a:defRPr>
            </a:lvl1pPr>
            <a:lvl2pPr marL="685800" indent="-360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23A91"/>
              </a:buClr>
              <a:buFont typeface="Wingdings" panose="05000000000000000000" pitchFamily="2" charset="2"/>
              <a:buChar char="l"/>
              <a:defRPr sz="2000" kern="1200" baseline="0">
                <a:solidFill>
                  <a:schemeClr val="tx1"/>
                </a:solidFill>
                <a:latin typeface="Verdana" panose="020B0604030504040204" pitchFamily="34" charset="0"/>
                <a:ea typeface="幼圆" panose="02010509060101010101" pitchFamily="49" charset="-122"/>
                <a:cs typeface="+mn-cs"/>
              </a:defRPr>
            </a:lvl2pPr>
            <a:lvl3pPr marL="1143000" indent="-360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23A91"/>
              </a:buClr>
              <a:buFont typeface="Wingdings" panose="05000000000000000000" pitchFamily="2" charset="2"/>
              <a:buChar char="l"/>
              <a:defRPr sz="1800" kern="1200" baseline="0">
                <a:solidFill>
                  <a:schemeClr val="tx1"/>
                </a:solidFill>
                <a:latin typeface="Verdana" panose="020B0604030504040204" pitchFamily="34" charset="0"/>
                <a:ea typeface="幼圆" panose="02010509060101010101" pitchFamily="49" charset="-122"/>
                <a:cs typeface="+mn-cs"/>
              </a:defRPr>
            </a:lvl3pPr>
            <a:lvl4pPr marL="1600200" indent="-360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23A91"/>
              </a:buClr>
              <a:buFont typeface="Wingdings" panose="05000000000000000000" pitchFamily="2" charset="2"/>
              <a:buChar char="l"/>
              <a:defRPr sz="1600" kern="1200" baseline="0">
                <a:solidFill>
                  <a:schemeClr val="tx1"/>
                </a:solidFill>
                <a:latin typeface="Verdana" panose="020B0604030504040204" pitchFamily="34" charset="0"/>
                <a:ea typeface="幼圆" panose="02010509060101010101" pitchFamily="49" charset="-122"/>
                <a:cs typeface="+mn-cs"/>
              </a:defRPr>
            </a:lvl4pPr>
            <a:lvl5pPr marL="2057400" indent="-360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23A91"/>
              </a:buClr>
              <a:buFont typeface="Wingdings" panose="05000000000000000000" pitchFamily="2" charset="2"/>
              <a:buChar char="l"/>
              <a:defRPr sz="1600" kern="1200" baseline="0">
                <a:solidFill>
                  <a:schemeClr val="tx1"/>
                </a:solidFill>
                <a:latin typeface="Verdana" panose="020B0604030504040204" pitchFamily="34" charset="0"/>
                <a:ea typeface="幼圆" panose="02010509060101010101" pitchFamily="49" charset="-122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2"/>
              </a:buClr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dirty="0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30363047"/>
              </p:ext>
            </p:extLst>
          </p:nvPr>
        </p:nvGraphicFramePr>
        <p:xfrm>
          <a:off x="1212224" y="4907735"/>
          <a:ext cx="6164262" cy="350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rmula" r:id="rId2" imgW="3117960" imgH="177840" progId="Equation.Ribbit">
                  <p:embed/>
                </p:oleObj>
              </mc:Choice>
              <mc:Fallback>
                <p:oleObj name="Formula" r:id="rId2" imgW="3117960" imgH="177840" progId="Equation.Ribbit">
                  <p:embed/>
                  <p:pic>
                    <p:nvPicPr>
                      <p:cNvPr id="5" name="对象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2224" y="4907735"/>
                        <a:ext cx="6164262" cy="350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708654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线性模型优点</a:t>
            </a:r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生物神经元</a:t>
            </a:r>
            <a:endParaRPr lang="en-US" altLang="zh-CN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" name="内容占位符 3"/>
          <p:cNvSpPr txBox="1">
            <a:spLocks/>
          </p:cNvSpPr>
          <p:nvPr/>
        </p:nvSpPr>
        <p:spPr>
          <a:xfrm>
            <a:off x="244612" y="3852889"/>
            <a:ext cx="8616950" cy="2109693"/>
          </a:xfrm>
          <a:prstGeom prst="rect">
            <a:avLst/>
          </a:prstGeom>
        </p:spPr>
        <p:txBody>
          <a:bodyPr vert="horz" lIns="91440" tIns="46800" rIns="91440" bIns="45720" rtlCol="0">
            <a:normAutofit/>
          </a:bodyPr>
          <a:lstStyle>
            <a:lvl1pPr marL="228600" indent="-36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  <a:buSzPct val="100000"/>
              <a:buFont typeface="Wingdings" panose="05000000000000000000" pitchFamily="2" charset="2"/>
              <a:buChar char="p"/>
              <a:defRPr lang="zh-CN" altLang="en-US" sz="2200" kern="1200" baseline="0" dirty="0" smtClean="0">
                <a:solidFill>
                  <a:schemeClr val="tx1"/>
                </a:solidFill>
                <a:latin typeface="Verdana" panose="020B0604030504040204" pitchFamily="34" charset="0"/>
                <a:ea typeface="幼圆" panose="02010509060101010101" pitchFamily="49" charset="-122"/>
                <a:cs typeface="+mn-cs"/>
              </a:defRPr>
            </a:lvl1pPr>
            <a:lvl2pPr marL="685800" indent="-360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23A91"/>
              </a:buClr>
              <a:buFont typeface="Wingdings" panose="05000000000000000000" pitchFamily="2" charset="2"/>
              <a:buChar char="l"/>
              <a:defRPr sz="2000" kern="1200" baseline="0">
                <a:solidFill>
                  <a:schemeClr val="tx1"/>
                </a:solidFill>
                <a:latin typeface="Verdana" panose="020B0604030504040204" pitchFamily="34" charset="0"/>
                <a:ea typeface="幼圆" panose="02010509060101010101" pitchFamily="49" charset="-122"/>
                <a:cs typeface="+mn-cs"/>
              </a:defRPr>
            </a:lvl2pPr>
            <a:lvl3pPr marL="1143000" indent="-360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23A91"/>
              </a:buClr>
              <a:buFont typeface="Wingdings" panose="05000000000000000000" pitchFamily="2" charset="2"/>
              <a:buChar char="l"/>
              <a:defRPr sz="1800" kern="1200" baseline="0">
                <a:solidFill>
                  <a:schemeClr val="tx1"/>
                </a:solidFill>
                <a:latin typeface="Verdana" panose="020B0604030504040204" pitchFamily="34" charset="0"/>
                <a:ea typeface="幼圆" panose="02010509060101010101" pitchFamily="49" charset="-122"/>
                <a:cs typeface="+mn-cs"/>
              </a:defRPr>
            </a:lvl3pPr>
            <a:lvl4pPr marL="1600200" indent="-360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23A91"/>
              </a:buClr>
              <a:buFont typeface="Wingdings" panose="05000000000000000000" pitchFamily="2" charset="2"/>
              <a:buChar char="l"/>
              <a:defRPr sz="1600" kern="1200" baseline="0">
                <a:solidFill>
                  <a:schemeClr val="tx1"/>
                </a:solidFill>
                <a:latin typeface="Verdana" panose="020B0604030504040204" pitchFamily="34" charset="0"/>
                <a:ea typeface="幼圆" panose="02010509060101010101" pitchFamily="49" charset="-122"/>
                <a:cs typeface="+mn-cs"/>
              </a:defRPr>
            </a:lvl4pPr>
            <a:lvl5pPr marL="2057400" indent="-360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23A91"/>
              </a:buClr>
              <a:buFont typeface="Wingdings" panose="05000000000000000000" pitchFamily="2" charset="2"/>
              <a:buChar char="l"/>
              <a:defRPr sz="1600" kern="1200" baseline="0">
                <a:solidFill>
                  <a:schemeClr val="tx1"/>
                </a:solidFill>
                <a:latin typeface="Verdana" panose="020B0604030504040204" pitchFamily="34" charset="0"/>
                <a:ea typeface="幼圆" panose="02010509060101010101" pitchFamily="49" charset="-122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2"/>
              </a:buClr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dirty="0"/>
          </a:p>
        </p:txBody>
      </p:sp>
      <p:pic>
        <p:nvPicPr>
          <p:cNvPr id="2" name="内容占位符 3">
            <a:extLst>
              <a:ext uri="{FF2B5EF4-FFF2-40B4-BE49-F238E27FC236}">
                <a16:creationId xmlns:a16="http://schemas.microsoft.com/office/drawing/2014/main" id="{4664BBEF-1A9A-E273-A4F3-8D83B9E87A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2438" y="2047086"/>
            <a:ext cx="5013714" cy="3231496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BF9D8A34-9F35-62A8-86C7-394AEBBBD67B}"/>
              </a:ext>
            </a:extLst>
          </p:cNvPr>
          <p:cNvSpPr/>
          <p:nvPr/>
        </p:nvSpPr>
        <p:spPr>
          <a:xfrm>
            <a:off x="5601640" y="4323366"/>
            <a:ext cx="3321720" cy="11350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单个神经细胞只有两种状态：</a:t>
            </a:r>
            <a:r>
              <a:rPr lang="zh-CN" altLang="en-US" sz="2400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兴奋</a:t>
            </a:r>
            <a:r>
              <a:rPr lang="zh-CN" altLang="en-US" sz="2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和</a:t>
            </a:r>
            <a:r>
              <a:rPr lang="zh-CN" altLang="en-US" sz="2400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抑制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D4A6A645-5B5B-3AFB-D7A8-800D0A229A0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1640" y="2199359"/>
            <a:ext cx="2856681" cy="2140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60772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线性回归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内容占位符 4"/>
              <p:cNvSpPr>
                <a:spLocks noGrp="1"/>
              </p:cNvSpPr>
              <p:nvPr>
                <p:ph idx="1"/>
              </p:nvPr>
            </p:nvSpPr>
            <p:spPr>
              <a:xfrm>
                <a:off x="260350" y="1266824"/>
                <a:ext cx="8616950" cy="4873917"/>
              </a:xfrm>
            </p:spPr>
            <p:txBody>
              <a:bodyPr>
                <a:normAutofit/>
              </a:bodyPr>
              <a:lstStyle/>
              <a:p>
                <a:r>
                  <a:rPr lang="zh-CN" altLang="en-US" dirty="0"/>
                  <a:t>给定数据集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zh-CN" altLang="en-US" sz="2000" dirty="0"/>
                  <a:t>其中                                ，</a:t>
                </a:r>
                <a:endParaRPr lang="en-US" altLang="zh-CN" sz="2000" dirty="0"/>
              </a:p>
              <a:p>
                <a:pPr marL="0" indent="0">
                  <a:buNone/>
                </a:pPr>
                <a:endParaRPr lang="en-US" altLang="zh-CN" dirty="0"/>
              </a:p>
              <a:p>
                <a:r>
                  <a:rPr lang="zh-CN" altLang="en-US" dirty="0"/>
                  <a:t>线性回归（</a:t>
                </a:r>
                <a:r>
                  <a:rPr lang="en-US" altLang="zh-CN" dirty="0"/>
                  <a:t>linear regression</a:t>
                </a:r>
                <a:r>
                  <a:rPr lang="zh-CN" altLang="en-US" dirty="0"/>
                  <a:t>）目的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学得一</a:t>
                </a:r>
                <a:r>
                  <a:rPr lang="zh-CN" altLang="en-US" b="1" dirty="0"/>
                  <a:t>个线性模型</a:t>
                </a:r>
                <a:r>
                  <a:rPr lang="zh-CN" altLang="en-US" dirty="0"/>
                  <a:t>以尽可能</a:t>
                </a:r>
                <a:r>
                  <a:rPr lang="zh-CN" altLang="en-US" b="1" dirty="0"/>
                  <a:t>准确地预测</a:t>
                </a:r>
                <a:r>
                  <a:rPr lang="zh-CN" altLang="en-US" b="1" dirty="0">
                    <a:solidFill>
                      <a:srgbClr val="C00000"/>
                    </a:solidFill>
                  </a:rPr>
                  <a:t>实值</a:t>
                </a:r>
                <a:r>
                  <a:rPr lang="zh-CN" altLang="en-US" b="1" dirty="0"/>
                  <a:t>输出标记</a:t>
                </a:r>
                <a:endParaRPr lang="en-US" altLang="zh-CN" b="1" dirty="0"/>
              </a:p>
              <a:p>
                <a:pPr marL="0" indent="0">
                  <a:buNone/>
                </a:pPr>
                <a:endParaRPr lang="en-US" altLang="zh-CN" dirty="0"/>
              </a:p>
              <a:p>
                <a:r>
                  <a:rPr lang="zh-CN" altLang="en-US" dirty="0"/>
                  <a:t>离散属性处理</a:t>
                </a:r>
                <a:endParaRPr lang="en-US" altLang="zh-CN" dirty="0"/>
              </a:p>
              <a:p>
                <a:pPr lvl="1"/>
                <a:r>
                  <a:rPr lang="zh-CN" altLang="en-US" b="1" dirty="0"/>
                  <a:t>有“序”关系</a:t>
                </a:r>
                <a:endParaRPr lang="en-US" altLang="zh-CN" b="1" dirty="0"/>
              </a:p>
              <a:p>
                <a:pPr lvl="2"/>
                <a:r>
                  <a:rPr lang="zh-CN" altLang="en-US" dirty="0"/>
                  <a:t>连续化为</a:t>
                </a:r>
                <a:r>
                  <a:rPr lang="zh-CN" altLang="en-US" b="1" dirty="0">
                    <a:solidFill>
                      <a:srgbClr val="C00000"/>
                    </a:solidFill>
                  </a:rPr>
                  <a:t>连续值</a:t>
                </a:r>
                <a:endParaRPr lang="en-US" altLang="zh-CN" b="1" dirty="0">
                  <a:solidFill>
                    <a:srgbClr val="C00000"/>
                  </a:solidFill>
                </a:endParaRPr>
              </a:p>
              <a:p>
                <a:pPr lvl="1"/>
                <a:r>
                  <a:rPr lang="zh-CN" altLang="en-US" dirty="0"/>
                  <a:t>无“序”关系</a:t>
                </a:r>
                <a:endParaRPr lang="en-US" altLang="zh-CN" dirty="0"/>
              </a:p>
              <a:p>
                <a:pPr lvl="2"/>
                <a:r>
                  <a:rPr lang="zh-CN" altLang="en-US" dirty="0"/>
                  <a:t>有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zh-CN" altLang="en-US" dirty="0"/>
                  <a:t>个属性值，则转化为</a:t>
                </a:r>
                <a14:m>
                  <m:oMath xmlns:m="http://schemas.openxmlformats.org/officeDocument/2006/math">
                    <m:r>
                      <a:rPr lang="en-US" altLang="zh-CN" b="1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𝒌</m:t>
                    </m:r>
                  </m:oMath>
                </a14:m>
                <a:r>
                  <a:rPr lang="zh-CN" altLang="en-US" b="1" dirty="0">
                    <a:solidFill>
                      <a:srgbClr val="C00000"/>
                    </a:solidFill>
                  </a:rPr>
                  <a:t>维向量</a:t>
                </a:r>
                <a:endParaRPr lang="en-US" altLang="zh-CN" b="1" dirty="0"/>
              </a:p>
            </p:txBody>
          </p:sp>
        </mc:Choice>
        <mc:Fallback>
          <p:sp>
            <p:nvSpPr>
              <p:cNvPr id="5" name="内容占位符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60350" y="1266824"/>
                <a:ext cx="8616950" cy="4873917"/>
              </a:xfrm>
              <a:blipFill>
                <a:blip r:embed="rId2"/>
                <a:stretch>
                  <a:fillRect l="-736" t="-129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12890667"/>
              </p:ext>
            </p:extLst>
          </p:nvPr>
        </p:nvGraphicFramePr>
        <p:xfrm>
          <a:off x="2173914" y="1299960"/>
          <a:ext cx="4914900" cy="350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rmula" r:id="rId3" imgW="2457720" imgH="177840" progId="Equation.Ribbit">
                  <p:embed/>
                </p:oleObj>
              </mc:Choice>
              <mc:Fallback>
                <p:oleObj name="Formula" r:id="rId3" imgW="2457720" imgH="177840" progId="Equation.Ribbit">
                  <p:embed/>
                  <p:pic>
                    <p:nvPicPr>
                      <p:cNvPr id="2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73914" y="1299960"/>
                        <a:ext cx="4914900" cy="350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18950033"/>
              </p:ext>
            </p:extLst>
          </p:nvPr>
        </p:nvGraphicFramePr>
        <p:xfrm>
          <a:off x="931162" y="1700810"/>
          <a:ext cx="2771775" cy="347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rmula" r:id="rId5" imgW="1397160" imgH="176760" progId="Equation.Ribbit">
                  <p:embed/>
                </p:oleObj>
              </mc:Choice>
              <mc:Fallback>
                <p:oleObj name="Formula" r:id="rId5" imgW="1397160" imgH="176760" progId="Equation.Ribbit">
                  <p:embed/>
                  <p:pic>
                    <p:nvPicPr>
                      <p:cNvPr id="3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1162" y="1700810"/>
                        <a:ext cx="2771775" cy="347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06085553"/>
              </p:ext>
            </p:extLst>
          </p:nvPr>
        </p:nvGraphicFramePr>
        <p:xfrm>
          <a:off x="3924781" y="1712752"/>
          <a:ext cx="825500" cy="31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rmula" r:id="rId7" imgW="416880" imgH="157680" progId="Equation.Ribbit">
                  <p:embed/>
                </p:oleObj>
              </mc:Choice>
              <mc:Fallback>
                <p:oleObj name="Formula" r:id="rId7" imgW="416880" imgH="157680" progId="Equation.Ribbit">
                  <p:embed/>
                  <p:pic>
                    <p:nvPicPr>
                      <p:cNvPr id="7" name="对象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24781" y="1712752"/>
                        <a:ext cx="825500" cy="311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900179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线性回归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260350" y="1266824"/>
            <a:ext cx="8616950" cy="4706137"/>
          </a:xfrm>
        </p:spPr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</a:rPr>
              <a:t>单一属性</a:t>
            </a:r>
            <a:r>
              <a:rPr lang="zh-CN" altLang="en-US" dirty="0"/>
              <a:t>的线性回归目标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r>
              <a:rPr lang="zh-CN" altLang="en-US" b="1" dirty="0"/>
              <a:t>参数</a:t>
            </a:r>
            <a:r>
              <a:rPr lang="en-US" altLang="zh-CN" b="1" dirty="0"/>
              <a:t>/</a:t>
            </a:r>
            <a:r>
              <a:rPr lang="zh-CN" altLang="en-US" b="1" dirty="0"/>
              <a:t>模型估计：最小二乘法</a:t>
            </a:r>
            <a:r>
              <a:rPr lang="zh-CN" altLang="en-US" dirty="0"/>
              <a:t>（</a:t>
            </a:r>
            <a:r>
              <a:rPr lang="en-US" altLang="zh-CN" dirty="0"/>
              <a:t>least square method）</a:t>
            </a:r>
          </a:p>
          <a:p>
            <a:endParaRPr lang="zh-CN" altLang="en-US" dirty="0"/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05281528"/>
              </p:ext>
            </p:extLst>
          </p:nvPr>
        </p:nvGraphicFramePr>
        <p:xfrm>
          <a:off x="4749013" y="1988191"/>
          <a:ext cx="1328738" cy="344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rmula" r:id="rId2" imgW="670680" imgH="176760" progId="Equation.Ribbit">
                  <p:embed/>
                </p:oleObj>
              </mc:Choice>
              <mc:Fallback>
                <p:oleObj name="Formula" r:id="rId2" imgW="670680" imgH="176760" progId="Equation.Ribbit">
                  <p:embed/>
                  <p:pic>
                    <p:nvPicPr>
                      <p:cNvPr id="3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49013" y="1988191"/>
                        <a:ext cx="1328738" cy="344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984771" y="1954635"/>
            <a:ext cx="8808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使得</a:t>
            </a:r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91567866"/>
              </p:ext>
            </p:extLst>
          </p:nvPr>
        </p:nvGraphicFramePr>
        <p:xfrm>
          <a:off x="1849264" y="3769119"/>
          <a:ext cx="4759325" cy="1827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rmula" r:id="rId4" imgW="2378880" imgH="927360" progId="Equation.Ribbit">
                  <p:embed/>
                </p:oleObj>
              </mc:Choice>
              <mc:Fallback>
                <p:oleObj name="Formula" r:id="rId4" imgW="2378880" imgH="927360" progId="Equation.Ribbit">
                  <p:embed/>
                  <p:pic>
                    <p:nvPicPr>
                      <p:cNvPr id="8" name="对象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9264" y="3769119"/>
                        <a:ext cx="4759325" cy="1827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" name="图片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58546" y="1927407"/>
            <a:ext cx="2187130" cy="502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73554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线性回归 </a:t>
            </a:r>
            <a:r>
              <a:rPr lang="en-US" altLang="zh-CN" dirty="0">
                <a:latin typeface="+mn-ea"/>
              </a:rPr>
              <a:t>-</a:t>
            </a:r>
            <a:r>
              <a:rPr lang="en-US" altLang="zh-CN" dirty="0"/>
              <a:t> </a:t>
            </a:r>
            <a:r>
              <a:rPr lang="zh-CN" altLang="en-US" dirty="0"/>
              <a:t>最小二乘法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260350" y="1266824"/>
            <a:ext cx="8616950" cy="4706137"/>
          </a:xfrm>
        </p:spPr>
        <p:txBody>
          <a:bodyPr>
            <a:normAutofit/>
          </a:bodyPr>
          <a:lstStyle/>
          <a:p>
            <a:r>
              <a:rPr lang="zh-CN" altLang="en-US" b="1" dirty="0"/>
              <a:t>最小化平方误差</a:t>
            </a:r>
            <a:endParaRPr lang="en-US" altLang="zh-CN" b="1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分别对    和   </a:t>
            </a:r>
            <a:r>
              <a:rPr lang="zh-CN" altLang="en-US" b="1" dirty="0"/>
              <a:t>求导</a:t>
            </a:r>
            <a:r>
              <a:rPr lang="zh-CN" altLang="en-US" dirty="0"/>
              <a:t>，可得</a:t>
            </a:r>
            <a:endParaRPr lang="en-US" altLang="zh-CN" dirty="0"/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7706437"/>
              </p:ext>
            </p:extLst>
          </p:nvPr>
        </p:nvGraphicFramePr>
        <p:xfrm>
          <a:off x="1830256" y="3724420"/>
          <a:ext cx="5127625" cy="950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rmula" r:id="rId2" imgW="2563200" imgH="482760" progId="Equation.Ribbit">
                  <p:embed/>
                </p:oleObj>
              </mc:Choice>
              <mc:Fallback>
                <p:oleObj name="Formula" r:id="rId2" imgW="2563200" imgH="482760" progId="Equation.Ribbit">
                  <p:embed/>
                  <p:pic>
                    <p:nvPicPr>
                      <p:cNvPr id="2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0256" y="3724420"/>
                        <a:ext cx="5127625" cy="950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42921013"/>
              </p:ext>
            </p:extLst>
          </p:nvPr>
        </p:nvGraphicFramePr>
        <p:xfrm>
          <a:off x="2049754" y="4927003"/>
          <a:ext cx="4508500" cy="950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rmula" r:id="rId4" imgW="2254320" imgH="482760" progId="Equation.Ribbit">
                  <p:embed/>
                </p:oleObj>
              </mc:Choice>
              <mc:Fallback>
                <p:oleObj name="Formula" r:id="rId4" imgW="2254320" imgH="482760" progId="Equation.Ribbit">
                  <p:embed/>
                  <p:pic>
                    <p:nvPicPr>
                      <p:cNvPr id="3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49754" y="4927003"/>
                        <a:ext cx="4508500" cy="950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10246139"/>
              </p:ext>
            </p:extLst>
          </p:nvPr>
        </p:nvGraphicFramePr>
        <p:xfrm>
          <a:off x="2488283" y="1914729"/>
          <a:ext cx="3511550" cy="860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rmula" r:id="rId6" imgW="1755360" imgH="437040" progId="Equation.Ribbit">
                  <p:embed/>
                </p:oleObj>
              </mc:Choice>
              <mc:Fallback>
                <p:oleObj name="Formula" r:id="rId6" imgW="1755360" imgH="437040" progId="Equation.Ribbit">
                  <p:embed/>
                  <p:pic>
                    <p:nvPicPr>
                      <p:cNvPr id="7" name="对象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8283" y="1914729"/>
                        <a:ext cx="3511550" cy="860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44234166"/>
              </p:ext>
            </p:extLst>
          </p:nvPr>
        </p:nvGraphicFramePr>
        <p:xfrm>
          <a:off x="1636800" y="3121215"/>
          <a:ext cx="225425" cy="234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rmula" r:id="rId8" imgW="111960" imgH="119520" progId="Equation.Ribbit">
                  <p:embed/>
                </p:oleObj>
              </mc:Choice>
              <mc:Fallback>
                <p:oleObj name="Formula" r:id="rId8" imgW="111960" imgH="119520" progId="Equation.Ribbit">
                  <p:embed/>
                  <p:pic>
                    <p:nvPicPr>
                      <p:cNvPr id="6" name="对象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36800" y="3121215"/>
                        <a:ext cx="225425" cy="234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93610130"/>
              </p:ext>
            </p:extLst>
          </p:nvPr>
        </p:nvGraphicFramePr>
        <p:xfrm>
          <a:off x="2296078" y="3062943"/>
          <a:ext cx="136525" cy="309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rmula" r:id="rId10" imgW="68760" imgH="157680" progId="Equation.Ribbit">
                  <p:embed/>
                </p:oleObj>
              </mc:Choice>
              <mc:Fallback>
                <p:oleObj name="Formula" r:id="rId10" imgW="68760" imgH="157680" progId="Equation.Ribbit">
                  <p:embed/>
                  <p:pic>
                    <p:nvPicPr>
                      <p:cNvPr id="8" name="对象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96078" y="3062943"/>
                        <a:ext cx="136525" cy="309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898759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线性回归 </a:t>
            </a:r>
            <a:r>
              <a:rPr lang="en-US" altLang="zh-CN" dirty="0">
                <a:latin typeface="+mn-ea"/>
              </a:rPr>
              <a:t>-</a:t>
            </a:r>
            <a:r>
              <a:rPr lang="en-US" altLang="zh-CN" dirty="0"/>
              <a:t> </a:t>
            </a:r>
            <a:r>
              <a:rPr lang="zh-CN" altLang="en-US" dirty="0"/>
              <a:t>最小二乘法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260350" y="1266824"/>
            <a:ext cx="8616950" cy="4706137"/>
          </a:xfrm>
        </p:spPr>
        <p:txBody>
          <a:bodyPr/>
          <a:lstStyle/>
          <a:p>
            <a:r>
              <a:rPr lang="zh-CN" altLang="en-US" dirty="0"/>
              <a:t>得到闭式（</a:t>
            </a:r>
            <a:r>
              <a:rPr lang="en-US" altLang="zh-CN" dirty="0"/>
              <a:t>closed-form</a:t>
            </a:r>
            <a:r>
              <a:rPr lang="zh-CN" altLang="en-US" dirty="0"/>
              <a:t>）解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其中</a:t>
            </a:r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93248376"/>
              </p:ext>
            </p:extLst>
          </p:nvPr>
        </p:nvGraphicFramePr>
        <p:xfrm>
          <a:off x="2536170" y="2020597"/>
          <a:ext cx="3252787" cy="1543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rmula" r:id="rId2" imgW="1625760" imgH="787680" progId="Equation.Ribbit">
                  <p:embed/>
                </p:oleObj>
              </mc:Choice>
              <mc:Fallback>
                <p:oleObj name="Formula" r:id="rId2" imgW="1625760" imgH="787680" progId="Equation.Ribbit">
                  <p:embed/>
                  <p:pic>
                    <p:nvPicPr>
                      <p:cNvPr id="6" name="对象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36170" y="2020597"/>
                        <a:ext cx="3252787" cy="1543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74152613"/>
              </p:ext>
            </p:extLst>
          </p:nvPr>
        </p:nvGraphicFramePr>
        <p:xfrm>
          <a:off x="2907500" y="3871868"/>
          <a:ext cx="2520950" cy="671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rmula" r:id="rId4" imgW="1260000" imgH="341640" progId="Equation.Ribbit">
                  <p:embed/>
                </p:oleObj>
              </mc:Choice>
              <mc:Fallback>
                <p:oleObj name="Formula" r:id="rId4" imgW="1260000" imgH="341640" progId="Equation.Ribbit">
                  <p:embed/>
                  <p:pic>
                    <p:nvPicPr>
                      <p:cNvPr id="7" name="对象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07500" y="3871868"/>
                        <a:ext cx="2520950" cy="671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80247342"/>
              </p:ext>
            </p:extLst>
          </p:nvPr>
        </p:nvGraphicFramePr>
        <p:xfrm>
          <a:off x="3511507" y="5390233"/>
          <a:ext cx="1524000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rmula" r:id="rId6" imgW="762120" imgH="341640" progId="Equation.Ribbit">
                  <p:embed/>
                </p:oleObj>
              </mc:Choice>
              <mc:Fallback>
                <p:oleObj name="Formula" r:id="rId6" imgW="762120" imgH="341640" progId="Equation.Ribbit">
                  <p:embed/>
                  <p:pic>
                    <p:nvPicPr>
                      <p:cNvPr id="8" name="对象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11507" y="5390233"/>
                        <a:ext cx="1524000" cy="673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080101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多元线性回归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260350" y="1266824"/>
            <a:ext cx="8616950" cy="4664193"/>
          </a:xfrm>
        </p:spPr>
        <p:txBody>
          <a:bodyPr>
            <a:normAutofit/>
          </a:bodyPr>
          <a:lstStyle/>
          <a:p>
            <a:r>
              <a:rPr lang="zh-CN" altLang="en-US" dirty="0"/>
              <a:t>给定数据集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endParaRPr lang="en-US" altLang="zh-CN" dirty="0"/>
          </a:p>
          <a:p>
            <a:r>
              <a:rPr lang="zh-CN" altLang="en-US" b="1" dirty="0">
                <a:solidFill>
                  <a:srgbClr val="C00000"/>
                </a:solidFill>
              </a:rPr>
              <a:t>多元线性</a:t>
            </a:r>
            <a:r>
              <a:rPr lang="zh-CN" altLang="en-US" dirty="0"/>
              <a:t>回归目标</a:t>
            </a: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11061432"/>
              </p:ext>
            </p:extLst>
          </p:nvPr>
        </p:nvGraphicFramePr>
        <p:xfrm>
          <a:off x="1653170" y="1971283"/>
          <a:ext cx="4914900" cy="350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rmula" r:id="rId2" imgW="2457450" imgH="177800" progId="Equation.Ribbit">
                  <p:embed/>
                </p:oleObj>
              </mc:Choice>
              <mc:Fallback>
                <p:oleObj name="Formula" r:id="rId2" imgW="2457450" imgH="177800" progId="Equation.Ribbit">
                  <p:embed/>
                  <p:pic>
                    <p:nvPicPr>
                      <p:cNvPr id="2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53170" y="1971283"/>
                        <a:ext cx="4914900" cy="350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95867054"/>
              </p:ext>
            </p:extLst>
          </p:nvPr>
        </p:nvGraphicFramePr>
        <p:xfrm>
          <a:off x="1990180" y="2690114"/>
          <a:ext cx="2771775" cy="347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rmula" r:id="rId4" imgW="1397000" imgH="176530" progId="Equation.Ribbit">
                  <p:embed/>
                </p:oleObj>
              </mc:Choice>
              <mc:Fallback>
                <p:oleObj name="Formula" r:id="rId4" imgW="1397000" imgH="176530" progId="Equation.Ribbit">
                  <p:embed/>
                  <p:pic>
                    <p:nvPicPr>
                      <p:cNvPr id="3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90180" y="2690114"/>
                        <a:ext cx="2771775" cy="347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40544140"/>
              </p:ext>
            </p:extLst>
          </p:nvPr>
        </p:nvGraphicFramePr>
        <p:xfrm>
          <a:off x="4960885" y="2711203"/>
          <a:ext cx="825500" cy="31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rmula" r:id="rId6" imgW="417139" imgH="157699" progId="Equation.Ribbit">
                  <p:embed/>
                </p:oleObj>
              </mc:Choice>
              <mc:Fallback>
                <p:oleObj name="Formula" r:id="rId6" imgW="417139" imgH="157699" progId="Equation.Ribbit">
                  <p:embed/>
                  <p:pic>
                    <p:nvPicPr>
                      <p:cNvPr id="7" name="对象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60885" y="2711203"/>
                        <a:ext cx="825500" cy="311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64783314"/>
              </p:ext>
            </p:extLst>
          </p:nvPr>
        </p:nvGraphicFramePr>
        <p:xfrm>
          <a:off x="1918123" y="4530667"/>
          <a:ext cx="23368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rmula" r:id="rId8" imgW="1181160" imgH="186840" progId="Equation.Ribbit">
                  <p:embed/>
                </p:oleObj>
              </mc:Choice>
              <mc:Fallback>
                <p:oleObj name="Formula" r:id="rId8" imgW="1181160" imgH="186840" progId="Equation.Ribbit">
                  <p:embed/>
                  <p:pic>
                    <p:nvPicPr>
                      <p:cNvPr id="8" name="对象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18123" y="4530667"/>
                        <a:ext cx="2336800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60974056"/>
              </p:ext>
            </p:extLst>
          </p:nvPr>
        </p:nvGraphicFramePr>
        <p:xfrm>
          <a:off x="5011665" y="4529298"/>
          <a:ext cx="1360488" cy="347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rmula" r:id="rId10" imgW="685800" imgH="176760" progId="Equation.Ribbit">
                  <p:embed/>
                </p:oleObj>
              </mc:Choice>
              <mc:Fallback>
                <p:oleObj name="Formula" r:id="rId10" imgW="685800" imgH="176760" progId="Equation.Ribbit">
                  <p:embed/>
                  <p:pic>
                    <p:nvPicPr>
                      <p:cNvPr id="9" name="对象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11665" y="4529298"/>
                        <a:ext cx="1360488" cy="347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4278386" y="4488110"/>
            <a:ext cx="8808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使得</a:t>
            </a:r>
          </a:p>
        </p:txBody>
      </p:sp>
    </p:spTree>
    <p:extLst>
      <p:ext uri="{BB962C8B-B14F-4D97-AF65-F5344CB8AC3E}">
        <p14:creationId xmlns:p14="http://schemas.microsoft.com/office/powerpoint/2010/main" val="33860396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多元线性回归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260350" y="1266824"/>
            <a:ext cx="8616950" cy="4664193"/>
          </a:xfrm>
        </p:spPr>
        <p:txBody>
          <a:bodyPr>
            <a:normAutofit/>
          </a:bodyPr>
          <a:lstStyle/>
          <a:p>
            <a:r>
              <a:rPr lang="zh-CN" altLang="en-US" dirty="0"/>
              <a:t>把   和   吸收入向量形式               ，数据集表示为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endParaRPr lang="en-US" altLang="zh-CN" dirty="0"/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70462380"/>
              </p:ext>
            </p:extLst>
          </p:nvPr>
        </p:nvGraphicFramePr>
        <p:xfrm>
          <a:off x="1236372" y="2468300"/>
          <a:ext cx="5816600" cy="2016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rmula" r:id="rId2" imgW="2932560" imgH="1022400" progId="Equation.Ribbit">
                  <p:embed/>
                </p:oleObj>
              </mc:Choice>
              <mc:Fallback>
                <p:oleObj name="Formula" r:id="rId2" imgW="2932560" imgH="1022400" progId="Equation.Ribbit">
                  <p:embed/>
                  <p:pic>
                    <p:nvPicPr>
                      <p:cNvPr id="6" name="对象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36372" y="2468300"/>
                        <a:ext cx="5816600" cy="2016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89132419"/>
              </p:ext>
            </p:extLst>
          </p:nvPr>
        </p:nvGraphicFramePr>
        <p:xfrm>
          <a:off x="3010323" y="5022850"/>
          <a:ext cx="2465387" cy="347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rmula" r:id="rId4" imgW="1243440" imgH="176760" progId="Equation.Ribbit">
                  <p:embed/>
                </p:oleObj>
              </mc:Choice>
              <mc:Fallback>
                <p:oleObj name="Formula" r:id="rId4" imgW="1243440" imgH="176760" progId="Equation.Ribbit">
                  <p:embed/>
                  <p:pic>
                    <p:nvPicPr>
                      <p:cNvPr id="10" name="对象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10323" y="5022850"/>
                        <a:ext cx="2465387" cy="347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72741101"/>
              </p:ext>
            </p:extLst>
          </p:nvPr>
        </p:nvGraphicFramePr>
        <p:xfrm>
          <a:off x="983551" y="1391713"/>
          <a:ext cx="263525" cy="236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rmula" r:id="rId6" imgW="131040" imgH="120960" progId="Equation.Ribbit">
                  <p:embed/>
                </p:oleObj>
              </mc:Choice>
              <mc:Fallback>
                <p:oleObj name="Formula" r:id="rId6" imgW="131040" imgH="120960" progId="Equation.Ribbit">
                  <p:embed/>
                  <p:pic>
                    <p:nvPicPr>
                      <p:cNvPr id="2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83551" y="1391713"/>
                        <a:ext cx="263525" cy="236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30581637"/>
              </p:ext>
            </p:extLst>
          </p:nvPr>
        </p:nvGraphicFramePr>
        <p:xfrm>
          <a:off x="1639393" y="1335466"/>
          <a:ext cx="136525" cy="307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rmula" r:id="rId8" imgW="68760" imgH="157680" progId="Equation.Ribbit">
                  <p:embed/>
                </p:oleObj>
              </mc:Choice>
              <mc:Fallback>
                <p:oleObj name="Formula" r:id="rId8" imgW="68760" imgH="157680" progId="Equation.Ribbit">
                  <p:embed/>
                  <p:pic>
                    <p:nvPicPr>
                      <p:cNvPr id="3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39393" y="1335466"/>
                        <a:ext cx="136525" cy="307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39336967"/>
              </p:ext>
            </p:extLst>
          </p:nvPr>
        </p:nvGraphicFramePr>
        <p:xfrm>
          <a:off x="3885895" y="1327077"/>
          <a:ext cx="1403350" cy="344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rmula" r:id="rId10" imgW="701280" imgH="176760" progId="Equation.Ribbit">
                  <p:embed/>
                </p:oleObj>
              </mc:Choice>
              <mc:Fallback>
                <p:oleObj name="Formula" r:id="rId10" imgW="701280" imgH="176760" progId="Equation.Ribbit">
                  <p:embed/>
                  <p:pic>
                    <p:nvPicPr>
                      <p:cNvPr id="7" name="对象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5895" y="1327077"/>
                        <a:ext cx="1403350" cy="344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75451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14"/>
          <p:cNvSpPr txBox="1"/>
          <p:nvPr/>
        </p:nvSpPr>
        <p:spPr>
          <a:xfrm>
            <a:off x="612028" y="5361145"/>
            <a:ext cx="514318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令上式为零可得   最优解的闭式解</a:t>
            </a:r>
            <a:r>
              <a:rPr lang="en-US" altLang="zh-CN" sz="2000" dirty="0"/>
              <a:t>:</a:t>
            </a:r>
            <a:endParaRPr lang="zh-CN" altLang="en-US" sz="2000" dirty="0"/>
          </a:p>
        </p:txBody>
      </p:sp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9696394"/>
              </p:ext>
            </p:extLst>
          </p:nvPr>
        </p:nvGraphicFramePr>
        <p:xfrm>
          <a:off x="2487813" y="5412035"/>
          <a:ext cx="263525" cy="315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rmula" r:id="rId2" imgW="131040" imgH="160200" progId="Equation.Ribbit">
                  <p:embed/>
                </p:oleObj>
              </mc:Choice>
              <mc:Fallback>
                <p:oleObj name="Formula" r:id="rId2" imgW="131040" imgH="160200" progId="Equation.Ribbit">
                  <p:embed/>
                  <p:pic>
                    <p:nvPicPr>
                      <p:cNvPr id="11" name="对象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7813" y="5412035"/>
                        <a:ext cx="263525" cy="315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03526654"/>
              </p:ext>
            </p:extLst>
          </p:nvPr>
        </p:nvGraphicFramePr>
        <p:xfrm>
          <a:off x="5395413" y="3488808"/>
          <a:ext cx="263525" cy="315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rmula" r:id="rId4" imgW="131040" imgH="160200" progId="Equation.Ribbit">
                  <p:embed/>
                </p:oleObj>
              </mc:Choice>
              <mc:Fallback>
                <p:oleObj name="Formula" r:id="rId4" imgW="131040" imgH="160200" progId="Equation.Ribbit">
                  <p:embed/>
                  <p:pic>
                    <p:nvPicPr>
                      <p:cNvPr id="9" name="对象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5413" y="3488808"/>
                        <a:ext cx="263525" cy="315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多元线性回归 </a:t>
            </a:r>
            <a:r>
              <a:rPr lang="en-US" altLang="zh-CN" dirty="0">
                <a:latin typeface="+mn-ea"/>
              </a:rPr>
              <a:t>-</a:t>
            </a:r>
            <a:r>
              <a:rPr lang="en-US" altLang="zh-CN" dirty="0"/>
              <a:t> </a:t>
            </a:r>
            <a:r>
              <a:rPr lang="zh-CN" altLang="en-US" dirty="0"/>
              <a:t>最小二乘法</a:t>
            </a:r>
          </a:p>
        </p:txBody>
      </p:sp>
      <p:sp>
        <p:nvSpPr>
          <p:cNvPr id="8" name="内容占位符 4"/>
          <p:cNvSpPr txBox="1">
            <a:spLocks/>
          </p:cNvSpPr>
          <p:nvPr/>
        </p:nvSpPr>
        <p:spPr>
          <a:xfrm>
            <a:off x="252144" y="1290638"/>
            <a:ext cx="8616950" cy="575423"/>
          </a:xfrm>
          <a:prstGeom prst="rect">
            <a:avLst/>
          </a:prstGeom>
        </p:spPr>
        <p:txBody>
          <a:bodyPr vert="horz" lIns="91440" tIns="46800" rIns="91440" bIns="45720" rtlCol="0">
            <a:normAutofit/>
          </a:bodyPr>
          <a:lstStyle>
            <a:lvl1pPr marL="228600" indent="-36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  <a:buSzPct val="100000"/>
              <a:buFont typeface="Wingdings" panose="05000000000000000000" pitchFamily="2" charset="2"/>
              <a:buChar char="p"/>
              <a:defRPr lang="zh-CN" altLang="en-US" sz="2200" kern="1200" baseline="0" dirty="0" smtClean="0">
                <a:solidFill>
                  <a:schemeClr val="tx1"/>
                </a:solidFill>
                <a:latin typeface="Verdana" panose="020B0604030504040204" pitchFamily="34" charset="0"/>
                <a:ea typeface="幼圆" panose="02010509060101010101" pitchFamily="49" charset="-122"/>
                <a:cs typeface="+mn-cs"/>
              </a:defRPr>
            </a:lvl1pPr>
            <a:lvl2pPr marL="685800" indent="-360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23A91"/>
              </a:buClr>
              <a:buFont typeface="Wingdings" panose="05000000000000000000" pitchFamily="2" charset="2"/>
              <a:buChar char="l"/>
              <a:defRPr sz="2000" kern="1200" baseline="0">
                <a:solidFill>
                  <a:schemeClr val="tx1"/>
                </a:solidFill>
                <a:latin typeface="Verdana" panose="020B0604030504040204" pitchFamily="34" charset="0"/>
                <a:ea typeface="幼圆" panose="02010509060101010101" pitchFamily="49" charset="-122"/>
                <a:cs typeface="+mn-cs"/>
              </a:defRPr>
            </a:lvl2pPr>
            <a:lvl3pPr marL="1143000" indent="-360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23A91"/>
              </a:buClr>
              <a:buFont typeface="Wingdings" panose="05000000000000000000" pitchFamily="2" charset="2"/>
              <a:buChar char="l"/>
              <a:defRPr sz="1800" kern="1200" baseline="0">
                <a:solidFill>
                  <a:schemeClr val="tx1"/>
                </a:solidFill>
                <a:latin typeface="Verdana" panose="020B0604030504040204" pitchFamily="34" charset="0"/>
                <a:ea typeface="幼圆" panose="02010509060101010101" pitchFamily="49" charset="-122"/>
                <a:cs typeface="+mn-cs"/>
              </a:defRPr>
            </a:lvl3pPr>
            <a:lvl4pPr marL="1600200" indent="-360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23A91"/>
              </a:buClr>
              <a:buFont typeface="Wingdings" panose="05000000000000000000" pitchFamily="2" charset="2"/>
              <a:buChar char="l"/>
              <a:defRPr sz="1600" kern="1200" baseline="0">
                <a:solidFill>
                  <a:schemeClr val="tx1"/>
                </a:solidFill>
                <a:latin typeface="Verdana" panose="020B0604030504040204" pitchFamily="34" charset="0"/>
                <a:ea typeface="幼圆" panose="02010509060101010101" pitchFamily="49" charset="-122"/>
                <a:cs typeface="+mn-cs"/>
              </a:defRPr>
            </a:lvl4pPr>
            <a:lvl5pPr marL="2057400" indent="-360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23A91"/>
              </a:buClr>
              <a:buFont typeface="Wingdings" panose="05000000000000000000" pitchFamily="2" charset="2"/>
              <a:buChar char="l"/>
              <a:defRPr sz="1600" kern="1200" baseline="0">
                <a:solidFill>
                  <a:schemeClr val="tx1"/>
                </a:solidFill>
                <a:latin typeface="Verdana" panose="020B0604030504040204" pitchFamily="34" charset="0"/>
                <a:ea typeface="幼圆" panose="02010509060101010101" pitchFamily="49" charset="-122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2"/>
              </a:buClr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最小二乘法（</a:t>
            </a:r>
            <a:r>
              <a:rPr lang="en-US" altLang="zh-CN" dirty="0"/>
              <a:t>least square method</a:t>
            </a:r>
            <a:r>
              <a:rPr lang="en-US" dirty="0"/>
              <a:t>）</a:t>
            </a: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30315318"/>
              </p:ext>
            </p:extLst>
          </p:nvPr>
        </p:nvGraphicFramePr>
        <p:xfrm>
          <a:off x="1052450" y="3448886"/>
          <a:ext cx="36322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rmula" r:id="rId5" imgW="1816200" imgH="205920" progId="Equation.Ribbit">
                  <p:embed/>
                </p:oleObj>
              </mc:Choice>
              <mc:Fallback>
                <p:oleObj name="Formula" r:id="rId5" imgW="1816200" imgH="205920" progId="Equation.Ribbit">
                  <p:embed/>
                  <p:pic>
                    <p:nvPicPr>
                      <p:cNvPr id="4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52450" y="3448886"/>
                        <a:ext cx="36322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85927768"/>
              </p:ext>
            </p:extLst>
          </p:nvPr>
        </p:nvGraphicFramePr>
        <p:xfrm>
          <a:off x="2811992" y="4383088"/>
          <a:ext cx="2943225" cy="676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rmula" r:id="rId7" imgW="1472040" imgH="343080" progId="Equation.Ribbit">
                  <p:embed/>
                </p:oleObj>
              </mc:Choice>
              <mc:Fallback>
                <p:oleObj name="Formula" r:id="rId7" imgW="1472040" imgH="343080" progId="Equation.Ribbit">
                  <p:embed/>
                  <p:pic>
                    <p:nvPicPr>
                      <p:cNvPr id="5" name="对象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1992" y="4383088"/>
                        <a:ext cx="2943225" cy="676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612028" y="3446709"/>
            <a:ext cx="8808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4294" y="3455176"/>
            <a:ext cx="226610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，对   求导得到</a:t>
            </a: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48405" y="2136088"/>
            <a:ext cx="4673600" cy="679797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38244" y="5283019"/>
            <a:ext cx="2318912" cy="556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83154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多元线性回归 </a:t>
            </a:r>
            <a:r>
              <a:rPr lang="en-US" altLang="zh-CN" dirty="0">
                <a:latin typeface="+mn-ea"/>
              </a:rPr>
              <a:t>-</a:t>
            </a:r>
            <a:r>
              <a:rPr lang="en-US" altLang="zh-CN" dirty="0"/>
              <a:t> </a:t>
            </a:r>
            <a:r>
              <a:rPr lang="zh-CN" altLang="en-US" dirty="0"/>
              <a:t>满秩讨论</a:t>
            </a:r>
          </a:p>
        </p:txBody>
      </p:sp>
      <p:sp>
        <p:nvSpPr>
          <p:cNvPr id="8" name="内容占位符 4"/>
          <p:cNvSpPr txBox="1">
            <a:spLocks/>
          </p:cNvSpPr>
          <p:nvPr/>
        </p:nvSpPr>
        <p:spPr>
          <a:xfrm>
            <a:off x="252144" y="1290638"/>
            <a:ext cx="8616950" cy="5043050"/>
          </a:xfrm>
          <a:prstGeom prst="rect">
            <a:avLst/>
          </a:prstGeom>
        </p:spPr>
        <p:txBody>
          <a:bodyPr vert="horz" lIns="91440" tIns="46800" rIns="91440" bIns="45720" rtlCol="0">
            <a:normAutofit/>
          </a:bodyPr>
          <a:lstStyle>
            <a:lvl1pPr marL="228600" indent="-36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  <a:buSzPct val="100000"/>
              <a:buFont typeface="Wingdings" panose="05000000000000000000" pitchFamily="2" charset="2"/>
              <a:buChar char="p"/>
              <a:defRPr lang="zh-CN" altLang="en-US" sz="2200" kern="1200" baseline="0" dirty="0" smtClean="0">
                <a:solidFill>
                  <a:schemeClr val="tx1"/>
                </a:solidFill>
                <a:latin typeface="Verdana" panose="020B0604030504040204" pitchFamily="34" charset="0"/>
                <a:ea typeface="幼圆" panose="02010509060101010101" pitchFamily="49" charset="-122"/>
                <a:cs typeface="+mn-cs"/>
              </a:defRPr>
            </a:lvl1pPr>
            <a:lvl2pPr marL="685800" indent="-360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23A91"/>
              </a:buClr>
              <a:buFont typeface="Wingdings" panose="05000000000000000000" pitchFamily="2" charset="2"/>
              <a:buChar char="l"/>
              <a:defRPr sz="2000" kern="1200" baseline="0">
                <a:solidFill>
                  <a:schemeClr val="tx1"/>
                </a:solidFill>
                <a:latin typeface="Verdana" panose="020B0604030504040204" pitchFamily="34" charset="0"/>
                <a:ea typeface="幼圆" panose="02010509060101010101" pitchFamily="49" charset="-122"/>
                <a:cs typeface="+mn-cs"/>
              </a:defRPr>
            </a:lvl2pPr>
            <a:lvl3pPr marL="1143000" indent="-360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23A91"/>
              </a:buClr>
              <a:buFont typeface="Wingdings" panose="05000000000000000000" pitchFamily="2" charset="2"/>
              <a:buChar char="l"/>
              <a:defRPr sz="1800" kern="1200" baseline="0">
                <a:solidFill>
                  <a:schemeClr val="tx1"/>
                </a:solidFill>
                <a:latin typeface="Verdana" panose="020B0604030504040204" pitchFamily="34" charset="0"/>
                <a:ea typeface="幼圆" panose="02010509060101010101" pitchFamily="49" charset="-122"/>
                <a:cs typeface="+mn-cs"/>
              </a:defRPr>
            </a:lvl3pPr>
            <a:lvl4pPr marL="1600200" indent="-360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23A91"/>
              </a:buClr>
              <a:buFont typeface="Wingdings" panose="05000000000000000000" pitchFamily="2" charset="2"/>
              <a:buChar char="l"/>
              <a:defRPr sz="1600" kern="1200" baseline="0">
                <a:solidFill>
                  <a:schemeClr val="tx1"/>
                </a:solidFill>
                <a:latin typeface="Verdana" panose="020B0604030504040204" pitchFamily="34" charset="0"/>
                <a:ea typeface="幼圆" panose="02010509060101010101" pitchFamily="49" charset="-122"/>
                <a:cs typeface="+mn-cs"/>
              </a:defRPr>
            </a:lvl4pPr>
            <a:lvl5pPr marL="2057400" indent="-360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23A91"/>
              </a:buClr>
              <a:buFont typeface="Wingdings" panose="05000000000000000000" pitchFamily="2" charset="2"/>
              <a:buChar char="l"/>
              <a:defRPr sz="1600" kern="1200" baseline="0">
                <a:solidFill>
                  <a:schemeClr val="tx1"/>
                </a:solidFill>
                <a:latin typeface="Verdana" panose="020B0604030504040204" pitchFamily="34" charset="0"/>
                <a:ea typeface="幼圆" panose="02010509060101010101" pitchFamily="49" charset="-122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2"/>
              </a:buClr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          是满秩矩阵或正定矩阵，则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sz="2000" dirty="0"/>
              <a:t>其中              是           的逆矩阵，线性回归模型为</a:t>
            </a:r>
            <a:endParaRPr lang="en-US" altLang="zh-CN" sz="2000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zh-CN" altLang="en-US" dirty="0"/>
              <a:t>          </a:t>
            </a:r>
            <a:r>
              <a:rPr lang="zh-CN" altLang="en-US" b="1" dirty="0"/>
              <a:t>不是满秩矩阵</a:t>
            </a:r>
            <a:endParaRPr lang="en-US" altLang="zh-CN" b="1" dirty="0"/>
          </a:p>
          <a:p>
            <a:pPr lvl="1">
              <a:buClr>
                <a:schemeClr val="tx2"/>
              </a:buClr>
            </a:pPr>
            <a:r>
              <a:rPr lang="zh-CN" altLang="en-US" dirty="0"/>
              <a:t>根据归纳偏好选择解</a:t>
            </a:r>
            <a:r>
              <a:rPr lang="zh-CN" altLang="en-US" dirty="0">
                <a:solidFill>
                  <a:srgbClr val="FF0000"/>
                </a:solidFill>
              </a:rPr>
              <a:t>（参见</a:t>
            </a:r>
            <a:r>
              <a:rPr lang="en-US" altLang="zh-CN" dirty="0">
                <a:solidFill>
                  <a:srgbClr val="FF0000"/>
                </a:solidFill>
              </a:rPr>
              <a:t>1.4</a:t>
            </a:r>
            <a:r>
              <a:rPr lang="zh-CN" altLang="en-US" dirty="0">
                <a:solidFill>
                  <a:srgbClr val="FF0000"/>
                </a:solidFill>
              </a:rPr>
              <a:t>节）</a:t>
            </a:r>
            <a:endParaRPr lang="en-US" altLang="zh-CN" dirty="0">
              <a:solidFill>
                <a:srgbClr val="FF0000"/>
              </a:solidFill>
            </a:endParaRPr>
          </a:p>
          <a:p>
            <a:pPr lvl="1">
              <a:buClr>
                <a:schemeClr val="tx2"/>
              </a:buClr>
            </a:pPr>
            <a:r>
              <a:rPr lang="zh-CN" altLang="en-US" dirty="0"/>
              <a:t>引入正则化</a:t>
            </a:r>
            <a:r>
              <a:rPr lang="zh-CN" altLang="en-US" dirty="0">
                <a:solidFill>
                  <a:srgbClr val="FF0000"/>
                </a:solidFill>
              </a:rPr>
              <a:t>（参见</a:t>
            </a:r>
            <a:r>
              <a:rPr lang="en-US" altLang="zh-CN" dirty="0">
                <a:solidFill>
                  <a:srgbClr val="FF0000"/>
                </a:solidFill>
              </a:rPr>
              <a:t>6.4</a:t>
            </a:r>
            <a:r>
              <a:rPr lang="zh-CN" altLang="en-US" dirty="0">
                <a:solidFill>
                  <a:srgbClr val="FF0000"/>
                </a:solidFill>
              </a:rPr>
              <a:t>节，</a:t>
            </a:r>
            <a:r>
              <a:rPr lang="en-US" altLang="zh-CN" dirty="0">
                <a:solidFill>
                  <a:srgbClr val="FF0000"/>
                </a:solidFill>
              </a:rPr>
              <a:t>11.4</a:t>
            </a:r>
            <a:r>
              <a:rPr lang="zh-CN" altLang="en-US" dirty="0">
                <a:solidFill>
                  <a:srgbClr val="FF0000"/>
                </a:solidFill>
              </a:rPr>
              <a:t>节）</a:t>
            </a:r>
            <a:endParaRPr lang="en-US" dirty="0">
              <a:solidFill>
                <a:srgbClr val="FF0000"/>
              </a:solidFill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34661662"/>
              </p:ext>
            </p:extLst>
          </p:nvPr>
        </p:nvGraphicFramePr>
        <p:xfrm>
          <a:off x="2938871" y="1833796"/>
          <a:ext cx="2679700" cy="460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rmula" r:id="rId3" imgW="1351440" imgH="234000" progId="Equation.Ribbit">
                  <p:embed/>
                </p:oleObj>
              </mc:Choice>
              <mc:Fallback>
                <p:oleObj name="Formula" r:id="rId3" imgW="1351440" imgH="234000" progId="Equation.Ribbit">
                  <p:embed/>
                  <p:pic>
                    <p:nvPicPr>
                      <p:cNvPr id="3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38871" y="1833796"/>
                        <a:ext cx="2679700" cy="460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9730898"/>
              </p:ext>
            </p:extLst>
          </p:nvPr>
        </p:nvGraphicFramePr>
        <p:xfrm>
          <a:off x="855051" y="2497225"/>
          <a:ext cx="1190625" cy="460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rmula" r:id="rId5" imgW="600840" imgH="234000" progId="Equation.Ribbit">
                  <p:embed/>
                </p:oleObj>
              </mc:Choice>
              <mc:Fallback>
                <p:oleObj name="Formula" r:id="rId5" imgW="600840" imgH="234000" progId="Equation.Ribbit">
                  <p:embed/>
                  <p:pic>
                    <p:nvPicPr>
                      <p:cNvPr id="4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5051" y="2497225"/>
                        <a:ext cx="1190625" cy="460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57889388"/>
              </p:ext>
            </p:extLst>
          </p:nvPr>
        </p:nvGraphicFramePr>
        <p:xfrm>
          <a:off x="803275" y="1322388"/>
          <a:ext cx="688975" cy="344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rmula" r:id="rId7" imgW="347040" imgH="175320" progId="Equation.Ribbit">
                  <p:embed/>
                </p:oleObj>
              </mc:Choice>
              <mc:Fallback>
                <p:oleObj name="Formula" r:id="rId7" imgW="347040" imgH="175320" progId="Equation.Ribbit">
                  <p:embed/>
                  <p:pic>
                    <p:nvPicPr>
                      <p:cNvPr id="5" name="对象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3275" y="1322388"/>
                        <a:ext cx="688975" cy="344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22735993"/>
              </p:ext>
            </p:extLst>
          </p:nvPr>
        </p:nvGraphicFramePr>
        <p:xfrm>
          <a:off x="2632614" y="3184008"/>
          <a:ext cx="3452812" cy="460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rmula" r:id="rId9" imgW="1740240" imgH="234000" progId="Equation.Ribbit">
                  <p:embed/>
                </p:oleObj>
              </mc:Choice>
              <mc:Fallback>
                <p:oleObj name="Formula" r:id="rId9" imgW="1740240" imgH="234000" progId="Equation.Ribbit">
                  <p:embed/>
                  <p:pic>
                    <p:nvPicPr>
                      <p:cNvPr id="10" name="对象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32614" y="3184008"/>
                        <a:ext cx="3452812" cy="460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3619171"/>
              </p:ext>
            </p:extLst>
          </p:nvPr>
        </p:nvGraphicFramePr>
        <p:xfrm>
          <a:off x="2460475" y="2573588"/>
          <a:ext cx="688975" cy="344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rmula" r:id="rId11" imgW="347040" imgH="175320" progId="Equation.Ribbit">
                  <p:embed/>
                </p:oleObj>
              </mc:Choice>
              <mc:Fallback>
                <p:oleObj name="Formula" r:id="rId11" imgW="347040" imgH="175320" progId="Equation.Ribbit">
                  <p:embed/>
                  <p:pic>
                    <p:nvPicPr>
                      <p:cNvPr id="11" name="对象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60475" y="2573588"/>
                        <a:ext cx="688975" cy="344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84441573"/>
              </p:ext>
            </p:extLst>
          </p:nvPr>
        </p:nvGraphicFramePr>
        <p:xfrm>
          <a:off x="855051" y="4301156"/>
          <a:ext cx="688975" cy="344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rmula" r:id="rId12" imgW="347040" imgH="175320" progId="Equation.Ribbit">
                  <p:embed/>
                </p:oleObj>
              </mc:Choice>
              <mc:Fallback>
                <p:oleObj name="Formula" r:id="rId12" imgW="347040" imgH="175320" progId="Equation.Ribbit">
                  <p:embed/>
                  <p:pic>
                    <p:nvPicPr>
                      <p:cNvPr id="12" name="对象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5051" y="4301156"/>
                        <a:ext cx="688975" cy="344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767685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对数线性回归</a:t>
            </a:r>
            <a:endParaRPr lang="zh-CN" altLang="en-US" sz="20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24435" y="1250296"/>
            <a:ext cx="8082670" cy="2620488"/>
          </a:xfrm>
        </p:spPr>
        <p:txBody>
          <a:bodyPr>
            <a:normAutofit/>
          </a:bodyPr>
          <a:lstStyle/>
          <a:p>
            <a:r>
              <a:rPr lang="zh-CN" altLang="en-US" dirty="0"/>
              <a:t>输出</a:t>
            </a:r>
            <a:r>
              <a:rPr lang="zh-CN" altLang="en-US" b="1" dirty="0"/>
              <a:t>标记的对数为线性模型</a:t>
            </a:r>
            <a:r>
              <a:rPr lang="zh-CN" altLang="en-US" dirty="0"/>
              <a:t>逼近的目标</a:t>
            </a:r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66407292"/>
              </p:ext>
            </p:extLst>
          </p:nvPr>
        </p:nvGraphicFramePr>
        <p:xfrm>
          <a:off x="6243494" y="2808391"/>
          <a:ext cx="1927225" cy="347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rmula" r:id="rId2" imgW="970560" imgH="176760" progId="Equation.Ribbit">
                  <p:embed/>
                </p:oleObj>
              </mc:Choice>
              <mc:Fallback>
                <p:oleObj name="Formula" r:id="rId2" imgW="970560" imgH="176760" progId="Equation.Ribbit">
                  <p:embed/>
                  <p:pic>
                    <p:nvPicPr>
                      <p:cNvPr id="8" name="对象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43494" y="2808391"/>
                        <a:ext cx="1927225" cy="347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83499077"/>
              </p:ext>
            </p:extLst>
          </p:nvPr>
        </p:nvGraphicFramePr>
        <p:xfrm>
          <a:off x="6348954" y="4066607"/>
          <a:ext cx="1682750" cy="347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rmula" r:id="rId4" imgW="847440" imgH="176760" progId="Equation.Ribbit">
                  <p:embed/>
                </p:oleObj>
              </mc:Choice>
              <mc:Fallback>
                <p:oleObj name="Formula" r:id="rId4" imgW="847440" imgH="176760" progId="Equation.Ribbit">
                  <p:embed/>
                  <p:pic>
                    <p:nvPicPr>
                      <p:cNvPr id="4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48954" y="4066607"/>
                        <a:ext cx="1682750" cy="347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上下箭头 6"/>
          <p:cNvSpPr/>
          <p:nvPr/>
        </p:nvSpPr>
        <p:spPr>
          <a:xfrm>
            <a:off x="6826632" y="3313057"/>
            <a:ext cx="576392" cy="660744"/>
          </a:xfrm>
          <a:prstGeom prst="upDownArrow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9" name="组合 8"/>
          <p:cNvGrpSpPr/>
          <p:nvPr/>
        </p:nvGrpSpPr>
        <p:grpSpPr>
          <a:xfrm>
            <a:off x="1202546" y="1813383"/>
            <a:ext cx="4316507" cy="4114801"/>
            <a:chOff x="1202546" y="1813383"/>
            <a:chExt cx="4316507" cy="4114801"/>
          </a:xfrm>
        </p:grpSpPr>
        <p:pic>
          <p:nvPicPr>
            <p:cNvPr id="5122" name="Picture 2"/>
            <p:cNvPicPr>
              <a:picLocks noChangeAspect="1" noChangeArrowheads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28" t="3142" r="2301" b="4944"/>
            <a:stretch/>
          </p:blipFill>
          <p:spPr bwMode="auto">
            <a:xfrm>
              <a:off x="1202546" y="1813383"/>
              <a:ext cx="4316507" cy="411480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5" name="图片 4"/>
            <p:cNvPicPr>
              <a:picLocks noChangeAspect="1"/>
            </p:cNvPicPr>
            <p:nvPr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2597"/>
            <a:stretch/>
          </p:blipFill>
          <p:spPr>
            <a:xfrm>
              <a:off x="1602105" y="5003800"/>
              <a:ext cx="609557" cy="261938"/>
            </a:xfrm>
            <a:prstGeom prst="rect">
              <a:avLst/>
            </a:prstGeom>
          </p:spPr>
        </p:pic>
        <p:pic>
          <p:nvPicPr>
            <p:cNvPr id="6" name="图片 5"/>
            <p:cNvPicPr>
              <a:picLocks noChangeAspect="1"/>
            </p:cNvPicPr>
            <p:nvPr/>
          </p:nvPicPr>
          <p:blipFill rotWithShape="1"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1" t="1" r="4216" b="1504"/>
            <a:stretch/>
          </p:blipFill>
          <p:spPr>
            <a:xfrm>
              <a:off x="2587944" y="5004024"/>
              <a:ext cx="602933" cy="24901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3097116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60350" y="42864"/>
            <a:ext cx="8329735" cy="777874"/>
          </a:xfrm>
        </p:spPr>
        <p:txBody>
          <a:bodyPr>
            <a:normAutofit/>
          </a:bodyPr>
          <a:lstStyle/>
          <a:p>
            <a:r>
              <a:rPr lang="zh-CN" altLang="en-US" dirty="0"/>
              <a:t>线性回归 </a:t>
            </a:r>
            <a:r>
              <a:rPr lang="en-US" altLang="zh-CN" dirty="0">
                <a:latin typeface="+mn-ea"/>
              </a:rPr>
              <a:t>-</a:t>
            </a:r>
            <a:r>
              <a:rPr lang="en-US" altLang="zh-CN" dirty="0"/>
              <a:t> </a:t>
            </a:r>
            <a:r>
              <a:rPr lang="zh-CN" altLang="en-US" dirty="0"/>
              <a:t>广义线性模型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24435" y="1250296"/>
            <a:ext cx="7584140" cy="4932390"/>
          </a:xfrm>
        </p:spPr>
        <p:txBody>
          <a:bodyPr/>
          <a:lstStyle/>
          <a:p>
            <a:r>
              <a:rPr lang="zh-CN" altLang="en-US" dirty="0"/>
              <a:t>一般形式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pPr marL="228600" lvl="1">
              <a:spcBef>
                <a:spcPts val="1000"/>
              </a:spcBef>
              <a:buSzPct val="100000"/>
              <a:buFont typeface="Wingdings" panose="05000000000000000000" pitchFamily="2" charset="2"/>
              <a:buChar char="p"/>
            </a:pPr>
            <a:r>
              <a:rPr lang="zh-CN" altLang="en-US" dirty="0"/>
              <a:t>       称为</a:t>
            </a:r>
            <a:r>
              <a:rPr lang="zh-CN" altLang="en-US" b="1" dirty="0"/>
              <a:t>联系函数</a:t>
            </a:r>
            <a:r>
              <a:rPr lang="zh-CN" altLang="en-US" dirty="0"/>
              <a:t>（</a:t>
            </a:r>
            <a:r>
              <a:rPr lang="en-US" altLang="zh-CN" dirty="0"/>
              <a:t>link function</a:t>
            </a:r>
            <a:r>
              <a:rPr lang="zh-CN" altLang="en-US" dirty="0"/>
              <a:t>）</a:t>
            </a:r>
          </a:p>
          <a:p>
            <a:pPr lvl="1"/>
            <a:r>
              <a:rPr lang="zh-CN" altLang="en-US" dirty="0"/>
              <a:t>单调可微函数</a:t>
            </a:r>
            <a:endParaRPr lang="en-US" altLang="zh-CN" dirty="0"/>
          </a:p>
          <a:p>
            <a:pPr lvl="1"/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r>
              <a:rPr lang="zh-CN" altLang="en-US" dirty="0"/>
              <a:t>对数线性回归是                 时</a:t>
            </a:r>
            <a:r>
              <a:rPr lang="zh-CN" altLang="en-US" b="1" dirty="0"/>
              <a:t>广义线性模型</a:t>
            </a:r>
            <a:r>
              <a:rPr lang="zh-CN" altLang="en-US" dirty="0"/>
              <a:t>的特例</a:t>
            </a:r>
          </a:p>
        </p:txBody>
      </p:sp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28486339"/>
              </p:ext>
            </p:extLst>
          </p:nvPr>
        </p:nvGraphicFramePr>
        <p:xfrm>
          <a:off x="1027084" y="2966310"/>
          <a:ext cx="504825" cy="347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rmula" r:id="rId3" imgW="255600" imgH="176760" progId="Equation.Ribbit">
                  <p:embed/>
                </p:oleObj>
              </mc:Choice>
              <mc:Fallback>
                <p:oleObj name="Formula" r:id="rId3" imgW="255600" imgH="176760" progId="Equation.Ribbit">
                  <p:embed/>
                  <p:pic>
                    <p:nvPicPr>
                      <p:cNvPr id="11" name="对象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27084" y="2966310"/>
                        <a:ext cx="504825" cy="347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65708961"/>
              </p:ext>
            </p:extLst>
          </p:nvPr>
        </p:nvGraphicFramePr>
        <p:xfrm>
          <a:off x="3055850" y="2012529"/>
          <a:ext cx="2401887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rmula" r:id="rId5" imgW="1210320" imgH="205920" progId="Equation.Ribbit">
                  <p:embed/>
                </p:oleObj>
              </mc:Choice>
              <mc:Fallback>
                <p:oleObj name="Formula" r:id="rId5" imgW="1210320" imgH="205920" progId="Equation.Ribbit">
                  <p:embed/>
                  <p:pic>
                    <p:nvPicPr>
                      <p:cNvPr id="12" name="对象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5850" y="2012529"/>
                        <a:ext cx="2401887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61194120"/>
              </p:ext>
            </p:extLst>
          </p:nvPr>
        </p:nvGraphicFramePr>
        <p:xfrm>
          <a:off x="3009142" y="4509884"/>
          <a:ext cx="1504950" cy="347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rmula" r:id="rId7" imgW="762120" imgH="176760" progId="Equation.Ribbit">
                  <p:embed/>
                </p:oleObj>
              </mc:Choice>
              <mc:Fallback>
                <p:oleObj name="Formula" r:id="rId7" imgW="762120" imgH="176760" progId="Equation.Ribbit">
                  <p:embed/>
                  <p:pic>
                    <p:nvPicPr>
                      <p:cNvPr id="13" name="对象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09142" y="4509884"/>
                        <a:ext cx="1504950" cy="347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996531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latin typeface="+mn-ea"/>
              </a:rPr>
              <a:t>二分类任务 </a:t>
            </a:r>
            <a:r>
              <a:rPr lang="en-US" altLang="zh-CN" dirty="0">
                <a:latin typeface="+mn-ea"/>
              </a:rPr>
              <a:t> 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预测值与输出标记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r>
              <a:rPr lang="zh-CN" altLang="en-US" kern="0" dirty="0">
                <a:latin typeface="+mn-ea"/>
                <a:cs typeface="Verdana" pitchFamily="34" charset="0"/>
              </a:rPr>
              <a:t>寻找</a:t>
            </a:r>
            <a:r>
              <a:rPr lang="zh-CN" altLang="en-US" b="1" kern="0" dirty="0">
                <a:latin typeface="+mn-ea"/>
                <a:cs typeface="Verdana" pitchFamily="34" charset="0"/>
              </a:rPr>
              <a:t>函数将分类标记与线性回归模型输出联系起来</a:t>
            </a:r>
            <a:endParaRPr lang="en-US" altLang="zh-CN" b="1" dirty="0"/>
          </a:p>
          <a:p>
            <a:endParaRPr lang="en-US" altLang="zh-CN" dirty="0"/>
          </a:p>
          <a:p>
            <a:r>
              <a:rPr lang="zh-CN" altLang="en-US" dirty="0"/>
              <a:t>最理想的函数：</a:t>
            </a:r>
            <a:r>
              <a:rPr lang="zh-CN" altLang="en-US" b="1" dirty="0"/>
              <a:t>单位阶跃函数</a:t>
            </a:r>
            <a:endParaRPr lang="en-US" altLang="zh-CN" b="1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r>
              <a:rPr lang="zh-CN" altLang="en-US" dirty="0"/>
              <a:t>预测值大于零就判为正例，小于零则判为反例，预测值为临界值零则可任意判别</a:t>
            </a:r>
            <a:endParaRPr lang="en-US" altLang="zh-CN" dirty="0"/>
          </a:p>
        </p:txBody>
      </p:sp>
      <p:sp>
        <p:nvSpPr>
          <p:cNvPr id="11" name="TextBox 18"/>
          <p:cNvSpPr txBox="1"/>
          <p:nvPr/>
        </p:nvSpPr>
        <p:spPr>
          <a:xfrm>
            <a:off x="541665" y="3534462"/>
            <a:ext cx="29523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zh-CN" b="0" i="0" u="none" strike="noStrike" kern="0" cap="none" spc="0" normalizeH="0" baseline="0" noProof="0" dirty="0">
                <a:ln>
                  <a:noFill/>
                </a:ln>
                <a:solidFill>
                  <a:srgbClr val="013990"/>
                </a:solidFill>
                <a:effectLst/>
                <a:uLnTx/>
                <a:uFillTx/>
                <a:latin typeface="+mn-ea"/>
                <a:cs typeface="Verdana" pitchFamily="34" charset="0"/>
              </a:rPr>
              <a:t> </a:t>
            </a:r>
            <a:endParaRPr kumimoji="0" lang="zh-CN" altLang="en-US" b="0" i="0" u="none" strike="noStrike" kern="0" cap="none" spc="0" normalizeH="0" baseline="0" noProof="0" dirty="0">
              <a:ln>
                <a:noFill/>
              </a:ln>
              <a:solidFill>
                <a:srgbClr val="013990"/>
              </a:solidFill>
              <a:effectLst/>
              <a:uLnTx/>
              <a:uFillTx/>
              <a:latin typeface="+mn-ea"/>
              <a:cs typeface="Verdana" pitchFamily="34" charset="0"/>
            </a:endParaRP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78202574"/>
              </p:ext>
            </p:extLst>
          </p:nvPr>
        </p:nvGraphicFramePr>
        <p:xfrm>
          <a:off x="2107734" y="1747692"/>
          <a:ext cx="1670050" cy="344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rmula" r:id="rId2" imgW="842010" imgH="175260" progId="Equation.Ribbit">
                  <p:embed/>
                </p:oleObj>
              </mc:Choice>
              <mc:Fallback>
                <p:oleObj name="Formula" r:id="rId2" imgW="842010" imgH="175260" progId="Equation.Ribbit">
                  <p:embed/>
                  <p:pic>
                    <p:nvPicPr>
                      <p:cNvPr id="5" name="对象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07734" y="1747692"/>
                        <a:ext cx="1670050" cy="344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26259565"/>
              </p:ext>
            </p:extLst>
          </p:nvPr>
        </p:nvGraphicFramePr>
        <p:xfrm>
          <a:off x="2904266" y="3798305"/>
          <a:ext cx="2343150" cy="1497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rmula" r:id="rId4" imgW="1186180" imgH="758190" progId="Equation.Ribbit">
                  <p:embed/>
                </p:oleObj>
              </mc:Choice>
              <mc:Fallback>
                <p:oleObj name="Formula" r:id="rId4" imgW="1186180" imgH="758190" progId="Equation.Ribbit">
                  <p:embed/>
                  <p:pic>
                    <p:nvPicPr>
                      <p:cNvPr id="6" name="对象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04266" y="3798305"/>
                        <a:ext cx="2343150" cy="1497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53932608"/>
              </p:ext>
            </p:extLst>
          </p:nvPr>
        </p:nvGraphicFramePr>
        <p:xfrm>
          <a:off x="4600342" y="1747328"/>
          <a:ext cx="1241425" cy="350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rmula" r:id="rId6" imgW="628650" imgH="177800" progId="Equation.Ribbit">
                  <p:embed/>
                </p:oleObj>
              </mc:Choice>
              <mc:Fallback>
                <p:oleObj name="Formula" r:id="rId6" imgW="628650" imgH="177800" progId="Equation.Ribbit">
                  <p:embed/>
                  <p:pic>
                    <p:nvPicPr>
                      <p:cNvPr id="7" name="对象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00342" y="1747328"/>
                        <a:ext cx="1241425" cy="350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248881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latin typeface="+mn-ea"/>
              </a:rPr>
              <a:t>二分类任务 </a:t>
            </a:r>
            <a:r>
              <a:rPr lang="en-US" altLang="zh-CN" dirty="0">
                <a:latin typeface="+mn-ea"/>
              </a:rPr>
              <a:t> 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单位阶跃函数缺点</a:t>
            </a:r>
            <a:endParaRPr lang="en-US" altLang="zh-CN" dirty="0"/>
          </a:p>
          <a:p>
            <a:pPr lvl="1"/>
            <a:r>
              <a:rPr lang="zh-CN" altLang="en-US" b="1" dirty="0">
                <a:solidFill>
                  <a:srgbClr val="C00000"/>
                </a:solidFill>
              </a:rPr>
              <a:t>不连续</a:t>
            </a:r>
            <a:endParaRPr lang="en-US" altLang="zh-CN" b="1" dirty="0">
              <a:solidFill>
                <a:srgbClr val="C00000"/>
              </a:solidFill>
            </a:endParaRPr>
          </a:p>
          <a:p>
            <a:endParaRPr lang="en-US" altLang="zh-CN" dirty="0"/>
          </a:p>
          <a:p>
            <a:r>
              <a:rPr lang="zh-CN" altLang="en-US" dirty="0"/>
              <a:t>替代函数：对数几率函数（</a:t>
            </a:r>
            <a:r>
              <a:rPr lang="en-US" altLang="zh-CN" dirty="0"/>
              <a:t>logistic function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/>
            <a:r>
              <a:rPr lang="zh-CN" altLang="en-US" dirty="0"/>
              <a:t>单调可微、任意阶可导</a:t>
            </a:r>
            <a:endParaRPr lang="en-US" altLang="zh-CN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4009" y="3334342"/>
            <a:ext cx="4947950" cy="26709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4739780" y="2835479"/>
            <a:ext cx="44964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单位阶跃函数与对数几率函数的比较</a:t>
            </a:r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0150523"/>
              </p:ext>
            </p:extLst>
          </p:nvPr>
        </p:nvGraphicFramePr>
        <p:xfrm>
          <a:off x="1099963" y="4177762"/>
          <a:ext cx="1531937" cy="676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rmula" r:id="rId3" imgW="772200" imgH="344520" progId="Equation.Ribbit">
                  <p:embed/>
                </p:oleObj>
              </mc:Choice>
              <mc:Fallback>
                <p:oleObj name="Formula" r:id="rId3" imgW="772200" imgH="344520" progId="Equation.Ribbit">
                  <p:embed/>
                  <p:pic>
                    <p:nvPicPr>
                      <p:cNvPr id="6" name="对象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99963" y="4177762"/>
                        <a:ext cx="1531937" cy="676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644440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latin typeface="+mn-ea"/>
              </a:rPr>
              <a:t>二分类任务 </a:t>
            </a:r>
            <a:r>
              <a:rPr lang="en-US" altLang="zh-CN" dirty="0">
                <a:latin typeface="+mn-ea"/>
              </a:rPr>
              <a:t> 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对数几率函数（</a:t>
            </a:r>
            <a:r>
              <a:rPr lang="en-US" altLang="zh-CN" dirty="0"/>
              <a:t>logistic function</a:t>
            </a:r>
            <a:r>
              <a:rPr lang="zh-CN" altLang="en-US" dirty="0"/>
              <a:t>）</a:t>
            </a:r>
            <a:endParaRPr lang="en-US" altLang="zh-CN" dirty="0"/>
          </a:p>
        </p:txBody>
      </p:sp>
      <p:pic>
        <p:nvPicPr>
          <p:cNvPr id="3" name="内容占位符 3" descr="屏幕剪辑">
            <a:extLst>
              <a:ext uri="{FF2B5EF4-FFF2-40B4-BE49-F238E27FC236}">
                <a16:creationId xmlns:a16="http://schemas.microsoft.com/office/drawing/2014/main" id="{52E8BAA5-D56C-9339-D190-D929AC0AD4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6193" y="2738895"/>
            <a:ext cx="3048891" cy="2225584"/>
          </a:xfrm>
          <a:prstGeom prst="rect">
            <a:avLst/>
          </a:prstGeom>
        </p:spPr>
      </p:pic>
      <p:pic>
        <p:nvPicPr>
          <p:cNvPr id="7" name="图片 6" descr="屏幕剪辑">
            <a:extLst>
              <a:ext uri="{FF2B5EF4-FFF2-40B4-BE49-F238E27FC236}">
                <a16:creationId xmlns:a16="http://schemas.microsoft.com/office/drawing/2014/main" id="{AE43EE04-1746-5BA7-6DE9-CD97DF62D6B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35615" y="1970117"/>
            <a:ext cx="4141685" cy="3138236"/>
          </a:xfrm>
          <a:prstGeom prst="rect">
            <a:avLst/>
          </a:prstGeom>
        </p:spPr>
      </p:pic>
      <p:sp>
        <p:nvSpPr>
          <p:cNvPr id="8" name="十字形 7">
            <a:extLst>
              <a:ext uri="{FF2B5EF4-FFF2-40B4-BE49-F238E27FC236}">
                <a16:creationId xmlns:a16="http://schemas.microsoft.com/office/drawing/2014/main" id="{88448D15-1E5E-4EEB-B52D-316394104870}"/>
              </a:ext>
            </a:extLst>
          </p:cNvPr>
          <p:cNvSpPr/>
          <p:nvPr/>
        </p:nvSpPr>
        <p:spPr>
          <a:xfrm>
            <a:off x="3956306" y="3301592"/>
            <a:ext cx="862584" cy="850392"/>
          </a:xfrm>
          <a:prstGeom prst="plus">
            <a:avLst>
              <a:gd name="adj" fmla="val 39894"/>
            </a:avLst>
          </a:prstGeom>
          <a:noFill/>
          <a:ln w="1905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14455792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latin typeface="+mn-ea"/>
              </a:rPr>
              <a:t>对数几率回归</a:t>
            </a:r>
            <a:r>
              <a:rPr lang="en-US" altLang="zh-CN" dirty="0">
                <a:latin typeface="+mn-ea"/>
              </a:rPr>
              <a:t> 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260350" y="1158536"/>
            <a:ext cx="8616950" cy="4973816"/>
          </a:xfrm>
        </p:spPr>
        <p:txBody>
          <a:bodyPr>
            <a:normAutofit/>
          </a:bodyPr>
          <a:lstStyle/>
          <a:p>
            <a:pPr marL="342900" indent="-342900"/>
            <a:r>
              <a:rPr lang="zh-CN" altLang="en-US" dirty="0"/>
              <a:t>运用对数几率函数</a:t>
            </a:r>
            <a:endParaRPr lang="en-US" altLang="zh-CN" dirty="0"/>
          </a:p>
          <a:p>
            <a:pPr marL="342900" indent="-342900"/>
            <a:endParaRPr lang="en-US" altLang="zh-CN" sz="2100" dirty="0"/>
          </a:p>
          <a:p>
            <a:pPr marL="342900" indent="-342900"/>
            <a:endParaRPr lang="en-US" altLang="zh-CN" sz="2100" dirty="0"/>
          </a:p>
          <a:p>
            <a:pPr marL="342900" indent="-342900"/>
            <a:r>
              <a:rPr lang="zh-CN" altLang="en-US" dirty="0"/>
              <a:t>对数几率（</a:t>
            </a:r>
            <a:r>
              <a:rPr lang="en-US" altLang="zh-CN" dirty="0"/>
              <a:t>log odds / logit</a:t>
            </a:r>
            <a:r>
              <a:rPr lang="zh-CN" altLang="en-US" dirty="0"/>
              <a:t>）</a:t>
            </a:r>
            <a:endParaRPr lang="en-US" altLang="zh-CN" dirty="0"/>
          </a:p>
          <a:p>
            <a:pPr marL="800100" lvl="1" indent="-342900"/>
            <a:r>
              <a:rPr lang="zh-CN" altLang="en-US" dirty="0"/>
              <a:t>样本作为正例的相对可能性的对数</a:t>
            </a:r>
            <a:endParaRPr lang="en-US" altLang="zh-CN" dirty="0"/>
          </a:p>
          <a:p>
            <a:pPr marL="342900" indent="-342900"/>
            <a:endParaRPr lang="en-US" altLang="zh-CN" sz="2100" dirty="0"/>
          </a:p>
          <a:p>
            <a:pPr marL="342900" indent="-342900"/>
            <a:endParaRPr lang="en-US" altLang="zh-CN" sz="2100" dirty="0"/>
          </a:p>
          <a:p>
            <a:pPr marL="342900" indent="-342900"/>
            <a:r>
              <a:rPr lang="zh-CN" altLang="en-US" dirty="0"/>
              <a:t>对数几率回归优点</a:t>
            </a:r>
            <a:endParaRPr lang="en-US" altLang="zh-CN" dirty="0"/>
          </a:p>
          <a:p>
            <a:pPr marL="800100" lvl="1" indent="-342900"/>
            <a:r>
              <a:rPr lang="zh-CN" altLang="en-US" dirty="0"/>
              <a:t>无需事先假设数据分布</a:t>
            </a:r>
            <a:endParaRPr lang="en-US" altLang="zh-CN" dirty="0"/>
          </a:p>
          <a:p>
            <a:pPr marL="800100" lvl="1" indent="-342900"/>
            <a:r>
              <a:rPr lang="zh-CN" altLang="en-US" dirty="0"/>
              <a:t>可得到“类别”的近似概率预测</a:t>
            </a:r>
            <a:endParaRPr lang="en-US" altLang="zh-CN" dirty="0"/>
          </a:p>
          <a:p>
            <a:pPr marL="800100" lvl="1" indent="-342900"/>
            <a:r>
              <a:rPr lang="zh-CN" altLang="en-US" dirty="0"/>
              <a:t>可直接应用现有数值优化算法求取最优解</a:t>
            </a: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49577507"/>
              </p:ext>
            </p:extLst>
          </p:nvPr>
        </p:nvGraphicFramePr>
        <p:xfrm>
          <a:off x="2056309" y="1627509"/>
          <a:ext cx="1531937" cy="676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rmula" r:id="rId2" imgW="772200" imgH="344520" progId="Equation.Ribbit">
                  <p:embed/>
                </p:oleObj>
              </mc:Choice>
              <mc:Fallback>
                <p:oleObj name="Formula" r:id="rId2" imgW="772200" imgH="344520" progId="Equation.Ribbit">
                  <p:embed/>
                  <p:pic>
                    <p:nvPicPr>
                      <p:cNvPr id="4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6309" y="1627509"/>
                        <a:ext cx="1531937" cy="676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84034705"/>
              </p:ext>
            </p:extLst>
          </p:nvPr>
        </p:nvGraphicFramePr>
        <p:xfrm>
          <a:off x="4584948" y="1625703"/>
          <a:ext cx="2301875" cy="676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rmula" r:id="rId4" imgW="1158480" imgH="344520" progId="Equation.Ribbit">
                  <p:embed/>
                </p:oleObj>
              </mc:Choice>
              <mc:Fallback>
                <p:oleObj name="Formula" r:id="rId4" imgW="1158480" imgH="344520" progId="Equation.Ribbit">
                  <p:embed/>
                  <p:pic>
                    <p:nvPicPr>
                      <p:cNvPr id="5" name="对象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84948" y="1625703"/>
                        <a:ext cx="2301875" cy="676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3762872" y="1786465"/>
            <a:ext cx="1403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变为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2996800" y="3233897"/>
            <a:ext cx="2905310" cy="639763"/>
            <a:chOff x="2996800" y="3233897"/>
            <a:chExt cx="2905310" cy="639763"/>
          </a:xfrm>
        </p:grpSpPr>
        <p:graphicFrame>
          <p:nvGraphicFramePr>
            <p:cNvPr id="7" name="对象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3015520"/>
                </p:ext>
              </p:extLst>
            </p:nvPr>
          </p:nvGraphicFramePr>
          <p:xfrm>
            <a:off x="2996800" y="3233897"/>
            <a:ext cx="968375" cy="6397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Formula" r:id="rId6" imgW="486720" imgH="325440" progId="Equation.Ribbit">
                    <p:embed/>
                  </p:oleObj>
                </mc:Choice>
                <mc:Fallback>
                  <p:oleObj name="Formula" r:id="rId6" imgW="486720" imgH="325440" progId="Equation.Ribbit">
                    <p:embed/>
                    <p:pic>
                      <p:nvPicPr>
                        <p:cNvPr id="7" name="对象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96800" y="3233897"/>
                          <a:ext cx="968375" cy="6397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pic>
          <p:nvPicPr>
            <p:cNvPr id="10" name="图片 9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073953" y="3233897"/>
              <a:ext cx="1828157" cy="53769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9914307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latin typeface="+mn-ea"/>
              </a:rPr>
              <a:t>对数几率回归 </a:t>
            </a:r>
            <a:r>
              <a:rPr lang="en-US" altLang="zh-CN" dirty="0">
                <a:latin typeface="+mn-ea"/>
              </a:rPr>
              <a:t>- </a:t>
            </a:r>
            <a:r>
              <a:rPr lang="zh-CN" altLang="en-US" dirty="0">
                <a:latin typeface="+mn-ea"/>
              </a:rPr>
              <a:t>极大似然法</a:t>
            </a: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对数几率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sz="2000" dirty="0"/>
              <a:t>显然有</a:t>
            </a:r>
            <a:endParaRPr lang="en-US" altLang="zh-CN" sz="2000" dirty="0"/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86471166"/>
              </p:ext>
            </p:extLst>
          </p:nvPr>
        </p:nvGraphicFramePr>
        <p:xfrm>
          <a:off x="2561483" y="3778934"/>
          <a:ext cx="3441700" cy="758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rmula" r:id="rId2" imgW="1732320" imgH="386280" progId="Equation.Ribbit">
                  <p:embed/>
                </p:oleObj>
              </mc:Choice>
              <mc:Fallback>
                <p:oleObj name="Formula" r:id="rId2" imgW="1732320" imgH="386280" progId="Equation.Ribbit">
                  <p:embed/>
                  <p:pic>
                    <p:nvPicPr>
                      <p:cNvPr id="7" name="对象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1483" y="3778934"/>
                        <a:ext cx="3441700" cy="758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63008686"/>
              </p:ext>
            </p:extLst>
          </p:nvPr>
        </p:nvGraphicFramePr>
        <p:xfrm>
          <a:off x="2586649" y="4830062"/>
          <a:ext cx="3441700" cy="676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rmula" r:id="rId4" imgW="1732320" imgH="344520" progId="Equation.Ribbit">
                  <p:embed/>
                </p:oleObj>
              </mc:Choice>
              <mc:Fallback>
                <p:oleObj name="Formula" r:id="rId4" imgW="1732320" imgH="344520" progId="Equation.Ribbit">
                  <p:embed/>
                  <p:pic>
                    <p:nvPicPr>
                      <p:cNvPr id="8" name="对象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86649" y="4830062"/>
                        <a:ext cx="3441700" cy="676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28726619"/>
              </p:ext>
            </p:extLst>
          </p:nvPr>
        </p:nvGraphicFramePr>
        <p:xfrm>
          <a:off x="4981573" y="1926788"/>
          <a:ext cx="3119804" cy="6820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rmula" r:id="rId6" imgW="1732320" imgH="382320" progId="Equation.Ribbit">
                  <p:embed/>
                </p:oleObj>
              </mc:Choice>
              <mc:Fallback>
                <p:oleObj name="Formula" r:id="rId6" imgW="1732320" imgH="382320" progId="Equation.Ribbit">
                  <p:embed/>
                  <p:pic>
                    <p:nvPicPr>
                      <p:cNvPr id="13" name="对象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81573" y="1926788"/>
                        <a:ext cx="3119804" cy="68209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图片 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4261" y="1910002"/>
            <a:ext cx="2774402" cy="720537"/>
          </a:xfrm>
          <a:prstGeom prst="rect">
            <a:avLst/>
          </a:prstGeom>
        </p:spPr>
      </p:pic>
      <p:cxnSp>
        <p:nvCxnSpPr>
          <p:cNvPr id="6" name="直接箭头连接符 5"/>
          <p:cNvCxnSpPr/>
          <p:nvPr/>
        </p:nvCxnSpPr>
        <p:spPr>
          <a:xfrm flipV="1">
            <a:off x="3590974" y="2267836"/>
            <a:ext cx="1225452" cy="1"/>
          </a:xfrm>
          <a:prstGeom prst="straightConnector1">
            <a:avLst/>
          </a:prstGeom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12" name="图片 1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545597" y="1931387"/>
            <a:ext cx="1316206" cy="273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502883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latin typeface="+mn-ea"/>
              </a:rPr>
              <a:t>对数几率回归 </a:t>
            </a:r>
            <a:r>
              <a:rPr lang="en-US" altLang="zh-CN" dirty="0">
                <a:latin typeface="+mn-ea"/>
              </a:rPr>
              <a:t>- </a:t>
            </a:r>
            <a:r>
              <a:rPr lang="zh-CN" altLang="en-US" dirty="0">
                <a:latin typeface="+mn-ea"/>
              </a:rPr>
              <a:t>极大似然法</a:t>
            </a: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极大似然法（</a:t>
            </a:r>
            <a:r>
              <a:rPr lang="en-US" altLang="zh-CN"/>
              <a:t>maximum likelihood method）</a:t>
            </a:r>
            <a:endParaRPr lang="en-US" altLang="zh-CN" dirty="0"/>
          </a:p>
          <a:p>
            <a:pPr lvl="1"/>
            <a:r>
              <a:rPr lang="zh-CN" altLang="en-US" dirty="0"/>
              <a:t>给定数据集</a:t>
            </a:r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marL="325800" lvl="1" indent="0">
              <a:buNone/>
            </a:pPr>
            <a:endParaRPr lang="en-US" altLang="zh-CN" dirty="0"/>
          </a:p>
          <a:p>
            <a:pPr lvl="1"/>
            <a:r>
              <a:rPr lang="zh-CN" altLang="en-US" dirty="0"/>
              <a:t>最大化样本属于其真实标记的概率</a:t>
            </a:r>
            <a:endParaRPr lang="en-US" altLang="zh-CN" dirty="0"/>
          </a:p>
          <a:p>
            <a:pPr lvl="2"/>
            <a:r>
              <a:rPr lang="zh-CN" altLang="en-US" dirty="0"/>
              <a:t>最大化对数似然函数</a:t>
            </a:r>
            <a:endParaRPr lang="en-US" altLang="zh-CN" dirty="0"/>
          </a:p>
          <a:p>
            <a:pPr lvl="2"/>
            <a:endParaRPr lang="en-US" altLang="zh-CN" dirty="0"/>
          </a:p>
          <a:p>
            <a:pPr lvl="2"/>
            <a:endParaRPr lang="en-US" altLang="zh-CN" dirty="0"/>
          </a:p>
          <a:p>
            <a:pPr lvl="2"/>
            <a:endParaRPr lang="en-US" altLang="zh-CN" dirty="0"/>
          </a:p>
          <a:p>
            <a:pPr marL="783000" lvl="2" indent="0">
              <a:buNone/>
            </a:pPr>
            <a:endParaRPr lang="en-US" altLang="zh-CN" dirty="0"/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71949654"/>
              </p:ext>
            </p:extLst>
          </p:nvPr>
        </p:nvGraphicFramePr>
        <p:xfrm>
          <a:off x="2158140" y="4366572"/>
          <a:ext cx="4121150" cy="865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rmula" r:id="rId2" imgW="2060280" imgH="438480" progId="Equation.Ribbit">
                  <p:embed/>
                </p:oleObj>
              </mc:Choice>
              <mc:Fallback>
                <p:oleObj name="Formula" r:id="rId2" imgW="2060280" imgH="438480" progId="Equation.Ribbit">
                  <p:embed/>
                  <p:pic>
                    <p:nvPicPr>
                      <p:cNvPr id="10" name="对象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58140" y="4366572"/>
                        <a:ext cx="4121150" cy="865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14990174"/>
              </p:ext>
            </p:extLst>
          </p:nvPr>
        </p:nvGraphicFramePr>
        <p:xfrm>
          <a:off x="3299713" y="2300434"/>
          <a:ext cx="1571625" cy="360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rmula" r:id="rId4" imgW="786240" imgH="182880" progId="Equation.Ribbit">
                  <p:embed/>
                </p:oleObj>
              </mc:Choice>
              <mc:Fallback>
                <p:oleObj name="Formula" r:id="rId4" imgW="786240" imgH="182880" progId="Equation.Ribbit">
                  <p:embed/>
                  <p:pic>
                    <p:nvPicPr>
                      <p:cNvPr id="11" name="对象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99713" y="2300434"/>
                        <a:ext cx="1571625" cy="360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4557882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latin typeface="+mn-ea"/>
              </a:rPr>
              <a:t>对数几率回归 </a:t>
            </a:r>
            <a:r>
              <a:rPr lang="en-US" altLang="zh-CN" dirty="0">
                <a:latin typeface="+mn-ea"/>
              </a:rPr>
              <a:t>- </a:t>
            </a:r>
            <a:r>
              <a:rPr lang="zh-CN" altLang="en-US" dirty="0">
                <a:latin typeface="+mn-ea"/>
              </a:rPr>
              <a:t>极大似然法</a:t>
            </a: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转化为最小化负对数似然函数求解</a:t>
            </a:r>
            <a:endParaRPr lang="en-US" altLang="zh-CN" dirty="0"/>
          </a:p>
          <a:p>
            <a:pPr lvl="1"/>
            <a:r>
              <a:rPr lang="zh-CN" altLang="en-US" dirty="0"/>
              <a:t>令                ，              ，则              可简写为</a:t>
            </a:r>
            <a:endParaRPr lang="en-US" altLang="zh-CN" dirty="0"/>
          </a:p>
          <a:p>
            <a:pPr marL="325800" lvl="1" indent="0">
              <a:buNone/>
            </a:pPr>
            <a:endParaRPr lang="en-US" altLang="zh-CN" dirty="0"/>
          </a:p>
          <a:p>
            <a:pPr lvl="1"/>
            <a:r>
              <a:rPr lang="zh-CN" altLang="en-US" dirty="0"/>
              <a:t>再令</a:t>
            </a:r>
            <a:endParaRPr lang="en-US" altLang="zh-CN" dirty="0"/>
          </a:p>
          <a:p>
            <a:pPr lvl="1"/>
            <a:endParaRPr lang="en-US" altLang="zh-CN" dirty="0"/>
          </a:p>
          <a:p>
            <a:pPr marL="325800" lvl="1" indent="0">
              <a:buNone/>
            </a:pPr>
            <a:endParaRPr lang="en-US" altLang="zh-CN" dirty="0"/>
          </a:p>
          <a:p>
            <a:pPr marL="325800" lvl="1" indent="0">
              <a:buNone/>
            </a:pPr>
            <a:endParaRPr lang="en-US" altLang="zh-CN" dirty="0"/>
          </a:p>
          <a:p>
            <a:pPr marL="325800" lvl="1" indent="0">
              <a:buNone/>
            </a:pPr>
            <a:r>
              <a:rPr lang="zh-CN" altLang="en-US" dirty="0"/>
              <a:t>则似然项可重写为</a:t>
            </a:r>
            <a:endParaRPr lang="en-US" altLang="zh-CN" dirty="0"/>
          </a:p>
          <a:p>
            <a:pPr marL="325800" lvl="1" indent="0">
              <a:buNone/>
            </a:pPr>
            <a:endParaRPr lang="en-US" altLang="zh-CN" dirty="0"/>
          </a:p>
          <a:p>
            <a:pPr marL="325800" lvl="1" indent="0">
              <a:buNone/>
            </a:pPr>
            <a:endParaRPr lang="en-US" altLang="zh-CN" dirty="0"/>
          </a:p>
          <a:p>
            <a:pPr lvl="1"/>
            <a:r>
              <a:rPr lang="zh-CN" altLang="en-US" b="1" dirty="0"/>
              <a:t>故等价形式为要最小化</a:t>
            </a:r>
            <a:endParaRPr lang="en-US" altLang="zh-CN" b="1" dirty="0"/>
          </a:p>
        </p:txBody>
      </p:sp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4207287"/>
              </p:ext>
            </p:extLst>
          </p:nvPr>
        </p:nvGraphicFramePr>
        <p:xfrm>
          <a:off x="1753444" y="4988697"/>
          <a:ext cx="5153025" cy="865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rmula" r:id="rId2" imgW="2575800" imgH="438480" progId="Equation.Ribbit">
                  <p:embed/>
                </p:oleObj>
              </mc:Choice>
              <mc:Fallback>
                <p:oleObj name="Formula" r:id="rId2" imgW="2575800" imgH="438480" progId="Equation.Ribbit">
                  <p:embed/>
                  <p:pic>
                    <p:nvPicPr>
                      <p:cNvPr id="12" name="对象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3444" y="4988697"/>
                        <a:ext cx="5153025" cy="865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86506898"/>
              </p:ext>
            </p:extLst>
          </p:nvPr>
        </p:nvGraphicFramePr>
        <p:xfrm>
          <a:off x="1336719" y="1547215"/>
          <a:ext cx="1355725" cy="349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rmula" r:id="rId4" imgW="678240" imgH="176760" progId="Equation.Ribbit">
                  <p:embed/>
                </p:oleObj>
              </mc:Choice>
              <mc:Fallback>
                <p:oleObj name="Formula" r:id="rId4" imgW="678240" imgH="176760" progId="Equation.Ribbit">
                  <p:embed/>
                  <p:pic>
                    <p:nvPicPr>
                      <p:cNvPr id="3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6719" y="1547215"/>
                        <a:ext cx="1355725" cy="349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90473839"/>
              </p:ext>
            </p:extLst>
          </p:nvPr>
        </p:nvGraphicFramePr>
        <p:xfrm>
          <a:off x="2871439" y="1537923"/>
          <a:ext cx="1301750" cy="349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rmula" r:id="rId6" imgW="650520" imgH="176760" progId="Equation.Ribbit">
                  <p:embed/>
                </p:oleObj>
              </mc:Choice>
              <mc:Fallback>
                <p:oleObj name="Formula" r:id="rId6" imgW="650520" imgH="176760" progId="Equation.Ribbit">
                  <p:embed/>
                  <p:pic>
                    <p:nvPicPr>
                      <p:cNvPr id="4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71439" y="1537923"/>
                        <a:ext cx="1301750" cy="349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32496126"/>
              </p:ext>
            </p:extLst>
          </p:nvPr>
        </p:nvGraphicFramePr>
        <p:xfrm>
          <a:off x="4765617" y="1537851"/>
          <a:ext cx="1131888" cy="344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rmula" r:id="rId8" imgW="569160" imgH="174240" progId="Equation.Ribbit">
                  <p:embed/>
                </p:oleObj>
              </mc:Choice>
              <mc:Fallback>
                <p:oleObj name="Formula" r:id="rId8" imgW="569160" imgH="174240" progId="Equation.Ribbit">
                  <p:embed/>
                  <p:pic>
                    <p:nvPicPr>
                      <p:cNvPr id="6" name="对象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65617" y="1537851"/>
                        <a:ext cx="1131888" cy="344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90751529"/>
              </p:ext>
            </p:extLst>
          </p:nvPr>
        </p:nvGraphicFramePr>
        <p:xfrm>
          <a:off x="7040563" y="1547143"/>
          <a:ext cx="587375" cy="344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rmula" r:id="rId10" imgW="293400" imgH="174240" progId="Equation.Ribbit">
                  <p:embed/>
                </p:oleObj>
              </mc:Choice>
              <mc:Fallback>
                <p:oleObj name="Formula" r:id="rId10" imgW="293400" imgH="174240" progId="Equation.Ribbit">
                  <p:embed/>
                  <p:pic>
                    <p:nvPicPr>
                      <p:cNvPr id="7" name="对象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40563" y="1547143"/>
                        <a:ext cx="587375" cy="344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08637082"/>
              </p:ext>
            </p:extLst>
          </p:nvPr>
        </p:nvGraphicFramePr>
        <p:xfrm>
          <a:off x="2530927" y="2592956"/>
          <a:ext cx="3549650" cy="350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rmula" r:id="rId12" imgW="1774440" imgH="177840" progId="Equation.Ribbit">
                  <p:embed/>
                </p:oleObj>
              </mc:Choice>
              <mc:Fallback>
                <p:oleObj name="Formula" r:id="rId12" imgW="1774440" imgH="177840" progId="Equation.Ribbit">
                  <p:embed/>
                  <p:pic>
                    <p:nvPicPr>
                      <p:cNvPr id="8" name="对象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30927" y="2592956"/>
                        <a:ext cx="3549650" cy="350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34392853"/>
              </p:ext>
            </p:extLst>
          </p:nvPr>
        </p:nvGraphicFramePr>
        <p:xfrm>
          <a:off x="1639392" y="3110771"/>
          <a:ext cx="5651500" cy="350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rmula" r:id="rId14" imgW="2826000" imgH="177840" progId="Equation.Ribbit">
                  <p:embed/>
                </p:oleObj>
              </mc:Choice>
              <mc:Fallback>
                <p:oleObj name="Formula" r:id="rId14" imgW="2826000" imgH="177840" progId="Equation.Ribbit">
                  <p:embed/>
                  <p:pic>
                    <p:nvPicPr>
                      <p:cNvPr id="9" name="对象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39392" y="3110771"/>
                        <a:ext cx="5651500" cy="350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04354836"/>
              </p:ext>
            </p:extLst>
          </p:nvPr>
        </p:nvGraphicFramePr>
        <p:xfrm>
          <a:off x="1308494" y="4050412"/>
          <a:ext cx="6359525" cy="350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rmula" r:id="rId16" imgW="3179160" imgH="177840" progId="Equation.Ribbit">
                  <p:embed/>
                </p:oleObj>
              </mc:Choice>
              <mc:Fallback>
                <p:oleObj name="Formula" r:id="rId16" imgW="3179160" imgH="177840" progId="Equation.Ribbit">
                  <p:embed/>
                  <p:pic>
                    <p:nvPicPr>
                      <p:cNvPr id="13" name="对象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08494" y="4050412"/>
                        <a:ext cx="6359525" cy="350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9759065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+mn-ea"/>
              </a:rPr>
              <a:t>对数几率回归</a:t>
            </a:r>
            <a:r>
              <a:rPr lang="en-US" altLang="zh-CN" dirty="0">
                <a:latin typeface="+mn-ea"/>
              </a:rPr>
              <a:t> </a:t>
            </a:r>
            <a:endParaRPr lang="zh-CN" altLang="en-US" dirty="0"/>
          </a:p>
        </p:txBody>
      </p:sp>
      <p:sp>
        <p:nvSpPr>
          <p:cNvPr id="7" name="内容占位符 4"/>
          <p:cNvSpPr txBox="1">
            <a:spLocks/>
          </p:cNvSpPr>
          <p:nvPr/>
        </p:nvSpPr>
        <p:spPr>
          <a:xfrm>
            <a:off x="251386" y="1296273"/>
            <a:ext cx="8616950" cy="3057613"/>
          </a:xfrm>
          <a:prstGeom prst="rect">
            <a:avLst/>
          </a:prstGeom>
        </p:spPr>
        <p:txBody>
          <a:bodyPr vert="horz" lIns="91440" tIns="46800" rIns="91440" bIns="45720" rtlCol="0">
            <a:normAutofit/>
          </a:bodyPr>
          <a:lstStyle>
            <a:lvl1pPr marL="228600" indent="-36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  <a:buSzPct val="100000"/>
              <a:buFont typeface="Wingdings" panose="05000000000000000000" pitchFamily="2" charset="2"/>
              <a:buChar char="p"/>
              <a:defRPr lang="zh-CN" altLang="en-US" sz="2200" kern="1200" baseline="0" dirty="0" smtClean="0">
                <a:solidFill>
                  <a:schemeClr val="tx1"/>
                </a:solidFill>
                <a:latin typeface="Verdana" panose="020B0604030504040204" pitchFamily="34" charset="0"/>
                <a:ea typeface="幼圆" panose="02010509060101010101" pitchFamily="49" charset="-122"/>
                <a:cs typeface="+mn-cs"/>
              </a:defRPr>
            </a:lvl1pPr>
            <a:lvl2pPr marL="685800" indent="-360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23A91"/>
              </a:buClr>
              <a:buFont typeface="Wingdings" panose="05000000000000000000" pitchFamily="2" charset="2"/>
              <a:buChar char="l"/>
              <a:defRPr sz="2000" kern="1200" baseline="0">
                <a:solidFill>
                  <a:schemeClr val="tx1"/>
                </a:solidFill>
                <a:latin typeface="Verdana" panose="020B0604030504040204" pitchFamily="34" charset="0"/>
                <a:ea typeface="幼圆" panose="02010509060101010101" pitchFamily="49" charset="-122"/>
                <a:cs typeface="+mn-cs"/>
              </a:defRPr>
            </a:lvl2pPr>
            <a:lvl3pPr marL="1143000" indent="-360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23A91"/>
              </a:buClr>
              <a:buFont typeface="Wingdings" panose="05000000000000000000" pitchFamily="2" charset="2"/>
              <a:buChar char="l"/>
              <a:defRPr sz="1800" kern="1200" baseline="0">
                <a:solidFill>
                  <a:schemeClr val="tx1"/>
                </a:solidFill>
                <a:latin typeface="Verdana" panose="020B0604030504040204" pitchFamily="34" charset="0"/>
                <a:ea typeface="幼圆" panose="02010509060101010101" pitchFamily="49" charset="-122"/>
                <a:cs typeface="+mn-cs"/>
              </a:defRPr>
            </a:lvl3pPr>
            <a:lvl4pPr marL="1600200" indent="-360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23A91"/>
              </a:buClr>
              <a:buFont typeface="Wingdings" panose="05000000000000000000" pitchFamily="2" charset="2"/>
              <a:buChar char="l"/>
              <a:defRPr sz="1600" kern="1200" baseline="0">
                <a:solidFill>
                  <a:schemeClr val="tx1"/>
                </a:solidFill>
                <a:latin typeface="Verdana" panose="020B0604030504040204" pitchFamily="34" charset="0"/>
                <a:ea typeface="幼圆" panose="02010509060101010101" pitchFamily="49" charset="-122"/>
                <a:cs typeface="+mn-cs"/>
              </a:defRPr>
            </a:lvl4pPr>
            <a:lvl5pPr marL="2057400" indent="-360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23A91"/>
              </a:buClr>
              <a:buFont typeface="Wingdings" panose="05000000000000000000" pitchFamily="2" charset="2"/>
              <a:buChar char="l"/>
              <a:defRPr sz="1600" kern="1200" baseline="0">
                <a:solidFill>
                  <a:schemeClr val="tx1"/>
                </a:solidFill>
                <a:latin typeface="Verdana" panose="020B0604030504040204" pitchFamily="34" charset="0"/>
                <a:ea typeface="幼圆" panose="02010509060101010101" pitchFamily="49" charset="-122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2"/>
              </a:buClr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求解得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b="1" dirty="0"/>
              <a:t>牛顿法</a:t>
            </a:r>
            <a:r>
              <a:rPr lang="zh-CN" altLang="en-US" dirty="0"/>
              <a:t>第</a:t>
            </a:r>
            <a:r>
              <a:rPr lang="en-US" altLang="zh-CN" dirty="0"/>
              <a:t>t+1</a:t>
            </a:r>
            <a:r>
              <a:rPr lang="zh-CN" altLang="en-US" dirty="0"/>
              <a:t>轮迭代解的更新公式</a:t>
            </a:r>
            <a:endParaRPr lang="en-US" altLang="zh-CN" dirty="0"/>
          </a:p>
          <a:p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其中关于    的一阶、二阶导数分别为</a:t>
            </a:r>
            <a:endParaRPr lang="en-US" altLang="zh-CN" dirty="0"/>
          </a:p>
        </p:txBody>
      </p:sp>
      <p:sp>
        <p:nvSpPr>
          <p:cNvPr id="3" name="TextBox 2"/>
          <p:cNvSpPr txBox="1"/>
          <p:nvPr/>
        </p:nvSpPr>
        <p:spPr>
          <a:xfrm>
            <a:off x="251386" y="5820066"/>
            <a:ext cx="91294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rgbClr val="FF0000"/>
                </a:solidFill>
              </a:rPr>
              <a:t>高阶可导连续凸函数，梯度下降法</a:t>
            </a:r>
            <a:r>
              <a:rPr lang="en-US" altLang="zh-CN" sz="2000" b="1" dirty="0">
                <a:solidFill>
                  <a:srgbClr val="FF0000"/>
                </a:solidFill>
              </a:rPr>
              <a:t>/</a:t>
            </a:r>
            <a:r>
              <a:rPr lang="zh-CN" altLang="en-US" sz="2000" b="1" dirty="0">
                <a:solidFill>
                  <a:srgbClr val="FF0000"/>
                </a:solidFill>
              </a:rPr>
              <a:t>牛顿法 </a:t>
            </a:r>
            <a:r>
              <a:rPr lang="en-US" altLang="zh-CN" sz="1600" b="1" dirty="0">
                <a:solidFill>
                  <a:srgbClr val="FF0000"/>
                </a:solidFill>
              </a:rPr>
              <a:t>[Boyd and </a:t>
            </a:r>
            <a:r>
              <a:rPr lang="en-US" altLang="zh-CN" sz="1600" b="1" dirty="0" err="1">
                <a:solidFill>
                  <a:srgbClr val="FF0000"/>
                </a:solidFill>
              </a:rPr>
              <a:t>Vandenberghe</a:t>
            </a:r>
            <a:r>
              <a:rPr lang="en-US" altLang="zh-CN" sz="1600" b="1" dirty="0">
                <a:solidFill>
                  <a:srgbClr val="FF0000"/>
                </a:solidFill>
              </a:rPr>
              <a:t>, 2004]</a:t>
            </a:r>
            <a:endParaRPr lang="zh-CN" altLang="en-US" sz="1600" b="1" dirty="0">
              <a:solidFill>
                <a:srgbClr val="FF0000"/>
              </a:solidFill>
            </a:endParaRP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19595521"/>
              </p:ext>
            </p:extLst>
          </p:nvPr>
        </p:nvGraphicFramePr>
        <p:xfrm>
          <a:off x="3001365" y="1589350"/>
          <a:ext cx="2355850" cy="547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rmula" r:id="rId2" imgW="1178640" imgH="278280" progId="Equation.Ribbit">
                  <p:embed/>
                </p:oleObj>
              </mc:Choice>
              <mc:Fallback>
                <p:oleObj name="Formula" r:id="rId2" imgW="1178640" imgH="278280" progId="Equation.Ribbit">
                  <p:embed/>
                  <p:pic>
                    <p:nvPicPr>
                      <p:cNvPr id="4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01365" y="1589350"/>
                        <a:ext cx="2355850" cy="547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82623192"/>
              </p:ext>
            </p:extLst>
          </p:nvPr>
        </p:nvGraphicFramePr>
        <p:xfrm>
          <a:off x="2059177" y="2588266"/>
          <a:ext cx="4276725" cy="822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rmula" r:id="rId4" imgW="2138760" imgH="416880" progId="Equation.Ribbit">
                  <p:embed/>
                </p:oleObj>
              </mc:Choice>
              <mc:Fallback>
                <p:oleObj name="Formula" r:id="rId4" imgW="2138760" imgH="416880" progId="Equation.Ribbit">
                  <p:embed/>
                  <p:pic>
                    <p:nvPicPr>
                      <p:cNvPr id="5" name="对象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9177" y="2588266"/>
                        <a:ext cx="4276725" cy="822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48981901"/>
              </p:ext>
            </p:extLst>
          </p:nvPr>
        </p:nvGraphicFramePr>
        <p:xfrm>
          <a:off x="1964742" y="3939657"/>
          <a:ext cx="4346575" cy="862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rmula" r:id="rId6" imgW="2173320" imgH="438480" progId="Equation.Ribbit">
                  <p:embed/>
                </p:oleObj>
              </mc:Choice>
              <mc:Fallback>
                <p:oleObj name="Formula" r:id="rId6" imgW="2173320" imgH="438480" progId="Equation.Ribbit">
                  <p:embed/>
                  <p:pic>
                    <p:nvPicPr>
                      <p:cNvPr id="6" name="对象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64742" y="3939657"/>
                        <a:ext cx="4346575" cy="862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38795023"/>
              </p:ext>
            </p:extLst>
          </p:nvPr>
        </p:nvGraphicFramePr>
        <p:xfrm>
          <a:off x="1519223" y="4907719"/>
          <a:ext cx="5673725" cy="862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rmula" r:id="rId8" imgW="2836080" imgH="438480" progId="Equation.Ribbit">
                  <p:embed/>
                </p:oleObj>
              </mc:Choice>
              <mc:Fallback>
                <p:oleObj name="Formula" r:id="rId8" imgW="2836080" imgH="438480" progId="Equation.Ribbit">
                  <p:embed/>
                  <p:pic>
                    <p:nvPicPr>
                      <p:cNvPr id="8" name="对象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19223" y="4907719"/>
                        <a:ext cx="5673725" cy="862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09496654"/>
              </p:ext>
            </p:extLst>
          </p:nvPr>
        </p:nvGraphicFramePr>
        <p:xfrm>
          <a:off x="1562377" y="3488204"/>
          <a:ext cx="187325" cy="309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rmula" r:id="rId10" imgW="94320" imgH="157680" progId="Equation.Ribbit">
                  <p:embed/>
                </p:oleObj>
              </mc:Choice>
              <mc:Fallback>
                <p:oleObj name="Formula" r:id="rId10" imgW="94320" imgH="157680" progId="Equation.Ribbit">
                  <p:embed/>
                  <p:pic>
                    <p:nvPicPr>
                      <p:cNvPr id="9" name="对象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62377" y="3488204"/>
                        <a:ext cx="187325" cy="309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7211347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多分类学习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60350" y="1266825"/>
            <a:ext cx="8616950" cy="4957806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多分类学习方法</a:t>
            </a:r>
            <a:endParaRPr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二分类学习方法推广到多类</a:t>
            </a:r>
            <a:endParaRPr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利用二分类学习器解决多分类问题</a:t>
            </a:r>
            <a:r>
              <a:rPr lang="zh-CN" altLang="en-US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（常用）</a:t>
            </a:r>
            <a:endParaRPr lang="en-US" altLang="zh-CN" dirty="0">
              <a:solidFill>
                <a:srgbClr val="FF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lvl="2">
              <a:lnSpc>
                <a:spcPct val="150000"/>
              </a:lnSpc>
            </a:pP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对问题进行拆分，为拆出的每个二分类任务训练一个分类器</a:t>
            </a:r>
            <a:endParaRPr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lvl="2">
              <a:lnSpc>
                <a:spcPct val="150000"/>
              </a:lnSpc>
            </a:pP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对于每个分类器的预测结果进行集成以获得最终的多分类结果</a:t>
            </a:r>
            <a:endParaRPr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783000" lvl="2" indent="0">
              <a:lnSpc>
                <a:spcPct val="150000"/>
              </a:lnSpc>
              <a:buNone/>
            </a:pPr>
            <a:endParaRPr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</a:pP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拆分策略</a:t>
            </a:r>
            <a:endParaRPr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</a:pP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一对一（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One vs. One, </a:t>
            </a:r>
            <a:r>
              <a:rPr lang="en-US" altLang="zh-CN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OvO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）</a:t>
            </a:r>
            <a:endParaRPr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</a:pP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一对其余（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One vs. Rest, </a:t>
            </a:r>
            <a:r>
              <a:rPr lang="en-US" altLang="zh-CN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OvR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）</a:t>
            </a:r>
            <a:endParaRPr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</a:pP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多对多（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Many vs. Many, </a:t>
            </a:r>
            <a:r>
              <a:rPr lang="en-US" altLang="zh-CN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MvM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）</a:t>
            </a:r>
            <a:endParaRPr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0" indent="0">
              <a:buNone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57851231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多分类学习</a:t>
            </a:r>
            <a:r>
              <a:rPr lang="en-US" altLang="zh-CN" dirty="0">
                <a:latin typeface="+mn-ea"/>
              </a:rPr>
              <a:t>–</a:t>
            </a:r>
            <a:r>
              <a:rPr lang="en-US" altLang="zh-CN" dirty="0"/>
              <a:t> </a:t>
            </a:r>
            <a:r>
              <a:rPr lang="zh-CN" altLang="en-US" dirty="0"/>
              <a:t>一对一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60350" y="1266825"/>
            <a:ext cx="8616950" cy="4722914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拆分阶段</a:t>
            </a:r>
            <a:endParaRPr lang="en-US" altLang="zh-CN" dirty="0"/>
          </a:p>
          <a:p>
            <a:pPr lvl="1">
              <a:lnSpc>
                <a:spcPct val="150000"/>
              </a:lnSpc>
            </a:pPr>
            <a:r>
              <a:rPr lang="en-US" altLang="zh-CN" dirty="0"/>
              <a:t>N</a:t>
            </a:r>
            <a:r>
              <a:rPr lang="zh-CN" altLang="en-US" dirty="0"/>
              <a:t>个类别两两配对</a:t>
            </a:r>
            <a:endParaRPr lang="en-US" altLang="zh-CN" dirty="0"/>
          </a:p>
          <a:p>
            <a:pPr lvl="2">
              <a:lnSpc>
                <a:spcPct val="150000"/>
              </a:lnSpc>
            </a:pPr>
            <a:r>
              <a:rPr lang="en-US" altLang="zh-CN" dirty="0"/>
              <a:t>N(N-1)/2 </a:t>
            </a:r>
            <a:r>
              <a:rPr lang="zh-CN" altLang="en-US" dirty="0"/>
              <a:t>个二类任务</a:t>
            </a:r>
            <a:endParaRPr lang="en-US" altLang="zh-CN" dirty="0"/>
          </a:p>
          <a:p>
            <a:pPr lvl="1">
              <a:lnSpc>
                <a:spcPct val="150000"/>
              </a:lnSpc>
            </a:pPr>
            <a:r>
              <a:rPr lang="zh-CN" altLang="en-US" dirty="0"/>
              <a:t>各个二类任务学习分类器</a:t>
            </a:r>
            <a:endParaRPr lang="en-US" altLang="zh-CN" dirty="0"/>
          </a:p>
          <a:p>
            <a:pPr lvl="2">
              <a:lnSpc>
                <a:spcPct val="150000"/>
              </a:lnSpc>
            </a:pPr>
            <a:r>
              <a:rPr lang="en-US" altLang="zh-CN" dirty="0"/>
              <a:t>N(N-1)/2 </a:t>
            </a:r>
            <a:r>
              <a:rPr lang="zh-CN" altLang="en-US" dirty="0"/>
              <a:t>个二类分类器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测试阶段</a:t>
            </a:r>
            <a:endParaRPr lang="en-US" altLang="zh-CN" dirty="0"/>
          </a:p>
          <a:p>
            <a:pPr lvl="1">
              <a:lnSpc>
                <a:spcPct val="150000"/>
              </a:lnSpc>
            </a:pPr>
            <a:r>
              <a:rPr lang="zh-CN" altLang="en-US" dirty="0"/>
              <a:t>新样本提交给所有分类器预测</a:t>
            </a:r>
            <a:endParaRPr lang="en-US" altLang="zh-CN" dirty="0"/>
          </a:p>
          <a:p>
            <a:pPr lvl="2">
              <a:lnSpc>
                <a:spcPct val="150000"/>
              </a:lnSpc>
            </a:pPr>
            <a:r>
              <a:rPr lang="en-US" altLang="zh-CN" dirty="0"/>
              <a:t>N(N-1)/2 </a:t>
            </a:r>
            <a:r>
              <a:rPr lang="zh-CN" altLang="en-US" dirty="0"/>
              <a:t>个分类结果</a:t>
            </a:r>
            <a:endParaRPr lang="en-US" altLang="zh-CN" dirty="0"/>
          </a:p>
          <a:p>
            <a:pPr lvl="1">
              <a:lnSpc>
                <a:spcPct val="150000"/>
              </a:lnSpc>
            </a:pPr>
            <a:r>
              <a:rPr lang="zh-CN" altLang="en-US" dirty="0"/>
              <a:t>投票产生最终分类结果</a:t>
            </a:r>
            <a:endParaRPr lang="en-US" altLang="zh-CN" dirty="0"/>
          </a:p>
          <a:p>
            <a:pPr lvl="2">
              <a:lnSpc>
                <a:spcPct val="150000"/>
              </a:lnSpc>
            </a:pPr>
            <a:r>
              <a:rPr lang="zh-CN" altLang="en-US" dirty="0"/>
              <a:t>被预测最多的类别为最终类别</a:t>
            </a:r>
          </a:p>
          <a:p>
            <a:pPr marL="0" indent="0">
              <a:buNone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16597176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内容占位符 2"/>
          <p:cNvSpPr txBox="1">
            <a:spLocks/>
          </p:cNvSpPr>
          <p:nvPr/>
        </p:nvSpPr>
        <p:spPr>
          <a:xfrm>
            <a:off x="277171" y="3781309"/>
            <a:ext cx="8616950" cy="2467092"/>
          </a:xfrm>
          <a:prstGeom prst="rect">
            <a:avLst/>
          </a:prstGeom>
        </p:spPr>
        <p:txBody>
          <a:bodyPr vert="horz" lIns="91440" tIns="46800" rIns="91440" bIns="45720" rtlCol="0">
            <a:normAutofit/>
          </a:bodyPr>
          <a:lstStyle>
            <a:lvl1pPr marL="228600" indent="-36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  <a:buSzPct val="100000"/>
              <a:buFont typeface="Wingdings" panose="05000000000000000000" pitchFamily="2" charset="2"/>
              <a:buChar char="p"/>
              <a:defRPr lang="zh-CN" altLang="en-US" sz="2200" kern="1200" baseline="0" dirty="0" smtClean="0">
                <a:solidFill>
                  <a:schemeClr val="tx1"/>
                </a:solidFill>
                <a:latin typeface="Verdana" panose="020B0604030504040204" pitchFamily="34" charset="0"/>
                <a:ea typeface="幼圆" panose="02010509060101010101" pitchFamily="49" charset="-122"/>
                <a:cs typeface="+mn-cs"/>
              </a:defRPr>
            </a:lvl1pPr>
            <a:lvl2pPr marL="685800" indent="-360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23A91"/>
              </a:buClr>
              <a:buFont typeface="Wingdings" panose="05000000000000000000" pitchFamily="2" charset="2"/>
              <a:buChar char="l"/>
              <a:defRPr sz="2000" kern="1200" baseline="0">
                <a:solidFill>
                  <a:schemeClr val="tx1"/>
                </a:solidFill>
                <a:latin typeface="Verdana" panose="020B0604030504040204" pitchFamily="34" charset="0"/>
                <a:ea typeface="幼圆" panose="02010509060101010101" pitchFamily="49" charset="-122"/>
                <a:cs typeface="+mn-cs"/>
              </a:defRPr>
            </a:lvl2pPr>
            <a:lvl3pPr marL="1143000" indent="-360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23A91"/>
              </a:buClr>
              <a:buFont typeface="Wingdings" panose="05000000000000000000" pitchFamily="2" charset="2"/>
              <a:buChar char="l"/>
              <a:defRPr sz="1800" kern="1200" baseline="0">
                <a:solidFill>
                  <a:schemeClr val="tx1"/>
                </a:solidFill>
                <a:latin typeface="Verdana" panose="020B0604030504040204" pitchFamily="34" charset="0"/>
                <a:ea typeface="幼圆" panose="02010509060101010101" pitchFamily="49" charset="-122"/>
                <a:cs typeface="+mn-cs"/>
              </a:defRPr>
            </a:lvl3pPr>
            <a:lvl4pPr marL="1600200" indent="-360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23A91"/>
              </a:buClr>
              <a:buFont typeface="Wingdings" panose="05000000000000000000" pitchFamily="2" charset="2"/>
              <a:buChar char="l"/>
              <a:defRPr sz="1600" kern="1200" baseline="0">
                <a:solidFill>
                  <a:schemeClr val="tx1"/>
                </a:solidFill>
                <a:latin typeface="Verdana" panose="020B0604030504040204" pitchFamily="34" charset="0"/>
                <a:ea typeface="幼圆" panose="02010509060101010101" pitchFamily="49" charset="-122"/>
                <a:cs typeface="+mn-cs"/>
              </a:defRPr>
            </a:lvl4pPr>
            <a:lvl5pPr marL="2057400" indent="-360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23A91"/>
              </a:buClr>
              <a:buFont typeface="Wingdings" panose="05000000000000000000" pitchFamily="2" charset="2"/>
              <a:buChar char="l"/>
              <a:defRPr sz="1600" kern="1200" baseline="0">
                <a:solidFill>
                  <a:schemeClr val="tx1"/>
                </a:solidFill>
                <a:latin typeface="Verdana" panose="020B0604030504040204" pitchFamily="34" charset="0"/>
                <a:ea typeface="幼圆" panose="02010509060101010101" pitchFamily="49" charset="-122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2"/>
              </a:buClr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endParaRPr lang="zh-CN" altLang="en-US" dirty="0"/>
          </a:p>
          <a:p>
            <a:pPr marL="0" indent="0">
              <a:buFont typeface="Wingdings" panose="05000000000000000000" pitchFamily="2" charset="2"/>
              <a:buNone/>
            </a:pPr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多分类学习</a:t>
            </a:r>
            <a:r>
              <a:rPr lang="en-US" altLang="zh-CN" dirty="0">
                <a:latin typeface="+mn-ea"/>
              </a:rPr>
              <a:t>–</a:t>
            </a:r>
            <a:r>
              <a:rPr lang="en-US" altLang="zh-CN" dirty="0"/>
              <a:t> </a:t>
            </a:r>
            <a:r>
              <a:rPr lang="zh-CN" altLang="en-US" dirty="0"/>
              <a:t>一对其余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60350" y="1266825"/>
            <a:ext cx="8616950" cy="4981576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任务拆分</a:t>
            </a:r>
            <a:endParaRPr lang="en-US" altLang="zh-CN" dirty="0"/>
          </a:p>
          <a:p>
            <a:pPr lvl="1">
              <a:lnSpc>
                <a:spcPct val="150000"/>
              </a:lnSpc>
            </a:pPr>
            <a:r>
              <a:rPr lang="zh-CN" altLang="en-US" dirty="0"/>
              <a:t>某一类作为正例，其他反例</a:t>
            </a:r>
            <a:endParaRPr lang="en-US" altLang="zh-CN" dirty="0"/>
          </a:p>
          <a:p>
            <a:pPr lvl="2">
              <a:lnSpc>
                <a:spcPct val="150000"/>
              </a:lnSpc>
            </a:pPr>
            <a:r>
              <a:rPr lang="en-US" altLang="zh-CN" dirty="0"/>
              <a:t>N </a:t>
            </a:r>
            <a:r>
              <a:rPr lang="zh-CN" altLang="en-US" dirty="0"/>
              <a:t>个二类任务</a:t>
            </a:r>
            <a:endParaRPr lang="en-US" altLang="zh-CN" dirty="0"/>
          </a:p>
          <a:p>
            <a:pPr lvl="1">
              <a:lnSpc>
                <a:spcPct val="150000"/>
              </a:lnSpc>
            </a:pPr>
            <a:r>
              <a:rPr lang="zh-CN" altLang="en-US" dirty="0"/>
              <a:t>各个二类任务学习分类器</a:t>
            </a:r>
            <a:endParaRPr lang="en-US" altLang="zh-CN" dirty="0"/>
          </a:p>
          <a:p>
            <a:pPr lvl="2">
              <a:lnSpc>
                <a:spcPct val="150000"/>
              </a:lnSpc>
            </a:pPr>
            <a:r>
              <a:rPr lang="en-US" altLang="zh-CN" dirty="0"/>
              <a:t>N </a:t>
            </a:r>
            <a:r>
              <a:rPr lang="zh-CN" altLang="en-US" dirty="0"/>
              <a:t>个二类分类器</a:t>
            </a:r>
            <a:endParaRPr lang="en-US" altLang="zh-CN" dirty="0"/>
          </a:p>
          <a:p>
            <a:pPr lvl="2">
              <a:lnSpc>
                <a:spcPct val="150000"/>
              </a:lnSpc>
            </a:pP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测试阶段</a:t>
            </a:r>
            <a:endParaRPr lang="en-US" altLang="zh-CN" dirty="0"/>
          </a:p>
          <a:p>
            <a:pPr lvl="1">
              <a:lnSpc>
                <a:spcPct val="150000"/>
              </a:lnSpc>
            </a:pPr>
            <a:r>
              <a:rPr lang="zh-CN" altLang="en-US" dirty="0"/>
              <a:t>新样本提交给所有分类器预测</a:t>
            </a:r>
            <a:endParaRPr lang="en-US" altLang="zh-CN" dirty="0"/>
          </a:p>
          <a:p>
            <a:pPr lvl="2">
              <a:lnSpc>
                <a:spcPct val="150000"/>
              </a:lnSpc>
            </a:pPr>
            <a:r>
              <a:rPr lang="en-US" altLang="zh-CN" dirty="0"/>
              <a:t>N </a:t>
            </a:r>
            <a:r>
              <a:rPr lang="zh-CN" altLang="en-US" dirty="0"/>
              <a:t>个分类结果</a:t>
            </a:r>
            <a:endParaRPr lang="en-US" altLang="zh-CN" dirty="0"/>
          </a:p>
          <a:p>
            <a:pPr lvl="1">
              <a:lnSpc>
                <a:spcPct val="150000"/>
              </a:lnSpc>
            </a:pPr>
            <a:r>
              <a:rPr lang="zh-CN" altLang="en-US" dirty="0"/>
              <a:t>比较各分类器预测置信度</a:t>
            </a:r>
            <a:endParaRPr lang="en-US" altLang="zh-CN" dirty="0"/>
          </a:p>
          <a:p>
            <a:pPr lvl="2">
              <a:lnSpc>
                <a:spcPct val="150000"/>
              </a:lnSpc>
            </a:pPr>
            <a:r>
              <a:rPr lang="zh-CN" altLang="en-US" dirty="0"/>
              <a:t>置信度最大的类别作为最终类别</a:t>
            </a:r>
          </a:p>
          <a:p>
            <a:pPr lvl="1"/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13830312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内容占位符 2"/>
          <p:cNvSpPr txBox="1">
            <a:spLocks/>
          </p:cNvSpPr>
          <p:nvPr/>
        </p:nvSpPr>
        <p:spPr>
          <a:xfrm>
            <a:off x="277171" y="3781309"/>
            <a:ext cx="8616950" cy="2467092"/>
          </a:xfrm>
          <a:prstGeom prst="rect">
            <a:avLst/>
          </a:prstGeom>
        </p:spPr>
        <p:txBody>
          <a:bodyPr vert="horz" lIns="91440" tIns="46800" rIns="91440" bIns="45720" rtlCol="0">
            <a:normAutofit/>
          </a:bodyPr>
          <a:lstStyle>
            <a:lvl1pPr marL="228600" indent="-36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  <a:buSzPct val="100000"/>
              <a:buFont typeface="Wingdings" panose="05000000000000000000" pitchFamily="2" charset="2"/>
              <a:buChar char="p"/>
              <a:defRPr lang="zh-CN" altLang="en-US" sz="2200" kern="1200" baseline="0" dirty="0" smtClean="0">
                <a:solidFill>
                  <a:schemeClr val="tx1"/>
                </a:solidFill>
                <a:latin typeface="Verdana" panose="020B0604030504040204" pitchFamily="34" charset="0"/>
                <a:ea typeface="幼圆" panose="02010509060101010101" pitchFamily="49" charset="-122"/>
                <a:cs typeface="+mn-cs"/>
              </a:defRPr>
            </a:lvl1pPr>
            <a:lvl2pPr marL="685800" indent="-360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23A91"/>
              </a:buClr>
              <a:buFont typeface="Wingdings" panose="05000000000000000000" pitchFamily="2" charset="2"/>
              <a:buChar char="l"/>
              <a:defRPr sz="2000" kern="1200" baseline="0">
                <a:solidFill>
                  <a:schemeClr val="tx1"/>
                </a:solidFill>
                <a:latin typeface="Verdana" panose="020B0604030504040204" pitchFamily="34" charset="0"/>
                <a:ea typeface="幼圆" panose="02010509060101010101" pitchFamily="49" charset="-122"/>
                <a:cs typeface="+mn-cs"/>
              </a:defRPr>
            </a:lvl2pPr>
            <a:lvl3pPr marL="1143000" indent="-360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23A91"/>
              </a:buClr>
              <a:buFont typeface="Wingdings" panose="05000000000000000000" pitchFamily="2" charset="2"/>
              <a:buChar char="l"/>
              <a:defRPr sz="1800" kern="1200" baseline="0">
                <a:solidFill>
                  <a:schemeClr val="tx1"/>
                </a:solidFill>
                <a:latin typeface="Verdana" panose="020B0604030504040204" pitchFamily="34" charset="0"/>
                <a:ea typeface="幼圆" panose="02010509060101010101" pitchFamily="49" charset="-122"/>
                <a:cs typeface="+mn-cs"/>
              </a:defRPr>
            </a:lvl3pPr>
            <a:lvl4pPr marL="1600200" indent="-360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23A91"/>
              </a:buClr>
              <a:buFont typeface="Wingdings" panose="05000000000000000000" pitchFamily="2" charset="2"/>
              <a:buChar char="l"/>
              <a:defRPr sz="1600" kern="1200" baseline="0">
                <a:solidFill>
                  <a:schemeClr val="tx1"/>
                </a:solidFill>
                <a:latin typeface="Verdana" panose="020B0604030504040204" pitchFamily="34" charset="0"/>
                <a:ea typeface="幼圆" panose="02010509060101010101" pitchFamily="49" charset="-122"/>
                <a:cs typeface="+mn-cs"/>
              </a:defRPr>
            </a:lvl4pPr>
            <a:lvl5pPr marL="2057400" indent="-360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23A91"/>
              </a:buClr>
              <a:buFont typeface="Wingdings" panose="05000000000000000000" pitchFamily="2" charset="2"/>
              <a:buChar char="l"/>
              <a:defRPr sz="1600" kern="1200" baseline="0">
                <a:solidFill>
                  <a:schemeClr val="tx1"/>
                </a:solidFill>
                <a:latin typeface="Verdana" panose="020B0604030504040204" pitchFamily="34" charset="0"/>
                <a:ea typeface="幼圆" panose="02010509060101010101" pitchFamily="49" charset="-122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2"/>
              </a:buClr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endParaRPr lang="zh-CN" altLang="en-US" dirty="0"/>
          </a:p>
          <a:p>
            <a:pPr marL="0" indent="0">
              <a:buFont typeface="Wingdings" panose="05000000000000000000" pitchFamily="2" charset="2"/>
              <a:buNone/>
            </a:pPr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多分类学习</a:t>
            </a:r>
            <a:r>
              <a:rPr lang="en-US" altLang="zh-CN" dirty="0">
                <a:latin typeface="+mn-ea"/>
              </a:rPr>
              <a:t>–</a:t>
            </a:r>
            <a:r>
              <a:rPr lang="en-US" altLang="zh-CN" dirty="0"/>
              <a:t> </a:t>
            </a:r>
            <a:r>
              <a:rPr lang="zh-CN" altLang="en-US" dirty="0"/>
              <a:t>两种策略比较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5816" y="1420738"/>
            <a:ext cx="7669325" cy="43383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897623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1" dirty="0"/>
              <a:t>一对一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/>
              <a:t>训练</a:t>
            </a:r>
            <a:r>
              <a:rPr lang="en-US" altLang="zh-CN" dirty="0"/>
              <a:t>N(N-1)/2</a:t>
            </a:r>
            <a:r>
              <a:rPr lang="zh-CN" altLang="en-US" dirty="0"/>
              <a:t>个分类器，存储开销和测试时间大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训练只用两个类的样例，训练时间短</a:t>
            </a:r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altLang="en-US" b="1" dirty="0"/>
              <a:t>一对其余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/>
              <a:t>训练</a:t>
            </a:r>
            <a:r>
              <a:rPr lang="en-US" altLang="zh-CN" dirty="0"/>
              <a:t>N</a:t>
            </a:r>
            <a:r>
              <a:rPr lang="zh-CN" altLang="en-US" dirty="0"/>
              <a:t>个分类器，存储开销和测试时间小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训练用到全部训练样例，训练时间长</a:t>
            </a:r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60350" y="47860"/>
            <a:ext cx="7886700" cy="777874"/>
          </a:xfrm>
        </p:spPr>
        <p:txBody>
          <a:bodyPr/>
          <a:lstStyle/>
          <a:p>
            <a:r>
              <a:rPr lang="zh-CN" altLang="en-US" dirty="0"/>
              <a:t>多分类学习</a:t>
            </a:r>
            <a:r>
              <a:rPr lang="en-US" altLang="zh-CN" dirty="0">
                <a:latin typeface="+mn-ea"/>
              </a:rPr>
              <a:t>–</a:t>
            </a:r>
            <a:r>
              <a:rPr lang="en-US" altLang="zh-CN" dirty="0"/>
              <a:t> </a:t>
            </a:r>
            <a:r>
              <a:rPr lang="zh-CN" altLang="en-US" dirty="0"/>
              <a:t>两种策略比较</a:t>
            </a:r>
          </a:p>
        </p:txBody>
      </p:sp>
      <p:sp>
        <p:nvSpPr>
          <p:cNvPr id="9" name="矩形 8"/>
          <p:cNvSpPr/>
          <p:nvPr/>
        </p:nvSpPr>
        <p:spPr>
          <a:xfrm>
            <a:off x="430306" y="4266097"/>
            <a:ext cx="8148918" cy="1173177"/>
          </a:xfrm>
          <a:prstGeom prst="rect">
            <a:avLst/>
          </a:prstGeom>
          <a:noFill/>
          <a:ln w="508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rgbClr val="C00000"/>
                </a:solidFill>
              </a:rPr>
              <a:t>预测性能取决于具体数据分布，多数情况下两者差不多</a:t>
            </a:r>
          </a:p>
        </p:txBody>
      </p:sp>
    </p:spTree>
    <p:extLst>
      <p:ext uri="{BB962C8B-B14F-4D97-AF65-F5344CB8AC3E}">
        <p14:creationId xmlns:p14="http://schemas.microsoft.com/office/powerpoint/2010/main" val="172017546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多分类学习</a:t>
            </a:r>
            <a:r>
              <a:rPr lang="en-US" altLang="zh-CN" dirty="0">
                <a:latin typeface="+mn-ea"/>
              </a:rPr>
              <a:t>– </a:t>
            </a:r>
            <a:r>
              <a:rPr lang="zh-CN" altLang="en-US" dirty="0"/>
              <a:t>多对多（延伸阅读）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40770" y="1201905"/>
            <a:ext cx="8616950" cy="858907"/>
          </a:xfrm>
        </p:spPr>
        <p:txBody>
          <a:bodyPr/>
          <a:lstStyle/>
          <a:p>
            <a:r>
              <a:rPr lang="zh-CN" altLang="en-US" dirty="0"/>
              <a:t>多对多（</a:t>
            </a:r>
            <a:r>
              <a:rPr lang="en-US" altLang="zh-CN" dirty="0"/>
              <a:t>Many vs Many, </a:t>
            </a:r>
            <a:r>
              <a:rPr lang="en-US" altLang="zh-CN" dirty="0" err="1"/>
              <a:t>MvM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/>
            <a:r>
              <a:rPr lang="zh-CN" altLang="en-US" dirty="0"/>
              <a:t>若干类作为正类，若干类作为反类</a:t>
            </a:r>
          </a:p>
        </p:txBody>
      </p:sp>
      <p:sp>
        <p:nvSpPr>
          <p:cNvPr id="4" name="矩形 3"/>
          <p:cNvSpPr/>
          <p:nvPr/>
        </p:nvSpPr>
        <p:spPr>
          <a:xfrm>
            <a:off x="605322" y="3230742"/>
            <a:ext cx="3541594" cy="110799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zh-CN" altLang="en-US" sz="2200" dirty="0">
                <a:latin typeface="Verdana" panose="020B0604030504040204" pitchFamily="34" charset="0"/>
                <a:ea typeface="幼圆" panose="02010509060101010101" pitchFamily="49" charset="-122"/>
              </a:rPr>
              <a:t>编码：对</a:t>
            </a:r>
            <a:r>
              <a:rPr lang="en-US" altLang="zh-CN" sz="2200" dirty="0">
                <a:latin typeface="Verdana" panose="020B0604030504040204" pitchFamily="34" charset="0"/>
                <a:ea typeface="幼圆" panose="02010509060101010101" pitchFamily="49" charset="-122"/>
              </a:rPr>
              <a:t>N</a:t>
            </a:r>
            <a:r>
              <a:rPr lang="zh-CN" altLang="en-US" sz="2200" dirty="0">
                <a:latin typeface="Verdana" panose="020B0604030504040204" pitchFamily="34" charset="0"/>
                <a:ea typeface="幼圆" panose="02010509060101010101" pitchFamily="49" charset="-122"/>
              </a:rPr>
              <a:t>个类别做</a:t>
            </a:r>
            <a:r>
              <a:rPr lang="en-US" altLang="zh-CN" sz="2200" dirty="0">
                <a:latin typeface="Verdana" panose="020B0604030504040204" pitchFamily="34" charset="0"/>
                <a:ea typeface="幼圆" panose="02010509060101010101" pitchFamily="49" charset="-122"/>
              </a:rPr>
              <a:t>M</a:t>
            </a:r>
            <a:r>
              <a:rPr lang="zh-CN" altLang="en-US" sz="2200" dirty="0">
                <a:latin typeface="Verdana" panose="020B0604030504040204" pitchFamily="34" charset="0"/>
                <a:ea typeface="幼圆" panose="02010509060101010101" pitchFamily="49" charset="-122"/>
              </a:rPr>
              <a:t>次划分，每次划分将一部分类别划为正类，一部分划为反类</a:t>
            </a:r>
          </a:p>
        </p:txBody>
      </p:sp>
      <p:sp>
        <p:nvSpPr>
          <p:cNvPr id="6" name="矩形 5"/>
          <p:cNvSpPr/>
          <p:nvPr/>
        </p:nvSpPr>
        <p:spPr>
          <a:xfrm>
            <a:off x="5136533" y="2846021"/>
            <a:ext cx="3243196" cy="76944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altLang="zh-CN" sz="2200" dirty="0">
                <a:latin typeface="Verdana" panose="020B0604030504040204" pitchFamily="34" charset="0"/>
                <a:ea typeface="幼圆" panose="02010509060101010101" pitchFamily="49" charset="-122"/>
              </a:rPr>
              <a:t>M</a:t>
            </a:r>
            <a:r>
              <a:rPr lang="zh-CN" altLang="en-US" sz="2200" dirty="0">
                <a:latin typeface="Verdana" panose="020B0604030504040204" pitchFamily="34" charset="0"/>
                <a:ea typeface="幼圆" panose="02010509060101010101" pitchFamily="49" charset="-122"/>
              </a:rPr>
              <a:t>个二类任务</a:t>
            </a:r>
            <a:endParaRPr lang="en-US" altLang="zh-CN" sz="2200" dirty="0">
              <a:latin typeface="Verdana" panose="020B0604030504040204" pitchFamily="34" charset="0"/>
              <a:ea typeface="幼圆" panose="02010509060101010101" pitchFamily="49" charset="-122"/>
            </a:endParaRPr>
          </a:p>
          <a:p>
            <a:r>
              <a:rPr lang="zh-CN" altLang="en-US" sz="2200" dirty="0">
                <a:latin typeface="Verdana" panose="020B0604030504040204" pitchFamily="34" charset="0"/>
                <a:ea typeface="幼圆" panose="02010509060101010101" pitchFamily="49" charset="-122"/>
              </a:rPr>
              <a:t>各个类别长度为</a:t>
            </a:r>
            <a:r>
              <a:rPr lang="en-US" altLang="zh-CN" sz="2200" dirty="0">
                <a:latin typeface="Verdana" panose="020B0604030504040204" pitchFamily="34" charset="0"/>
                <a:ea typeface="幼圆" panose="02010509060101010101" pitchFamily="49" charset="-122"/>
              </a:rPr>
              <a:t>M</a:t>
            </a:r>
            <a:r>
              <a:rPr lang="zh-CN" altLang="en-US" sz="2200" dirty="0">
                <a:latin typeface="Verdana" panose="020B0604030504040204" pitchFamily="34" charset="0"/>
                <a:ea typeface="幼圆" panose="02010509060101010101" pitchFamily="49" charset="-122"/>
              </a:rPr>
              <a:t>的编码</a:t>
            </a:r>
            <a:endParaRPr lang="en-US" altLang="zh-CN" sz="2200" dirty="0">
              <a:latin typeface="Verdana" panose="020B0604030504040204" pitchFamily="34" charset="0"/>
              <a:ea typeface="幼圆" panose="02010509060101010101" pitchFamily="49" charset="-122"/>
            </a:endParaRPr>
          </a:p>
        </p:txBody>
      </p:sp>
      <p:cxnSp>
        <p:nvCxnSpPr>
          <p:cNvPr id="12" name="直接箭头连接符 11"/>
          <p:cNvCxnSpPr>
            <a:stCxn id="4" idx="3"/>
            <a:endCxn id="6" idx="1"/>
          </p:cNvCxnSpPr>
          <p:nvPr/>
        </p:nvCxnSpPr>
        <p:spPr>
          <a:xfrm flipV="1">
            <a:off x="4146916" y="3230742"/>
            <a:ext cx="989617" cy="553998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矩形 12"/>
          <p:cNvSpPr/>
          <p:nvPr/>
        </p:nvSpPr>
        <p:spPr>
          <a:xfrm>
            <a:off x="605322" y="4842732"/>
            <a:ext cx="3541594" cy="769441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zh-CN" altLang="en-US" sz="2200" dirty="0">
                <a:latin typeface="Verdana" panose="020B0604030504040204" pitchFamily="34" charset="0"/>
                <a:ea typeface="幼圆" panose="02010509060101010101" pitchFamily="49" charset="-122"/>
              </a:rPr>
              <a:t>解码：测试样本交给</a:t>
            </a:r>
            <a:r>
              <a:rPr lang="en-US" altLang="zh-CN" sz="2200" dirty="0">
                <a:latin typeface="Verdana" panose="020B0604030504040204" pitchFamily="34" charset="0"/>
                <a:ea typeface="幼圆" panose="02010509060101010101" pitchFamily="49" charset="-122"/>
              </a:rPr>
              <a:t>M</a:t>
            </a:r>
            <a:r>
              <a:rPr lang="zh-CN" altLang="en-US" sz="2200" dirty="0">
                <a:latin typeface="Verdana" panose="020B0604030504040204" pitchFamily="34" charset="0"/>
                <a:ea typeface="幼圆" panose="02010509060101010101" pitchFamily="49" charset="-122"/>
              </a:rPr>
              <a:t>个分类器预测</a:t>
            </a:r>
          </a:p>
        </p:txBody>
      </p:sp>
      <p:sp>
        <p:nvSpPr>
          <p:cNvPr id="7" name="矩形 6"/>
          <p:cNvSpPr/>
          <p:nvPr/>
        </p:nvSpPr>
        <p:spPr>
          <a:xfrm>
            <a:off x="5418662" y="5547407"/>
            <a:ext cx="2678938" cy="430887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zh-CN" altLang="en-US" sz="2200" dirty="0">
                <a:latin typeface="Verdana" panose="020B0604030504040204" pitchFamily="34" charset="0"/>
                <a:ea typeface="幼圆" panose="02010509060101010101" pitchFamily="49" charset="-122"/>
              </a:rPr>
              <a:t>长度为</a:t>
            </a:r>
            <a:r>
              <a:rPr lang="en-US" altLang="zh-CN" sz="2200" dirty="0">
                <a:latin typeface="Verdana" panose="020B0604030504040204" pitchFamily="34" charset="0"/>
                <a:ea typeface="幼圆" panose="02010509060101010101" pitchFamily="49" charset="-122"/>
              </a:rPr>
              <a:t>M</a:t>
            </a:r>
            <a:r>
              <a:rPr lang="zh-CN" altLang="en-US" sz="2200" dirty="0">
                <a:latin typeface="Verdana" panose="020B0604030504040204" pitchFamily="34" charset="0"/>
                <a:ea typeface="幼圆" panose="02010509060101010101" pitchFamily="49" charset="-122"/>
              </a:rPr>
              <a:t>的编码预测</a:t>
            </a:r>
          </a:p>
        </p:txBody>
      </p:sp>
      <p:cxnSp>
        <p:nvCxnSpPr>
          <p:cNvPr id="14" name="直接箭头连接符 13"/>
          <p:cNvCxnSpPr>
            <a:stCxn id="13" idx="3"/>
            <a:endCxn id="7" idx="1"/>
          </p:cNvCxnSpPr>
          <p:nvPr/>
        </p:nvCxnSpPr>
        <p:spPr>
          <a:xfrm>
            <a:off x="4146916" y="5227453"/>
            <a:ext cx="1271746" cy="535398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/>
          <p:cNvCxnSpPr>
            <a:stCxn id="7" idx="0"/>
            <a:endCxn id="24" idx="2"/>
          </p:cNvCxnSpPr>
          <p:nvPr/>
        </p:nvCxnSpPr>
        <p:spPr>
          <a:xfrm flipH="1" flipV="1">
            <a:off x="6758130" y="4915964"/>
            <a:ext cx="1" cy="631443"/>
          </a:xfrm>
          <a:prstGeom prst="straightConnector1">
            <a:avLst/>
          </a:prstGeom>
          <a:ln w="1905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23"/>
          <p:cNvSpPr/>
          <p:nvPr/>
        </p:nvSpPr>
        <p:spPr>
          <a:xfrm>
            <a:off x="5826489" y="4146523"/>
            <a:ext cx="1863281" cy="769441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zh-CN" altLang="en-US" sz="2200" dirty="0">
                <a:latin typeface="Verdana" panose="020B0604030504040204" pitchFamily="34" charset="0"/>
                <a:ea typeface="幼圆" panose="02010509060101010101" pitchFamily="49" charset="-122"/>
              </a:rPr>
              <a:t>距离最小的类别为最终类别</a:t>
            </a:r>
          </a:p>
        </p:txBody>
      </p:sp>
      <p:sp>
        <p:nvSpPr>
          <p:cNvPr id="31" name="内容占位符 2"/>
          <p:cNvSpPr txBox="1">
            <a:spLocks/>
          </p:cNvSpPr>
          <p:nvPr/>
        </p:nvSpPr>
        <p:spPr>
          <a:xfrm>
            <a:off x="240770" y="2225488"/>
            <a:ext cx="8616950" cy="858907"/>
          </a:xfrm>
          <a:prstGeom prst="rect">
            <a:avLst/>
          </a:prstGeom>
        </p:spPr>
        <p:txBody>
          <a:bodyPr vert="horz" lIns="91440" tIns="46800" rIns="91440" bIns="45720" rtlCol="0">
            <a:normAutofit/>
          </a:bodyPr>
          <a:lstStyle>
            <a:lvl1pPr marL="228600" indent="-36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  <a:buSzPct val="100000"/>
              <a:buFont typeface="Wingdings" panose="05000000000000000000" pitchFamily="2" charset="2"/>
              <a:buChar char="p"/>
              <a:defRPr lang="zh-CN" altLang="en-US" sz="2200" kern="1200" baseline="0" dirty="0" smtClean="0">
                <a:solidFill>
                  <a:schemeClr val="tx1"/>
                </a:solidFill>
                <a:latin typeface="Verdana" panose="020B0604030504040204" pitchFamily="34" charset="0"/>
                <a:ea typeface="幼圆" panose="02010509060101010101" pitchFamily="49" charset="-122"/>
                <a:cs typeface="+mn-cs"/>
              </a:defRPr>
            </a:lvl1pPr>
            <a:lvl2pPr marL="685800" indent="-360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23A91"/>
              </a:buClr>
              <a:buFont typeface="Wingdings" panose="05000000000000000000" pitchFamily="2" charset="2"/>
              <a:buChar char="l"/>
              <a:defRPr sz="2000" kern="1200" baseline="0">
                <a:solidFill>
                  <a:schemeClr val="tx1"/>
                </a:solidFill>
                <a:latin typeface="Verdana" panose="020B0604030504040204" pitchFamily="34" charset="0"/>
                <a:ea typeface="幼圆" panose="02010509060101010101" pitchFamily="49" charset="-122"/>
                <a:cs typeface="+mn-cs"/>
              </a:defRPr>
            </a:lvl2pPr>
            <a:lvl3pPr marL="1143000" indent="-360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23A91"/>
              </a:buClr>
              <a:buFont typeface="Wingdings" panose="05000000000000000000" pitchFamily="2" charset="2"/>
              <a:buChar char="l"/>
              <a:defRPr sz="1800" kern="1200" baseline="0">
                <a:solidFill>
                  <a:schemeClr val="tx1"/>
                </a:solidFill>
                <a:latin typeface="Verdana" panose="020B0604030504040204" pitchFamily="34" charset="0"/>
                <a:ea typeface="幼圆" panose="02010509060101010101" pitchFamily="49" charset="-122"/>
                <a:cs typeface="+mn-cs"/>
              </a:defRPr>
            </a:lvl3pPr>
            <a:lvl4pPr marL="1600200" indent="-360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23A91"/>
              </a:buClr>
              <a:buFont typeface="Wingdings" panose="05000000000000000000" pitchFamily="2" charset="2"/>
              <a:buChar char="l"/>
              <a:defRPr sz="1600" kern="1200" baseline="0">
                <a:solidFill>
                  <a:schemeClr val="tx1"/>
                </a:solidFill>
                <a:latin typeface="Verdana" panose="020B0604030504040204" pitchFamily="34" charset="0"/>
                <a:ea typeface="幼圆" panose="02010509060101010101" pitchFamily="49" charset="-122"/>
                <a:cs typeface="+mn-cs"/>
              </a:defRPr>
            </a:lvl4pPr>
            <a:lvl5pPr marL="2057400" indent="-360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23A91"/>
              </a:buClr>
              <a:buFont typeface="Wingdings" panose="05000000000000000000" pitchFamily="2" charset="2"/>
              <a:buChar char="l"/>
              <a:defRPr sz="1600" kern="1200" baseline="0">
                <a:solidFill>
                  <a:schemeClr val="tx1"/>
                </a:solidFill>
                <a:latin typeface="Verdana" panose="020B0604030504040204" pitchFamily="34" charset="0"/>
                <a:ea typeface="幼圆" panose="02010509060101010101" pitchFamily="49" charset="-122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2"/>
              </a:buClr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纠错输出码（</a:t>
            </a:r>
            <a:r>
              <a:rPr lang="en-US" altLang="zh-CN" dirty="0"/>
              <a:t>Error Correcting </a:t>
            </a:r>
            <a:r>
              <a:rPr lang="en-US" altLang="zh-CN"/>
              <a:t>Output Codes, </a:t>
            </a:r>
            <a:r>
              <a:rPr lang="en-US" altLang="zh-CN" dirty="0"/>
              <a:t>ECOC</a:t>
            </a:r>
            <a:r>
              <a:rPr lang="zh-CN" altLang="en-US" dirty="0"/>
              <a:t>）</a:t>
            </a:r>
          </a:p>
        </p:txBody>
      </p:sp>
      <p:cxnSp>
        <p:nvCxnSpPr>
          <p:cNvPr id="22" name="直接箭头连接符 21"/>
          <p:cNvCxnSpPr>
            <a:endCxn id="24" idx="0"/>
          </p:cNvCxnSpPr>
          <p:nvPr/>
        </p:nvCxnSpPr>
        <p:spPr>
          <a:xfrm>
            <a:off x="6758129" y="3615462"/>
            <a:ext cx="1" cy="531061"/>
          </a:xfrm>
          <a:prstGeom prst="straightConnector1">
            <a:avLst/>
          </a:prstGeom>
          <a:ln w="1905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502698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多分类学习</a:t>
            </a:r>
            <a:r>
              <a:rPr lang="en-US" altLang="zh-CN" dirty="0">
                <a:latin typeface="+mn-ea"/>
              </a:rPr>
              <a:t>– </a:t>
            </a:r>
            <a:r>
              <a:rPr lang="zh-CN" altLang="en-US" dirty="0"/>
              <a:t>多对多（延伸阅读）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纠错输出码</a:t>
            </a:r>
            <a:r>
              <a:rPr lang="en-US" altLang="zh-CN" dirty="0"/>
              <a:t>(Error Correcting </a:t>
            </a:r>
            <a:r>
              <a:rPr lang="en-US" altLang="zh-CN"/>
              <a:t>Output Codes, </a:t>
            </a:r>
            <a:r>
              <a:rPr lang="en-US" altLang="zh-CN" dirty="0"/>
              <a:t>ECOC)</a:t>
            </a:r>
          </a:p>
          <a:p>
            <a:pPr marL="0" indent="0">
              <a:buNone/>
            </a:pPr>
            <a:r>
              <a:rPr lang="zh-CN" altLang="en-US" dirty="0"/>
              <a:t>    </a:t>
            </a:r>
            <a:r>
              <a:rPr lang="en-US" altLang="zh-CN" dirty="0"/>
              <a:t> </a:t>
            </a:r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                       </a:t>
            </a:r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223192" y="5061570"/>
            <a:ext cx="886365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chemeClr val="tx2"/>
              </a:buClr>
              <a:buFont typeface="Wingdings" pitchFamily="2" charset="2"/>
              <a:buChar char="l"/>
            </a:pPr>
            <a:r>
              <a:rPr lang="en-US" altLang="zh-CN" sz="2000" dirty="0">
                <a:latin typeface="+mj-lt"/>
                <a:ea typeface="幼圆" pitchFamily="49" charset="-122"/>
              </a:rPr>
              <a:t>ECOC</a:t>
            </a:r>
            <a:r>
              <a:rPr lang="zh-CN" altLang="en-US" sz="2000" dirty="0">
                <a:latin typeface="幼圆" pitchFamily="49" charset="-122"/>
                <a:ea typeface="幼圆" pitchFamily="49" charset="-122"/>
              </a:rPr>
              <a:t>编码对分类器错误有一定容忍和修正能力，编码越长、纠错能力越强</a:t>
            </a:r>
            <a:endParaRPr lang="en-US" altLang="zh-CN" sz="2000" dirty="0">
              <a:latin typeface="幼圆" pitchFamily="49" charset="-122"/>
              <a:ea typeface="幼圆" pitchFamily="49" charset="-122"/>
            </a:endParaRPr>
          </a:p>
          <a:p>
            <a:pPr marL="342900" indent="-342900">
              <a:buClr>
                <a:schemeClr val="tx2"/>
              </a:buClr>
              <a:buFont typeface="Wingdings" pitchFamily="2" charset="2"/>
              <a:buChar char="l"/>
            </a:pPr>
            <a:r>
              <a:rPr lang="zh-CN" altLang="en-US" sz="2000" dirty="0">
                <a:latin typeface="幼圆" pitchFamily="49" charset="-122"/>
                <a:ea typeface="幼圆" pitchFamily="49" charset="-122"/>
              </a:rPr>
              <a:t>对同等长度的编码，理论上来说，任意两个类别之间的编码距离越远，则纠错能力越强</a:t>
            </a:r>
            <a:endParaRPr lang="en-US" altLang="zh-CN" sz="2000" dirty="0">
              <a:latin typeface="幼圆" pitchFamily="49" charset="-122"/>
              <a:ea typeface="幼圆" pitchFamily="49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986845" y="4358143"/>
            <a:ext cx="3150221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dirty="0">
                <a:solidFill>
                  <a:srgbClr val="FF0000"/>
                </a:solidFill>
              </a:rPr>
              <a:t>[</a:t>
            </a:r>
            <a:r>
              <a:rPr lang="en-US" altLang="zh-CN" sz="1600" dirty="0" err="1">
                <a:solidFill>
                  <a:srgbClr val="FF0000"/>
                </a:solidFill>
              </a:rPr>
              <a:t>Dietterich</a:t>
            </a:r>
            <a:r>
              <a:rPr lang="en-US" altLang="zh-CN" sz="1600" dirty="0">
                <a:solidFill>
                  <a:srgbClr val="FF0000"/>
                </a:solidFill>
              </a:rPr>
              <a:t> and Bakiri,1995]</a:t>
            </a:r>
            <a:endParaRPr lang="zh-CN" altLang="en-US" sz="1600" dirty="0">
              <a:solidFill>
                <a:srgbClr val="FF0000"/>
              </a:solidFill>
            </a:endParaRPr>
          </a:p>
        </p:txBody>
      </p:sp>
      <p:sp>
        <p:nvSpPr>
          <p:cNvPr id="10" name="矩形 9"/>
          <p:cNvSpPr/>
          <p:nvPr/>
        </p:nvSpPr>
        <p:spPr>
          <a:xfrm>
            <a:off x="5187631" y="4358143"/>
            <a:ext cx="229261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dirty="0">
                <a:solidFill>
                  <a:srgbClr val="FF0000"/>
                </a:solidFill>
              </a:rPr>
              <a:t>[</a:t>
            </a:r>
            <a:r>
              <a:rPr lang="en-US" altLang="zh-CN" sz="1600" dirty="0" err="1">
                <a:solidFill>
                  <a:srgbClr val="FF0000"/>
                </a:solidFill>
              </a:rPr>
              <a:t>Allwein</a:t>
            </a:r>
            <a:r>
              <a:rPr lang="en-US" altLang="zh-CN" sz="1600" dirty="0">
                <a:solidFill>
                  <a:srgbClr val="FF0000"/>
                </a:solidFill>
              </a:rPr>
              <a:t> et al. 2000]</a:t>
            </a:r>
            <a:endParaRPr lang="zh-CN" altLang="en-US" sz="1600" dirty="0">
              <a:solidFill>
                <a:srgbClr val="FF0000"/>
              </a:solidFill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174" y="1632685"/>
            <a:ext cx="8087403" cy="26883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5914953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类别不平衡问题 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60350" y="1266824"/>
            <a:ext cx="8616950" cy="4972561"/>
          </a:xfrm>
        </p:spPr>
        <p:txBody>
          <a:bodyPr>
            <a:normAutofit/>
          </a:bodyPr>
          <a:lstStyle/>
          <a:p>
            <a:r>
              <a:rPr lang="zh-CN" altLang="en-US" dirty="0"/>
              <a:t>类别不平衡（</a:t>
            </a:r>
            <a:r>
              <a:rPr lang="en-US" altLang="zh-CN" dirty="0"/>
              <a:t>class imbalance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/>
            <a:r>
              <a:rPr lang="zh-CN" altLang="en-US" dirty="0"/>
              <a:t>不同类别训练样例数相差很大情况（假设正类为小类）</a:t>
            </a:r>
            <a:endParaRPr lang="en-US" altLang="zh-CN" dirty="0"/>
          </a:p>
          <a:p>
            <a:pPr marL="342900" indent="-342900"/>
            <a:endParaRPr lang="en-US" altLang="zh-CN" dirty="0"/>
          </a:p>
          <a:p>
            <a:pPr marL="342900" indent="-342900"/>
            <a:endParaRPr lang="en-US" altLang="zh-CN" dirty="0"/>
          </a:p>
          <a:p>
            <a:pPr marL="342900" indent="-342900"/>
            <a:endParaRPr lang="en-US" altLang="zh-CN" dirty="0"/>
          </a:p>
          <a:p>
            <a:pPr marL="342900" indent="-342900"/>
            <a:endParaRPr lang="en-US" altLang="zh-CN" dirty="0"/>
          </a:p>
          <a:p>
            <a:pPr marL="342900" indent="-342900"/>
            <a:r>
              <a:rPr lang="zh-CN" altLang="en-US" dirty="0"/>
              <a:t>再缩放</a:t>
            </a:r>
            <a:endParaRPr lang="en-US" altLang="zh-CN" dirty="0"/>
          </a:p>
          <a:p>
            <a:pPr marL="800100" lvl="1" indent="-342900"/>
            <a:r>
              <a:rPr lang="zh-CN" altLang="en-US" dirty="0"/>
              <a:t>欠采样（</a:t>
            </a:r>
            <a:r>
              <a:rPr lang="en-US" altLang="zh-CN" dirty="0" err="1"/>
              <a:t>undersampling</a:t>
            </a:r>
            <a:r>
              <a:rPr lang="zh-CN" altLang="en-US" dirty="0"/>
              <a:t>）</a:t>
            </a:r>
            <a:endParaRPr lang="en-US" altLang="zh-CN" dirty="0"/>
          </a:p>
          <a:p>
            <a:pPr marL="1257300" lvl="2" indent="-342900"/>
            <a:r>
              <a:rPr lang="zh-CN" altLang="en-US" dirty="0"/>
              <a:t>去除一些反例使正反例数目接近（</a:t>
            </a:r>
            <a:r>
              <a:rPr lang="en-US" altLang="zh-CN" dirty="0" err="1"/>
              <a:t>EasyEnsemble</a:t>
            </a:r>
            <a:r>
              <a:rPr lang="en-US" altLang="zh-CN" dirty="0"/>
              <a:t> </a:t>
            </a:r>
            <a:r>
              <a:rPr lang="en-US" altLang="zh-CN" sz="1400" dirty="0">
                <a:solidFill>
                  <a:srgbClr val="FF0000"/>
                </a:solidFill>
              </a:rPr>
              <a:t>[Liu et al.,2009]</a:t>
            </a:r>
            <a:r>
              <a:rPr lang="zh-CN" altLang="en-US" dirty="0"/>
              <a:t>）</a:t>
            </a:r>
            <a:endParaRPr lang="en-US" altLang="zh-CN" dirty="0"/>
          </a:p>
          <a:p>
            <a:pPr marL="800100" lvl="1" indent="-342900"/>
            <a:r>
              <a:rPr lang="zh-CN" altLang="en-US" dirty="0"/>
              <a:t>过采样（</a:t>
            </a:r>
            <a:r>
              <a:rPr lang="en-US" altLang="zh-CN" dirty="0"/>
              <a:t>oversampling</a:t>
            </a:r>
            <a:r>
              <a:rPr lang="zh-CN" altLang="en-US" dirty="0"/>
              <a:t>）</a:t>
            </a:r>
            <a:endParaRPr lang="en-US" altLang="zh-CN" dirty="0"/>
          </a:p>
          <a:p>
            <a:pPr marL="1257300" lvl="2" indent="-342900"/>
            <a:r>
              <a:rPr lang="zh-CN" altLang="en-US" dirty="0"/>
              <a:t>增加一些正例使正反例数目接近（</a:t>
            </a:r>
            <a:r>
              <a:rPr lang="en-US" altLang="zh-CN" dirty="0"/>
              <a:t>SMOTE </a:t>
            </a:r>
            <a:r>
              <a:rPr lang="en-US" altLang="zh-CN" sz="1600" dirty="0">
                <a:solidFill>
                  <a:srgbClr val="FF0000"/>
                </a:solidFill>
              </a:rPr>
              <a:t>[Chawla et al.2002]</a:t>
            </a:r>
            <a:r>
              <a:rPr lang="zh-CN" altLang="en-US" dirty="0"/>
              <a:t>）</a:t>
            </a:r>
            <a:endParaRPr lang="en-US" altLang="zh-CN" dirty="0"/>
          </a:p>
          <a:p>
            <a:pPr marL="800100" lvl="1" indent="-342900"/>
            <a:r>
              <a:rPr lang="zh-CN" altLang="en-US" dirty="0"/>
              <a:t>阈值移动（</a:t>
            </a:r>
            <a:r>
              <a:rPr lang="en-US" altLang="zh-CN" dirty="0"/>
              <a:t>threshold-moving</a:t>
            </a:r>
            <a:r>
              <a:rPr lang="zh-CN" altLang="en-US" dirty="0"/>
              <a:t>）</a:t>
            </a:r>
            <a:endParaRPr lang="en-US" altLang="zh-CN" dirty="0">
              <a:solidFill>
                <a:srgbClr val="00B0F0"/>
              </a:solidFill>
            </a:endParaRPr>
          </a:p>
          <a:p>
            <a:pPr marL="800100" lvl="1" indent="-342900"/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lvl="1"/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</p:txBody>
      </p:sp>
      <p:sp>
        <p:nvSpPr>
          <p:cNvPr id="4" name="TextBox 3"/>
          <p:cNvSpPr txBox="1"/>
          <p:nvPr/>
        </p:nvSpPr>
        <p:spPr>
          <a:xfrm>
            <a:off x="692667" y="2420150"/>
            <a:ext cx="22685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类别平衡正例预测</a:t>
            </a:r>
          </a:p>
        </p:txBody>
      </p:sp>
      <p:sp>
        <p:nvSpPr>
          <p:cNvPr id="5" name="右箭头 4"/>
          <p:cNvSpPr/>
          <p:nvPr/>
        </p:nvSpPr>
        <p:spPr>
          <a:xfrm>
            <a:off x="4130434" y="2425677"/>
            <a:ext cx="723332" cy="457283"/>
          </a:xfrm>
          <a:prstGeom prst="rightArrow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内容占位符 2"/>
          <p:cNvSpPr txBox="1">
            <a:spLocks/>
          </p:cNvSpPr>
          <p:nvPr/>
        </p:nvSpPr>
        <p:spPr>
          <a:xfrm>
            <a:off x="276843" y="3579421"/>
            <a:ext cx="8616950" cy="1278329"/>
          </a:xfrm>
          <a:prstGeom prst="rect">
            <a:avLst/>
          </a:prstGeom>
        </p:spPr>
        <p:txBody>
          <a:bodyPr vert="horz" lIns="91440" tIns="46800" rIns="91440" bIns="45720" rtlCol="0">
            <a:normAutofit/>
          </a:bodyPr>
          <a:lstStyle>
            <a:lvl1pPr marL="228600" indent="-36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  <a:buSzPct val="100000"/>
              <a:buFont typeface="Wingdings" panose="05000000000000000000" pitchFamily="2" charset="2"/>
              <a:buChar char="p"/>
              <a:defRPr lang="zh-CN" altLang="en-US" sz="2200" kern="1200" baseline="0" dirty="0" smtClean="0">
                <a:solidFill>
                  <a:schemeClr val="tx1"/>
                </a:solidFill>
                <a:latin typeface="Verdana" panose="020B0604030504040204" pitchFamily="34" charset="0"/>
                <a:ea typeface="幼圆" panose="02010509060101010101" pitchFamily="49" charset="-122"/>
                <a:cs typeface="+mn-cs"/>
              </a:defRPr>
            </a:lvl1pPr>
            <a:lvl2pPr marL="685800" indent="-360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23A91"/>
              </a:buClr>
              <a:buFont typeface="Wingdings" panose="05000000000000000000" pitchFamily="2" charset="2"/>
              <a:buChar char="l"/>
              <a:defRPr sz="2000" kern="1200" baseline="0">
                <a:solidFill>
                  <a:schemeClr val="tx1"/>
                </a:solidFill>
                <a:latin typeface="Verdana" panose="020B0604030504040204" pitchFamily="34" charset="0"/>
                <a:ea typeface="幼圆" panose="02010509060101010101" pitchFamily="49" charset="-122"/>
                <a:cs typeface="+mn-cs"/>
              </a:defRPr>
            </a:lvl2pPr>
            <a:lvl3pPr marL="1143000" indent="-360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23A91"/>
              </a:buClr>
              <a:buFont typeface="Wingdings" panose="05000000000000000000" pitchFamily="2" charset="2"/>
              <a:buChar char="l"/>
              <a:defRPr sz="1800" kern="1200" baseline="0">
                <a:solidFill>
                  <a:schemeClr val="tx1"/>
                </a:solidFill>
                <a:latin typeface="Verdana" panose="020B0604030504040204" pitchFamily="34" charset="0"/>
                <a:ea typeface="幼圆" panose="02010509060101010101" pitchFamily="49" charset="-122"/>
                <a:cs typeface="+mn-cs"/>
              </a:defRPr>
            </a:lvl3pPr>
            <a:lvl4pPr marL="1600200" indent="-360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23A91"/>
              </a:buClr>
              <a:buFont typeface="Wingdings" panose="05000000000000000000" pitchFamily="2" charset="2"/>
              <a:buChar char="l"/>
              <a:defRPr sz="1600" kern="1200" baseline="0">
                <a:solidFill>
                  <a:schemeClr val="tx1"/>
                </a:solidFill>
                <a:latin typeface="Verdana" panose="020B0604030504040204" pitchFamily="34" charset="0"/>
                <a:ea typeface="幼圆" panose="02010509060101010101" pitchFamily="49" charset="-122"/>
                <a:cs typeface="+mn-cs"/>
              </a:defRPr>
            </a:lvl4pPr>
            <a:lvl5pPr marL="2057400" indent="-360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23A91"/>
              </a:buClr>
              <a:buFont typeface="Wingdings" panose="05000000000000000000" pitchFamily="2" charset="2"/>
              <a:buChar char="l"/>
              <a:defRPr sz="1600" kern="1200" baseline="0">
                <a:solidFill>
                  <a:schemeClr val="tx1"/>
                </a:solidFill>
                <a:latin typeface="Verdana" panose="020B0604030504040204" pitchFamily="34" charset="0"/>
                <a:ea typeface="幼圆" panose="02010509060101010101" pitchFamily="49" charset="-122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2"/>
              </a:buClr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sz="2000" dirty="0">
              <a:solidFill>
                <a:srgbClr val="00B0F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826894" y="2420150"/>
            <a:ext cx="17732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正负类比例</a:t>
            </a:r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91796957"/>
              </p:ext>
            </p:extLst>
          </p:nvPr>
        </p:nvGraphicFramePr>
        <p:xfrm>
          <a:off x="2845718" y="2429662"/>
          <a:ext cx="968375" cy="42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rmula" r:id="rId2" imgW="484200" imgH="214920" progId="Equation.Ribbit">
                  <p:embed/>
                </p:oleObj>
              </mc:Choice>
              <mc:Fallback>
                <p:oleObj name="Formula" r:id="rId2" imgW="484200" imgH="214920" progId="Equation.Ribbit">
                  <p:embed/>
                  <p:pic>
                    <p:nvPicPr>
                      <p:cNvPr id="6" name="对象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5718" y="2429662"/>
                        <a:ext cx="968375" cy="422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20370035"/>
              </p:ext>
            </p:extLst>
          </p:nvPr>
        </p:nvGraphicFramePr>
        <p:xfrm>
          <a:off x="5290453" y="2402248"/>
          <a:ext cx="1225550" cy="487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rmula" r:id="rId4" imgW="612360" imgH="247680" progId="Equation.Ribbit">
                  <p:embed/>
                </p:oleObj>
              </mc:Choice>
              <mc:Fallback>
                <p:oleObj name="Formula" r:id="rId4" imgW="612360" imgH="247680" progId="Equation.Ribbit">
                  <p:embed/>
                  <p:pic>
                    <p:nvPicPr>
                      <p:cNvPr id="7" name="对象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90453" y="2402248"/>
                        <a:ext cx="1225550" cy="487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576219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优化提要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/>
              <a:t>各任务下（回归、分类）各个模型优化的目标</a:t>
            </a:r>
            <a:endParaRPr lang="en-US" altLang="zh-CN" dirty="0"/>
          </a:p>
          <a:p>
            <a:pPr lvl="1">
              <a:lnSpc>
                <a:spcPct val="150000"/>
              </a:lnSpc>
            </a:pPr>
            <a:r>
              <a:rPr lang="zh-CN" altLang="en-US" dirty="0">
                <a:latin typeface="幼圆" pitchFamily="49" charset="-122"/>
              </a:rPr>
              <a:t>最小二乘法：最小化均方误差</a:t>
            </a:r>
            <a:endParaRPr lang="en-US" altLang="zh-CN" dirty="0">
              <a:latin typeface="幼圆" pitchFamily="49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dirty="0">
                <a:latin typeface="幼圆" pitchFamily="49" charset="-122"/>
              </a:rPr>
              <a:t>对数几率回归：最大化样本分布似然</a:t>
            </a:r>
            <a:endParaRPr lang="en-US" altLang="zh-CN" dirty="0">
              <a:latin typeface="幼圆" pitchFamily="49" charset="-122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参数的优化方法</a:t>
            </a:r>
            <a:endParaRPr lang="en-US" altLang="zh-CN" dirty="0"/>
          </a:p>
          <a:p>
            <a:pPr lvl="1">
              <a:lnSpc>
                <a:spcPct val="150000"/>
              </a:lnSpc>
            </a:pPr>
            <a:r>
              <a:rPr lang="zh-CN" altLang="en-US" dirty="0">
                <a:latin typeface="幼圆" pitchFamily="49" charset="-122"/>
              </a:rPr>
              <a:t>最小二乘法：线性代数</a:t>
            </a:r>
            <a:endParaRPr lang="en-US" altLang="zh-CN" dirty="0">
              <a:latin typeface="幼圆" pitchFamily="49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dirty="0">
                <a:latin typeface="幼圆" pitchFamily="49" charset="-122"/>
              </a:rPr>
              <a:t>对数几率回归：凸优化梯度下降、牛顿法</a:t>
            </a:r>
            <a:endParaRPr lang="en-US" altLang="zh-CN" dirty="0">
              <a:latin typeface="幼圆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3499575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优化提要</a:t>
            </a: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545A194D-FEA6-433D-11CE-38093FFB04EC}"/>
              </a:ext>
            </a:extLst>
          </p:cNvPr>
          <p:cNvSpPr txBox="1">
            <a:spLocks/>
          </p:cNvSpPr>
          <p:nvPr/>
        </p:nvSpPr>
        <p:spPr>
          <a:xfrm>
            <a:off x="-551846" y="1271158"/>
            <a:ext cx="10972800" cy="493776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itchFamily="2" charset="2"/>
              <a:buChar char="Ø"/>
            </a:pPr>
            <a:endParaRPr lang="zh-CN" altLang="en-US" sz="2000" dirty="0">
              <a:latin typeface="FangSong" panose="02010609060101010101" pitchFamily="49" charset="-122"/>
              <a:ea typeface="FangSong" panose="02010609060101010101" pitchFamily="49" charset="-122"/>
            </a:endParaRPr>
          </a:p>
        </p:txBody>
      </p:sp>
      <p:sp>
        <p:nvSpPr>
          <p:cNvPr id="7" name="圆柱体 6">
            <a:extLst>
              <a:ext uri="{FF2B5EF4-FFF2-40B4-BE49-F238E27FC236}">
                <a16:creationId xmlns:a16="http://schemas.microsoft.com/office/drawing/2014/main" id="{4D804482-A510-47DD-25FE-D454F874AABC}"/>
              </a:ext>
            </a:extLst>
          </p:cNvPr>
          <p:cNvSpPr/>
          <p:nvPr/>
        </p:nvSpPr>
        <p:spPr>
          <a:xfrm>
            <a:off x="229360" y="2936206"/>
            <a:ext cx="1210733" cy="838200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>
                <a:latin typeface="+mn-ea"/>
              </a:rPr>
              <a:t>数据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430E12B9-CD79-B094-C7B1-D4EF7A99B1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6957" y="2359874"/>
            <a:ext cx="2870611" cy="2137832"/>
          </a:xfrm>
          <a:prstGeom prst="rect">
            <a:avLst/>
          </a:prstGeom>
        </p:spPr>
      </p:pic>
      <p:sp>
        <p:nvSpPr>
          <p:cNvPr id="9" name="圆角矩形 8">
            <a:extLst>
              <a:ext uri="{FF2B5EF4-FFF2-40B4-BE49-F238E27FC236}">
                <a16:creationId xmlns:a16="http://schemas.microsoft.com/office/drawing/2014/main" id="{E36BA19F-951C-A02C-B8A7-D8FB7A1DE239}"/>
              </a:ext>
            </a:extLst>
          </p:cNvPr>
          <p:cNvSpPr/>
          <p:nvPr/>
        </p:nvSpPr>
        <p:spPr>
          <a:xfrm>
            <a:off x="7304330" y="3159916"/>
            <a:ext cx="1321355" cy="541867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>
                <a:latin typeface="+mn-ea"/>
              </a:rPr>
              <a:t>目标函数</a:t>
            </a:r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41627105-1F0C-C1B2-FAA9-64F72F93BF02}"/>
              </a:ext>
            </a:extLst>
          </p:cNvPr>
          <p:cNvSpPr/>
          <p:nvPr/>
        </p:nvSpPr>
        <p:spPr>
          <a:xfrm>
            <a:off x="5518834" y="968943"/>
            <a:ext cx="1321355" cy="541867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>
                <a:latin typeface="+mn-ea"/>
              </a:rPr>
              <a:t>优化算法</a:t>
            </a:r>
          </a:p>
        </p:txBody>
      </p:sp>
      <p:sp>
        <p:nvSpPr>
          <p:cNvPr id="11" name="右箭头 10">
            <a:extLst>
              <a:ext uri="{FF2B5EF4-FFF2-40B4-BE49-F238E27FC236}">
                <a16:creationId xmlns:a16="http://schemas.microsoft.com/office/drawing/2014/main" id="{44C71138-FA69-6A74-4EC4-D3964F7FAD08}"/>
              </a:ext>
            </a:extLst>
          </p:cNvPr>
          <p:cNvSpPr/>
          <p:nvPr/>
        </p:nvSpPr>
        <p:spPr>
          <a:xfrm>
            <a:off x="1683294" y="3155680"/>
            <a:ext cx="1210733" cy="34713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+mn-ea"/>
            </a:endParaRPr>
          </a:p>
        </p:txBody>
      </p:sp>
      <p:cxnSp>
        <p:nvCxnSpPr>
          <p:cNvPr id="12" name="曲线连接符 11">
            <a:extLst>
              <a:ext uri="{FF2B5EF4-FFF2-40B4-BE49-F238E27FC236}">
                <a16:creationId xmlns:a16="http://schemas.microsoft.com/office/drawing/2014/main" id="{963EC254-6AB2-ECED-D14D-6A13466FC60C}"/>
              </a:ext>
            </a:extLst>
          </p:cNvPr>
          <p:cNvCxnSpPr>
            <a:cxnSpLocks/>
            <a:stCxn id="9" idx="0"/>
            <a:endCxn id="10" idx="3"/>
          </p:cNvCxnSpPr>
          <p:nvPr/>
        </p:nvCxnSpPr>
        <p:spPr>
          <a:xfrm rot="16200000" flipV="1">
            <a:off x="6442580" y="1637487"/>
            <a:ext cx="1920039" cy="1124819"/>
          </a:xfrm>
          <a:prstGeom prst="curvedConnector2">
            <a:avLst/>
          </a:prstGeom>
          <a:ln w="12700">
            <a:solidFill>
              <a:srgbClr val="00B05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曲线连接符 12">
            <a:extLst>
              <a:ext uri="{FF2B5EF4-FFF2-40B4-BE49-F238E27FC236}">
                <a16:creationId xmlns:a16="http://schemas.microsoft.com/office/drawing/2014/main" id="{B6C99158-A18F-4C21-616A-9FF53FAE428A}"/>
              </a:ext>
            </a:extLst>
          </p:cNvPr>
          <p:cNvCxnSpPr>
            <a:cxnSpLocks/>
            <a:stCxn id="10" idx="1"/>
            <a:endCxn id="8" idx="0"/>
          </p:cNvCxnSpPr>
          <p:nvPr/>
        </p:nvCxnSpPr>
        <p:spPr>
          <a:xfrm rot="10800000" flipV="1">
            <a:off x="4532264" y="1239876"/>
            <a:ext cx="986571" cy="1119997"/>
          </a:xfrm>
          <a:prstGeom prst="curvedConnector2">
            <a:avLst/>
          </a:prstGeom>
          <a:ln w="12700">
            <a:solidFill>
              <a:srgbClr val="00B05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线箭头连接符 13">
            <a:extLst>
              <a:ext uri="{FF2B5EF4-FFF2-40B4-BE49-F238E27FC236}">
                <a16:creationId xmlns:a16="http://schemas.microsoft.com/office/drawing/2014/main" id="{15AA3C49-4244-3DA1-4F78-984D825E9025}"/>
              </a:ext>
            </a:extLst>
          </p:cNvPr>
          <p:cNvCxnSpPr/>
          <p:nvPr/>
        </p:nvCxnSpPr>
        <p:spPr>
          <a:xfrm>
            <a:off x="6085685" y="3428790"/>
            <a:ext cx="1100667" cy="0"/>
          </a:xfrm>
          <a:prstGeom prst="straightConnector1">
            <a:avLst/>
          </a:prstGeom>
          <a:ln w="12700">
            <a:solidFill>
              <a:srgbClr val="00B05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棱台 14">
            <a:extLst>
              <a:ext uri="{FF2B5EF4-FFF2-40B4-BE49-F238E27FC236}">
                <a16:creationId xmlns:a16="http://schemas.microsoft.com/office/drawing/2014/main" id="{180DB29E-989B-514E-43CB-744325412FB6}"/>
              </a:ext>
            </a:extLst>
          </p:cNvPr>
          <p:cNvSpPr/>
          <p:nvPr/>
        </p:nvSpPr>
        <p:spPr>
          <a:xfrm>
            <a:off x="3291685" y="5477887"/>
            <a:ext cx="1693333" cy="685800"/>
          </a:xfrm>
          <a:prstGeom prst="bevel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>
                <a:latin typeface="+mn-ea"/>
              </a:rPr>
              <a:t>模型和参数</a:t>
            </a:r>
          </a:p>
        </p:txBody>
      </p:sp>
      <p:sp>
        <p:nvSpPr>
          <p:cNvPr id="16" name="下箭头 15">
            <a:extLst>
              <a:ext uri="{FF2B5EF4-FFF2-40B4-BE49-F238E27FC236}">
                <a16:creationId xmlns:a16="http://schemas.microsoft.com/office/drawing/2014/main" id="{EF0BC2F2-6558-C294-C55E-C99374F74213}"/>
              </a:ext>
            </a:extLst>
          </p:cNvPr>
          <p:cNvSpPr/>
          <p:nvPr/>
        </p:nvSpPr>
        <p:spPr>
          <a:xfrm>
            <a:off x="4019819" y="4650046"/>
            <a:ext cx="237066" cy="69672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+mn-ea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DAC718C1-2AA9-87CE-F164-7FD786D5C282}"/>
              </a:ext>
            </a:extLst>
          </p:cNvPr>
          <p:cNvSpPr txBox="1"/>
          <p:nvPr/>
        </p:nvSpPr>
        <p:spPr>
          <a:xfrm>
            <a:off x="1497368" y="2878681"/>
            <a:ext cx="14539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200" b="1" dirty="0">
                <a:solidFill>
                  <a:srgbClr val="FF0000"/>
                </a:solidFill>
                <a:latin typeface="+mn-ea"/>
              </a:rPr>
              <a:t>（</a:t>
            </a: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1</a:t>
            </a:r>
            <a:r>
              <a:rPr kumimoji="1" lang="zh-CN" altLang="en-US" sz="1200" b="1" dirty="0">
                <a:solidFill>
                  <a:srgbClr val="FF0000"/>
                </a:solidFill>
                <a:latin typeface="+mn-ea"/>
              </a:rPr>
              <a:t>）读写和处理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0EC23F7D-E3B8-0F40-3582-857A65863BDC}"/>
              </a:ext>
            </a:extLst>
          </p:cNvPr>
          <p:cNvSpPr txBox="1"/>
          <p:nvPr/>
        </p:nvSpPr>
        <p:spPr>
          <a:xfrm>
            <a:off x="7737302" y="2105881"/>
            <a:ext cx="14539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400" b="1" dirty="0">
                <a:latin typeface="+mn-ea"/>
              </a:rPr>
              <a:t>（</a:t>
            </a:r>
            <a:r>
              <a:rPr kumimoji="1" lang="en-US" altLang="zh-CN" sz="1400" b="1" dirty="0">
                <a:latin typeface="+mn-ea"/>
              </a:rPr>
              <a:t>2</a:t>
            </a:r>
            <a:r>
              <a:rPr kumimoji="1" lang="zh-CN" altLang="en-US" sz="1400" b="1" dirty="0">
                <a:latin typeface="+mn-ea"/>
              </a:rPr>
              <a:t>）自动求导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30E4F6E5-8639-3195-B491-13AA44C826FA}"/>
              </a:ext>
            </a:extLst>
          </p:cNvPr>
          <p:cNvSpPr txBox="1"/>
          <p:nvPr/>
        </p:nvSpPr>
        <p:spPr>
          <a:xfrm>
            <a:off x="3411384" y="1443022"/>
            <a:ext cx="14539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400" b="1" dirty="0">
                <a:solidFill>
                  <a:srgbClr val="FF0000"/>
                </a:solidFill>
                <a:latin typeface="+mn-ea"/>
              </a:rPr>
              <a:t>（</a:t>
            </a:r>
            <a:r>
              <a:rPr kumimoji="1" lang="en-US" altLang="zh-CN" sz="1400" b="1" dirty="0">
                <a:solidFill>
                  <a:srgbClr val="FF0000"/>
                </a:solidFill>
                <a:latin typeface="+mn-ea"/>
              </a:rPr>
              <a:t>3</a:t>
            </a:r>
            <a:r>
              <a:rPr kumimoji="1" lang="zh-CN" altLang="en-US" sz="1400" b="1" dirty="0">
                <a:solidFill>
                  <a:srgbClr val="FF0000"/>
                </a:solidFill>
                <a:latin typeface="+mn-ea"/>
              </a:rPr>
              <a:t>）参数更新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28D08AD2-C097-A81C-BBDF-C3F5492C5218}"/>
              </a:ext>
            </a:extLst>
          </p:cNvPr>
          <p:cNvSpPr txBox="1"/>
          <p:nvPr/>
        </p:nvSpPr>
        <p:spPr>
          <a:xfrm>
            <a:off x="4138351" y="4849297"/>
            <a:ext cx="14539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400" b="1" dirty="0">
                <a:solidFill>
                  <a:srgbClr val="FF0000"/>
                </a:solidFill>
                <a:latin typeface="+mn-ea"/>
              </a:rPr>
              <a:t>（</a:t>
            </a:r>
            <a:r>
              <a:rPr kumimoji="1" lang="en-US" altLang="zh-CN" sz="1400" b="1" dirty="0">
                <a:solidFill>
                  <a:srgbClr val="FF0000"/>
                </a:solidFill>
                <a:latin typeface="+mn-ea"/>
              </a:rPr>
              <a:t>4</a:t>
            </a:r>
            <a:r>
              <a:rPr kumimoji="1" lang="zh-CN" altLang="en-US" sz="1400" b="1" dirty="0">
                <a:solidFill>
                  <a:srgbClr val="FF0000"/>
                </a:solidFill>
                <a:latin typeface="+mn-ea"/>
              </a:rPr>
              <a:t>）保存</a:t>
            </a:r>
          </a:p>
        </p:txBody>
      </p:sp>
    </p:spTree>
    <p:extLst>
      <p:ext uri="{BB962C8B-B14F-4D97-AF65-F5344CB8AC3E}">
        <p14:creationId xmlns:p14="http://schemas.microsoft.com/office/powerpoint/2010/main" val="116205419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总结</a:t>
            </a:r>
          </a:p>
        </p:txBody>
      </p:sp>
      <p:sp>
        <p:nvSpPr>
          <p:cNvPr id="5" name="内容占位符 1"/>
          <p:cNvSpPr>
            <a:spLocks noGrp="1"/>
          </p:cNvSpPr>
          <p:nvPr>
            <p:ph idx="1"/>
          </p:nvPr>
        </p:nvSpPr>
        <p:spPr>
          <a:xfrm>
            <a:off x="260350" y="1092034"/>
            <a:ext cx="8616950" cy="5393266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线性回归</a:t>
            </a:r>
            <a:endParaRPr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最小二乘法（最小化均方误差）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二分类任务</a:t>
            </a:r>
          </a:p>
          <a:p>
            <a:pPr lvl="1">
              <a:lnSpc>
                <a:spcPct val="150000"/>
              </a:lnSpc>
            </a:pP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对数几率回归</a:t>
            </a:r>
            <a:endParaRPr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lvl="2">
              <a:lnSpc>
                <a:spcPct val="150000"/>
              </a:lnSpc>
            </a:pP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单位阶跃函数、对数几率函数、极大似然法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多分类学习</a:t>
            </a:r>
            <a:endParaRPr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一对一</a:t>
            </a:r>
          </a:p>
          <a:p>
            <a:pPr lvl="1">
              <a:lnSpc>
                <a:spcPct val="150000"/>
              </a:lnSpc>
            </a:pP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一对其余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类别不平衡问题</a:t>
            </a:r>
            <a:endParaRPr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基本策略：再缩放</a:t>
            </a:r>
          </a:p>
          <a:p>
            <a:endParaRPr lang="zh-CN" altLang="en-US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83788026"/>
      </p:ext>
    </p:extLst>
  </p:cSld>
  <p:clrMapOvr>
    <a:masterClrMapping/>
  </p:clrMapOvr>
</p:sld>
</file>

<file path=ppt/theme/theme1.xml><?xml version="1.0" encoding="utf-8"?>
<a:theme xmlns:a="http://schemas.openxmlformats.org/drawingml/2006/main" name="机器学习v2.1rgb">
  <a:themeElements>
    <a:clrScheme name="机器学习">
      <a:dk1>
        <a:sysClr val="windowText" lastClr="000000"/>
      </a:dk1>
      <a:lt1>
        <a:sysClr val="window" lastClr="FFFFFF"/>
      </a:lt1>
      <a:dk2>
        <a:srgbClr val="16754D"/>
      </a:dk2>
      <a:lt2>
        <a:srgbClr val="FFFFFF"/>
      </a:lt2>
      <a:accent1>
        <a:srgbClr val="16754D"/>
      </a:accent1>
      <a:accent2>
        <a:srgbClr val="329E6E"/>
      </a:accent2>
      <a:accent3>
        <a:srgbClr val="FFC000"/>
      </a:accent3>
      <a:accent4>
        <a:srgbClr val="C00000"/>
      </a:accent4>
      <a:accent5>
        <a:srgbClr val="0070C0"/>
      </a:accent5>
      <a:accent6>
        <a:srgbClr val="002060"/>
      </a:accent6>
      <a:hlink>
        <a:srgbClr val="80C000"/>
      </a:hlink>
      <a:folHlink>
        <a:srgbClr val="CC66FF"/>
      </a:folHlink>
    </a:clrScheme>
    <a:fontScheme name="机器学习">
      <a:majorFont>
        <a:latin typeface="Verdana"/>
        <a:ea typeface="幼圆"/>
        <a:cs typeface=""/>
      </a:majorFont>
      <a:minorFont>
        <a:latin typeface="Verdana"/>
        <a:ea typeface="幼圆"/>
        <a:cs typeface="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机器学习v2.1rgb" id="{EEBC26C2-D188-4AC0-8846-32FF974952E7}" vid="{5872C309-9AD6-4384-AB1E-DDF89DAEFE71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机器学习v2.1rgb</Template>
  <TotalTime>5792601</TotalTime>
  <Words>1437</Words>
  <Application>Microsoft Macintosh PowerPoint</Application>
  <PresentationFormat>全屏显示(4:3)</PresentationFormat>
  <Paragraphs>294</Paragraphs>
  <Slides>35</Slides>
  <Notes>2</Notes>
  <HiddenSlides>0</HiddenSlides>
  <MMClips>0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35</vt:i4>
      </vt:variant>
    </vt:vector>
  </HeadingPairs>
  <TitlesOfParts>
    <vt:vector size="48" baseType="lpstr">
      <vt:lpstr>等线</vt:lpstr>
      <vt:lpstr>方正准圆简体</vt:lpstr>
      <vt:lpstr>FangSong</vt:lpstr>
      <vt:lpstr>华文仿宋</vt:lpstr>
      <vt:lpstr>Microsoft YaHei</vt:lpstr>
      <vt:lpstr>幼圆</vt:lpstr>
      <vt:lpstr>Arial</vt:lpstr>
      <vt:lpstr>Cambria Math</vt:lpstr>
      <vt:lpstr>Times New Roman</vt:lpstr>
      <vt:lpstr>Verdana</vt:lpstr>
      <vt:lpstr>Wingdings</vt:lpstr>
      <vt:lpstr>机器学习v2.1rgb</vt:lpstr>
      <vt:lpstr>Formula</vt:lpstr>
      <vt:lpstr>PowerPoint 演示文稿</vt:lpstr>
      <vt:lpstr>第三章：线性模型</vt:lpstr>
      <vt:lpstr>目录</vt:lpstr>
      <vt:lpstr>基本形式</vt:lpstr>
      <vt:lpstr>线性模型优点</vt:lpstr>
      <vt:lpstr>线性模型优点</vt:lpstr>
      <vt:lpstr>线性回归</vt:lpstr>
      <vt:lpstr>线性回归</vt:lpstr>
      <vt:lpstr>线性回归 - 最小二乘法</vt:lpstr>
      <vt:lpstr>线性回归 - 最小二乘法</vt:lpstr>
      <vt:lpstr>多元线性回归</vt:lpstr>
      <vt:lpstr>多元线性回归</vt:lpstr>
      <vt:lpstr>多元线性回归 - 最小二乘法</vt:lpstr>
      <vt:lpstr>多元线性回归 - 满秩讨论</vt:lpstr>
      <vt:lpstr>对数线性回归</vt:lpstr>
      <vt:lpstr>线性回归 - 广义线性模型</vt:lpstr>
      <vt:lpstr>二分类任务  </vt:lpstr>
      <vt:lpstr>二分类任务  </vt:lpstr>
      <vt:lpstr>二分类任务  </vt:lpstr>
      <vt:lpstr>对数几率回归 </vt:lpstr>
      <vt:lpstr>对数几率回归 - 极大似然法</vt:lpstr>
      <vt:lpstr>对数几率回归 - 极大似然法</vt:lpstr>
      <vt:lpstr>对数几率回归 - 极大似然法</vt:lpstr>
      <vt:lpstr>对数几率回归 </vt:lpstr>
      <vt:lpstr>多分类学习</vt:lpstr>
      <vt:lpstr>多分类学习– 一对一</vt:lpstr>
      <vt:lpstr>多分类学习– 一对其余</vt:lpstr>
      <vt:lpstr>多分类学习– 两种策略比较</vt:lpstr>
      <vt:lpstr>多分类学习– 两种策略比较</vt:lpstr>
      <vt:lpstr>多分类学习– 多对多（延伸阅读）</vt:lpstr>
      <vt:lpstr>多分类学习– 多对多（延伸阅读）</vt:lpstr>
      <vt:lpstr>类别不平衡问题 </vt:lpstr>
      <vt:lpstr>优化提要</vt:lpstr>
      <vt:lpstr>优化提要</vt:lpstr>
      <vt:lpstr>总结</vt:lpstr>
    </vt:vector>
  </TitlesOfParts>
  <Company>LAMDA Group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机器学习-第三章</dc:title>
  <dc:creator>LAMDA Group</dc:creator>
  <cp:lastModifiedBy>李 俊涛</cp:lastModifiedBy>
  <cp:revision>423</cp:revision>
  <dcterms:created xsi:type="dcterms:W3CDTF">2015-06-30T12:15:09Z</dcterms:created>
  <dcterms:modified xsi:type="dcterms:W3CDTF">2025-09-13T10:46:52Z</dcterms:modified>
</cp:coreProperties>
</file>