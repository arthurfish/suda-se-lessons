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48"/>
  </p:notesMasterIdLst>
  <p:sldIdLst>
    <p:sldId id="423" r:id="rId2"/>
    <p:sldId id="427" r:id="rId3"/>
    <p:sldId id="428" r:id="rId4"/>
    <p:sldId id="429" r:id="rId5"/>
    <p:sldId id="577" r:id="rId6"/>
    <p:sldId id="578" r:id="rId7"/>
    <p:sldId id="580" r:id="rId8"/>
    <p:sldId id="579" r:id="rId9"/>
    <p:sldId id="581" r:id="rId10"/>
    <p:sldId id="582" r:id="rId11"/>
    <p:sldId id="583" r:id="rId12"/>
    <p:sldId id="584" r:id="rId13"/>
    <p:sldId id="585" r:id="rId14"/>
    <p:sldId id="61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16" r:id="rId27"/>
    <p:sldId id="598" r:id="rId28"/>
    <p:sldId id="599" r:id="rId29"/>
    <p:sldId id="600" r:id="rId30"/>
    <p:sldId id="601" r:id="rId31"/>
    <p:sldId id="602" r:id="rId32"/>
    <p:sldId id="603" r:id="rId33"/>
    <p:sldId id="604" r:id="rId34"/>
    <p:sldId id="605" r:id="rId35"/>
    <p:sldId id="606" r:id="rId36"/>
    <p:sldId id="607" r:id="rId37"/>
    <p:sldId id="608" r:id="rId38"/>
    <p:sldId id="517" r:id="rId39"/>
    <p:sldId id="609" r:id="rId40"/>
    <p:sldId id="610" r:id="rId41"/>
    <p:sldId id="611" r:id="rId42"/>
    <p:sldId id="612" r:id="rId43"/>
    <p:sldId id="613" r:id="rId44"/>
    <p:sldId id="614" r:id="rId45"/>
    <p:sldId id="615" r:id="rId46"/>
    <p:sldId id="514" r:id="rId47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0000"/>
    <a:srgbClr val="0000FF"/>
    <a:srgbClr val="33CCCC"/>
    <a:srgbClr val="99CCFF"/>
    <a:srgbClr val="00CCFF"/>
    <a:srgbClr val="00FFFF"/>
    <a:srgbClr val="FFFF99"/>
    <a:srgbClr val="FFFF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87316" autoAdjust="0"/>
  </p:normalViewPr>
  <p:slideViewPr>
    <p:cSldViewPr>
      <p:cViewPr varScale="1">
        <p:scale>
          <a:sx n="61" d="100"/>
          <a:sy n="61" d="100"/>
        </p:scale>
        <p:origin x="840" y="44"/>
      </p:cViewPr>
      <p:guideLst>
        <p:guide orient="horz" pos="2155"/>
        <p:guide pos="3831"/>
      </p:guideLst>
    </p:cSldViewPr>
  </p:slideViewPr>
  <p:outlineViewPr>
    <p:cViewPr>
      <p:scale>
        <a:sx n="33" d="100"/>
        <a:sy n="33" d="100"/>
      </p:scale>
      <p:origin x="0" y="-23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D95433FB-F15C-0C48-B608-5BA9089AB91D}"/>
    <pc:docChg chg="undo custSel addSld delSld modSld sldOrd">
      <pc:chgData name="John Hu" userId="213e45b8a479442b" providerId="LiveId" clId="{D95433FB-F15C-0C48-B608-5BA9089AB91D}" dt="2022-03-01T02:54:28.840" v="1770" actId="20577"/>
      <pc:docMkLst>
        <pc:docMk/>
      </pc:docMkLst>
      <pc:sldChg chg="modSp mod">
        <pc:chgData name="John Hu" userId="213e45b8a479442b" providerId="LiveId" clId="{D95433FB-F15C-0C48-B608-5BA9089AB91D}" dt="2022-03-01T01:57:35.699" v="1743" actId="20577"/>
        <pc:sldMkLst>
          <pc:docMk/>
          <pc:sldMk cId="1610846766" sldId="514"/>
        </pc:sldMkLst>
        <pc:spChg chg="mod">
          <ac:chgData name="John Hu" userId="213e45b8a479442b" providerId="LiveId" clId="{D95433FB-F15C-0C48-B608-5BA9089AB91D}" dt="2022-03-01T01:57:35.699" v="1743" actId="20577"/>
          <ac:spMkLst>
            <pc:docMk/>
            <pc:sldMk cId="1610846766" sldId="514"/>
            <ac:spMk id="6" creationId="{41030CB7-09CD-4D65-AFC0-92183B1414E7}"/>
          </ac:spMkLst>
        </pc:spChg>
      </pc:sldChg>
    </pc:docChg>
  </pc:docChgLst>
  <pc:docChgLst>
    <pc:chgData userId="213e45b8a479442b" providerId="LiveId" clId="{FE6F7776-671C-4058-8F51-8528E33E5B2A}"/>
    <pc:docChg chg="modSld">
      <pc:chgData name="" userId="213e45b8a479442b" providerId="LiveId" clId="{FE6F7776-671C-4058-8F51-8528E33E5B2A}" dt="2022-04-11T07:27:58.166" v="201" actId="6549"/>
      <pc:docMkLst>
        <pc:docMk/>
      </pc:docMkLst>
      <pc:sldChg chg="modSp">
        <pc:chgData name="" userId="213e45b8a479442b" providerId="LiveId" clId="{FE6F7776-671C-4058-8F51-8528E33E5B2A}" dt="2022-04-11T07:13:56.737" v="24" actId="6549"/>
        <pc:sldMkLst>
          <pc:docMk/>
          <pc:sldMk cId="1475978079" sldId="423"/>
        </pc:sldMkLst>
        <pc:spChg chg="mod">
          <ac:chgData name="" userId="213e45b8a479442b" providerId="LiveId" clId="{FE6F7776-671C-4058-8F51-8528E33E5B2A}" dt="2022-04-11T07:13:56.737" v="24" actId="6549"/>
          <ac:spMkLst>
            <pc:docMk/>
            <pc:sldMk cId="1475978079" sldId="423"/>
            <ac:spMk id="2" creationId="{5888EE31-F44C-4034-8407-4C756F65702C}"/>
          </ac:spMkLst>
        </pc:spChg>
      </pc:sldChg>
      <pc:sldChg chg="modSp">
        <pc:chgData name="" userId="213e45b8a479442b" providerId="LiveId" clId="{FE6F7776-671C-4058-8F51-8528E33E5B2A}" dt="2022-04-11T07:27:58.166" v="201" actId="6549"/>
        <pc:sldMkLst>
          <pc:docMk/>
          <pc:sldMk cId="2256634334" sldId="427"/>
        </pc:sldMkLst>
        <pc:spChg chg="mod">
          <ac:chgData name="" userId="213e45b8a479442b" providerId="LiveId" clId="{FE6F7776-671C-4058-8F51-8528E33E5B2A}" dt="2022-04-11T07:14:27.006" v="25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FE6F7776-671C-4058-8F51-8528E33E5B2A}" dt="2022-04-11T07:27:58.166" v="201" actId="6549"/>
          <ac:spMkLst>
            <pc:docMk/>
            <pc:sldMk cId="2256634334" sldId="427"/>
            <ac:spMk id="8" creationId="{36177B38-43AB-4398-968B-448F8F0E5F49}"/>
          </ac:spMkLst>
        </pc:spChg>
      </pc:sldChg>
    </pc:docChg>
  </pc:docChgLst>
  <pc:docChgLst>
    <pc:chgData userId="213e45b8a479442b" providerId="LiveId" clId="{0C2797AA-115E-404E-8A4E-088081DE6C30}"/>
    <pc:docChg chg="undo custSel addSld delSld modSld sldOrd modMainMaster">
      <pc:chgData name="" userId="213e45b8a479442b" providerId="LiveId" clId="{0C2797AA-115E-404E-8A4E-088081DE6C30}" dt="2022-03-04T03:04:22.076" v="7802" actId="404"/>
      <pc:docMkLst>
        <pc:docMk/>
      </pc:docMkLst>
      <pc:sldChg chg="modSp">
        <pc:chgData name="" userId="213e45b8a479442b" providerId="LiveId" clId="{0C2797AA-115E-404E-8A4E-088081DE6C30}" dt="2022-02-15T12:25:15.317" v="249" actId="113"/>
        <pc:sldMkLst>
          <pc:docMk/>
          <pc:sldMk cId="1475978079" sldId="423"/>
        </pc:sldMkLst>
        <pc:spChg chg="mod">
          <ac:chgData name="" userId="213e45b8a479442b" providerId="LiveId" clId="{0C2797AA-115E-404E-8A4E-088081DE6C30}" dt="2022-02-15T12:25:15.317" v="249" actId="113"/>
          <ac:spMkLst>
            <pc:docMk/>
            <pc:sldMk cId="1475978079" sldId="423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5T12:18:21.998" v="0" actId="20577"/>
          <ac:spMkLst>
            <pc:docMk/>
            <pc:sldMk cId="1475978079" sldId="423"/>
            <ac:spMk id="3" creationId="{4A35EE34-9C2C-4E22-BF6B-F5AC30E8FD11}"/>
          </ac:spMkLst>
        </pc:spChg>
      </pc:sldChg>
      <pc:sldChg chg="addSp delSp modSp add">
        <pc:chgData name="" userId="213e45b8a479442b" providerId="LiveId" clId="{0C2797AA-115E-404E-8A4E-088081DE6C30}" dt="2022-02-25T13:55:12.824" v="7231"/>
        <pc:sldMkLst>
          <pc:docMk/>
          <pc:sldMk cId="2256634334" sldId="427"/>
        </pc:sldMkLst>
        <pc:spChg chg="add del mod">
          <ac:chgData name="" userId="213e45b8a479442b" providerId="LiveId" clId="{0C2797AA-115E-404E-8A4E-088081DE6C30}" dt="2022-02-15T12:23:11.914" v="78" actId="1035"/>
          <ac:spMkLst>
            <pc:docMk/>
            <pc:sldMk cId="2256634334" sldId="427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5T12:19:25.543" v="13" actId="478"/>
          <ac:spMkLst>
            <pc:docMk/>
            <pc:sldMk cId="2256634334" sldId="427"/>
            <ac:spMk id="3" creationId="{4A35EE34-9C2C-4E22-BF6B-F5AC30E8FD11}"/>
          </ac:spMkLst>
        </pc:spChg>
        <pc:spChg chg="add del mod">
          <ac:chgData name="" userId="213e45b8a479442b" providerId="LiveId" clId="{0C2797AA-115E-404E-8A4E-088081DE6C30}" dt="2022-02-15T12:18:56.501" v="6" actId="478"/>
          <ac:spMkLst>
            <pc:docMk/>
            <pc:sldMk cId="2256634334" sldId="427"/>
            <ac:spMk id="5" creationId="{914E5240-761F-4A46-BB0D-5EB305E53051}"/>
          </ac:spMkLst>
        </pc:spChg>
        <pc:spChg chg="add del mod">
          <ac:chgData name="" userId="213e45b8a479442b" providerId="LiveId" clId="{0C2797AA-115E-404E-8A4E-088081DE6C30}" dt="2022-02-15T12:19:28.299" v="14" actId="478"/>
          <ac:spMkLst>
            <pc:docMk/>
            <pc:sldMk cId="2256634334" sldId="427"/>
            <ac:spMk id="7" creationId="{00B247B1-BD17-4260-843D-9C2337300BDF}"/>
          </ac:spMkLst>
        </pc:spChg>
        <pc:spChg chg="add mod">
          <ac:chgData name="" userId="213e45b8a479442b" providerId="LiveId" clId="{0C2797AA-115E-404E-8A4E-088081DE6C30}" dt="2022-02-25T13:55:12.824" v="7231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 add">
        <pc:chgData name="" userId="213e45b8a479442b" providerId="LiveId" clId="{0C2797AA-115E-404E-8A4E-088081DE6C30}" dt="2022-02-25T13:55:03.370" v="7230" actId="179"/>
        <pc:sldMkLst>
          <pc:docMk/>
          <pc:sldMk cId="3958866134" sldId="428"/>
        </pc:sldMkLst>
        <pc:spChg chg="add mod">
          <ac:chgData name="" userId="213e45b8a479442b" providerId="LiveId" clId="{0C2797AA-115E-404E-8A4E-088081DE6C30}" dt="2022-02-25T13:53:41.936" v="7221"/>
          <ac:spMkLst>
            <pc:docMk/>
            <pc:sldMk cId="3958866134" sldId="428"/>
            <ac:spMk id="3" creationId="{D423414B-884D-44D2-950C-D69CAF6027EC}"/>
          </ac:spMkLst>
        </pc:spChg>
        <pc:spChg chg="add mod">
          <ac:chgData name="" userId="213e45b8a479442b" providerId="LiveId" clId="{0C2797AA-115E-404E-8A4E-088081DE6C30}" dt="2022-02-25T13:54:44.305" v="7227" actId="12"/>
          <ac:spMkLst>
            <pc:docMk/>
            <pc:sldMk cId="3958866134" sldId="428"/>
            <ac:spMk id="5" creationId="{50818C01-AC85-4E74-B6C9-A4967A0A45EF}"/>
          </ac:spMkLst>
        </pc:spChg>
        <pc:spChg chg="add mod">
          <ac:chgData name="" userId="213e45b8a479442b" providerId="LiveId" clId="{0C2797AA-115E-404E-8A4E-088081DE6C30}" dt="2022-02-25T13:55:03.370" v="7230" actId="179"/>
          <ac:spMkLst>
            <pc:docMk/>
            <pc:sldMk cId="3958866134" sldId="428"/>
            <ac:spMk id="6" creationId="{EFB4A61B-1058-4112-A6CF-0FCCFD2C4035}"/>
          </ac:spMkLst>
        </pc:spChg>
        <pc:spChg chg="del mod">
          <ac:chgData name="" userId="213e45b8a479442b" providerId="LiveId" clId="{0C2797AA-115E-404E-8A4E-088081DE6C30}" dt="2022-02-15T12:25:49.909" v="253"/>
          <ac:spMkLst>
            <pc:docMk/>
            <pc:sldMk cId="3958866134" sldId="428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5T12:26:01.441" v="257" actId="14100"/>
          <ac:picMkLst>
            <pc:docMk/>
            <pc:sldMk cId="3958866134" sldId="428"/>
            <ac:picMk id="4" creationId="{993D0918-0230-4AA9-98EC-50C69F59B3D0}"/>
          </ac:picMkLst>
        </pc:picChg>
      </pc:sldChg>
      <pc:sldChg chg="addSp modSp add">
        <pc:chgData name="" userId="213e45b8a479442b" providerId="LiveId" clId="{0C2797AA-115E-404E-8A4E-088081DE6C30}" dt="2022-02-25T13:53:29.762" v="7217" actId="20578"/>
        <pc:sldMkLst>
          <pc:docMk/>
          <pc:sldMk cId="2378383801" sldId="429"/>
        </pc:sldMkLst>
        <pc:spChg chg="mod">
          <ac:chgData name="" userId="213e45b8a479442b" providerId="LiveId" clId="{0C2797AA-115E-404E-8A4E-088081DE6C30}" dt="2022-02-15T12:31:17.906" v="367"/>
          <ac:spMkLst>
            <pc:docMk/>
            <pc:sldMk cId="2378383801" sldId="429"/>
            <ac:spMk id="2" creationId="{5888EE31-F44C-4034-8407-4C756F65702C}"/>
          </ac:spMkLst>
        </pc:spChg>
        <pc:spChg chg="add mod">
          <ac:chgData name="" userId="213e45b8a479442b" providerId="LiveId" clId="{0C2797AA-115E-404E-8A4E-088081DE6C30}" dt="2022-02-25T13:53:29.762" v="7217" actId="20578"/>
          <ac:spMkLst>
            <pc:docMk/>
            <pc:sldMk cId="2378383801" sldId="429"/>
            <ac:spMk id="3" creationId="{FC3DE994-F8E6-4715-916B-9859E1A19738}"/>
          </ac:spMkLst>
        </pc:spChg>
        <pc:spChg chg="add">
          <ac:chgData name="" userId="213e45b8a479442b" providerId="LiveId" clId="{0C2797AA-115E-404E-8A4E-088081DE6C30}" dt="2022-02-15T12:32:09.886" v="394"/>
          <ac:spMkLst>
            <pc:docMk/>
            <pc:sldMk cId="2378383801" sldId="429"/>
            <ac:spMk id="5" creationId="{3C6B055B-8C4C-4091-9358-A7232A340D32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6" creationId="{457E5841-C34F-485E-AA3F-FBF063EABED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7" creationId="{AC0153D4-853F-48C3-AD95-0CB0BC07C14E}"/>
          </ac:spMkLst>
        </pc:spChg>
        <pc:spChg chg="mod">
          <ac:chgData name="" userId="213e45b8a479442b" providerId="LiveId" clId="{0C2797AA-115E-404E-8A4E-088081DE6C30}" dt="2022-02-15T15:19:19.412" v="980" actId="108"/>
          <ac:spMkLst>
            <pc:docMk/>
            <pc:sldMk cId="2378383801" sldId="429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9" creationId="{0A73D839-F84E-4DDE-9386-DE8254720FD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0" creationId="{DAF3CA02-D185-406E-AB95-BECC3D6EAA7C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1" creationId="{CD4E43FD-1039-45BE-AC43-9314B71446D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2" creationId="{D4AF6F56-021C-4661-9C2F-79EB2660DE1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3" creationId="{659C7210-ED61-4AF7-8649-789B7F8081C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4" creationId="{AF9D842C-2A16-44EF-AB0C-B493DFE7828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5" creationId="{1652787B-BA0A-4C43-B00C-0FEAA29AFA6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6" creationId="{1AF35748-6C86-42BD-886E-B43925BD3F1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7" creationId="{08BF6B6F-0C85-488F-8224-2833C8F2015E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8" creationId="{82480D13-59B1-4F9B-BC45-B1E92D578CF6}"/>
          </ac:spMkLst>
        </pc:spChg>
        <pc:grpChg chg="add mod">
          <ac:chgData name="" userId="213e45b8a479442b" providerId="LiveId" clId="{0C2797AA-115E-404E-8A4E-088081DE6C30}" dt="2022-02-15T15:19:59.205" v="989" actId="1036"/>
          <ac:grpSpMkLst>
            <pc:docMk/>
            <pc:sldMk cId="2378383801" sldId="429"/>
            <ac:grpSpMk id="4" creationId="{89549481-EE04-4BA5-AEC3-AF19E9AA98C5}"/>
          </ac:grpSpMkLst>
        </pc:grpChg>
      </pc:sldChg>
      <pc:sldChg chg="addSp delSp modSp add delAnim">
        <pc:chgData name="" userId="213e45b8a479442b" providerId="LiveId" clId="{0C2797AA-115E-404E-8A4E-088081DE6C30}" dt="2022-02-28T16:34:18.583" v="7796" actId="207"/>
        <pc:sldMkLst>
          <pc:docMk/>
          <pc:sldMk cId="1610846766" sldId="514"/>
        </pc:sldMkLst>
        <pc:spChg chg="mod">
          <ac:chgData name="" userId="213e45b8a479442b" providerId="LiveId" clId="{0C2797AA-115E-404E-8A4E-088081DE6C30}" dt="2022-02-28T16:34:07.783" v="7794" actId="1076"/>
          <ac:spMkLst>
            <pc:docMk/>
            <pc:sldMk cId="1610846766" sldId="514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4" creationId="{8749C76F-B604-422F-8F1D-02094C0E5A18}"/>
          </ac:spMkLst>
        </pc:spChg>
        <pc:spChg chg="add del">
          <ac:chgData name="" userId="213e45b8a479442b" providerId="LiveId" clId="{0C2797AA-115E-404E-8A4E-088081DE6C30}" dt="2022-02-28T16:30:46.521" v="7737"/>
          <ac:spMkLst>
            <pc:docMk/>
            <pc:sldMk cId="1610846766" sldId="514"/>
            <ac:spMk id="5" creationId="{204B5F0A-3AE8-4BFB-87C8-18913A99E006}"/>
          </ac:spMkLst>
        </pc:spChg>
        <pc:spChg chg="add mod">
          <ac:chgData name="" userId="213e45b8a479442b" providerId="LiveId" clId="{0C2797AA-115E-404E-8A4E-088081DE6C30}" dt="2022-02-28T16:34:18.583" v="7796" actId="207"/>
          <ac:spMkLst>
            <pc:docMk/>
            <pc:sldMk cId="1610846766" sldId="514"/>
            <ac:spMk id="6" creationId="{41030CB7-09CD-4D65-AFC0-92183B1414E7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7" creationId="{46DDD202-58D4-48BE-869F-602C61CBB82F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8" creationId="{36177B38-43AB-4398-968B-448F8F0E5F49}"/>
          </ac:spMkLst>
        </pc:spChg>
        <pc:spChg chg="add del mod">
          <ac:chgData name="" userId="213e45b8a479442b" providerId="LiveId" clId="{0C2797AA-115E-404E-8A4E-088081DE6C30}" dt="2022-02-28T16:31:38.233" v="7744" actId="478"/>
          <ac:spMkLst>
            <pc:docMk/>
            <pc:sldMk cId="1610846766" sldId="514"/>
            <ac:spMk id="9" creationId="{BACB3169-C4EB-45E2-9894-62EC75A72A2E}"/>
          </ac:spMkLst>
        </pc:spChg>
        <pc:spChg chg="add del mod">
          <ac:chgData name="" userId="213e45b8a479442b" providerId="LiveId" clId="{0C2797AA-115E-404E-8A4E-088081DE6C30}" dt="2022-02-28T16:31:34.164" v="7742" actId="478"/>
          <ac:spMkLst>
            <pc:docMk/>
            <pc:sldMk cId="1610846766" sldId="514"/>
            <ac:spMk id="10" creationId="{5DF463FB-953F-4EDA-9106-B6444487EA3A}"/>
          </ac:spMkLst>
        </pc:spChg>
        <pc:spChg chg="add del mod">
          <ac:chgData name="" userId="213e45b8a479442b" providerId="LiveId" clId="{0C2797AA-115E-404E-8A4E-088081DE6C30}" dt="2022-02-28T16:31:38.249" v="7746"/>
          <ac:spMkLst>
            <pc:docMk/>
            <pc:sldMk cId="1610846766" sldId="514"/>
            <ac:spMk id="11" creationId="{B71A569B-6ABC-46EE-A1DD-83999483E603}"/>
          </ac:spMkLst>
        </pc:spChg>
        <pc:spChg chg="add del mod">
          <ac:chgData name="" userId="213e45b8a479442b" providerId="LiveId" clId="{0C2797AA-115E-404E-8A4E-088081DE6C30}" dt="2022-02-28T16:32:49.353" v="7782"/>
          <ac:spMkLst>
            <pc:docMk/>
            <pc:sldMk cId="1610846766" sldId="514"/>
            <ac:spMk id="12" creationId="{7C6C5234-F0A9-4D06-87D4-CA8A38D57DC2}"/>
          </ac:spMkLst>
        </pc:spChg>
        <pc:spChg chg="del">
          <ac:chgData name="" userId="213e45b8a479442b" providerId="LiveId" clId="{0C2797AA-115E-404E-8A4E-088081DE6C30}" dt="2022-02-28T16:34:11.407" v="7795" actId="478"/>
          <ac:spMkLst>
            <pc:docMk/>
            <pc:sldMk cId="1610846766" sldId="514"/>
            <ac:spMk id="13" creationId="{C7CB8A07-7503-46C9-B110-E3164668C3ED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15" creationId="{06E0FABE-3F3A-A846-B863-5A49E39B57F3}"/>
          </ac:spMkLst>
        </pc:spChg>
        <pc:spChg chg="add mod">
          <ac:chgData name="" userId="213e45b8a479442b" providerId="LiveId" clId="{0C2797AA-115E-404E-8A4E-088081DE6C30}" dt="2022-02-28T16:31:57.406" v="7755" actId="1076"/>
          <ac:spMkLst>
            <pc:docMk/>
            <pc:sldMk cId="1610846766" sldId="514"/>
            <ac:spMk id="16" creationId="{8E1FC958-4B26-4066-A7BF-16C99023EC9C}"/>
          </ac:spMkLst>
        </pc:spChg>
        <pc:picChg chg="del">
          <ac:chgData name="" userId="213e45b8a479442b" providerId="LiveId" clId="{0C2797AA-115E-404E-8A4E-088081DE6C30}" dt="2022-02-28T16:29:35.415" v="7735" actId="478"/>
          <ac:picMkLst>
            <pc:docMk/>
            <pc:sldMk cId="1610846766" sldId="514"/>
            <ac:picMk id="3" creationId="{3E5B0114-3875-CF47-901F-1724E6B51FF0}"/>
          </ac:picMkLst>
        </pc:picChg>
        <pc:picChg chg="add mod">
          <ac:chgData name="" userId="213e45b8a479442b" providerId="LiveId" clId="{0C2797AA-115E-404E-8A4E-088081DE6C30}" dt="2022-02-28T16:34:02.872" v="7792" actId="1076"/>
          <ac:picMkLst>
            <pc:docMk/>
            <pc:sldMk cId="1610846766" sldId="514"/>
            <ac:picMk id="14" creationId="{473DEE16-0568-4F47-9A86-CCF2CCF723B2}"/>
          </ac:picMkLst>
        </pc:picChg>
      </pc:sldChg>
      <pc:sldMasterChg chg="modSp setBg modSldLayout">
        <pc:chgData name="" userId="213e45b8a479442b" providerId="LiveId" clId="{0C2797AA-115E-404E-8A4E-088081DE6C30}" dt="2022-02-15T15:24:13.151" v="1044"/>
        <pc:sldMasterMkLst>
          <pc:docMk/>
          <pc:sldMasterMk cId="0" sldId="2147483701"/>
        </pc:sldMasterMkLst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6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7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8" creationId="{00000000-0000-0000-0000-000000000000}"/>
          </ac:spMkLst>
        </pc:sp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647947346" sldId="214748370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3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978205495" sldId="2147483703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105034718" sldId="2147483704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775862322" sldId="2147483705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673633216" sldId="2147483706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4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5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6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679120110" sldId="2147483707"/>
          </pc:sldLayoutMkLst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295251748" sldId="2147483708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791523328" sldId="2147483709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081641735" sldId="2147483710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4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304169010" sldId="2147483711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179287809" sldId="214748371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518206933" sldId="2147483713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3" creationId="{00000000-0000-0000-0000-000000000000}"/>
            </ac:spMkLst>
          </pc:spChg>
        </pc:sldLayoutChg>
      </pc:sldMasterChg>
    </pc:docChg>
  </pc:docChgLst>
  <pc:docChgLst>
    <pc:chgData userId="213e45b8a479442b" providerId="LiveId" clId="{4D8713A2-1675-4EEE-A094-CB6F26AC360B}"/>
    <pc:docChg chg="undo custSel addSld delSld modSld sldOrd">
      <pc:chgData name="" userId="213e45b8a479442b" providerId="LiveId" clId="{4D8713A2-1675-4EEE-A094-CB6F26AC360B}" dt="2022-04-26T06:55:25.889" v="3108" actId="2696"/>
      <pc:docMkLst>
        <pc:docMk/>
      </pc:docMkLst>
      <pc:sldChg chg="modSp">
        <pc:chgData name="" userId="213e45b8a479442b" providerId="LiveId" clId="{4D8713A2-1675-4EEE-A094-CB6F26AC360B}" dt="2022-04-15T12:05:10.320" v="202" actId="6549"/>
        <pc:sldMkLst>
          <pc:docMk/>
          <pc:sldMk cId="2256634334" sldId="427"/>
        </pc:sldMkLst>
        <pc:spChg chg="mod">
          <ac:chgData name="" userId="213e45b8a479442b" providerId="LiveId" clId="{4D8713A2-1675-4EEE-A094-CB6F26AC360B}" dt="2022-04-15T12:05:10.320" v="202" actId="6549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">
        <pc:chgData name="" userId="213e45b8a479442b" providerId="LiveId" clId="{4D8713A2-1675-4EEE-A094-CB6F26AC360B}" dt="2022-04-15T12:03:06.740" v="193"/>
        <pc:sldMkLst>
          <pc:docMk/>
          <pc:sldMk cId="3958866134" sldId="428"/>
        </pc:sldMkLst>
        <pc:spChg chg="mod">
          <ac:chgData name="" userId="213e45b8a479442b" providerId="LiveId" clId="{4D8713A2-1675-4EEE-A094-CB6F26AC360B}" dt="2022-04-15T12:03:06.740" v="193"/>
          <ac:spMkLst>
            <pc:docMk/>
            <pc:sldMk cId="3958866134" sldId="428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08:17:54.205" v="9" actId="20577"/>
          <ac:spMkLst>
            <pc:docMk/>
            <pc:sldMk cId="3958866134" sldId="428"/>
            <ac:spMk id="3" creationId="{D423414B-884D-44D2-950C-D69CAF6027EC}"/>
          </ac:spMkLst>
        </pc:spChg>
        <pc:spChg chg="mod">
          <ac:chgData name="" userId="213e45b8a479442b" providerId="LiveId" clId="{4D8713A2-1675-4EEE-A094-CB6F26AC360B}" dt="2022-04-15T08:19:09.868" v="30" actId="1076"/>
          <ac:spMkLst>
            <pc:docMk/>
            <pc:sldMk cId="3958866134" sldId="428"/>
            <ac:spMk id="5" creationId="{50818C01-AC85-4E74-B6C9-A4967A0A45EF}"/>
          </ac:spMkLst>
        </pc:spChg>
        <pc:spChg chg="mod">
          <ac:chgData name="" userId="213e45b8a479442b" providerId="LiveId" clId="{4D8713A2-1675-4EEE-A094-CB6F26AC360B}" dt="2022-04-15T08:25:22.820" v="192" actId="6549"/>
          <ac:spMkLst>
            <pc:docMk/>
            <pc:sldMk cId="3958866134" sldId="428"/>
            <ac:spMk id="6" creationId="{EFB4A61B-1058-4112-A6CF-0FCCFD2C4035}"/>
          </ac:spMkLst>
        </pc:spChg>
        <pc:picChg chg="del">
          <ac:chgData name="" userId="213e45b8a479442b" providerId="LiveId" clId="{4D8713A2-1675-4EEE-A094-CB6F26AC360B}" dt="2022-04-15T08:21:42.587" v="167" actId="478"/>
          <ac:picMkLst>
            <pc:docMk/>
            <pc:sldMk cId="3958866134" sldId="428"/>
            <ac:picMk id="4" creationId="{993D0918-0230-4AA9-98EC-50C69F59B3D0}"/>
          </ac:picMkLst>
        </pc:picChg>
        <pc:picChg chg="add mod">
          <ac:chgData name="" userId="213e45b8a479442b" providerId="LiveId" clId="{4D8713A2-1675-4EEE-A094-CB6F26AC360B}" dt="2022-04-15T08:21:51.445" v="171" actId="1076"/>
          <ac:picMkLst>
            <pc:docMk/>
            <pc:sldMk cId="3958866134" sldId="428"/>
            <ac:picMk id="7" creationId="{87809DA6-4985-4113-A63F-88B158D2B3A0}"/>
          </ac:picMkLst>
        </pc:picChg>
      </pc:sldChg>
      <pc:sldChg chg="delSp modSp">
        <pc:chgData name="" userId="213e45b8a479442b" providerId="LiveId" clId="{4D8713A2-1675-4EEE-A094-CB6F26AC360B}" dt="2022-04-15T14:26:33.061" v="212" actId="207"/>
        <pc:sldMkLst>
          <pc:docMk/>
          <pc:sldMk cId="2378383801" sldId="429"/>
        </pc:sldMkLst>
        <pc:spChg chg="mod">
          <ac:chgData name="" userId="213e45b8a479442b" providerId="LiveId" clId="{4D8713A2-1675-4EEE-A094-CB6F26AC360B}" dt="2022-04-15T12:21:50.079" v="204" actId="14100"/>
          <ac:spMkLst>
            <pc:docMk/>
            <pc:sldMk cId="2378383801" sldId="429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14:26:33.061" v="212" actId="207"/>
          <ac:spMkLst>
            <pc:docMk/>
            <pc:sldMk cId="2378383801" sldId="429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15T12:22:30.344" v="205"/>
          <ac:spMkLst>
            <pc:docMk/>
            <pc:sldMk cId="2378383801" sldId="429"/>
            <ac:spMk id="8" creationId="{36177B38-43AB-4398-968B-448F8F0E5F49}"/>
          </ac:spMkLst>
        </pc:spChg>
        <pc:grpChg chg="del">
          <ac:chgData name="" userId="213e45b8a479442b" providerId="LiveId" clId="{4D8713A2-1675-4EEE-A094-CB6F26AC360B}" dt="2022-04-15T12:23:10.798" v="206" actId="478"/>
          <ac:grpSpMkLst>
            <pc:docMk/>
            <pc:sldMk cId="2378383801" sldId="429"/>
            <ac:grpSpMk id="4" creationId="{89549481-EE04-4BA5-AEC3-AF19E9AA98C5}"/>
          </ac:grpSpMkLst>
        </pc:grpChg>
      </pc:sldChg>
      <pc:sldChg chg="addSp delSp modSp">
        <pc:chgData name="" userId="213e45b8a479442b" providerId="LiveId" clId="{4D8713A2-1675-4EEE-A094-CB6F26AC360B}" dt="2022-04-26T06:52:32.968" v="3071" actId="1076"/>
        <pc:sldMkLst>
          <pc:docMk/>
          <pc:sldMk cId="1610846766" sldId="514"/>
        </pc:sldMkLst>
        <pc:spChg chg="mod">
          <ac:chgData name="" userId="213e45b8a479442b" providerId="LiveId" clId="{4D8713A2-1675-4EEE-A094-CB6F26AC360B}" dt="2022-04-16T13:50:56.704" v="1284" actId="20577"/>
          <ac:spMkLst>
            <pc:docMk/>
            <pc:sldMk cId="1610846766" sldId="51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26T06:49:51.275" v="3060" actId="6549"/>
          <ac:spMkLst>
            <pc:docMk/>
            <pc:sldMk cId="1610846766" sldId="514"/>
            <ac:spMk id="6" creationId="{41030CB7-09CD-4D65-AFC0-92183B1414E7}"/>
          </ac:spMkLst>
        </pc:spChg>
        <pc:picChg chg="add del mod">
          <ac:chgData name="" userId="213e45b8a479442b" providerId="LiveId" clId="{4D8713A2-1675-4EEE-A094-CB6F26AC360B}" dt="2022-04-26T06:52:25.493" v="3066" actId="478"/>
          <ac:picMkLst>
            <pc:docMk/>
            <pc:sldMk cId="1610846766" sldId="514"/>
            <ac:picMk id="3" creationId="{F67CC164-B75E-4FCA-9D29-63E60B4D5B2B}"/>
          </ac:picMkLst>
        </pc:picChg>
        <pc:picChg chg="add mod">
          <ac:chgData name="" userId="213e45b8a479442b" providerId="LiveId" clId="{4D8713A2-1675-4EEE-A094-CB6F26AC360B}" dt="2022-04-26T06:52:32.968" v="3071" actId="1076"/>
          <ac:picMkLst>
            <pc:docMk/>
            <pc:sldMk cId="1610846766" sldId="514"/>
            <ac:picMk id="4" creationId="{5E02C886-5E1D-455F-96E6-082AC6132C14}"/>
          </ac:picMkLst>
        </pc:picChg>
        <pc:picChg chg="del">
          <ac:chgData name="" userId="213e45b8a479442b" providerId="LiveId" clId="{4D8713A2-1675-4EEE-A094-CB6F26AC360B}" dt="2022-04-26T06:49:55.605" v="3061" actId="478"/>
          <ac:picMkLst>
            <pc:docMk/>
            <pc:sldMk cId="1610846766" sldId="514"/>
            <ac:picMk id="14" creationId="{473DEE16-0568-4F47-9A86-CCF2CCF723B2}"/>
          </ac:picMkLst>
        </pc:picChg>
      </pc:sldChg>
      <pc:sldChg chg="addSp modSp add">
        <pc:chgData name="" userId="213e45b8a479442b" providerId="LiveId" clId="{4D8713A2-1675-4EEE-A094-CB6F26AC360B}" dt="2022-04-15T14:47:44.669" v="288" actId="20577"/>
        <pc:sldMkLst>
          <pc:docMk/>
          <pc:sldMk cId="2108175735" sldId="515"/>
        </pc:sldMkLst>
        <pc:spChg chg="mod">
          <ac:chgData name="" userId="213e45b8a479442b" providerId="LiveId" clId="{4D8713A2-1675-4EEE-A094-CB6F26AC360B}" dt="2022-04-15T14:45:02.060" v="223" actId="207"/>
          <ac:spMkLst>
            <pc:docMk/>
            <pc:sldMk cId="2108175735" sldId="515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5T14:45:34.994" v="247" actId="6549"/>
          <ac:spMkLst>
            <pc:docMk/>
            <pc:sldMk cId="2108175735" sldId="515"/>
            <ac:spMk id="5" creationId="{06906AC9-8BA4-408A-B726-271179BEAE78}"/>
          </ac:spMkLst>
        </pc:spChg>
        <pc:spChg chg="add mod">
          <ac:chgData name="" userId="213e45b8a479442b" providerId="LiveId" clId="{4D8713A2-1675-4EEE-A094-CB6F26AC360B}" dt="2022-04-15T14:47:39.947" v="285" actId="20577"/>
          <ac:spMkLst>
            <pc:docMk/>
            <pc:sldMk cId="2108175735" sldId="515"/>
            <ac:spMk id="7" creationId="{8231C153-0F32-4D8F-B16F-4DF50D40ED99}"/>
          </ac:spMkLst>
        </pc:spChg>
        <pc:spChg chg="add mod">
          <ac:chgData name="" userId="213e45b8a479442b" providerId="LiveId" clId="{4D8713A2-1675-4EEE-A094-CB6F26AC360B}" dt="2022-04-15T14:47:44.669" v="288" actId="20577"/>
          <ac:spMkLst>
            <pc:docMk/>
            <pc:sldMk cId="2108175735" sldId="515"/>
            <ac:spMk id="9" creationId="{C2F70A36-A00A-4892-9547-EC44B51C5701}"/>
          </ac:spMkLst>
        </pc:spChg>
        <pc:picChg chg="add mod">
          <ac:chgData name="" userId="213e45b8a479442b" providerId="LiveId" clId="{4D8713A2-1675-4EEE-A094-CB6F26AC360B}" dt="2022-04-15T14:46:15.554" v="258" actId="1076"/>
          <ac:picMkLst>
            <pc:docMk/>
            <pc:sldMk cId="2108175735" sldId="515"/>
            <ac:picMk id="4" creationId="{55D179AE-3E4F-428F-A7DF-EF65D15DC251}"/>
          </ac:picMkLst>
        </pc:picChg>
        <pc:picChg chg="add mod">
          <ac:chgData name="" userId="213e45b8a479442b" providerId="LiveId" clId="{4D8713A2-1675-4EEE-A094-CB6F26AC360B}" dt="2022-04-15T14:46:12.670" v="256" actId="1076"/>
          <ac:picMkLst>
            <pc:docMk/>
            <pc:sldMk cId="2108175735" sldId="515"/>
            <ac:picMk id="6" creationId="{6F4181DF-97F6-48A6-807F-D2246E745793}"/>
          </ac:picMkLst>
        </pc:picChg>
      </pc:sldChg>
      <pc:sldChg chg="delSp modSp add">
        <pc:chgData name="" userId="213e45b8a479442b" providerId="LiveId" clId="{4D8713A2-1675-4EEE-A094-CB6F26AC360B}" dt="2022-04-15T14:47:17.748" v="272"/>
        <pc:sldMkLst>
          <pc:docMk/>
          <pc:sldMk cId="1220350953" sldId="516"/>
        </pc:sldMkLst>
        <pc:spChg chg="mod">
          <ac:chgData name="" userId="213e45b8a479442b" providerId="LiveId" clId="{4D8713A2-1675-4EEE-A094-CB6F26AC360B}" dt="2022-04-15T14:47:17.748" v="272"/>
          <ac:spMkLst>
            <pc:docMk/>
            <pc:sldMk cId="1220350953" sldId="516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15T14:46:38.709" v="262" actId="478"/>
          <ac:spMkLst>
            <pc:docMk/>
            <pc:sldMk cId="1220350953" sldId="516"/>
            <ac:spMk id="5" creationId="{06906AC9-8BA4-408A-B726-271179BEAE78}"/>
          </ac:spMkLst>
        </pc:spChg>
        <pc:spChg chg="mod">
          <ac:chgData name="" userId="213e45b8a479442b" providerId="LiveId" clId="{4D8713A2-1675-4EEE-A094-CB6F26AC360B}" dt="2022-04-15T14:46:32.425" v="260"/>
          <ac:spMkLst>
            <pc:docMk/>
            <pc:sldMk cId="1220350953" sldId="516"/>
            <ac:spMk id="8" creationId="{36177B38-43AB-4398-968B-448F8F0E5F49}"/>
          </ac:spMkLst>
        </pc:spChg>
        <pc:picChg chg="del">
          <ac:chgData name="" userId="213e45b8a479442b" providerId="LiveId" clId="{4D8713A2-1675-4EEE-A094-CB6F26AC360B}" dt="2022-04-15T14:46:35.827" v="261" actId="478"/>
          <ac:picMkLst>
            <pc:docMk/>
            <pc:sldMk cId="1220350953" sldId="516"/>
            <ac:picMk id="4" creationId="{55D179AE-3E4F-428F-A7DF-EF65D15DC251}"/>
          </ac:picMkLst>
        </pc:picChg>
        <pc:picChg chg="del">
          <ac:chgData name="" userId="213e45b8a479442b" providerId="LiveId" clId="{4D8713A2-1675-4EEE-A094-CB6F26AC360B}" dt="2022-04-15T14:46:40.388" v="263" actId="478"/>
          <ac:picMkLst>
            <pc:docMk/>
            <pc:sldMk cId="1220350953" sldId="516"/>
            <ac:picMk id="6" creationId="{6F4181DF-97F6-48A6-807F-D2246E745793}"/>
          </ac:picMkLst>
        </pc:picChg>
      </pc:sldChg>
      <pc:sldChg chg="addSp delSp modSp add">
        <pc:chgData name="" userId="213e45b8a479442b" providerId="LiveId" clId="{4D8713A2-1675-4EEE-A094-CB6F26AC360B}" dt="2022-04-22T15:02:22.990" v="1845" actId="20577"/>
        <pc:sldMkLst>
          <pc:docMk/>
          <pc:sldMk cId="312188271" sldId="517"/>
        </pc:sldMkLst>
        <pc:spChg chg="mod">
          <ac:chgData name="" userId="213e45b8a479442b" providerId="LiveId" clId="{4D8713A2-1675-4EEE-A094-CB6F26AC360B}" dt="2022-04-15T14:48:14.590" v="293" actId="20577"/>
          <ac:spMkLst>
            <pc:docMk/>
            <pc:sldMk cId="312188271" sldId="517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15:08:15.360" v="430" actId="1076"/>
          <ac:spMkLst>
            <pc:docMk/>
            <pc:sldMk cId="312188271" sldId="517"/>
            <ac:spMk id="3" creationId="{FC3DE994-F8E6-4715-916B-9859E1A19738}"/>
          </ac:spMkLst>
        </pc:spChg>
        <pc:spChg chg="add">
          <ac:chgData name="" userId="213e45b8a479442b" providerId="LiveId" clId="{4D8713A2-1675-4EEE-A094-CB6F26AC360B}" dt="2022-04-15T14:48:31.892" v="296"/>
          <ac:spMkLst>
            <pc:docMk/>
            <pc:sldMk cId="312188271" sldId="517"/>
            <ac:spMk id="5" creationId="{4F30BAD7-55A4-4FC0-891A-36D00E0B8052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7" creationId="{BD26ADB4-A773-4ADB-AA44-BE4F095AF00E}"/>
          </ac:spMkLst>
        </pc:spChg>
        <pc:spChg chg="mod">
          <ac:chgData name="" userId="213e45b8a479442b" providerId="LiveId" clId="{4D8713A2-1675-4EEE-A094-CB6F26AC360B}" dt="2022-04-22T15:02:22.990" v="1845" actId="20577"/>
          <ac:spMkLst>
            <pc:docMk/>
            <pc:sldMk cId="312188271" sldId="517"/>
            <ac:spMk id="8" creationId="{36177B38-43AB-4398-968B-448F8F0E5F49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9" creationId="{0A38E6AC-8AE3-4EA8-A69A-41068FE56273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0" creationId="{11AF0686-81B3-40AC-942B-BFF2FD0493BC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1" creationId="{28D3CC5B-772B-4BC6-81FB-9B1DEFE12340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4" creationId="{6FAEC3EE-E780-44DF-B9A4-5F7BBEA8CCD8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5" creationId="{493BEE2C-9688-4524-8876-3499D909ACE8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6" creationId="{2A644BE3-62D4-4CDA-B7AC-DB2677950A85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7" creationId="{2F742A2D-8F5B-48C2-BD2B-F43EF6E21E6F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8" creationId="{09FA89B9-72C0-4BC4-87F0-78B9FD480422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0" creationId="{E47B181E-10DD-4551-AD39-0133FD877B9C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3" creationId="{818D313E-B5EF-42A7-A045-4FDD7AE398A0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4" creationId="{0CE85CE3-D052-4CFD-A826-0EF44593C9FD}"/>
          </ac:spMkLst>
        </pc:spChg>
        <pc:grpChg chg="add mod">
          <ac:chgData name="" userId="213e45b8a479442b" providerId="LiveId" clId="{4D8713A2-1675-4EEE-A094-CB6F26AC360B}" dt="2022-04-15T14:48:43.360" v="298"/>
          <ac:grpSpMkLst>
            <pc:docMk/>
            <pc:sldMk cId="312188271" sldId="517"/>
            <ac:grpSpMk id="6" creationId="{6E901550-F9AF-460B-B1F9-14714ADDB243}"/>
          </ac:grpSpMkLst>
        </pc:grpChg>
        <pc:picChg chg="add del mod">
          <ac:chgData name="" userId="213e45b8a479442b" providerId="LiveId" clId="{4D8713A2-1675-4EEE-A094-CB6F26AC360B}" dt="2022-04-15T14:49:48.077" v="302" actId="478"/>
          <ac:picMkLst>
            <pc:docMk/>
            <pc:sldMk cId="312188271" sldId="517"/>
            <ac:picMk id="4" creationId="{BCCBC274-6AF1-4BFE-8BE4-61FB32DC3EEF}"/>
          </ac:picMkLst>
        </pc:picChg>
        <pc:picChg chg="add mod">
          <ac:chgData name="" userId="213e45b8a479442b" providerId="LiveId" clId="{4D8713A2-1675-4EEE-A094-CB6F26AC360B}" dt="2022-04-15T14:51:04.078" v="315" actId="1076"/>
          <ac:picMkLst>
            <pc:docMk/>
            <pc:sldMk cId="312188271" sldId="517"/>
            <ac:picMk id="25" creationId="{2BA9FEA6-3245-4B38-8727-69EA7DE0B4CB}"/>
          </ac:picMkLst>
        </pc:pic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2" creationId="{01EE68D0-6A19-4D25-92A9-32217C0FED69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3" creationId="{87A5C75C-4055-4F46-B44A-D154A731404F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9" creationId="{4A313A0C-B996-46FC-B68B-F48CDD07F0C3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21" creationId="{1302BBE2-D5AE-4A81-8BF0-FA6B6DDC071F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22" creationId="{B90EBE20-3D84-4A35-85E3-8690DB417085}"/>
          </ac:cxnSpMkLst>
        </pc:cxnChg>
      </pc:sldChg>
      <pc:sldChg chg="addSp delSp modSp add">
        <pc:chgData name="" userId="213e45b8a479442b" providerId="LiveId" clId="{4D8713A2-1675-4EEE-A094-CB6F26AC360B}" dt="2022-04-22T15:02:34.686" v="1848" actId="20577"/>
        <pc:sldMkLst>
          <pc:docMk/>
          <pc:sldMk cId="2767152555" sldId="518"/>
        </pc:sldMkLst>
        <pc:spChg chg="add del mod">
          <ac:chgData name="" userId="213e45b8a479442b" providerId="LiveId" clId="{4D8713A2-1675-4EEE-A094-CB6F26AC360B}" dt="2022-04-15T15:08:10.860" v="429" actId="1076"/>
          <ac:spMkLst>
            <pc:docMk/>
            <pc:sldMk cId="2767152555" sldId="518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6T09:22:45.767" v="943" actId="1076"/>
          <ac:spMkLst>
            <pc:docMk/>
            <pc:sldMk cId="2767152555" sldId="518"/>
            <ac:spMk id="6" creationId="{0EED4570-1721-4DE6-A06C-204744149620}"/>
          </ac:spMkLst>
        </pc:spChg>
        <pc:spChg chg="mod">
          <ac:chgData name="" userId="213e45b8a479442b" providerId="LiveId" clId="{4D8713A2-1675-4EEE-A094-CB6F26AC360B}" dt="2022-04-22T15:02:34.686" v="1848" actId="20577"/>
          <ac:spMkLst>
            <pc:docMk/>
            <pc:sldMk cId="2767152555" sldId="518"/>
            <ac:spMk id="8" creationId="{36177B38-43AB-4398-968B-448F8F0E5F49}"/>
          </ac:spMkLst>
        </pc:spChg>
        <pc:picChg chg="mod">
          <ac:chgData name="" userId="213e45b8a479442b" providerId="LiveId" clId="{4D8713A2-1675-4EEE-A094-CB6F26AC360B}" dt="2022-04-16T09:22:49.113" v="944" actId="1076"/>
          <ac:picMkLst>
            <pc:docMk/>
            <pc:sldMk cId="2767152555" sldId="518"/>
            <ac:picMk id="25" creationId="{2BA9FEA6-3245-4B38-8727-69EA7DE0B4CB}"/>
          </ac:picMkLst>
        </pc:picChg>
      </pc:sldChg>
      <pc:sldChg chg="addSp delSp modSp add">
        <pc:chgData name="" userId="213e45b8a479442b" providerId="LiveId" clId="{4D8713A2-1675-4EEE-A094-CB6F26AC360B}" dt="2022-04-22T15:02:37.992" v="1850" actId="20577"/>
        <pc:sldMkLst>
          <pc:docMk/>
          <pc:sldMk cId="148662795" sldId="519"/>
        </pc:sldMkLst>
        <pc:spChg chg="mod">
          <ac:chgData name="" userId="213e45b8a479442b" providerId="LiveId" clId="{4D8713A2-1675-4EEE-A094-CB6F26AC360B}" dt="2022-04-16T09:22:37.143" v="941" actId="1076"/>
          <ac:spMkLst>
            <pc:docMk/>
            <pc:sldMk cId="148662795" sldId="51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5T15:07:38.656" v="421" actId="1076"/>
          <ac:spMkLst>
            <pc:docMk/>
            <pc:sldMk cId="148662795" sldId="519"/>
            <ac:spMk id="4" creationId="{C2B22A09-BFA4-4C7E-A1C3-5E2018CBA24E}"/>
          </ac:spMkLst>
        </pc:spChg>
        <pc:spChg chg="add del mod">
          <ac:chgData name="" userId="213e45b8a479442b" providerId="LiveId" clId="{4D8713A2-1675-4EEE-A094-CB6F26AC360B}" dt="2022-04-16T09:22:36.140" v="939"/>
          <ac:spMkLst>
            <pc:docMk/>
            <pc:sldMk cId="148662795" sldId="519"/>
            <ac:spMk id="5" creationId="{BE2B2CFD-8532-4B38-B31B-39E958147138}"/>
          </ac:spMkLst>
        </pc:spChg>
        <pc:spChg chg="mod">
          <ac:chgData name="" userId="213e45b8a479442b" providerId="LiveId" clId="{4D8713A2-1675-4EEE-A094-CB6F26AC360B}" dt="2022-04-22T15:02:37.992" v="1850" actId="20577"/>
          <ac:spMkLst>
            <pc:docMk/>
            <pc:sldMk cId="148662795" sldId="519"/>
            <ac:spMk id="8" creationId="{36177B38-43AB-4398-968B-448F8F0E5F49}"/>
          </ac:spMkLst>
        </pc:spChg>
        <pc:picChg chg="del">
          <ac:chgData name="" userId="213e45b8a479442b" providerId="LiveId" clId="{4D8713A2-1675-4EEE-A094-CB6F26AC360B}" dt="2022-04-15T15:04:59.946" v="345" actId="478"/>
          <ac:picMkLst>
            <pc:docMk/>
            <pc:sldMk cId="148662795" sldId="519"/>
            <ac:picMk id="25" creationId="{2BA9FEA6-3245-4B38-8727-69EA7DE0B4CB}"/>
          </ac:picMkLst>
        </pc:picChg>
      </pc:sldChg>
      <pc:sldChg chg="addSp delSp modSp add">
        <pc:chgData name="" userId="213e45b8a479442b" providerId="LiveId" clId="{4D8713A2-1675-4EEE-A094-CB6F26AC360B}" dt="2022-04-22T15:02:41.709" v="1851"/>
        <pc:sldMkLst>
          <pc:docMk/>
          <pc:sldMk cId="3175297382" sldId="520"/>
        </pc:sldMkLst>
        <pc:spChg chg="mod">
          <ac:chgData name="" userId="213e45b8a479442b" providerId="LiveId" clId="{4D8713A2-1675-4EEE-A094-CB6F26AC360B}" dt="2022-04-15T15:14:37.147" v="507" actId="1035"/>
          <ac:spMkLst>
            <pc:docMk/>
            <pc:sldMk cId="3175297382" sldId="520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15T15:12:46.316" v="485" actId="478"/>
          <ac:spMkLst>
            <pc:docMk/>
            <pc:sldMk cId="3175297382" sldId="520"/>
            <ac:spMk id="4" creationId="{C2B22A09-BFA4-4C7E-A1C3-5E2018CBA24E}"/>
          </ac:spMkLst>
        </pc:spChg>
        <pc:spChg chg="add del mod">
          <ac:chgData name="" userId="213e45b8a479442b" providerId="LiveId" clId="{4D8713A2-1675-4EEE-A094-CB6F26AC360B}" dt="2022-04-15T15:11:15.983" v="455" actId="478"/>
          <ac:spMkLst>
            <pc:docMk/>
            <pc:sldMk cId="3175297382" sldId="520"/>
            <ac:spMk id="5" creationId="{0F64E4D3-3B69-4E3F-8129-8D60C9D8E12D}"/>
          </ac:spMkLst>
        </pc:spChg>
        <pc:spChg chg="add del mod">
          <ac:chgData name="" userId="213e45b8a479442b" providerId="LiveId" clId="{4D8713A2-1675-4EEE-A094-CB6F26AC360B}" dt="2022-04-15T15:12:21.883" v="470" actId="478"/>
          <ac:spMkLst>
            <pc:docMk/>
            <pc:sldMk cId="3175297382" sldId="520"/>
            <ac:spMk id="6" creationId="{D806F124-A47D-428B-8ABE-B7D05074FBE4}"/>
          </ac:spMkLst>
        </pc:spChg>
        <pc:spChg chg="mod">
          <ac:chgData name="" userId="213e45b8a479442b" providerId="LiveId" clId="{4D8713A2-1675-4EEE-A094-CB6F26AC360B}" dt="2022-04-22T15:02:41.709" v="1851"/>
          <ac:spMkLst>
            <pc:docMk/>
            <pc:sldMk cId="3175297382" sldId="520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5T15:14:37.147" v="507" actId="1035"/>
          <ac:spMkLst>
            <pc:docMk/>
            <pc:sldMk cId="3175297382" sldId="520"/>
            <ac:spMk id="10" creationId="{29E09456-5022-4CE5-992E-9845A37E41DC}"/>
          </ac:spMkLst>
        </pc:spChg>
        <pc:spChg chg="add mod">
          <ac:chgData name="" userId="213e45b8a479442b" providerId="LiveId" clId="{4D8713A2-1675-4EEE-A094-CB6F26AC360B}" dt="2022-04-15T15:15:22.845" v="536" actId="20577"/>
          <ac:spMkLst>
            <pc:docMk/>
            <pc:sldMk cId="3175297382" sldId="520"/>
            <ac:spMk id="12" creationId="{588009C2-6D1F-4CEA-812C-98E3BF9EBA8D}"/>
          </ac:spMkLst>
        </pc:spChg>
        <pc:graphicFrameChg chg="add mod modGraphic">
          <ac:chgData name="" userId="213e45b8a479442b" providerId="LiveId" clId="{4D8713A2-1675-4EEE-A094-CB6F26AC360B}" dt="2022-04-15T15:14:37.147" v="507" actId="1035"/>
          <ac:graphicFrameMkLst>
            <pc:docMk/>
            <pc:sldMk cId="3175297382" sldId="520"/>
            <ac:graphicFrameMk id="9" creationId="{E0ACD17E-F159-4363-BAA9-B00BC5D29D2F}"/>
          </ac:graphicFrameMkLst>
        </pc:graphicFrameChg>
        <pc:graphicFrameChg chg="add mod modGraphic">
          <ac:chgData name="" userId="213e45b8a479442b" providerId="LiveId" clId="{4D8713A2-1675-4EEE-A094-CB6F26AC360B}" dt="2022-04-15T15:14:46.701" v="508" actId="1035"/>
          <ac:graphicFrameMkLst>
            <pc:docMk/>
            <pc:sldMk cId="3175297382" sldId="520"/>
            <ac:graphicFrameMk id="11" creationId="{0C9E49F4-D3FF-4673-AF83-8669B434003D}"/>
          </ac:graphicFrameMkLst>
        </pc:graphicFrameChg>
        <pc:graphicFrameChg chg="add mod modGraphic">
          <ac:chgData name="" userId="213e45b8a479442b" providerId="LiveId" clId="{4D8713A2-1675-4EEE-A094-CB6F26AC360B}" dt="2022-04-15T15:15:42.413" v="542" actId="20577"/>
          <ac:graphicFrameMkLst>
            <pc:docMk/>
            <pc:sldMk cId="3175297382" sldId="520"/>
            <ac:graphicFrameMk id="13" creationId="{90AD93E9-6C79-43EB-A357-6655DA636C22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02:43.649" v="1852"/>
        <pc:sldMkLst>
          <pc:docMk/>
          <pc:sldMk cId="2975173420" sldId="521"/>
        </pc:sldMkLst>
        <pc:spChg chg="mod">
          <ac:chgData name="" userId="213e45b8a479442b" providerId="LiveId" clId="{4D8713A2-1675-4EEE-A094-CB6F26AC360B}" dt="2022-04-15T15:18:07.001" v="563"/>
          <ac:spMkLst>
            <pc:docMk/>
            <pc:sldMk cId="2975173420" sldId="521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3.649" v="1852"/>
          <ac:spMkLst>
            <pc:docMk/>
            <pc:sldMk cId="2975173420" sldId="521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5T15:17:40.338" v="557" actId="478"/>
          <ac:spMkLst>
            <pc:docMk/>
            <pc:sldMk cId="2975173420" sldId="521"/>
            <ac:spMk id="10" creationId="{29E09456-5022-4CE5-992E-9845A37E41DC}"/>
          </ac:spMkLst>
        </pc:spChg>
        <pc:spChg chg="add mod">
          <ac:chgData name="" userId="213e45b8a479442b" providerId="LiveId" clId="{4D8713A2-1675-4EEE-A094-CB6F26AC360B}" dt="2022-04-15T15:17:19.711" v="555" actId="14100"/>
          <ac:spMkLst>
            <pc:docMk/>
            <pc:sldMk cId="2975173420" sldId="521"/>
            <ac:spMk id="12" creationId="{E55EA4A1-1E96-42FA-88B6-BE637CC1F285}"/>
          </ac:spMkLst>
        </pc:spChg>
        <pc:graphicFrameChg chg="del">
          <ac:chgData name="" userId="213e45b8a479442b" providerId="LiveId" clId="{4D8713A2-1675-4EEE-A094-CB6F26AC360B}" dt="2022-04-15T15:17:37.965" v="556" actId="478"/>
          <ac:graphicFrameMkLst>
            <pc:docMk/>
            <pc:sldMk cId="2975173420" sldId="521"/>
            <ac:graphicFrameMk id="9" creationId="{E0ACD17E-F159-4363-BAA9-B00BC5D29D2F}"/>
          </ac:graphicFrameMkLst>
        </pc:graphicFrameChg>
        <pc:graphicFrameChg chg="del">
          <ac:chgData name="" userId="213e45b8a479442b" providerId="LiveId" clId="{4D8713A2-1675-4EEE-A094-CB6F26AC360B}" dt="2022-04-15T15:17:40.338" v="557" actId="478"/>
          <ac:graphicFrameMkLst>
            <pc:docMk/>
            <pc:sldMk cId="2975173420" sldId="521"/>
            <ac:graphicFrameMk id="11" creationId="{0C9E49F4-D3FF-4673-AF83-8669B434003D}"/>
          </ac:graphicFrameMkLst>
        </pc:graphicFrameChg>
      </pc:sldChg>
      <pc:sldChg chg="addSp delSp modSp add delAnim">
        <pc:chgData name="" userId="213e45b8a479442b" providerId="LiveId" clId="{4D8713A2-1675-4EEE-A094-CB6F26AC360B}" dt="2022-04-22T15:02:45.486" v="1853"/>
        <pc:sldMkLst>
          <pc:docMk/>
          <pc:sldMk cId="1570097890" sldId="522"/>
        </pc:sldMkLst>
        <pc:spChg chg="mod">
          <ac:chgData name="" userId="213e45b8a479442b" providerId="LiveId" clId="{4D8713A2-1675-4EEE-A094-CB6F26AC360B}" dt="2022-04-15T15:20:23.574" v="580" actId="6549"/>
          <ac:spMkLst>
            <pc:docMk/>
            <pc:sldMk cId="1570097890" sldId="52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5.486" v="1853"/>
          <ac:spMkLst>
            <pc:docMk/>
            <pc:sldMk cId="1570097890" sldId="522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5T15:18:35.593" v="566" actId="478"/>
          <ac:spMkLst>
            <pc:docMk/>
            <pc:sldMk cId="1570097890" sldId="522"/>
            <ac:spMk id="12" creationId="{E55EA4A1-1E96-42FA-88B6-BE637CC1F285}"/>
          </ac:spMkLst>
        </pc:spChg>
        <pc:graphicFrameChg chg="add mod modGraphic">
          <ac:chgData name="" userId="213e45b8a479442b" providerId="LiveId" clId="{4D8713A2-1675-4EEE-A094-CB6F26AC360B}" dt="2022-04-16T02:29:31.798" v="664" actId="207"/>
          <ac:graphicFrameMkLst>
            <pc:docMk/>
            <pc:sldMk cId="1570097890" sldId="522"/>
            <ac:graphicFrameMk id="4" creationId="{24CE59B7-6CD6-4030-8D9B-E8F252C7A06C}"/>
          </ac:graphicFrameMkLst>
        </pc:graphicFrameChg>
      </pc:sldChg>
      <pc:sldChg chg="delSp modSp add">
        <pc:chgData name="" userId="213e45b8a479442b" providerId="LiveId" clId="{4D8713A2-1675-4EEE-A094-CB6F26AC360B}" dt="2022-04-22T15:01:21.128" v="1824" actId="20577"/>
        <pc:sldMkLst>
          <pc:docMk/>
          <pc:sldMk cId="3130703002" sldId="523"/>
        </pc:sldMkLst>
        <pc:spChg chg="mod">
          <ac:chgData name="" userId="213e45b8a479442b" providerId="LiveId" clId="{4D8713A2-1675-4EEE-A094-CB6F26AC360B}" dt="2022-04-16T13:51:52.826" v="1296"/>
          <ac:spMkLst>
            <pc:docMk/>
            <pc:sldMk cId="3130703002" sldId="523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0:04.251" v="1085"/>
          <ac:spMkLst>
            <pc:docMk/>
            <pc:sldMk cId="3130703002" sldId="52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21.128" v="1824" actId="20577"/>
          <ac:spMkLst>
            <pc:docMk/>
            <pc:sldMk cId="3130703002" sldId="523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6T03:09:24.587" v="829" actId="478"/>
          <ac:graphicFrameMkLst>
            <pc:docMk/>
            <pc:sldMk cId="3130703002" sldId="523"/>
            <ac:graphicFrameMk id="4" creationId="{24CE59B7-6CD6-4030-8D9B-E8F252C7A06C}"/>
          </ac:graphicFrameMkLst>
        </pc:graphicFrameChg>
      </pc:sldChg>
      <pc:sldChg chg="addSp delSp modSp add">
        <pc:chgData name="" userId="213e45b8a479442b" providerId="LiveId" clId="{4D8713A2-1675-4EEE-A094-CB6F26AC360B}" dt="2022-04-22T15:02:47.398" v="1854"/>
        <pc:sldMkLst>
          <pc:docMk/>
          <pc:sldMk cId="2585753779" sldId="524"/>
        </pc:sldMkLst>
        <pc:spChg chg="mod">
          <ac:chgData name="" userId="213e45b8a479442b" providerId="LiveId" clId="{4D8713A2-1675-4EEE-A094-CB6F26AC360B}" dt="2022-04-15T15:20:50.758" v="593"/>
          <ac:spMkLst>
            <pc:docMk/>
            <pc:sldMk cId="2585753779" sldId="524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6T13:52:38.168" v="1299" actId="113"/>
          <ac:spMkLst>
            <pc:docMk/>
            <pc:sldMk cId="2585753779" sldId="524"/>
            <ac:spMk id="5" creationId="{7787200D-7EC0-49F8-ACC0-5A270B2D66CC}"/>
          </ac:spMkLst>
        </pc:spChg>
        <pc:spChg chg="add del mod">
          <ac:chgData name="" userId="213e45b8a479442b" providerId="LiveId" clId="{4D8713A2-1675-4EEE-A094-CB6F26AC360B}" dt="2022-04-15T15:21:44.781" v="602" actId="478"/>
          <ac:spMkLst>
            <pc:docMk/>
            <pc:sldMk cId="2585753779" sldId="524"/>
            <ac:spMk id="6" creationId="{F6501346-F52E-49B8-8DA6-3658248E5C32}"/>
          </ac:spMkLst>
        </pc:spChg>
        <pc:spChg chg="mod">
          <ac:chgData name="" userId="213e45b8a479442b" providerId="LiveId" clId="{4D8713A2-1675-4EEE-A094-CB6F26AC360B}" dt="2022-04-22T15:02:47.398" v="1854"/>
          <ac:spMkLst>
            <pc:docMk/>
            <pc:sldMk cId="2585753779" sldId="524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5T15:20:32.611" v="582" actId="478"/>
          <ac:graphicFrameMkLst>
            <pc:docMk/>
            <pc:sldMk cId="2585753779" sldId="524"/>
            <ac:graphicFrameMk id="4" creationId="{24CE59B7-6CD6-4030-8D9B-E8F252C7A06C}"/>
          </ac:graphicFrameMkLst>
        </pc:graphicFrameChg>
        <pc:graphicFrameChg chg="add mod modGraphic">
          <ac:chgData name="" userId="213e45b8a479442b" providerId="LiveId" clId="{4D8713A2-1675-4EEE-A094-CB6F26AC360B}" dt="2022-04-15T15:22:07.239" v="612" actId="313"/>
          <ac:graphicFrameMkLst>
            <pc:docMk/>
            <pc:sldMk cId="2585753779" sldId="524"/>
            <ac:graphicFrameMk id="9" creationId="{646BD325-B6C6-44F0-A4EA-B1E6F6F01D32}"/>
          </ac:graphicFrameMkLst>
        </pc:graphicFrameChg>
        <pc:picChg chg="add mod">
          <ac:chgData name="" userId="213e45b8a479442b" providerId="LiveId" clId="{4D8713A2-1675-4EEE-A094-CB6F26AC360B}" dt="2022-04-15T15:22:27.971" v="614" actId="1076"/>
          <ac:picMkLst>
            <pc:docMk/>
            <pc:sldMk cId="2585753779" sldId="524"/>
            <ac:picMk id="7" creationId="{716BDF4F-80D9-46E7-89D2-F25A26D21F16}"/>
          </ac:picMkLst>
        </pc:picChg>
      </pc:sldChg>
      <pc:sldChg chg="addSp delSp modSp add">
        <pc:chgData name="" userId="213e45b8a479442b" providerId="LiveId" clId="{4D8713A2-1675-4EEE-A094-CB6F26AC360B}" dt="2022-04-22T15:02:52.215" v="1857"/>
        <pc:sldMkLst>
          <pc:docMk/>
          <pc:sldMk cId="1835571924" sldId="525"/>
        </pc:sldMkLst>
        <pc:spChg chg="mod">
          <ac:chgData name="" userId="213e45b8a479442b" providerId="LiveId" clId="{4D8713A2-1675-4EEE-A094-CB6F26AC360B}" dt="2022-04-16T02:31:06.499" v="673" actId="6549"/>
          <ac:spMkLst>
            <pc:docMk/>
            <pc:sldMk cId="1835571924" sldId="52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16T02:38:41.418" v="687" actId="1076"/>
          <ac:spMkLst>
            <pc:docMk/>
            <pc:sldMk cId="1835571924" sldId="525"/>
            <ac:spMk id="5" creationId="{7787200D-7EC0-49F8-ACC0-5A270B2D66CC}"/>
          </ac:spMkLst>
        </pc:spChg>
        <pc:spChg chg="mod">
          <ac:chgData name="" userId="213e45b8a479442b" providerId="LiveId" clId="{4D8713A2-1675-4EEE-A094-CB6F26AC360B}" dt="2022-04-22T15:02:52.215" v="1857"/>
          <ac:spMkLst>
            <pc:docMk/>
            <pc:sldMk cId="1835571924" sldId="525"/>
            <ac:spMk id="8" creationId="{36177B38-43AB-4398-968B-448F8F0E5F49}"/>
          </ac:spMkLst>
        </pc:spChg>
        <pc:graphicFrameChg chg="mod modGraphic">
          <ac:chgData name="" userId="213e45b8a479442b" providerId="LiveId" clId="{4D8713A2-1675-4EEE-A094-CB6F26AC360B}" dt="2022-04-16T02:39:04.458" v="694" actId="207"/>
          <ac:graphicFrameMkLst>
            <pc:docMk/>
            <pc:sldMk cId="1835571924" sldId="525"/>
            <ac:graphicFrameMk id="9" creationId="{646BD325-B6C6-44F0-A4EA-B1E6F6F01D32}"/>
          </ac:graphicFrameMkLst>
        </pc:graphicFrameChg>
        <pc:picChg chg="del">
          <ac:chgData name="" userId="213e45b8a479442b" providerId="LiveId" clId="{4D8713A2-1675-4EEE-A094-CB6F26AC360B}" dt="2022-04-16T02:38:15.778" v="679" actId="478"/>
          <ac:picMkLst>
            <pc:docMk/>
            <pc:sldMk cId="1835571924" sldId="525"/>
            <ac:picMk id="7" creationId="{716BDF4F-80D9-46E7-89D2-F25A26D21F16}"/>
          </ac:picMkLst>
        </pc:picChg>
        <pc:picChg chg="add mod">
          <ac:chgData name="" userId="213e45b8a479442b" providerId="LiveId" clId="{4D8713A2-1675-4EEE-A094-CB6F26AC360B}" dt="2022-04-16T02:38:56.728" v="693" actId="1076"/>
          <ac:picMkLst>
            <pc:docMk/>
            <pc:sldMk cId="1835571924" sldId="525"/>
            <ac:picMk id="10" creationId="{D0656BC6-1151-457E-9F56-34BD00242AE5}"/>
          </ac:picMkLst>
        </pc:picChg>
      </pc:sldChg>
      <pc:sldChg chg="addSp delSp modSp add addAnim delAnim">
        <pc:chgData name="" userId="213e45b8a479442b" providerId="LiveId" clId="{4D8713A2-1675-4EEE-A094-CB6F26AC360B}" dt="2022-04-22T15:02:49.018" v="1855"/>
        <pc:sldMkLst>
          <pc:docMk/>
          <pc:sldMk cId="3012968823" sldId="526"/>
        </pc:sldMkLst>
        <pc:spChg chg="mod">
          <ac:chgData name="" userId="213e45b8a479442b" providerId="LiveId" clId="{4D8713A2-1675-4EEE-A094-CB6F26AC360B}" dt="2022-04-16T02:07:28.649" v="622" actId="6549"/>
          <ac:spMkLst>
            <pc:docMk/>
            <pc:sldMk cId="3012968823" sldId="52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9.018" v="1855"/>
          <ac:spMkLst>
            <pc:docMk/>
            <pc:sldMk cId="3012968823" sldId="526"/>
            <ac:spMk id="8" creationId="{36177B38-43AB-4398-968B-448F8F0E5F49}"/>
          </ac:spMkLst>
        </pc:spChg>
        <pc:spChg chg="add del mod">
          <ac:chgData name="" userId="213e45b8a479442b" providerId="LiveId" clId="{4D8713A2-1675-4EEE-A094-CB6F26AC360B}" dt="2022-04-16T02:26:22.899" v="627" actId="478"/>
          <ac:spMkLst>
            <pc:docMk/>
            <pc:sldMk cId="3012968823" sldId="526"/>
            <ac:spMk id="12" creationId="{E55EA4A1-1E96-42FA-88B6-BE637CC1F285}"/>
          </ac:spMkLst>
        </pc:spChg>
      </pc:sldChg>
      <pc:sldChg chg="addSp delSp modSp add delAnim">
        <pc:chgData name="" userId="213e45b8a479442b" providerId="LiveId" clId="{4D8713A2-1675-4EEE-A094-CB6F26AC360B}" dt="2022-04-22T15:02:50.685" v="1856"/>
        <pc:sldMkLst>
          <pc:docMk/>
          <pc:sldMk cId="3238138654" sldId="527"/>
        </pc:sldMkLst>
        <pc:spChg chg="mod">
          <ac:chgData name="" userId="213e45b8a479442b" providerId="LiveId" clId="{4D8713A2-1675-4EEE-A094-CB6F26AC360B}" dt="2022-04-16T02:27:30.619" v="657" actId="1035"/>
          <ac:spMkLst>
            <pc:docMk/>
            <pc:sldMk cId="3238138654" sldId="52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0.685" v="1856"/>
          <ac:spMkLst>
            <pc:docMk/>
            <pc:sldMk cId="3238138654" sldId="527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6T02:26:30.829" v="628" actId="478"/>
          <ac:spMkLst>
            <pc:docMk/>
            <pc:sldMk cId="3238138654" sldId="527"/>
            <ac:spMk id="12" creationId="{E55EA4A1-1E96-42FA-88B6-BE637CC1F285}"/>
          </ac:spMkLst>
        </pc:spChg>
        <pc:graphicFrameChg chg="add del">
          <ac:chgData name="" userId="213e45b8a479442b" providerId="LiveId" clId="{4D8713A2-1675-4EEE-A094-CB6F26AC360B}" dt="2022-04-16T02:26:39.038" v="631"/>
          <ac:graphicFrameMkLst>
            <pc:docMk/>
            <pc:sldMk cId="3238138654" sldId="527"/>
            <ac:graphicFrameMk id="4" creationId="{A90111E4-795D-415A-982E-C604A21F70A7}"/>
          </ac:graphicFrameMkLst>
        </pc:graphicFrameChg>
        <pc:graphicFrameChg chg="add mod modGraphic">
          <ac:chgData name="" userId="213e45b8a479442b" providerId="LiveId" clId="{4D8713A2-1675-4EEE-A094-CB6F26AC360B}" dt="2022-04-16T02:30:47.373" v="672" actId="14100"/>
          <ac:graphicFrameMkLst>
            <pc:docMk/>
            <pc:sldMk cId="3238138654" sldId="527"/>
            <ac:graphicFrameMk id="5" creationId="{49AB8E9E-F46C-4762-8303-997C5B7B39D5}"/>
          </ac:graphicFrameMkLst>
        </pc:graphicFrameChg>
      </pc:sldChg>
      <pc:sldChg chg="addSp modSp add">
        <pc:chgData name="" userId="213e45b8a479442b" providerId="LiveId" clId="{4D8713A2-1675-4EEE-A094-CB6F26AC360B}" dt="2022-04-22T15:02:53.973" v="1858"/>
        <pc:sldMkLst>
          <pc:docMk/>
          <pc:sldMk cId="3138006979" sldId="528"/>
        </pc:sldMkLst>
        <pc:spChg chg="mod">
          <ac:chgData name="" userId="213e45b8a479442b" providerId="LiveId" clId="{4D8713A2-1675-4EEE-A094-CB6F26AC360B}" dt="2022-04-16T02:45:17.903" v="718" actId="20577"/>
          <ac:spMkLst>
            <pc:docMk/>
            <pc:sldMk cId="3138006979" sldId="52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3.973" v="1858"/>
          <ac:spMkLst>
            <pc:docMk/>
            <pc:sldMk cId="3138006979" sldId="528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02:46:22.188" v="765" actId="6549"/>
          <ac:graphicFrameMkLst>
            <pc:docMk/>
            <pc:sldMk cId="3138006979" sldId="528"/>
            <ac:graphicFrameMk id="5" creationId="{1AE68E36-5FD9-4272-8942-9C604DE44181}"/>
          </ac:graphicFrameMkLst>
        </pc:graphicFrameChg>
      </pc:sldChg>
      <pc:sldChg chg="delSp modSp add">
        <pc:chgData name="" userId="213e45b8a479442b" providerId="LiveId" clId="{4D8713A2-1675-4EEE-A094-CB6F26AC360B}" dt="2022-04-22T15:02:55.672" v="1859"/>
        <pc:sldMkLst>
          <pc:docMk/>
          <pc:sldMk cId="3166662074" sldId="529"/>
        </pc:sldMkLst>
        <pc:spChg chg="mod">
          <ac:chgData name="" userId="213e45b8a479442b" providerId="LiveId" clId="{4D8713A2-1675-4EEE-A094-CB6F26AC360B}" dt="2022-04-16T02:47:48.838" v="779" actId="1036"/>
          <ac:spMkLst>
            <pc:docMk/>
            <pc:sldMk cId="3166662074" sldId="529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5.672" v="1859"/>
          <ac:spMkLst>
            <pc:docMk/>
            <pc:sldMk cId="3166662074" sldId="529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6T02:47:03.858" v="767" actId="478"/>
          <ac:graphicFrameMkLst>
            <pc:docMk/>
            <pc:sldMk cId="3166662074" sldId="529"/>
            <ac:graphicFrameMk id="5" creationId="{49AB8E9E-F46C-4762-8303-997C5B7B39D5}"/>
          </ac:graphicFrameMkLst>
        </pc:graphicFrameChg>
      </pc:sldChg>
      <pc:sldChg chg="addSp delSp modSp add">
        <pc:chgData name="" userId="213e45b8a479442b" providerId="LiveId" clId="{4D8713A2-1675-4EEE-A094-CB6F26AC360B}" dt="2022-04-22T15:02:57.328" v="1860"/>
        <pc:sldMkLst>
          <pc:docMk/>
          <pc:sldMk cId="3455881520" sldId="530"/>
        </pc:sldMkLst>
        <pc:spChg chg="mod">
          <ac:chgData name="" userId="213e45b8a479442b" providerId="LiveId" clId="{4D8713A2-1675-4EEE-A094-CB6F26AC360B}" dt="2022-04-16T02:57:48.877" v="790" actId="6549"/>
          <ac:spMkLst>
            <pc:docMk/>
            <pc:sldMk cId="3455881520" sldId="53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7.328" v="1860"/>
          <ac:spMkLst>
            <pc:docMk/>
            <pc:sldMk cId="3455881520" sldId="530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03:05:49.297" v="815" actId="14100"/>
          <ac:graphicFrameMkLst>
            <pc:docMk/>
            <pc:sldMk cId="3455881520" sldId="530"/>
            <ac:graphicFrameMk id="5" creationId="{AA02CC20-97AD-46FC-93CC-00273CF8711E}"/>
          </ac:graphicFrameMkLst>
        </pc:graphicFrameChg>
        <pc:picChg chg="add del mod">
          <ac:chgData name="" userId="213e45b8a479442b" providerId="LiveId" clId="{4D8713A2-1675-4EEE-A094-CB6F26AC360B}" dt="2022-04-16T03:05:51.287" v="817" actId="478"/>
          <ac:picMkLst>
            <pc:docMk/>
            <pc:sldMk cId="3455881520" sldId="530"/>
            <ac:picMk id="6" creationId="{AD008397-4048-47A4-BB67-B259885AD7A9}"/>
          </ac:picMkLst>
        </pc:picChg>
        <pc:picChg chg="add mod">
          <ac:chgData name="" userId="213e45b8a479442b" providerId="LiveId" clId="{4D8713A2-1675-4EEE-A094-CB6F26AC360B}" dt="2022-04-16T03:05:59.317" v="821" actId="1076"/>
          <ac:picMkLst>
            <pc:docMk/>
            <pc:sldMk cId="3455881520" sldId="530"/>
            <ac:picMk id="7" creationId="{02554919-9C9C-40BD-991A-BD2855C8A100}"/>
          </ac:picMkLst>
        </pc:picChg>
      </pc:sldChg>
      <pc:sldChg chg="addSp delSp modSp add">
        <pc:chgData name="" userId="213e45b8a479442b" providerId="LiveId" clId="{4D8713A2-1675-4EEE-A094-CB6F26AC360B}" dt="2022-04-22T15:02:59.544" v="1861"/>
        <pc:sldMkLst>
          <pc:docMk/>
          <pc:sldMk cId="204555468" sldId="531"/>
        </pc:sldMkLst>
        <pc:spChg chg="mod">
          <ac:chgData name="" userId="213e45b8a479442b" providerId="LiveId" clId="{4D8713A2-1675-4EEE-A094-CB6F26AC360B}" dt="2022-04-16T03:05:24.227" v="805" actId="6549"/>
          <ac:spMkLst>
            <pc:docMk/>
            <pc:sldMk cId="204555468" sldId="531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9.544" v="1861"/>
          <ac:spMkLst>
            <pc:docMk/>
            <pc:sldMk cId="204555468" sldId="531"/>
            <ac:spMk id="8" creationId="{36177B38-43AB-4398-968B-448F8F0E5F49}"/>
          </ac:spMkLst>
        </pc:spChg>
        <pc:graphicFrameChg chg="mod modGraphic">
          <ac:chgData name="" userId="213e45b8a479442b" providerId="LiveId" clId="{4D8713A2-1675-4EEE-A094-CB6F26AC360B}" dt="2022-04-16T03:05:42.677" v="812" actId="1076"/>
          <ac:graphicFrameMkLst>
            <pc:docMk/>
            <pc:sldMk cId="204555468" sldId="531"/>
            <ac:graphicFrameMk id="5" creationId="{AA02CC20-97AD-46FC-93CC-00273CF8711E}"/>
          </ac:graphicFrameMkLst>
        </pc:graphicFrameChg>
        <pc:picChg chg="del mod">
          <ac:chgData name="" userId="213e45b8a479442b" providerId="LiveId" clId="{4D8713A2-1675-4EEE-A094-CB6F26AC360B}" dt="2022-04-16T03:05:45.657" v="814" actId="478"/>
          <ac:picMkLst>
            <pc:docMk/>
            <pc:sldMk cId="204555468" sldId="531"/>
            <ac:picMk id="6" creationId="{AD008397-4048-47A4-BB67-B259885AD7A9}"/>
          </ac:picMkLst>
        </pc:picChg>
        <pc:picChg chg="add mod">
          <ac:chgData name="" userId="213e45b8a479442b" providerId="LiveId" clId="{4D8713A2-1675-4EEE-A094-CB6F26AC360B}" dt="2022-04-16T03:06:07.897" v="825" actId="1076"/>
          <ac:picMkLst>
            <pc:docMk/>
            <pc:sldMk cId="204555468" sldId="531"/>
            <ac:picMk id="7" creationId="{0F15D4BF-5350-4979-BE37-CCF666DD79B7}"/>
          </ac:picMkLst>
        </pc:picChg>
        <pc:picChg chg="add">
          <ac:chgData name="" userId="213e45b8a479442b" providerId="LiveId" clId="{4D8713A2-1675-4EEE-A094-CB6F26AC360B}" dt="2022-04-16T03:08:50.897" v="826"/>
          <ac:picMkLst>
            <pc:docMk/>
            <pc:sldMk cId="204555468" sldId="531"/>
            <ac:picMk id="9" creationId="{AEBD2599-5D36-4662-8B55-8F8247CDB84D}"/>
          </ac:picMkLst>
        </pc:picChg>
      </pc:sldChg>
      <pc:sldChg chg="addSp delSp modSp add modAnim">
        <pc:chgData name="" userId="213e45b8a479442b" providerId="LiveId" clId="{4D8713A2-1675-4EEE-A094-CB6F26AC360B}" dt="2022-04-22T15:01:52.448" v="1837" actId="20577"/>
        <pc:sldMkLst>
          <pc:docMk/>
          <pc:sldMk cId="1187084961" sldId="532"/>
        </pc:sldMkLst>
        <pc:spChg chg="mod">
          <ac:chgData name="" userId="213e45b8a479442b" providerId="LiveId" clId="{4D8713A2-1675-4EEE-A094-CB6F26AC360B}" dt="2022-04-16T05:11:36.149" v="838"/>
          <ac:spMkLst>
            <pc:docMk/>
            <pc:sldMk cId="1187084961" sldId="53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52.448" v="1837" actId="20577"/>
          <ac:spMkLst>
            <pc:docMk/>
            <pc:sldMk cId="1187084961" sldId="532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03:10:32.627" v="831"/>
          <ac:spMkLst>
            <pc:docMk/>
            <pc:sldMk cId="1187084961" sldId="532"/>
            <ac:spMk id="9" creationId="{89DF572B-2588-487C-B1AB-59780957C54B}"/>
          </ac:spMkLst>
        </pc:spChg>
        <pc:graphicFrameChg chg="mod modGraphic">
          <ac:chgData name="" userId="213e45b8a479442b" providerId="LiveId" clId="{4D8713A2-1675-4EEE-A094-CB6F26AC360B}" dt="2022-04-16T05:12:22.237" v="871" actId="20577"/>
          <ac:graphicFrameMkLst>
            <pc:docMk/>
            <pc:sldMk cId="1187084961" sldId="532"/>
            <ac:graphicFrameMk id="5" creationId="{AA02CC20-97AD-46FC-93CC-00273CF8711E}"/>
          </ac:graphicFrameMkLst>
        </pc:graphicFrameChg>
        <pc:picChg chg="del">
          <ac:chgData name="" userId="213e45b8a479442b" providerId="LiveId" clId="{4D8713A2-1675-4EEE-A094-CB6F26AC360B}" dt="2022-04-16T05:11:40.334" v="840" actId="478"/>
          <ac:picMkLst>
            <pc:docMk/>
            <pc:sldMk cId="1187084961" sldId="532"/>
            <ac:picMk id="7" creationId="{0F15D4BF-5350-4979-BE37-CCF666DD79B7}"/>
          </ac:picMkLst>
        </pc:picChg>
      </pc:sldChg>
      <pc:sldChg chg="delSp modSp add delAnim">
        <pc:chgData name="" userId="213e45b8a479442b" providerId="LiveId" clId="{4D8713A2-1675-4EEE-A094-CB6F26AC360B}" dt="2022-04-22T15:01:55.619" v="1839" actId="20577"/>
        <pc:sldMkLst>
          <pc:docMk/>
          <pc:sldMk cId="4092836960" sldId="533"/>
        </pc:sldMkLst>
        <pc:spChg chg="mod">
          <ac:chgData name="" userId="213e45b8a479442b" providerId="LiveId" clId="{4D8713A2-1675-4EEE-A094-CB6F26AC360B}" dt="2022-04-16T05:13:45.623" v="882"/>
          <ac:spMkLst>
            <pc:docMk/>
            <pc:sldMk cId="4092836960" sldId="53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55.619" v="1839" actId="20577"/>
          <ac:spMkLst>
            <pc:docMk/>
            <pc:sldMk cId="4092836960" sldId="533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6T05:13:49.565" v="883" actId="478"/>
          <ac:spMkLst>
            <pc:docMk/>
            <pc:sldMk cId="4092836960" sldId="533"/>
            <ac:spMk id="9" creationId="{89DF572B-2588-487C-B1AB-59780957C54B}"/>
          </ac:spMkLst>
        </pc:spChg>
        <pc:graphicFrameChg chg="del">
          <ac:chgData name="" userId="213e45b8a479442b" providerId="LiveId" clId="{4D8713A2-1675-4EEE-A094-CB6F26AC360B}" dt="2022-04-16T05:13:26.116" v="878" actId="478"/>
          <ac:graphicFrameMkLst>
            <pc:docMk/>
            <pc:sldMk cId="4092836960" sldId="533"/>
            <ac:graphicFrameMk id="5" creationId="{AA02CC20-97AD-46FC-93CC-00273CF8711E}"/>
          </ac:graphicFrameMkLst>
        </pc:graphicFrameChg>
      </pc:sldChg>
      <pc:sldChg chg="modSp add">
        <pc:chgData name="" userId="213e45b8a479442b" providerId="LiveId" clId="{4D8713A2-1675-4EEE-A094-CB6F26AC360B}" dt="2022-04-22T15:01:34.246" v="1829"/>
        <pc:sldMkLst>
          <pc:docMk/>
          <pc:sldMk cId="2306374409" sldId="534"/>
        </pc:sldMkLst>
        <pc:spChg chg="mod">
          <ac:chgData name="" userId="213e45b8a479442b" providerId="LiveId" clId="{4D8713A2-1675-4EEE-A094-CB6F26AC360B}" dt="2022-04-16T05:14:10.222" v="887" actId="20577"/>
          <ac:spMkLst>
            <pc:docMk/>
            <pc:sldMk cId="2306374409" sldId="53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1:55:05.031" v="951" actId="207"/>
          <ac:spMkLst>
            <pc:docMk/>
            <pc:sldMk cId="2306374409" sldId="534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34.246" v="1829"/>
          <ac:spMkLst>
            <pc:docMk/>
            <pc:sldMk cId="2306374409" sldId="534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01:32.077" v="1828"/>
        <pc:sldMkLst>
          <pc:docMk/>
          <pc:sldMk cId="2358653803" sldId="535"/>
        </pc:sldMkLst>
        <pc:spChg chg="mod">
          <ac:chgData name="" userId="213e45b8a479442b" providerId="LiveId" clId="{4D8713A2-1675-4EEE-A094-CB6F26AC360B}" dt="2022-04-16T13:51:56.734" v="1298"/>
          <ac:spMkLst>
            <pc:docMk/>
            <pc:sldMk cId="2358653803" sldId="535"/>
            <ac:spMk id="2" creationId="{5888EE31-F44C-4034-8407-4C756F65702C}"/>
          </ac:spMkLst>
        </pc:spChg>
        <pc:spChg chg="del mod">
          <ac:chgData name="" userId="213e45b8a479442b" providerId="LiveId" clId="{4D8713A2-1675-4EEE-A094-CB6F26AC360B}" dt="2022-04-16T11:56:52.507" v="971"/>
          <ac:spMkLst>
            <pc:docMk/>
            <pc:sldMk cId="2358653803" sldId="53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32.077" v="1828"/>
          <ac:spMkLst>
            <pc:docMk/>
            <pc:sldMk cId="2358653803" sldId="535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13:45:28.436" v="1141" actId="255"/>
          <ac:graphicFrameMkLst>
            <pc:docMk/>
            <pc:sldMk cId="2358653803" sldId="535"/>
            <ac:graphicFrameMk id="4" creationId="{655E18F8-EBE2-424C-A16B-5011D89BFEB3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01:26.852" v="1827" actId="14100"/>
        <pc:sldMkLst>
          <pc:docMk/>
          <pc:sldMk cId="446396362" sldId="536"/>
        </pc:sldMkLst>
        <pc:spChg chg="mod">
          <ac:chgData name="" userId="213e45b8a479442b" providerId="LiveId" clId="{4D8713A2-1675-4EEE-A094-CB6F26AC360B}" dt="2022-04-16T13:51:54.645" v="1297"/>
          <ac:spMkLst>
            <pc:docMk/>
            <pc:sldMk cId="446396362" sldId="536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16T13:52:50.872" v="1300" actId="113"/>
          <ac:spMkLst>
            <pc:docMk/>
            <pc:sldMk cId="446396362" sldId="53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26.852" v="1827" actId="14100"/>
          <ac:spMkLst>
            <pc:docMk/>
            <pc:sldMk cId="446396362" sldId="536"/>
            <ac:spMk id="8" creationId="{36177B38-43AB-4398-968B-448F8F0E5F49}"/>
          </ac:spMkLst>
        </pc:spChg>
        <pc:spChg chg="add del mod">
          <ac:chgData name="" userId="213e45b8a479442b" providerId="LiveId" clId="{4D8713A2-1675-4EEE-A094-CB6F26AC360B}" dt="2022-04-16T12:48:23.226" v="1030" actId="478"/>
          <ac:spMkLst>
            <pc:docMk/>
            <pc:sldMk cId="446396362" sldId="536"/>
            <ac:spMk id="18" creationId="{828480CB-CE6B-41CF-BC8B-B42CE9D26D22}"/>
          </ac:spMkLst>
        </pc:spChg>
        <pc:spChg chg="add del mod">
          <ac:chgData name="" userId="213e45b8a479442b" providerId="LiveId" clId="{4D8713A2-1675-4EEE-A094-CB6F26AC360B}" dt="2022-04-16T12:48:24.849" v="1031" actId="478"/>
          <ac:spMkLst>
            <pc:docMk/>
            <pc:sldMk cId="446396362" sldId="536"/>
            <ac:spMk id="19" creationId="{25520B7A-E9AC-4ACE-A563-15F30070B45F}"/>
          </ac:spMkLst>
        </pc:spChg>
        <pc:graphicFrameChg chg="mod modGraphic">
          <ac:chgData name="" userId="213e45b8a479442b" providerId="LiveId" clId="{4D8713A2-1675-4EEE-A094-CB6F26AC360B}" dt="2022-04-16T11:57:52.701" v="1004" actId="207"/>
          <ac:graphicFrameMkLst>
            <pc:docMk/>
            <pc:sldMk cId="446396362" sldId="536"/>
            <ac:graphicFrameMk id="5" creationId="{AA02CC20-97AD-46FC-93CC-00273CF8711E}"/>
          </ac:graphicFrameMkLst>
        </pc:graphicFrameChg>
        <pc:picChg chg="del">
          <ac:chgData name="" userId="213e45b8a479442b" providerId="LiveId" clId="{4D8713A2-1675-4EEE-A094-CB6F26AC360B}" dt="2022-04-16T12:00:15.206" v="1005" actId="478"/>
          <ac:picMkLst>
            <pc:docMk/>
            <pc:sldMk cId="446396362" sldId="536"/>
            <ac:picMk id="7" creationId="{0F15D4BF-5350-4979-BE37-CCF666DD79B7}"/>
          </ac:picMkLst>
        </pc:picChg>
        <pc:picChg chg="add mod">
          <ac:chgData name="" userId="213e45b8a479442b" providerId="LiveId" clId="{4D8713A2-1675-4EEE-A094-CB6F26AC360B}" dt="2022-04-16T12:47:07.924" v="1024" actId="1076"/>
          <ac:picMkLst>
            <pc:docMk/>
            <pc:sldMk cId="446396362" sldId="536"/>
            <ac:picMk id="9" creationId="{99807999-0B78-40D4-8311-B2044C0A14F8}"/>
          </ac:picMkLst>
        </pc:picChg>
        <pc:cxnChg chg="add mod">
          <ac:chgData name="" userId="213e45b8a479442b" providerId="LiveId" clId="{4D8713A2-1675-4EEE-A094-CB6F26AC360B}" dt="2022-04-16T12:00:46.481" v="1011" actId="13822"/>
          <ac:cxnSpMkLst>
            <pc:docMk/>
            <pc:sldMk cId="446396362" sldId="536"/>
            <ac:cxnSpMk id="6" creationId="{27FE105F-B2F4-40B9-93D8-03D8FB11D6FF}"/>
          </ac:cxnSpMkLst>
        </pc:cxnChg>
        <pc:cxnChg chg="add mod">
          <ac:chgData name="" userId="213e45b8a479442b" providerId="LiveId" clId="{4D8713A2-1675-4EEE-A094-CB6F26AC360B}" dt="2022-04-16T12:00:50.115" v="1012" actId="571"/>
          <ac:cxnSpMkLst>
            <pc:docMk/>
            <pc:sldMk cId="446396362" sldId="536"/>
            <ac:cxnSpMk id="10" creationId="{DDD90E6D-2784-48B0-AA4E-A7CA4E1AAE6C}"/>
          </ac:cxnSpMkLst>
        </pc:cxnChg>
        <pc:cxnChg chg="add mod">
          <ac:chgData name="" userId="213e45b8a479442b" providerId="LiveId" clId="{4D8713A2-1675-4EEE-A094-CB6F26AC360B}" dt="2022-04-16T12:01:06.861" v="1020" actId="1076"/>
          <ac:cxnSpMkLst>
            <pc:docMk/>
            <pc:sldMk cId="446396362" sldId="536"/>
            <ac:cxnSpMk id="11" creationId="{2B56401E-8DA5-4C01-8B3D-7FC01B81AAE2}"/>
          </ac:cxnSpMkLst>
        </pc:cxnChg>
        <pc:cxnChg chg="add mod">
          <ac:chgData name="" userId="213e45b8a479442b" providerId="LiveId" clId="{4D8713A2-1675-4EEE-A094-CB6F26AC360B}" dt="2022-04-16T12:01:08.890" v="1021" actId="571"/>
          <ac:cxnSpMkLst>
            <pc:docMk/>
            <pc:sldMk cId="446396362" sldId="536"/>
            <ac:cxnSpMk id="17" creationId="{E013AC31-2B2B-4040-B669-25DC00082365}"/>
          </ac:cxnSpMkLst>
        </pc:cxnChg>
        <pc:cxnChg chg="add del mod">
          <ac:chgData name="" userId="213e45b8a479442b" providerId="LiveId" clId="{4D8713A2-1675-4EEE-A094-CB6F26AC360B}" dt="2022-04-16T12:48:21.545" v="1029" actId="478"/>
          <ac:cxnSpMkLst>
            <pc:docMk/>
            <pc:sldMk cId="446396362" sldId="536"/>
            <ac:cxnSpMk id="21" creationId="{7A963016-370A-44EA-90A5-40B3D6A205C6}"/>
          </ac:cxnSpMkLst>
        </pc:cxnChg>
      </pc:sldChg>
      <pc:sldChg chg="addSp delSp modSp add">
        <pc:chgData name="" userId="213e45b8a479442b" providerId="LiveId" clId="{4D8713A2-1675-4EEE-A094-CB6F26AC360B}" dt="2022-04-22T15:00:45.257" v="1819" actId="20577"/>
        <pc:sldMkLst>
          <pc:docMk/>
          <pc:sldMk cId="4204574398" sldId="537"/>
        </pc:sldMkLst>
        <pc:spChg chg="mod">
          <ac:chgData name="" userId="213e45b8a479442b" providerId="LiveId" clId="{4D8713A2-1675-4EEE-A094-CB6F26AC360B}" dt="2022-04-16T13:51:50.333" v="1295"/>
          <ac:spMkLst>
            <pc:docMk/>
            <pc:sldMk cId="4204574398" sldId="537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1:22.623" v="1096"/>
          <ac:spMkLst>
            <pc:docMk/>
            <pc:sldMk cId="4204574398" sldId="53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0:45.257" v="1819" actId="20577"/>
          <ac:spMkLst>
            <pc:docMk/>
            <pc:sldMk cId="4204574398" sldId="537"/>
            <ac:spMk id="8" creationId="{36177B38-43AB-4398-968B-448F8F0E5F49}"/>
          </ac:spMkLst>
        </pc:spChg>
        <pc:graphicFrameChg chg="add del mod modGraphic">
          <ac:chgData name="" userId="213e45b8a479442b" providerId="LiveId" clId="{4D8713A2-1675-4EEE-A094-CB6F26AC360B}" dt="2022-04-16T13:42:53.293" v="1112" actId="478"/>
          <ac:graphicFrameMkLst>
            <pc:docMk/>
            <pc:sldMk cId="4204574398" sldId="537"/>
            <ac:graphicFrameMk id="4" creationId="{8DB2CC1E-DF10-4E01-9DE6-CA7EBFB3E3E0}"/>
          </ac:graphicFrameMkLst>
        </pc:graphicFrameChg>
        <pc:graphicFrameChg chg="add mod modGraphic">
          <ac:chgData name="" userId="213e45b8a479442b" providerId="LiveId" clId="{4D8713A2-1675-4EEE-A094-CB6F26AC360B}" dt="2022-04-16T13:43:11.362" v="1118" actId="207"/>
          <ac:graphicFrameMkLst>
            <pc:docMk/>
            <pc:sldMk cId="4204574398" sldId="537"/>
            <ac:graphicFrameMk id="6" creationId="{05ABCB66-743D-40CE-B52C-28476B8E9143}"/>
          </ac:graphicFrameMkLst>
        </pc:graphicFrameChg>
      </pc:sldChg>
      <pc:sldChg chg="addSp delSp modSp add">
        <pc:chgData name="" userId="213e45b8a479442b" providerId="LiveId" clId="{4D8713A2-1675-4EEE-A094-CB6F26AC360B}" dt="2022-04-22T15:01:16.037" v="1822" actId="12"/>
        <pc:sldMkLst>
          <pc:docMk/>
          <pc:sldMk cId="2512393548" sldId="538"/>
        </pc:sldMkLst>
        <pc:spChg chg="mod">
          <ac:chgData name="" userId="213e45b8a479442b" providerId="LiveId" clId="{4D8713A2-1675-4EEE-A094-CB6F26AC360B}" dt="2022-04-16T13:51:48.359" v="1294"/>
          <ac:spMkLst>
            <pc:docMk/>
            <pc:sldMk cId="2512393548" sldId="538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4:38.842" v="1129" actId="207"/>
          <ac:spMkLst>
            <pc:docMk/>
            <pc:sldMk cId="2512393548" sldId="538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16T13:45:39.752" v="1144" actId="478"/>
          <ac:spMkLst>
            <pc:docMk/>
            <pc:sldMk cId="2512393548" sldId="538"/>
            <ac:spMk id="4" creationId="{73AA4EFD-D847-4C5C-87DA-1493D3CC8C78}"/>
          </ac:spMkLst>
        </pc:spChg>
        <pc:spChg chg="mod">
          <ac:chgData name="" userId="213e45b8a479442b" providerId="LiveId" clId="{4D8713A2-1675-4EEE-A094-CB6F26AC360B}" dt="2022-04-22T15:01:16.037" v="1822" actId="12"/>
          <ac:spMkLst>
            <pc:docMk/>
            <pc:sldMk cId="2512393548" sldId="538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13:53:33.646" v="1304" actId="113"/>
          <ac:spMkLst>
            <pc:docMk/>
            <pc:sldMk cId="2512393548" sldId="538"/>
            <ac:spMk id="10" creationId="{D5BA2A08-7792-48A1-9E3A-DFD10D10DD0A}"/>
          </ac:spMkLst>
        </pc:spChg>
        <pc:graphicFrameChg chg="del">
          <ac:chgData name="" userId="213e45b8a479442b" providerId="LiveId" clId="{4D8713A2-1675-4EEE-A094-CB6F26AC360B}" dt="2022-04-16T13:44:42.865" v="1130" actId="478"/>
          <ac:graphicFrameMkLst>
            <pc:docMk/>
            <pc:sldMk cId="2512393548" sldId="538"/>
            <ac:graphicFrameMk id="6" creationId="{05ABCB66-743D-40CE-B52C-28476B8E9143}"/>
          </ac:graphicFrameMkLst>
        </pc:graphicFrameChg>
        <pc:graphicFrameChg chg="add mod modGraphic">
          <ac:chgData name="" userId="213e45b8a479442b" providerId="LiveId" clId="{4D8713A2-1675-4EEE-A094-CB6F26AC360B}" dt="2022-04-16T13:45:52.962" v="1149" actId="1076"/>
          <ac:graphicFrameMkLst>
            <pc:docMk/>
            <pc:sldMk cId="2512393548" sldId="538"/>
            <ac:graphicFrameMk id="9" creationId="{E877CED4-6B68-4474-A935-F8CD3AD2FFF5}"/>
          </ac:graphicFrameMkLst>
        </pc:graphicFrameChg>
        <pc:picChg chg="add mod">
          <ac:chgData name="" userId="213e45b8a479442b" providerId="LiveId" clId="{4D8713A2-1675-4EEE-A094-CB6F26AC360B}" dt="2022-04-16T13:45:11.629" v="1136" actId="1076"/>
          <ac:picMkLst>
            <pc:docMk/>
            <pc:sldMk cId="2512393548" sldId="538"/>
            <ac:picMk id="7" creationId="{B8C47F63-69AC-482B-A845-AF86BF0889CC}"/>
          </ac:picMkLst>
        </pc:picChg>
      </pc:sldChg>
      <pc:sldChg chg="addSp delSp modSp add modNotesTx">
        <pc:chgData name="" userId="213e45b8a479442b" providerId="LiveId" clId="{4D8713A2-1675-4EEE-A094-CB6F26AC360B}" dt="2022-04-22T15:04:04.223" v="1879" actId="20577"/>
        <pc:sldMkLst>
          <pc:docMk/>
          <pc:sldMk cId="3459637331" sldId="539"/>
        </pc:sldMkLst>
        <pc:spChg chg="mod">
          <ac:chgData name="" userId="213e45b8a479442b" providerId="LiveId" clId="{4D8713A2-1675-4EEE-A094-CB6F26AC360B}" dt="2022-04-16T13:51:42.030" v="1293" actId="20577"/>
          <ac:spMkLst>
            <pc:docMk/>
            <pc:sldMk cId="3459637331" sldId="539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22T15:03:43.734" v="1868" actId="12"/>
          <ac:spMkLst>
            <pc:docMk/>
            <pc:sldMk cId="3459637331" sldId="539"/>
            <ac:spMk id="3" creationId="{FC3DE994-F8E6-4715-916B-9859E1A19738}"/>
          </ac:spMkLst>
        </pc:spChg>
        <pc:spChg chg="add del">
          <ac:chgData name="" userId="213e45b8a479442b" providerId="LiveId" clId="{4D8713A2-1675-4EEE-A094-CB6F26AC360B}" dt="2022-04-22T15:03:18.786" v="1863"/>
          <ac:spMkLst>
            <pc:docMk/>
            <pc:sldMk cId="3459637331" sldId="539"/>
            <ac:spMk id="6" creationId="{94DFC03E-F450-4CDD-8DE9-38538CF72161}"/>
          </ac:spMkLst>
        </pc:spChg>
        <pc:spChg chg="add del">
          <ac:chgData name="" userId="213e45b8a479442b" providerId="LiveId" clId="{4D8713A2-1675-4EEE-A094-CB6F26AC360B}" dt="2022-04-22T15:03:18.786" v="1863"/>
          <ac:spMkLst>
            <pc:docMk/>
            <pc:sldMk cId="3459637331" sldId="539"/>
            <ac:spMk id="7" creationId="{2DFAA76A-01DD-4B8A-89A3-C9750B307075}"/>
          </ac:spMkLst>
        </pc:spChg>
        <pc:spChg chg="mod">
          <ac:chgData name="" userId="213e45b8a479442b" providerId="LiveId" clId="{4D8713A2-1675-4EEE-A094-CB6F26AC360B}" dt="2022-04-22T15:04:04.223" v="1879" actId="20577"/>
          <ac:spMkLst>
            <pc:docMk/>
            <pc:sldMk cId="3459637331" sldId="539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5:03:23.094" v="1864" actId="14100"/>
          <ac:graphicFrameMkLst>
            <pc:docMk/>
            <pc:sldMk cId="3459637331" sldId="539"/>
            <ac:graphicFrameMk id="4" creationId="{9366E42D-B754-404A-9E26-27D038E532B9}"/>
          </ac:graphicFrameMkLst>
        </pc:graphicFrameChg>
        <pc:graphicFrameChg chg="del">
          <ac:chgData name="" userId="213e45b8a479442b" providerId="LiveId" clId="{4D8713A2-1675-4EEE-A094-CB6F26AC360B}" dt="2022-04-16T13:46:31.491" v="1152" actId="478"/>
          <ac:graphicFrameMkLst>
            <pc:docMk/>
            <pc:sldMk cId="3459637331" sldId="539"/>
            <ac:graphicFrameMk id="9" creationId="{E877CED4-6B68-4474-A935-F8CD3AD2FFF5}"/>
          </ac:graphicFrameMkLst>
        </pc:graphicFrameChg>
        <pc:picChg chg="del">
          <ac:chgData name="" userId="213e45b8a479442b" providerId="LiveId" clId="{4D8713A2-1675-4EEE-A094-CB6F26AC360B}" dt="2022-04-16T13:46:29.194" v="1151" actId="478"/>
          <ac:picMkLst>
            <pc:docMk/>
            <pc:sldMk cId="3459637331" sldId="539"/>
            <ac:picMk id="7" creationId="{B8C47F63-69AC-482B-A845-AF86BF0889CC}"/>
          </ac:picMkLst>
        </pc:picChg>
      </pc:sldChg>
      <pc:sldChg chg="addSp delSp modSp add delAnim">
        <pc:chgData name="" userId="213e45b8a479442b" providerId="LiveId" clId="{4D8713A2-1675-4EEE-A094-CB6F26AC360B}" dt="2022-04-22T15:04:01.321" v="1876" actId="20577"/>
        <pc:sldMkLst>
          <pc:docMk/>
          <pc:sldMk cId="3692695054" sldId="540"/>
        </pc:sldMkLst>
        <pc:spChg chg="mod">
          <ac:chgData name="" userId="213e45b8a479442b" providerId="LiveId" clId="{4D8713A2-1675-4EEE-A094-CB6F26AC360B}" dt="2022-04-16T13:53:16.847" v="1303"/>
          <ac:spMkLst>
            <pc:docMk/>
            <pc:sldMk cId="3692695054" sldId="540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52:59.411" v="1301" actId="113"/>
          <ac:spMkLst>
            <pc:docMk/>
            <pc:sldMk cId="3692695054" sldId="540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22T15:03:58.974" v="1872" actId="478"/>
          <ac:spMkLst>
            <pc:docMk/>
            <pc:sldMk cId="3692695054" sldId="540"/>
            <ac:spMk id="7" creationId="{1C7F0975-9F56-4EA3-A6BF-9963E15943ED}"/>
          </ac:spMkLst>
        </pc:spChg>
        <pc:spChg chg="del mod">
          <ac:chgData name="" userId="213e45b8a479442b" providerId="LiveId" clId="{4D8713A2-1675-4EEE-A094-CB6F26AC360B}" dt="2022-04-22T15:03:56.714" v="1871" actId="478"/>
          <ac:spMkLst>
            <pc:docMk/>
            <pc:sldMk cId="3692695054" sldId="540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22T15:04:01.321" v="1876" actId="20577"/>
          <ac:spMkLst>
            <pc:docMk/>
            <pc:sldMk cId="3692695054" sldId="540"/>
            <ac:spMk id="9" creationId="{22A67930-E647-4050-AF02-F61705D3EDF0}"/>
          </ac:spMkLst>
        </pc:spChg>
        <pc:graphicFrameChg chg="del">
          <ac:chgData name="" userId="213e45b8a479442b" providerId="LiveId" clId="{4D8713A2-1675-4EEE-A094-CB6F26AC360B}" dt="2022-04-16T13:48:23.683" v="1174" actId="478"/>
          <ac:graphicFrameMkLst>
            <pc:docMk/>
            <pc:sldMk cId="3692695054" sldId="540"/>
            <ac:graphicFrameMk id="5" creationId="{AA02CC20-97AD-46FC-93CC-00273CF8711E}"/>
          </ac:graphicFrameMkLst>
        </pc:graphicFrameChg>
        <pc:graphicFrameChg chg="add mod modGraphic">
          <ac:chgData name="" userId="213e45b8a479442b" providerId="LiveId" clId="{4D8713A2-1675-4EEE-A094-CB6F26AC360B}" dt="2022-04-16T13:50:02.705" v="1192" actId="403"/>
          <ac:graphicFrameMkLst>
            <pc:docMk/>
            <pc:sldMk cId="3692695054" sldId="540"/>
            <ac:graphicFrameMk id="13" creationId="{CF3CE2DA-8993-4355-9D71-E10F74CA335B}"/>
          </ac:graphicFrameMkLst>
        </pc:graphicFrameChg>
        <pc:picChg chg="del">
          <ac:chgData name="" userId="213e45b8a479442b" providerId="LiveId" clId="{4D8713A2-1675-4EEE-A094-CB6F26AC360B}" dt="2022-04-16T13:49:15.261" v="1181" actId="478"/>
          <ac:picMkLst>
            <pc:docMk/>
            <pc:sldMk cId="3692695054" sldId="540"/>
            <ac:picMk id="9" creationId="{99807999-0B78-40D4-8311-B2044C0A14F8}"/>
          </ac:picMkLst>
        </pc:picChg>
        <pc:picChg chg="add mod">
          <ac:chgData name="" userId="213e45b8a479442b" providerId="LiveId" clId="{4D8713A2-1675-4EEE-A094-CB6F26AC360B}" dt="2022-04-16T13:50:11.837" v="1194" actId="1076"/>
          <ac:picMkLst>
            <pc:docMk/>
            <pc:sldMk cId="3692695054" sldId="540"/>
            <ac:picMk id="12" creationId="{D0529A43-BF81-4060-AC79-E9280EC5FF81}"/>
          </ac:picMkLst>
        </pc:pic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6" creationId="{27FE105F-B2F4-40B9-93D8-03D8FB11D6FF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0" creationId="{DDD90E6D-2784-48B0-AA4E-A7CA4E1AAE6C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1" creationId="{2B56401E-8DA5-4C01-8B3D-7FC01B81AAE2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7" creationId="{E013AC31-2B2B-4040-B669-25DC00082365}"/>
          </ac:cxnSpMkLst>
        </pc:cxnChg>
      </pc:sldChg>
      <pc:sldChg chg="addSp delSp modSp add">
        <pc:chgData name="" userId="213e45b8a479442b" providerId="LiveId" clId="{4D8713A2-1675-4EEE-A094-CB6F26AC360B}" dt="2022-04-22T14:59:45.039" v="1810"/>
        <pc:sldMkLst>
          <pc:docMk/>
          <pc:sldMk cId="31204593" sldId="542"/>
        </pc:sldMkLst>
        <pc:spChg chg="mod">
          <ac:chgData name="" userId="213e45b8a479442b" providerId="LiveId" clId="{4D8713A2-1675-4EEE-A094-CB6F26AC360B}" dt="2022-04-16T13:53:43.787" v="1305"/>
          <ac:spMkLst>
            <pc:docMk/>
            <pc:sldMk cId="31204593" sldId="542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57:16.246" v="1334" actId="1076"/>
          <ac:spMkLst>
            <pc:docMk/>
            <pc:sldMk cId="31204593" sldId="54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5.039" v="1810"/>
          <ac:spMkLst>
            <pc:docMk/>
            <pc:sldMk cId="31204593" sldId="542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13:57:31.299" v="1340" actId="1076"/>
          <ac:spMkLst>
            <pc:docMk/>
            <pc:sldMk cId="31204593" sldId="542"/>
            <ac:spMk id="10" creationId="{2C3A200E-2B31-4596-B43A-AE427133B058}"/>
          </ac:spMkLst>
        </pc:spChg>
        <pc:graphicFrameChg chg="del">
          <ac:chgData name="" userId="213e45b8a479442b" providerId="LiveId" clId="{4D8713A2-1675-4EEE-A094-CB6F26AC360B}" dt="2022-04-16T13:55:50.679" v="1315" actId="478"/>
          <ac:graphicFrameMkLst>
            <pc:docMk/>
            <pc:sldMk cId="31204593" sldId="542"/>
            <ac:graphicFrameMk id="6" creationId="{05ABCB66-743D-40CE-B52C-28476B8E9143}"/>
          </ac:graphicFrameMkLst>
        </pc:graphicFrameChg>
        <pc:graphicFrameChg chg="add mod modGraphic">
          <ac:chgData name="" userId="213e45b8a479442b" providerId="LiveId" clId="{4D8713A2-1675-4EEE-A094-CB6F26AC360B}" dt="2022-04-16T13:56:54.173" v="1327" actId="14100"/>
          <ac:graphicFrameMkLst>
            <pc:docMk/>
            <pc:sldMk cId="31204593" sldId="542"/>
            <ac:graphicFrameMk id="7" creationId="{B9F40BF4-3B7F-4B1E-833E-BFF1CFD2878D}"/>
          </ac:graphicFrameMkLst>
        </pc:graphicFrameChg>
        <pc:picChg chg="add mod">
          <ac:chgData name="" userId="213e45b8a479442b" providerId="LiveId" clId="{4D8713A2-1675-4EEE-A094-CB6F26AC360B}" dt="2022-04-16T13:57:45.691" v="1342" actId="1076"/>
          <ac:picMkLst>
            <pc:docMk/>
            <pc:sldMk cId="31204593" sldId="542"/>
            <ac:picMk id="9" creationId="{7ACA231A-2C22-4000-92AF-0A29D16364D3}"/>
          </ac:picMkLst>
        </pc:picChg>
      </pc:sldChg>
      <pc:sldChg chg="addSp delSp modSp add ord">
        <pc:chgData name="" userId="213e45b8a479442b" providerId="LiveId" clId="{4D8713A2-1675-4EEE-A094-CB6F26AC360B}" dt="2022-04-22T14:59:43.429" v="1809"/>
        <pc:sldMkLst>
          <pc:docMk/>
          <pc:sldMk cId="642125342" sldId="543"/>
        </pc:sldMkLst>
        <pc:spChg chg="mod">
          <ac:chgData name="" userId="213e45b8a479442b" providerId="LiveId" clId="{4D8713A2-1675-4EEE-A094-CB6F26AC360B}" dt="2022-04-22T14:14:37.810" v="1400" actId="20577"/>
          <ac:spMkLst>
            <pc:docMk/>
            <pc:sldMk cId="642125342" sldId="54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3.429" v="1809"/>
          <ac:spMkLst>
            <pc:docMk/>
            <pc:sldMk cId="642125342" sldId="543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22T14:19:18.135" v="1460" actId="1076"/>
          <ac:spMkLst>
            <pc:docMk/>
            <pc:sldMk cId="642125342" sldId="543"/>
            <ac:spMk id="9" creationId="{FCE48D5A-966A-41A1-B040-40ADA74AE897}"/>
          </ac:spMkLst>
        </pc:spChg>
        <pc:spChg chg="del">
          <ac:chgData name="" userId="213e45b8a479442b" providerId="LiveId" clId="{4D8713A2-1675-4EEE-A094-CB6F26AC360B}" dt="2022-04-16T13:58:19.075" v="1344" actId="478"/>
          <ac:spMkLst>
            <pc:docMk/>
            <pc:sldMk cId="642125342" sldId="543"/>
            <ac:spMk id="10" creationId="{2C3A200E-2B31-4596-B43A-AE427133B058}"/>
          </ac:spMkLst>
        </pc:spChg>
        <pc:graphicFrameChg chg="add mod modGraphic">
          <ac:chgData name="" userId="213e45b8a479442b" providerId="LiveId" clId="{4D8713A2-1675-4EEE-A094-CB6F26AC360B}" dt="2022-04-22T14:17:57.735" v="1438" actId="6549"/>
          <ac:graphicFrameMkLst>
            <pc:docMk/>
            <pc:sldMk cId="642125342" sldId="543"/>
            <ac:graphicFrameMk id="5" creationId="{6CCFD73E-FEE0-4622-90EC-386583FE7F57}"/>
          </ac:graphicFrameMkLst>
        </pc:graphicFrameChg>
        <pc:graphicFrameChg chg="del">
          <ac:chgData name="" userId="213e45b8a479442b" providerId="LiveId" clId="{4D8713A2-1675-4EEE-A094-CB6F26AC360B}" dt="2022-04-16T13:58:21.880" v="1345" actId="478"/>
          <ac:graphicFrameMkLst>
            <pc:docMk/>
            <pc:sldMk cId="642125342" sldId="543"/>
            <ac:graphicFrameMk id="7" creationId="{B9F40BF4-3B7F-4B1E-833E-BFF1CFD2878D}"/>
          </ac:graphicFrameMkLst>
        </pc:graphicFrameChg>
        <pc:picChg chg="add mod">
          <ac:chgData name="" userId="213e45b8a479442b" providerId="LiveId" clId="{4D8713A2-1675-4EEE-A094-CB6F26AC360B}" dt="2022-04-22T14:21:06.363" v="1484" actId="1076"/>
          <ac:picMkLst>
            <pc:docMk/>
            <pc:sldMk cId="642125342" sldId="543"/>
            <ac:picMk id="6" creationId="{EC6E2999-45CC-4A49-BBF3-DFE9810BCBE0}"/>
          </ac:picMkLst>
        </pc:picChg>
        <pc:picChg chg="del">
          <ac:chgData name="" userId="213e45b8a479442b" providerId="LiveId" clId="{4D8713A2-1675-4EEE-A094-CB6F26AC360B}" dt="2022-04-16T13:58:19.075" v="1344" actId="478"/>
          <ac:picMkLst>
            <pc:docMk/>
            <pc:sldMk cId="642125342" sldId="543"/>
            <ac:picMk id="9" creationId="{7ACA231A-2C22-4000-92AF-0A29D16364D3}"/>
          </ac:picMkLst>
        </pc:picChg>
        <pc:cxnChg chg="add del mod">
          <ac:chgData name="" userId="213e45b8a479442b" providerId="LiveId" clId="{4D8713A2-1675-4EEE-A094-CB6F26AC360B}" dt="2022-04-22T14:19:09.530" v="1458" actId="478"/>
          <ac:cxnSpMkLst>
            <pc:docMk/>
            <pc:sldMk cId="642125342" sldId="543"/>
            <ac:cxnSpMk id="7" creationId="{BD67C734-7325-40A9-9116-D839D3A4F452}"/>
          </ac:cxnSpMkLst>
        </pc:cxnChg>
        <pc:cxnChg chg="add mod">
          <ac:chgData name="" userId="213e45b8a479442b" providerId="LiveId" clId="{4D8713A2-1675-4EEE-A094-CB6F26AC360B}" dt="2022-04-22T14:19:13.560" v="1459" actId="14100"/>
          <ac:cxnSpMkLst>
            <pc:docMk/>
            <pc:sldMk cId="642125342" sldId="543"/>
            <ac:cxnSpMk id="10" creationId="{85B39D96-1742-48FA-B051-D3DAD200F6BE}"/>
          </ac:cxnSpMkLst>
        </pc:cxnChg>
      </pc:sldChg>
      <pc:sldChg chg="addSp modSp add">
        <pc:chgData name="" userId="213e45b8a479442b" providerId="LiveId" clId="{4D8713A2-1675-4EEE-A094-CB6F26AC360B}" dt="2022-04-22T14:59:37.492" v="1806"/>
        <pc:sldMkLst>
          <pc:docMk/>
          <pc:sldMk cId="48284971" sldId="544"/>
        </pc:sldMkLst>
        <pc:spChg chg="mod">
          <ac:chgData name="" userId="213e45b8a479442b" providerId="LiveId" clId="{4D8713A2-1675-4EEE-A094-CB6F26AC360B}" dt="2022-04-22T14:28:32.835" v="1726" actId="207"/>
          <ac:spMkLst>
            <pc:docMk/>
            <pc:sldMk cId="48284971" sldId="544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7.492" v="1806"/>
          <ac:spMkLst>
            <pc:docMk/>
            <pc:sldMk cId="48284971" sldId="544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4:28:24.202" v="1724" actId="1076"/>
          <ac:graphicFrameMkLst>
            <pc:docMk/>
            <pc:sldMk cId="48284971" sldId="544"/>
            <ac:graphicFrameMk id="5" creationId="{21A243C0-BC5A-4735-8050-E6C2F357982B}"/>
          </ac:graphicFrameMkLst>
        </pc:graphicFrameChg>
      </pc:sldChg>
      <pc:sldChg chg="addSp delSp modSp add">
        <pc:chgData name="" userId="213e45b8a479442b" providerId="LiveId" clId="{4D8713A2-1675-4EEE-A094-CB6F26AC360B}" dt="2022-04-22T14:59:39.327" v="1807"/>
        <pc:sldMkLst>
          <pc:docMk/>
          <pc:sldMk cId="3061945368" sldId="545"/>
        </pc:sldMkLst>
        <pc:spChg chg="mod">
          <ac:chgData name="" userId="213e45b8a479442b" providerId="LiveId" clId="{4D8713A2-1675-4EEE-A094-CB6F26AC360B}" dt="2022-04-22T14:28:36.825" v="1727" actId="207"/>
          <ac:spMkLst>
            <pc:docMk/>
            <pc:sldMk cId="3061945368" sldId="54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9.327" v="1807"/>
          <ac:spMkLst>
            <pc:docMk/>
            <pc:sldMk cId="3061945368" sldId="545"/>
            <ac:spMk id="8" creationId="{36177B38-43AB-4398-968B-448F8F0E5F49}"/>
          </ac:spMkLst>
        </pc:spChg>
        <pc:spChg chg="mod">
          <ac:chgData name="" userId="213e45b8a479442b" providerId="LiveId" clId="{4D8713A2-1675-4EEE-A094-CB6F26AC360B}" dt="2022-04-22T14:20:41.807" v="1481" actId="1076"/>
          <ac:spMkLst>
            <pc:docMk/>
            <pc:sldMk cId="3061945368" sldId="545"/>
            <ac:spMk id="9" creationId="{FCE48D5A-966A-41A1-B040-40ADA74AE897}"/>
          </ac:spMkLst>
        </pc:spChg>
        <pc:graphicFrameChg chg="mod modGraphic">
          <ac:chgData name="" userId="213e45b8a479442b" providerId="LiveId" clId="{4D8713A2-1675-4EEE-A094-CB6F26AC360B}" dt="2022-04-22T14:27:49.466" v="1710" actId="1076"/>
          <ac:graphicFrameMkLst>
            <pc:docMk/>
            <pc:sldMk cId="3061945368" sldId="545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4:19:59.964" v="1465" actId="478"/>
          <ac:picMkLst>
            <pc:docMk/>
            <pc:sldMk cId="3061945368" sldId="545"/>
            <ac:picMk id="6" creationId="{EC6E2999-45CC-4A49-BBF3-DFE9810BCBE0}"/>
          </ac:picMkLst>
        </pc:picChg>
        <pc:picChg chg="add mod">
          <ac:chgData name="" userId="213e45b8a479442b" providerId="LiveId" clId="{4D8713A2-1675-4EEE-A094-CB6F26AC360B}" dt="2022-04-22T14:20:30.211" v="1479" actId="1076"/>
          <ac:picMkLst>
            <pc:docMk/>
            <pc:sldMk cId="3061945368" sldId="545"/>
            <ac:picMk id="11" creationId="{C28C287F-F4E9-4BFA-A17E-B1748FABC065}"/>
          </ac:picMkLst>
        </pc:picChg>
        <pc:cxnChg chg="mod">
          <ac:chgData name="" userId="213e45b8a479442b" providerId="LiveId" clId="{4D8713A2-1675-4EEE-A094-CB6F26AC360B}" dt="2022-04-22T14:20:36.547" v="1480" actId="14100"/>
          <ac:cxnSpMkLst>
            <pc:docMk/>
            <pc:sldMk cId="3061945368" sldId="545"/>
            <ac:cxnSpMk id="10" creationId="{85B39D96-1742-48FA-B051-D3DAD200F6BE}"/>
          </ac:cxnSpMkLst>
        </pc:cxnChg>
      </pc:sldChg>
      <pc:sldChg chg="delSp modSp add">
        <pc:chgData name="" userId="213e45b8a479442b" providerId="LiveId" clId="{4D8713A2-1675-4EEE-A094-CB6F26AC360B}" dt="2022-04-22T14:59:41.380" v="1808"/>
        <pc:sldMkLst>
          <pc:docMk/>
          <pc:sldMk cId="1400935909" sldId="546"/>
        </pc:sldMkLst>
        <pc:spChg chg="mod">
          <ac:chgData name="" userId="213e45b8a479442b" providerId="LiveId" clId="{4D8713A2-1675-4EEE-A094-CB6F26AC360B}" dt="2022-04-22T14:24:57.731" v="1656" actId="12"/>
          <ac:spMkLst>
            <pc:docMk/>
            <pc:sldMk cId="1400935909" sldId="54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1.380" v="1808"/>
          <ac:spMkLst>
            <pc:docMk/>
            <pc:sldMk cId="1400935909" sldId="546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22T14:22:06.433" v="1489" actId="478"/>
          <ac:spMkLst>
            <pc:docMk/>
            <pc:sldMk cId="1400935909" sldId="546"/>
            <ac:spMk id="9" creationId="{FCE48D5A-966A-41A1-B040-40ADA74AE897}"/>
          </ac:spMkLst>
        </pc:spChg>
        <pc:graphicFrameChg chg="del">
          <ac:chgData name="" userId="213e45b8a479442b" providerId="LiveId" clId="{4D8713A2-1675-4EEE-A094-CB6F26AC360B}" dt="2022-04-22T14:21:58.841" v="1487" actId="478"/>
          <ac:graphicFrameMkLst>
            <pc:docMk/>
            <pc:sldMk cId="1400935909" sldId="546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4:22:04.413" v="1488" actId="478"/>
          <ac:picMkLst>
            <pc:docMk/>
            <pc:sldMk cId="1400935909" sldId="546"/>
            <ac:picMk id="6" creationId="{EC6E2999-45CC-4A49-BBF3-DFE9810BCBE0}"/>
          </ac:picMkLst>
        </pc:picChg>
        <pc:cxnChg chg="del">
          <ac:chgData name="" userId="213e45b8a479442b" providerId="LiveId" clId="{4D8713A2-1675-4EEE-A094-CB6F26AC360B}" dt="2022-04-22T14:22:08.203" v="1490" actId="478"/>
          <ac:cxnSpMkLst>
            <pc:docMk/>
            <pc:sldMk cId="1400935909" sldId="546"/>
            <ac:cxnSpMk id="10" creationId="{85B39D96-1742-48FA-B051-D3DAD200F6BE}"/>
          </ac:cxnSpMkLst>
        </pc:cxnChg>
      </pc:sldChg>
      <pc:sldChg chg="addSp delSp modSp add">
        <pc:chgData name="" userId="213e45b8a479442b" providerId="LiveId" clId="{4D8713A2-1675-4EEE-A094-CB6F26AC360B}" dt="2022-04-22T14:59:35.692" v="1805"/>
        <pc:sldMkLst>
          <pc:docMk/>
          <pc:sldMk cId="368160872" sldId="547"/>
        </pc:sldMkLst>
        <pc:spChg chg="mod">
          <ac:chgData name="" userId="213e45b8a479442b" providerId="LiveId" clId="{4D8713A2-1675-4EEE-A094-CB6F26AC360B}" dt="2022-04-22T14:29:09.217" v="1732" actId="6549"/>
          <ac:spMkLst>
            <pc:docMk/>
            <pc:sldMk cId="368160872" sldId="54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5.692" v="1805"/>
          <ac:spMkLst>
            <pc:docMk/>
            <pc:sldMk cId="368160872" sldId="547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4:33:06.117" v="1760" actId="1076"/>
          <ac:graphicFrameMkLst>
            <pc:docMk/>
            <pc:sldMk cId="368160872" sldId="547"/>
            <ac:graphicFrameMk id="4" creationId="{5F8EF356-78E1-4618-9D92-144C089D1E9B}"/>
          </ac:graphicFrameMkLst>
        </pc:graphicFrameChg>
        <pc:graphicFrameChg chg="del">
          <ac:chgData name="" userId="213e45b8a479442b" providerId="LiveId" clId="{4D8713A2-1675-4EEE-A094-CB6F26AC360B}" dt="2022-04-22T14:29:11.118" v="1733" actId="478"/>
          <ac:graphicFrameMkLst>
            <pc:docMk/>
            <pc:sldMk cId="368160872" sldId="547"/>
            <ac:graphicFrameMk id="5" creationId="{21A243C0-BC5A-4735-8050-E6C2F357982B}"/>
          </ac:graphicFrameMkLst>
        </pc:graphicFrameChg>
      </pc:sldChg>
      <pc:sldChg chg="modSp add">
        <pc:chgData name="" userId="213e45b8a479442b" providerId="LiveId" clId="{4D8713A2-1675-4EEE-A094-CB6F26AC360B}" dt="2022-04-22T14:59:31.793" v="1804" actId="20577"/>
        <pc:sldMkLst>
          <pc:docMk/>
          <pc:sldMk cId="2919666311" sldId="548"/>
        </pc:sldMkLst>
        <pc:spChg chg="mod">
          <ac:chgData name="" userId="213e45b8a479442b" providerId="LiveId" clId="{4D8713A2-1675-4EEE-A094-CB6F26AC360B}" dt="2022-04-22T14:38:27.265" v="1793" actId="207"/>
          <ac:spMkLst>
            <pc:docMk/>
            <pc:sldMk cId="2919666311" sldId="54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1.793" v="1804" actId="20577"/>
          <ac:spMkLst>
            <pc:docMk/>
            <pc:sldMk cId="2919666311" sldId="548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06:30.734" v="1895" actId="1076"/>
        <pc:sldMkLst>
          <pc:docMk/>
          <pc:sldMk cId="2497559868" sldId="549"/>
        </pc:sldMkLst>
        <pc:spChg chg="mod">
          <ac:chgData name="" userId="213e45b8a479442b" providerId="LiveId" clId="{4D8713A2-1675-4EEE-A094-CB6F26AC360B}" dt="2022-04-22T14:58:42.575" v="1798"/>
          <ac:spMkLst>
            <pc:docMk/>
            <pc:sldMk cId="2497559868" sldId="54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06:30.734" v="1895" actId="1076"/>
          <ac:spMkLst>
            <pc:docMk/>
            <pc:sldMk cId="2497559868" sldId="549"/>
            <ac:spMk id="4" creationId="{263BF9A1-5552-4282-BBA2-124EDF714DCB}"/>
          </ac:spMkLst>
        </pc:spChg>
        <pc:spChg chg="mod">
          <ac:chgData name="" userId="213e45b8a479442b" providerId="LiveId" clId="{4D8713A2-1675-4EEE-A094-CB6F26AC360B}" dt="2022-04-22T14:59:27.979" v="1802" actId="20577"/>
          <ac:spMkLst>
            <pc:docMk/>
            <pc:sldMk cId="2497559868" sldId="549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22T15:05:54.452" v="1884" actId="478"/>
          <ac:spMkLst>
            <pc:docMk/>
            <pc:sldMk cId="2497559868" sldId="549"/>
            <ac:spMk id="9" creationId="{FCE48D5A-966A-41A1-B040-40ADA74AE897}"/>
          </ac:spMkLst>
        </pc:spChg>
        <pc:graphicFrameChg chg="mod modGraphic">
          <ac:chgData name="" userId="213e45b8a479442b" providerId="LiveId" clId="{4D8713A2-1675-4EEE-A094-CB6F26AC360B}" dt="2022-04-22T15:06:21.463" v="1892" actId="368"/>
          <ac:graphicFrameMkLst>
            <pc:docMk/>
            <pc:sldMk cId="2497559868" sldId="549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5:05:56.104" v="1885" actId="478"/>
          <ac:picMkLst>
            <pc:docMk/>
            <pc:sldMk cId="2497559868" sldId="549"/>
            <ac:picMk id="11" creationId="{C28C287F-F4E9-4BFA-A17E-B1748FABC065}"/>
          </ac:picMkLst>
        </pc:picChg>
        <pc:picChg chg="add mod">
          <ac:chgData name="" userId="213e45b8a479442b" providerId="LiveId" clId="{4D8713A2-1675-4EEE-A094-CB6F26AC360B}" dt="2022-04-22T15:06:16.214" v="1889" actId="1076"/>
          <ac:picMkLst>
            <pc:docMk/>
            <pc:sldMk cId="2497559868" sldId="549"/>
            <ac:picMk id="12" creationId="{2AD12464-6060-4BEF-9C28-C57D36988B34}"/>
          </ac:picMkLst>
        </pc:picChg>
        <pc:cxnChg chg="del">
          <ac:chgData name="" userId="213e45b8a479442b" providerId="LiveId" clId="{4D8713A2-1675-4EEE-A094-CB6F26AC360B}" dt="2022-04-22T15:05:50.819" v="1883" actId="478"/>
          <ac:cxnSpMkLst>
            <pc:docMk/>
            <pc:sldMk cId="2497559868" sldId="549"/>
            <ac:cxnSpMk id="10" creationId="{85B39D96-1742-48FA-B051-D3DAD200F6BE}"/>
          </ac:cxnSpMkLst>
        </pc:cxnChg>
      </pc:sldChg>
      <pc:sldChg chg="addSp modSp add modAnim">
        <pc:chgData name="" userId="213e45b8a479442b" providerId="LiveId" clId="{4D8713A2-1675-4EEE-A094-CB6F26AC360B}" dt="2022-04-22T15:09:41.177" v="1974"/>
        <pc:sldMkLst>
          <pc:docMk/>
          <pc:sldMk cId="3072383316" sldId="550"/>
        </pc:sldMkLst>
        <pc:spChg chg="mod">
          <ac:chgData name="" userId="213e45b8a479442b" providerId="LiveId" clId="{4D8713A2-1675-4EEE-A094-CB6F26AC360B}" dt="2022-04-22T15:07:55.692" v="1929" actId="12"/>
          <ac:spMkLst>
            <pc:docMk/>
            <pc:sldMk cId="3072383316" sldId="550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09:20.822" v="1973" actId="14100"/>
          <ac:spMkLst>
            <pc:docMk/>
            <pc:sldMk cId="3072383316" sldId="550"/>
            <ac:spMk id="5" creationId="{4E427FB8-A6DF-4244-93F6-34BEF237CF3B}"/>
          </ac:spMkLst>
        </pc:spChg>
        <pc:spChg chg="mod">
          <ac:chgData name="" userId="213e45b8a479442b" providerId="LiveId" clId="{4D8713A2-1675-4EEE-A094-CB6F26AC360B}" dt="2022-04-22T15:07:03.394" v="1921" actId="20577"/>
          <ac:spMkLst>
            <pc:docMk/>
            <pc:sldMk cId="3072383316" sldId="550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13:56.502" v="2051" actId="1076"/>
        <pc:sldMkLst>
          <pc:docMk/>
          <pc:sldMk cId="3369132038" sldId="551"/>
        </pc:sldMkLst>
        <pc:spChg chg="mod">
          <ac:chgData name="" userId="213e45b8a479442b" providerId="LiveId" clId="{4D8713A2-1675-4EEE-A094-CB6F26AC360B}" dt="2022-04-22T15:12:47.141" v="2034" actId="6549"/>
          <ac:spMkLst>
            <pc:docMk/>
            <pc:sldMk cId="3369132038" sldId="551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12:16.426" v="2019" actId="1038"/>
          <ac:spMkLst>
            <pc:docMk/>
            <pc:sldMk cId="3369132038" sldId="551"/>
            <ac:spMk id="4" creationId="{8A1D42E9-EE5C-4B7E-9FF7-CBCF550DD0F1}"/>
          </ac:spMkLst>
        </pc:spChg>
        <pc:spChg chg="del">
          <ac:chgData name="" userId="213e45b8a479442b" providerId="LiveId" clId="{4D8713A2-1675-4EEE-A094-CB6F26AC360B}" dt="2022-04-22T15:10:31.810" v="1978" actId="478"/>
          <ac:spMkLst>
            <pc:docMk/>
            <pc:sldMk cId="3369132038" sldId="551"/>
            <ac:spMk id="5" creationId="{4E427FB8-A6DF-4244-93F6-34BEF237CF3B}"/>
          </ac:spMkLst>
        </pc:spChg>
        <pc:spChg chg="add mod">
          <ac:chgData name="" userId="213e45b8a479442b" providerId="LiveId" clId="{4D8713A2-1675-4EEE-A094-CB6F26AC360B}" dt="2022-04-22T15:12:07.681" v="2012" actId="20577"/>
          <ac:spMkLst>
            <pc:docMk/>
            <pc:sldMk cId="3369132038" sldId="551"/>
            <ac:spMk id="6" creationId="{033AA606-3914-4B2A-A790-B99B9CA9688A}"/>
          </ac:spMkLst>
        </pc:spChg>
        <pc:spChg chg="add mod">
          <ac:chgData name="" userId="213e45b8a479442b" providerId="LiveId" clId="{4D8713A2-1675-4EEE-A094-CB6F26AC360B}" dt="2022-04-22T15:13:56.502" v="2051" actId="1076"/>
          <ac:spMkLst>
            <pc:docMk/>
            <pc:sldMk cId="3369132038" sldId="551"/>
            <ac:spMk id="7" creationId="{C5FF09BA-A2FD-4357-8E8E-82DCF41EB1BF}"/>
          </ac:spMkLst>
        </pc:spChg>
        <pc:spChg chg="add mod">
          <ac:chgData name="" userId="213e45b8a479442b" providerId="LiveId" clId="{4D8713A2-1675-4EEE-A094-CB6F26AC360B}" dt="2022-04-22T15:12:51.198" v="2035" actId="1076"/>
          <ac:spMkLst>
            <pc:docMk/>
            <pc:sldMk cId="3369132038" sldId="551"/>
            <ac:spMk id="9" creationId="{A1F7DBC2-C2CA-47AD-A748-0EAC3ABAE118}"/>
          </ac:spMkLst>
        </pc:spChg>
      </pc:sldChg>
      <pc:sldChg chg="delSp modSp add">
        <pc:chgData name="" userId="213e45b8a479442b" providerId="LiveId" clId="{4D8713A2-1675-4EEE-A094-CB6F26AC360B}" dt="2022-04-22T15:18:48.866" v="2164" actId="207"/>
        <pc:sldMkLst>
          <pc:docMk/>
          <pc:sldMk cId="200599201" sldId="552"/>
        </pc:sldMkLst>
        <pc:spChg chg="mod">
          <ac:chgData name="" userId="213e45b8a479442b" providerId="LiveId" clId="{4D8713A2-1675-4EEE-A094-CB6F26AC360B}" dt="2022-04-22T15:18:48.866" v="2164" actId="207"/>
          <ac:spMkLst>
            <pc:docMk/>
            <pc:sldMk cId="200599201" sldId="552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4" creationId="{8A1D42E9-EE5C-4B7E-9FF7-CBCF550DD0F1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6" creationId="{033AA606-3914-4B2A-A790-B99B9CA9688A}"/>
          </ac:spMkLst>
        </pc:spChg>
        <pc:spChg chg="del">
          <ac:chgData name="" userId="213e45b8a479442b" providerId="LiveId" clId="{4D8713A2-1675-4EEE-A094-CB6F26AC360B}" dt="2022-04-22T15:15:12.618" v="2060" actId="478"/>
          <ac:spMkLst>
            <pc:docMk/>
            <pc:sldMk cId="200599201" sldId="552"/>
            <ac:spMk id="7" creationId="{C5FF09BA-A2FD-4357-8E8E-82DCF41EB1BF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9" creationId="{A1F7DBC2-C2CA-47AD-A748-0EAC3ABAE118}"/>
          </ac:spMkLst>
        </pc:spChg>
      </pc:sldChg>
      <pc:sldChg chg="addSp modSp add">
        <pc:chgData name="" userId="213e45b8a479442b" providerId="LiveId" clId="{4D8713A2-1675-4EEE-A094-CB6F26AC360B}" dt="2022-04-22T15:21:40.165" v="2197" actId="1076"/>
        <pc:sldMkLst>
          <pc:docMk/>
          <pc:sldMk cId="1127184608" sldId="553"/>
        </pc:sldMkLst>
        <pc:spChg chg="mod">
          <ac:chgData name="" userId="213e45b8a479442b" providerId="LiveId" clId="{4D8713A2-1675-4EEE-A094-CB6F26AC360B}" dt="2022-04-22T15:20:32.989" v="2183"/>
          <ac:spMkLst>
            <pc:docMk/>
            <pc:sldMk cId="1127184608" sldId="553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20:43.364" v="2188" actId="6549"/>
          <ac:spMkLst>
            <pc:docMk/>
            <pc:sldMk cId="1127184608" sldId="553"/>
            <ac:spMk id="4" creationId="{9F75DF5D-DB03-488D-BE5E-2C3421694604}"/>
          </ac:spMkLst>
        </pc:spChg>
        <pc:graphicFrameChg chg="add mod modGraphic">
          <ac:chgData name="" userId="213e45b8a479442b" providerId="LiveId" clId="{4D8713A2-1675-4EEE-A094-CB6F26AC360B}" dt="2022-04-22T15:21:16.481" v="2193" actId="6549"/>
          <ac:graphicFrameMkLst>
            <pc:docMk/>
            <pc:sldMk cId="1127184608" sldId="553"/>
            <ac:graphicFrameMk id="5" creationId="{B5E98A50-577F-401F-9FEA-99E91F00646B}"/>
          </ac:graphicFrameMkLst>
        </pc:graphicFrameChg>
        <pc:picChg chg="add mod">
          <ac:chgData name="" userId="213e45b8a479442b" providerId="LiveId" clId="{4D8713A2-1675-4EEE-A094-CB6F26AC360B}" dt="2022-04-22T15:21:40.165" v="2197" actId="1076"/>
          <ac:picMkLst>
            <pc:docMk/>
            <pc:sldMk cId="1127184608" sldId="553"/>
            <ac:picMk id="7" creationId="{D85C5E63-775E-4C03-98D2-11218F0AE14F}"/>
          </ac:picMkLst>
        </pc:picChg>
      </pc:sldChg>
      <pc:sldChg chg="modSp add ord">
        <pc:chgData name="" userId="213e45b8a479442b" providerId="LiveId" clId="{4D8713A2-1675-4EEE-A094-CB6F26AC360B}" dt="2022-04-22T15:18:13.692" v="2158"/>
        <pc:sldMkLst>
          <pc:docMk/>
          <pc:sldMk cId="1003778465" sldId="554"/>
        </pc:sldMkLst>
        <pc:spChg chg="mod">
          <ac:chgData name="" userId="213e45b8a479442b" providerId="LiveId" clId="{4D8713A2-1675-4EEE-A094-CB6F26AC360B}" dt="2022-04-22T15:18:10.881" v="2157" actId="20577"/>
          <ac:spMkLst>
            <pc:docMk/>
            <pc:sldMk cId="1003778465" sldId="554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2T15:23:16.554" v="2221" actId="207"/>
        <pc:sldMkLst>
          <pc:docMk/>
          <pc:sldMk cId="3316453808" sldId="555"/>
        </pc:sldMkLst>
        <pc:spChg chg="mod">
          <ac:chgData name="" userId="213e45b8a479442b" providerId="LiveId" clId="{4D8713A2-1675-4EEE-A094-CB6F26AC360B}" dt="2022-04-22T15:22:26.673" v="2199"/>
          <ac:spMkLst>
            <pc:docMk/>
            <pc:sldMk cId="3316453808" sldId="555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22T15:23:16.554" v="2221" actId="207"/>
          <ac:spMkLst>
            <pc:docMk/>
            <pc:sldMk cId="3316453808" sldId="555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22T15:23:01.387" v="2211"/>
          <ac:spMkLst>
            <pc:docMk/>
            <pc:sldMk cId="3316453808" sldId="555"/>
            <ac:spMk id="4" creationId="{21B250B4-BC5D-4E0C-823B-19B62A4989AD}"/>
          </ac:spMkLst>
        </pc:spChg>
        <pc:spChg chg="mod">
          <ac:chgData name="" userId="213e45b8a479442b" providerId="LiveId" clId="{4D8713A2-1675-4EEE-A094-CB6F26AC360B}" dt="2022-04-22T15:22:33.694" v="2200"/>
          <ac:spMkLst>
            <pc:docMk/>
            <pc:sldMk cId="3316453808" sldId="555"/>
            <ac:spMk id="8" creationId="{36177B38-43AB-4398-968B-448F8F0E5F49}"/>
          </ac:spMkLst>
        </pc:spChg>
      </pc:sldChg>
      <pc:sldChg chg="modSp add">
        <pc:chgData name="" userId="213e45b8a479442b" providerId="LiveId" clId="{4D8713A2-1675-4EEE-A094-CB6F26AC360B}" dt="2022-04-26T01:22:30.994" v="2516" actId="6549"/>
        <pc:sldMkLst>
          <pc:docMk/>
          <pc:sldMk cId="3523922673" sldId="556"/>
        </pc:sldMkLst>
        <pc:spChg chg="mod">
          <ac:chgData name="" userId="213e45b8a479442b" providerId="LiveId" clId="{4D8713A2-1675-4EEE-A094-CB6F26AC360B}" dt="2022-04-26T01:22:30.994" v="2516" actId="6549"/>
          <ac:spMkLst>
            <pc:docMk/>
            <pc:sldMk cId="3523922673" sldId="556"/>
            <ac:spMk id="3" creationId="{FC3DE994-F8E6-4715-916B-9859E1A19738}"/>
          </ac:spMkLst>
        </pc:spChg>
      </pc:sldChg>
      <pc:sldChg chg="addSp modSp add">
        <pc:chgData name="" userId="213e45b8a479442b" providerId="LiveId" clId="{4D8713A2-1675-4EEE-A094-CB6F26AC360B}" dt="2022-04-26T01:36:54.116" v="2809" actId="207"/>
        <pc:sldMkLst>
          <pc:docMk/>
          <pc:sldMk cId="1053458949" sldId="557"/>
        </pc:sldMkLst>
        <pc:spChg chg="mod">
          <ac:chgData name="" userId="213e45b8a479442b" providerId="LiveId" clId="{4D8713A2-1675-4EEE-A094-CB6F26AC360B}" dt="2022-04-26T01:36:54.116" v="2809" actId="207"/>
          <ac:spMkLst>
            <pc:docMk/>
            <pc:sldMk cId="1053458949" sldId="557"/>
            <ac:spMk id="3" creationId="{FC3DE994-F8E6-4715-916B-9859E1A19738}"/>
          </ac:spMkLst>
        </pc:spChg>
        <pc:graphicFrameChg chg="add mod modGraphic">
          <ac:chgData name="" userId="213e45b8a479442b" providerId="LiveId" clId="{4D8713A2-1675-4EEE-A094-CB6F26AC360B}" dt="2022-04-22T15:39:13.931" v="2308" actId="2711"/>
          <ac:graphicFrameMkLst>
            <pc:docMk/>
            <pc:sldMk cId="1053458949" sldId="557"/>
            <ac:graphicFrameMk id="4" creationId="{C082F7AD-DBDE-4743-A95C-41AC539B7BAA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41:37.439" v="2419" actId="1076"/>
        <pc:sldMkLst>
          <pc:docMk/>
          <pc:sldMk cId="2624643920" sldId="558"/>
        </pc:sldMkLst>
        <pc:spChg chg="mod">
          <ac:chgData name="" userId="213e45b8a479442b" providerId="LiveId" clId="{4D8713A2-1675-4EEE-A094-CB6F26AC360B}" dt="2022-04-22T15:40:45.193" v="2408" actId="207"/>
          <ac:spMkLst>
            <pc:docMk/>
            <pc:sldMk cId="2624643920" sldId="558"/>
            <ac:spMk id="3" creationId="{FC3DE994-F8E6-4715-916B-9859E1A19738}"/>
          </ac:spMkLst>
        </pc:spChg>
        <pc:graphicFrameChg chg="del">
          <ac:chgData name="" userId="213e45b8a479442b" providerId="LiveId" clId="{4D8713A2-1675-4EEE-A094-CB6F26AC360B}" dt="2022-04-22T15:40:50.425" v="2409" actId="478"/>
          <ac:graphicFrameMkLst>
            <pc:docMk/>
            <pc:sldMk cId="2624643920" sldId="558"/>
            <ac:graphicFrameMk id="4" creationId="{C082F7AD-DBDE-4743-A95C-41AC539B7BAA}"/>
          </ac:graphicFrameMkLst>
        </pc:graphicFrameChg>
        <pc:graphicFrameChg chg="add mod modGraphic">
          <ac:chgData name="" userId="213e45b8a479442b" providerId="LiveId" clId="{4D8713A2-1675-4EEE-A094-CB6F26AC360B}" dt="2022-04-22T15:41:37.439" v="2419" actId="1076"/>
          <ac:graphicFrameMkLst>
            <pc:docMk/>
            <pc:sldMk cId="2624643920" sldId="558"/>
            <ac:graphicFrameMk id="5" creationId="{1FC67A4B-7A95-4AA8-AF07-5FEDEA407AB0}"/>
          </ac:graphicFrameMkLst>
        </pc:graphicFrameChg>
      </pc:sldChg>
      <pc:sldChg chg="addSp delSp modSp add delAnim">
        <pc:chgData name="" userId="213e45b8a479442b" providerId="LiveId" clId="{4D8713A2-1675-4EEE-A094-CB6F26AC360B}" dt="2022-04-22T15:43:36.849" v="2438" actId="6549"/>
        <pc:sldMkLst>
          <pc:docMk/>
          <pc:sldMk cId="2004535652" sldId="559"/>
        </pc:sldMkLst>
        <pc:spChg chg="mod">
          <ac:chgData name="" userId="213e45b8a479442b" providerId="LiveId" clId="{4D8713A2-1675-4EEE-A094-CB6F26AC360B}" dt="2022-04-22T15:42:17.449" v="2422" actId="6549"/>
          <ac:spMkLst>
            <pc:docMk/>
            <pc:sldMk cId="2004535652" sldId="55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43:36.849" v="2438" actId="6549"/>
          <ac:spMkLst>
            <pc:docMk/>
            <pc:sldMk cId="2004535652" sldId="559"/>
            <ac:spMk id="9" creationId="{559629C0-371B-4074-85A3-0493A31F3F57}"/>
          </ac:spMkLst>
        </pc:spChg>
        <pc:graphicFrameChg chg="del">
          <ac:chgData name="" userId="213e45b8a479442b" providerId="LiveId" clId="{4D8713A2-1675-4EEE-A094-CB6F26AC360B}" dt="2022-04-22T15:42:14.785" v="2421" actId="478"/>
          <ac:graphicFrameMkLst>
            <pc:docMk/>
            <pc:sldMk cId="2004535652" sldId="559"/>
            <ac:graphicFrameMk id="5" creationId="{1FC67A4B-7A95-4AA8-AF07-5FEDEA407AB0}"/>
          </ac:graphicFrameMkLst>
        </pc:graphicFrameChg>
        <pc:graphicFrameChg chg="add mod modGraphic">
          <ac:chgData name="" userId="213e45b8a479442b" providerId="LiveId" clId="{4D8713A2-1675-4EEE-A094-CB6F26AC360B}" dt="2022-04-22T15:42:52.236" v="2429" actId="207"/>
          <ac:graphicFrameMkLst>
            <pc:docMk/>
            <pc:sldMk cId="2004535652" sldId="559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2T15:43:12.507" v="2432" actId="1076"/>
          <ac:picMkLst>
            <pc:docMk/>
            <pc:sldMk cId="2004535652" sldId="559"/>
            <ac:picMk id="7" creationId="{7D28ED9E-C3A7-49FD-82E6-CC87C311F1A9}"/>
          </ac:picMkLst>
        </pc:picChg>
      </pc:sldChg>
      <pc:sldChg chg="addSp delSp modSp add">
        <pc:chgData name="" userId="213e45b8a479442b" providerId="LiveId" clId="{4D8713A2-1675-4EEE-A094-CB6F26AC360B}" dt="2022-04-26T01:37:00.808" v="2810" actId="207"/>
        <pc:sldMkLst>
          <pc:docMk/>
          <pc:sldMk cId="2213753372" sldId="560"/>
        </pc:sldMkLst>
        <pc:spChg chg="mod">
          <ac:chgData name="" userId="213e45b8a479442b" providerId="LiveId" clId="{4D8713A2-1675-4EEE-A094-CB6F26AC360B}" dt="2022-04-26T01:37:00.808" v="2810" actId="207"/>
          <ac:spMkLst>
            <pc:docMk/>
            <pc:sldMk cId="2213753372" sldId="56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45:34.287" v="2455" actId="1036"/>
          <ac:spMkLst>
            <pc:docMk/>
            <pc:sldMk cId="2213753372" sldId="560"/>
            <ac:spMk id="4" creationId="{9F75DF5D-DB03-488D-BE5E-2C3421694604}"/>
          </ac:spMkLst>
        </pc:spChg>
        <pc:spChg chg="add del">
          <ac:chgData name="" userId="213e45b8a479442b" providerId="LiveId" clId="{4D8713A2-1675-4EEE-A094-CB6F26AC360B}" dt="2022-04-22T15:47:33.490" v="2497"/>
          <ac:spMkLst>
            <pc:docMk/>
            <pc:sldMk cId="2213753372" sldId="560"/>
            <ac:spMk id="22" creationId="{E5024E69-5963-4714-BA7C-365217364165}"/>
          </ac:spMkLst>
        </pc:spChg>
        <pc:spChg chg="add mod">
          <ac:chgData name="" userId="213e45b8a479442b" providerId="LiveId" clId="{4D8713A2-1675-4EEE-A094-CB6F26AC360B}" dt="2022-04-22T15:47:51.659" v="2513" actId="207"/>
          <ac:spMkLst>
            <pc:docMk/>
            <pc:sldMk cId="2213753372" sldId="560"/>
            <ac:spMk id="23" creationId="{A2DA93CC-32F9-41E7-A736-897F79A202FC}"/>
          </ac:spMkLst>
        </pc:spChg>
        <pc:graphicFrameChg chg="mod modGraphic">
          <ac:chgData name="" userId="213e45b8a479442b" providerId="LiveId" clId="{4D8713A2-1675-4EEE-A094-CB6F26AC360B}" dt="2022-04-22T15:44:58.094" v="2446" actId="1076"/>
          <ac:graphicFrameMkLst>
            <pc:docMk/>
            <pc:sldMk cId="2213753372" sldId="560"/>
            <ac:graphicFrameMk id="5" creationId="{B5E98A50-577F-401F-9FEA-99E91F00646B}"/>
          </ac:graphicFrameMkLst>
        </pc:graphicFrameChg>
        <pc:picChg chg="del">
          <ac:chgData name="" userId="213e45b8a479442b" providerId="LiveId" clId="{4D8713A2-1675-4EEE-A094-CB6F26AC360B}" dt="2022-04-22T15:44:23.773" v="2440" actId="478"/>
          <ac:picMkLst>
            <pc:docMk/>
            <pc:sldMk cId="2213753372" sldId="560"/>
            <ac:picMk id="7" creationId="{D85C5E63-775E-4C03-98D2-11218F0AE14F}"/>
          </ac:picMkLst>
        </pc:picChg>
        <pc:picChg chg="add mod">
          <ac:chgData name="" userId="213e45b8a479442b" providerId="LiveId" clId="{4D8713A2-1675-4EEE-A094-CB6F26AC360B}" dt="2022-04-22T15:47:14.335" v="2489" actId="1076"/>
          <ac:picMkLst>
            <pc:docMk/>
            <pc:sldMk cId="2213753372" sldId="560"/>
            <ac:picMk id="9" creationId="{1D34420E-BA0F-4CF2-B897-05E7FC3B96DC}"/>
          </ac:picMkLst>
        </pc:picChg>
        <pc:picChg chg="add mod">
          <ac:chgData name="" userId="213e45b8a479442b" providerId="LiveId" clId="{4D8713A2-1675-4EEE-A094-CB6F26AC360B}" dt="2022-04-22T15:47:00.566" v="2482" actId="1076"/>
          <ac:picMkLst>
            <pc:docMk/>
            <pc:sldMk cId="2213753372" sldId="560"/>
            <ac:picMk id="10" creationId="{B7D1DBCE-8949-44CC-AA3A-3A985FCEC8DC}"/>
          </ac:picMkLst>
        </pc:picChg>
        <pc:cxnChg chg="add mod">
          <ac:chgData name="" userId="213e45b8a479442b" providerId="LiveId" clId="{4D8713A2-1675-4EEE-A094-CB6F26AC360B}" dt="2022-04-22T15:47:12.962" v="2488" actId="1076"/>
          <ac:cxnSpMkLst>
            <pc:docMk/>
            <pc:sldMk cId="2213753372" sldId="560"/>
            <ac:cxnSpMk id="11" creationId="{9589B1D5-C3A9-4A52-9B17-957BAFE1B4D2}"/>
          </ac:cxnSpMkLst>
        </pc:cxnChg>
        <pc:cxnChg chg="add mod">
          <ac:chgData name="" userId="213e45b8a479442b" providerId="LiveId" clId="{4D8713A2-1675-4EEE-A094-CB6F26AC360B}" dt="2022-04-22T15:47:28.146" v="2495" actId="14100"/>
          <ac:cxnSpMkLst>
            <pc:docMk/>
            <pc:sldMk cId="2213753372" sldId="560"/>
            <ac:cxnSpMk id="12" creationId="{E4726663-6873-4AF2-84A9-2ECDB4EDA5DD}"/>
          </ac:cxnSpMkLst>
        </pc:cxnChg>
        <pc:cxnChg chg="add mod">
          <ac:chgData name="" userId="213e45b8a479442b" providerId="LiveId" clId="{4D8713A2-1675-4EEE-A094-CB6F26AC360B}" dt="2022-04-22T15:47:24.438" v="2493" actId="14100"/>
          <ac:cxnSpMkLst>
            <pc:docMk/>
            <pc:sldMk cId="2213753372" sldId="560"/>
            <ac:cxnSpMk id="18" creationId="{54B1A739-13FA-487E-9AD4-3687C4AB861B}"/>
          </ac:cxnSpMkLst>
        </pc:cxnChg>
      </pc:sldChg>
      <pc:sldChg chg="modSp">
        <pc:chgData name="" userId="213e45b8a479442b" providerId="LiveId" clId="{4D8713A2-1675-4EEE-A094-CB6F26AC360B}" dt="2022-04-26T01:36:48.953" v="2808" actId="207"/>
        <pc:sldMkLst>
          <pc:docMk/>
          <pc:sldMk cId="4168267856" sldId="561"/>
        </pc:sldMkLst>
        <pc:spChg chg="mod">
          <ac:chgData name="" userId="213e45b8a479442b" providerId="LiveId" clId="{4D8713A2-1675-4EEE-A094-CB6F26AC360B}" dt="2022-04-26T01:36:48.953" v="2808" actId="207"/>
          <ac:spMkLst>
            <pc:docMk/>
            <pc:sldMk cId="4168267856" sldId="561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44.506" v="2807" actId="207"/>
        <pc:sldMkLst>
          <pc:docMk/>
          <pc:sldMk cId="4076080649" sldId="563"/>
        </pc:sldMkLst>
        <pc:spChg chg="mod">
          <ac:chgData name="" userId="213e45b8a479442b" providerId="LiveId" clId="{4D8713A2-1675-4EEE-A094-CB6F26AC360B}" dt="2022-04-26T01:36:44.506" v="2807" actId="207"/>
          <ac:spMkLst>
            <pc:docMk/>
            <pc:sldMk cId="4076080649" sldId="563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35.211" v="2805" actId="207"/>
        <pc:sldMkLst>
          <pc:docMk/>
          <pc:sldMk cId="725972654" sldId="564"/>
        </pc:sldMkLst>
        <pc:spChg chg="mod">
          <ac:chgData name="" userId="213e45b8a479442b" providerId="LiveId" clId="{4D8713A2-1675-4EEE-A094-CB6F26AC360B}" dt="2022-04-26T01:36:35.211" v="2805" actId="207"/>
          <ac:spMkLst>
            <pc:docMk/>
            <pc:sldMk cId="725972654" sldId="564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28.281" v="2803" actId="207"/>
        <pc:sldMkLst>
          <pc:docMk/>
          <pc:sldMk cId="2531091008" sldId="565"/>
        </pc:sldMkLst>
        <pc:spChg chg="mod">
          <ac:chgData name="" userId="213e45b8a479442b" providerId="LiveId" clId="{4D8713A2-1675-4EEE-A094-CB6F26AC360B}" dt="2022-04-26T01:36:28.281" v="2803" actId="207"/>
          <ac:spMkLst>
            <pc:docMk/>
            <pc:sldMk cId="2531091008" sldId="565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6T01:36:23.633" v="2802" actId="207"/>
        <pc:sldMkLst>
          <pc:docMk/>
          <pc:sldMk cId="699220873" sldId="567"/>
        </pc:sldMkLst>
        <pc:spChg chg="mod">
          <ac:chgData name="" userId="213e45b8a479442b" providerId="LiveId" clId="{4D8713A2-1675-4EEE-A094-CB6F26AC360B}" dt="2022-04-26T01:36:23.633" v="2802" actId="207"/>
          <ac:spMkLst>
            <pc:docMk/>
            <pc:sldMk cId="699220873" sldId="56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27:06.438" v="2547" actId="1076"/>
          <ac:spMkLst>
            <pc:docMk/>
            <pc:sldMk cId="699220873" sldId="567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27:06.438" v="2547" actId="1076"/>
          <ac:graphicFrameMkLst>
            <pc:docMk/>
            <pc:sldMk cId="699220873" sldId="567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6T01:27:06.438" v="2547" actId="1076"/>
          <ac:picMkLst>
            <pc:docMk/>
            <pc:sldMk cId="699220873" sldId="567"/>
            <ac:picMk id="10" creationId="{0E5DCAE8-D3B5-416C-9EB6-02688EFE827F}"/>
          </ac:picMkLst>
        </pc:picChg>
        <pc:picChg chg="del">
          <ac:chgData name="" userId="213e45b8a479442b" providerId="LiveId" clId="{4D8713A2-1675-4EEE-A094-CB6F26AC360B}" dt="2022-04-26T01:23:54.886" v="2527" actId="478"/>
          <ac:picMkLst>
            <pc:docMk/>
            <pc:sldMk cId="699220873" sldId="567"/>
            <ac:picMk id="11" creationId="{F032CC88-9B67-49D9-A73A-89F43F3F4781}"/>
          </ac:picMkLst>
        </pc:picChg>
      </pc:sldChg>
      <pc:sldChg chg="addSp modSp add">
        <pc:chgData name="" userId="213e45b8a479442b" providerId="LiveId" clId="{4D8713A2-1675-4EEE-A094-CB6F26AC360B}" dt="2022-04-26T01:36:19.617" v="2801" actId="207"/>
        <pc:sldMkLst>
          <pc:docMk/>
          <pc:sldMk cId="1035431698" sldId="568"/>
        </pc:sldMkLst>
        <pc:spChg chg="mod">
          <ac:chgData name="" userId="213e45b8a479442b" providerId="LiveId" clId="{4D8713A2-1675-4EEE-A094-CB6F26AC360B}" dt="2022-04-26T01:36:19.617" v="2801" actId="207"/>
          <ac:spMkLst>
            <pc:docMk/>
            <pc:sldMk cId="1035431698" sldId="56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27:27.851" v="2551" actId="20577"/>
          <ac:spMkLst>
            <pc:docMk/>
            <pc:sldMk cId="1035431698" sldId="568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6T01:29:25.787" v="2595" actId="20577"/>
          <ac:graphicFrameMkLst>
            <pc:docMk/>
            <pc:sldMk cId="1035431698" sldId="568"/>
            <ac:graphicFrameMk id="4" creationId="{3F5FCF49-D220-41C6-9CFD-3B03310D4923}"/>
          </ac:graphicFrameMkLst>
        </pc:graphicFrameChg>
      </pc:sldChg>
      <pc:sldChg chg="delSp modSp add">
        <pc:chgData name="" userId="213e45b8a479442b" providerId="LiveId" clId="{4D8713A2-1675-4EEE-A094-CB6F26AC360B}" dt="2022-04-26T01:36:17.049" v="2800" actId="207"/>
        <pc:sldMkLst>
          <pc:docMk/>
          <pc:sldMk cId="1742193279" sldId="569"/>
        </pc:sldMkLst>
        <pc:spChg chg="mod">
          <ac:chgData name="" userId="213e45b8a479442b" providerId="LiveId" clId="{4D8713A2-1675-4EEE-A094-CB6F26AC360B}" dt="2022-04-26T01:36:17.049" v="2800" actId="207"/>
          <ac:spMkLst>
            <pc:docMk/>
            <pc:sldMk cId="1742193279" sldId="569"/>
            <ac:spMk id="3" creationId="{FC3DE994-F8E6-4715-916B-9859E1A19738}"/>
          </ac:spMkLst>
        </pc:spChg>
        <pc:graphicFrameChg chg="del">
          <ac:chgData name="" userId="213e45b8a479442b" providerId="LiveId" clId="{4D8713A2-1675-4EEE-A094-CB6F26AC360B}" dt="2022-04-26T01:30:16.550" v="2600" actId="478"/>
          <ac:graphicFrameMkLst>
            <pc:docMk/>
            <pc:sldMk cId="1742193279" sldId="569"/>
            <ac:graphicFrameMk id="4" creationId="{3F5FCF49-D220-41C6-9CFD-3B03310D4923}"/>
          </ac:graphicFrameMkLst>
        </pc:graphicFrameChg>
      </pc:sldChg>
      <pc:sldChg chg="addSp delSp modSp add">
        <pc:chgData name="" userId="213e45b8a479442b" providerId="LiveId" clId="{4D8713A2-1675-4EEE-A094-CB6F26AC360B}" dt="2022-04-26T01:35:09.216" v="2780" actId="1076"/>
        <pc:sldMkLst>
          <pc:docMk/>
          <pc:sldMk cId="36602356" sldId="570"/>
        </pc:sldMkLst>
        <pc:spChg chg="mod">
          <ac:chgData name="" userId="213e45b8a479442b" providerId="LiveId" clId="{4D8713A2-1675-4EEE-A094-CB6F26AC360B}" dt="2022-04-26T01:34:02.390" v="2766"/>
          <ac:spMkLst>
            <pc:docMk/>
            <pc:sldMk cId="36602356" sldId="57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33:58.328" v="2765"/>
          <ac:spMkLst>
            <pc:docMk/>
            <pc:sldMk cId="36602356" sldId="570"/>
            <ac:spMk id="8" creationId="{36177B38-43AB-4398-968B-448F8F0E5F49}"/>
          </ac:spMkLst>
        </pc:spChg>
        <pc:spChg chg="mod">
          <ac:chgData name="" userId="213e45b8a479442b" providerId="LiveId" clId="{4D8713A2-1675-4EEE-A094-CB6F26AC360B}" dt="2022-04-26T01:34:13.307" v="2771" actId="6549"/>
          <ac:spMkLst>
            <pc:docMk/>
            <pc:sldMk cId="36602356" sldId="570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35:06.692" v="2779" actId="1076"/>
          <ac:graphicFrameMkLst>
            <pc:docMk/>
            <pc:sldMk cId="36602356" sldId="570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6T01:35:09.216" v="2780" actId="1076"/>
          <ac:picMkLst>
            <pc:docMk/>
            <pc:sldMk cId="36602356" sldId="570"/>
            <ac:picMk id="10" creationId="{BF4F2CCF-785F-45C7-892C-D8C73A467C87}"/>
          </ac:picMkLst>
        </pc:picChg>
        <pc:picChg chg="del">
          <ac:chgData name="" userId="213e45b8a479442b" providerId="LiveId" clId="{4D8713A2-1675-4EEE-A094-CB6F26AC360B}" dt="2022-04-26T01:34:44.199" v="2775" actId="478"/>
          <ac:picMkLst>
            <pc:docMk/>
            <pc:sldMk cId="36602356" sldId="570"/>
            <ac:picMk id="11" creationId="{F032CC88-9B67-49D9-A73A-89F43F3F4781}"/>
          </ac:picMkLst>
        </pc:picChg>
      </pc:sldChg>
      <pc:sldChg chg="modSp add">
        <pc:chgData name="" userId="213e45b8a479442b" providerId="LiveId" clId="{4D8713A2-1675-4EEE-A094-CB6F26AC360B}" dt="2022-04-26T01:39:07.570" v="2852" actId="20577"/>
        <pc:sldMkLst>
          <pc:docMk/>
          <pc:sldMk cId="1990854902" sldId="571"/>
        </pc:sldMkLst>
        <pc:spChg chg="mod">
          <ac:chgData name="" userId="213e45b8a479442b" providerId="LiveId" clId="{4D8713A2-1675-4EEE-A094-CB6F26AC360B}" dt="2022-04-26T01:39:07.570" v="2852" actId="20577"/>
          <ac:spMkLst>
            <pc:docMk/>
            <pc:sldMk cId="1990854902" sldId="571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6T01:40:09.016" v="2865" actId="1076"/>
        <pc:sldMkLst>
          <pc:docMk/>
          <pc:sldMk cId="2650335027" sldId="572"/>
        </pc:sldMkLst>
        <pc:spChg chg="mod">
          <ac:chgData name="" userId="213e45b8a479442b" providerId="LiveId" clId="{4D8713A2-1675-4EEE-A094-CB6F26AC360B}" dt="2022-04-26T01:39:35.092" v="2854"/>
          <ac:spMkLst>
            <pc:docMk/>
            <pc:sldMk cId="2650335027" sldId="57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39:50.692" v="2858" actId="6549"/>
          <ac:spMkLst>
            <pc:docMk/>
            <pc:sldMk cId="2650335027" sldId="572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40:07.799" v="2864" actId="14100"/>
          <ac:graphicFrameMkLst>
            <pc:docMk/>
            <pc:sldMk cId="2650335027" sldId="572"/>
            <ac:graphicFrameMk id="6" creationId="{CD68A3F2-72CA-4C70-8A1F-6F9E69D6117C}"/>
          </ac:graphicFrameMkLst>
        </pc:graphicFrameChg>
        <pc:picChg chg="del">
          <ac:chgData name="" userId="213e45b8a479442b" providerId="LiveId" clId="{4D8713A2-1675-4EEE-A094-CB6F26AC360B}" dt="2022-04-26T01:39:56.478" v="2860" actId="478"/>
          <ac:picMkLst>
            <pc:docMk/>
            <pc:sldMk cId="2650335027" sldId="572"/>
            <ac:picMk id="10" creationId="{BF4F2CCF-785F-45C7-892C-D8C73A467C87}"/>
          </ac:picMkLst>
        </pc:picChg>
        <pc:picChg chg="add mod">
          <ac:chgData name="" userId="213e45b8a479442b" providerId="LiveId" clId="{4D8713A2-1675-4EEE-A094-CB6F26AC360B}" dt="2022-04-26T01:40:09.016" v="2865" actId="1076"/>
          <ac:picMkLst>
            <pc:docMk/>
            <pc:sldMk cId="2650335027" sldId="572"/>
            <ac:picMk id="11" creationId="{371AC642-9BEE-4BB4-B1A0-D7DA97B64E7D}"/>
          </ac:picMkLst>
        </pc:picChg>
      </pc:sldChg>
      <pc:sldChg chg="addSp modSp add">
        <pc:chgData name="" userId="213e45b8a479442b" providerId="LiveId" clId="{4D8713A2-1675-4EEE-A094-CB6F26AC360B}" dt="2022-04-26T06:55:22.012" v="3107" actId="1076"/>
        <pc:sldMkLst>
          <pc:docMk/>
          <pc:sldMk cId="2141719592" sldId="573"/>
        </pc:sldMkLst>
        <pc:spChg chg="mod">
          <ac:chgData name="" userId="213e45b8a479442b" providerId="LiveId" clId="{4D8713A2-1675-4EEE-A094-CB6F26AC360B}" dt="2022-04-26T06:54:41.823" v="3095" actId="6549"/>
          <ac:spMkLst>
            <pc:docMk/>
            <pc:sldMk cId="2141719592" sldId="573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6T06:55:20.237" v="3106" actId="1076"/>
          <ac:spMkLst>
            <pc:docMk/>
            <pc:sldMk cId="2141719592" sldId="573"/>
            <ac:spMk id="6" creationId="{E94F058E-C0BF-4E96-AC2D-ECBC7DE207A3}"/>
          </ac:spMkLst>
        </pc:spChg>
        <pc:graphicFrameChg chg="add mod modGraphic">
          <ac:chgData name="" userId="213e45b8a479442b" providerId="LiveId" clId="{4D8713A2-1675-4EEE-A094-CB6F26AC360B}" dt="2022-04-26T06:55:17.431" v="3105" actId="1076"/>
          <ac:graphicFrameMkLst>
            <pc:docMk/>
            <pc:sldMk cId="2141719592" sldId="573"/>
            <ac:graphicFrameMk id="5" creationId="{473A99C7-C6CB-43BD-B579-30B3A459A1AE}"/>
          </ac:graphicFrameMkLst>
        </pc:graphicFrameChg>
        <pc:picChg chg="add mod">
          <ac:chgData name="" userId="213e45b8a479442b" providerId="LiveId" clId="{4D8713A2-1675-4EEE-A094-CB6F26AC360B}" dt="2022-04-26T06:55:22.012" v="3107" actId="1076"/>
          <ac:picMkLst>
            <pc:docMk/>
            <pc:sldMk cId="2141719592" sldId="573"/>
            <ac:picMk id="7" creationId="{8D0FABB7-A61E-4245-8785-9CD65A4304C2}"/>
          </ac:picMkLst>
        </pc:picChg>
      </pc:sldChg>
      <pc:sldChg chg="addSp delSp modSp add del">
        <pc:chgData name="" userId="213e45b8a479442b" providerId="LiveId" clId="{4D8713A2-1675-4EEE-A094-CB6F26AC360B}" dt="2022-04-26T06:55:25.889" v="3108" actId="2696"/>
        <pc:sldMkLst>
          <pc:docMk/>
          <pc:sldMk cId="3907515650" sldId="574"/>
        </pc:sldMkLst>
        <pc:spChg chg="mod">
          <ac:chgData name="" userId="213e45b8a479442b" providerId="LiveId" clId="{4D8713A2-1675-4EEE-A094-CB6F26AC360B}" dt="2022-04-26T01:43:19.006" v="2895" actId="20578"/>
          <ac:spMkLst>
            <pc:docMk/>
            <pc:sldMk cId="3907515650" sldId="57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26T01:43:10.017" v="2894"/>
          <ac:spMkLst>
            <pc:docMk/>
            <pc:sldMk cId="3907515650" sldId="574"/>
            <ac:spMk id="3" creationId="{FC3DE994-F8E6-4715-916B-9859E1A19738}"/>
          </ac:spMkLst>
        </pc:spChg>
        <pc:spChg chg="del mod">
          <ac:chgData name="" userId="213e45b8a479442b" providerId="LiveId" clId="{4D8713A2-1675-4EEE-A094-CB6F26AC360B}" dt="2022-04-26T06:54:46.658" v="3096"/>
          <ac:spMkLst>
            <pc:docMk/>
            <pc:sldMk cId="3907515650" sldId="574"/>
            <ac:spMk id="9" creationId="{559629C0-371B-4074-85A3-0493A31F3F57}"/>
          </ac:spMkLst>
        </pc:spChg>
        <pc:graphicFrameChg chg="del mod modGraphic">
          <ac:chgData name="" userId="213e45b8a479442b" providerId="LiveId" clId="{4D8713A2-1675-4EEE-A094-CB6F26AC360B}" dt="2022-04-26T06:54:46.658" v="3096"/>
          <ac:graphicFrameMkLst>
            <pc:docMk/>
            <pc:sldMk cId="3907515650" sldId="574"/>
            <ac:graphicFrameMk id="6" creationId="{CD68A3F2-72CA-4C70-8A1F-6F9E69D6117C}"/>
          </ac:graphicFrameMkLst>
        </pc:graphicFrameChg>
        <pc:picChg chg="add del mod">
          <ac:chgData name="" userId="213e45b8a479442b" providerId="LiveId" clId="{4D8713A2-1675-4EEE-A094-CB6F26AC360B}" dt="2022-04-26T06:54:46.658" v="3096"/>
          <ac:picMkLst>
            <pc:docMk/>
            <pc:sldMk cId="3907515650" sldId="574"/>
            <ac:picMk id="10" creationId="{3756D2F0-CB3F-4873-8C56-028D7AD00545}"/>
          </ac:picMkLst>
        </pc:picChg>
        <pc:picChg chg="del">
          <ac:chgData name="" userId="213e45b8a479442b" providerId="LiveId" clId="{4D8713A2-1675-4EEE-A094-CB6F26AC360B}" dt="2022-04-26T01:43:40.952" v="2898" actId="478"/>
          <ac:picMkLst>
            <pc:docMk/>
            <pc:sldMk cId="3907515650" sldId="574"/>
            <ac:picMk id="11" creationId="{371AC642-9BEE-4BB4-B1A0-D7DA97B64E7D}"/>
          </ac:picMkLst>
        </pc:picChg>
      </pc:sldChg>
      <pc:sldChg chg="addSp modSp add">
        <pc:chgData name="" userId="213e45b8a479442b" providerId="LiveId" clId="{4D8713A2-1675-4EEE-A094-CB6F26AC360B}" dt="2022-04-26T06:54:10.470" v="3078" actId="20577"/>
        <pc:sldMkLst>
          <pc:docMk/>
          <pc:sldMk cId="3494540078" sldId="575"/>
        </pc:sldMkLst>
        <pc:spChg chg="mod">
          <ac:chgData name="" userId="213e45b8a479442b" providerId="LiveId" clId="{4D8713A2-1675-4EEE-A094-CB6F26AC360B}" dt="2022-04-26T06:40:01.165" v="2942"/>
          <ac:spMkLst>
            <pc:docMk/>
            <pc:sldMk cId="3494540078" sldId="575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6T06:54:10.470" v="3078" actId="20577"/>
          <ac:spMkLst>
            <pc:docMk/>
            <pc:sldMk cId="3494540078" sldId="575"/>
            <ac:spMk id="6" creationId="{0AC16246-BA44-4434-969D-199B59C68E56}"/>
          </ac:spMkLst>
        </pc:spChg>
        <pc:graphicFrameChg chg="add mod modGraphic">
          <ac:chgData name="" userId="213e45b8a479442b" providerId="LiveId" clId="{4D8713A2-1675-4EEE-A094-CB6F26AC360B}" dt="2022-04-26T06:40:07.005" v="2943" actId="207"/>
          <ac:graphicFrameMkLst>
            <pc:docMk/>
            <pc:sldMk cId="3494540078" sldId="575"/>
            <ac:graphicFrameMk id="5" creationId="{6665AED4-7794-4517-82DB-FA5C22079214}"/>
          </ac:graphicFrameMkLst>
        </pc:graphicFrameChg>
        <pc:picChg chg="add mod">
          <ac:chgData name="" userId="213e45b8a479442b" providerId="LiveId" clId="{4D8713A2-1675-4EEE-A094-CB6F26AC360B}" dt="2022-04-26T01:49:11.402" v="2939" actId="1076"/>
          <ac:picMkLst>
            <pc:docMk/>
            <pc:sldMk cId="3494540078" sldId="575"/>
            <ac:picMk id="7" creationId="{D9238C7C-D7A0-4767-B101-CA5A8B4E8CE9}"/>
          </ac:picMkLst>
        </pc:picChg>
      </pc:sldChg>
      <pc:sldChg chg="add del">
        <pc:chgData name="" userId="213e45b8a479442b" providerId="LiveId" clId="{4D8713A2-1675-4EEE-A094-CB6F26AC360B}" dt="2022-04-26T01:49:00.664" v="2935" actId="2696"/>
        <pc:sldMkLst>
          <pc:docMk/>
          <pc:sldMk cId="696366770" sldId="576"/>
        </pc:sldMkLst>
      </pc:sldChg>
      <pc:sldChg chg="addSp delSp modSp add">
        <pc:chgData name="" userId="213e45b8a479442b" providerId="LiveId" clId="{4D8713A2-1675-4EEE-A094-CB6F26AC360B}" dt="2022-04-26T06:54:15.050" v="3082" actId="20577"/>
        <pc:sldMkLst>
          <pc:docMk/>
          <pc:sldMk cId="3147108984" sldId="576"/>
        </pc:sldMkLst>
        <pc:spChg chg="mod">
          <ac:chgData name="" userId="213e45b8a479442b" providerId="LiveId" clId="{4D8713A2-1675-4EEE-A094-CB6F26AC360B}" dt="2022-04-26T06:43:01.504" v="2966" actId="20577"/>
          <ac:spMkLst>
            <pc:docMk/>
            <pc:sldMk cId="3147108984" sldId="57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6:54:15.050" v="3082" actId="20577"/>
          <ac:spMkLst>
            <pc:docMk/>
            <pc:sldMk cId="3147108984" sldId="576"/>
            <ac:spMk id="6" creationId="{0AC16246-BA44-4434-969D-199B59C68E56}"/>
          </ac:spMkLst>
        </pc:spChg>
        <pc:graphicFrameChg chg="mod modGraphic">
          <ac:chgData name="" userId="213e45b8a479442b" providerId="LiveId" clId="{4D8713A2-1675-4EEE-A094-CB6F26AC360B}" dt="2022-04-26T06:48:28.086" v="2976" actId="404"/>
          <ac:graphicFrameMkLst>
            <pc:docMk/>
            <pc:sldMk cId="3147108984" sldId="576"/>
            <ac:graphicFrameMk id="5" creationId="{6665AED4-7794-4517-82DB-FA5C22079214}"/>
          </ac:graphicFrameMkLst>
        </pc:graphicFrameChg>
        <pc:picChg chg="del">
          <ac:chgData name="" userId="213e45b8a479442b" providerId="LiveId" clId="{4D8713A2-1675-4EEE-A094-CB6F26AC360B}" dt="2022-04-26T06:47:10.604" v="2967" actId="478"/>
          <ac:picMkLst>
            <pc:docMk/>
            <pc:sldMk cId="3147108984" sldId="576"/>
            <ac:picMk id="7" creationId="{D9238C7C-D7A0-4767-B101-CA5A8B4E8CE9}"/>
          </ac:picMkLst>
        </pc:picChg>
        <pc:picChg chg="add mod">
          <ac:chgData name="" userId="213e45b8a479442b" providerId="LiveId" clId="{4D8713A2-1675-4EEE-A094-CB6F26AC360B}" dt="2022-04-26T06:48:40.533" v="2978" actId="1076"/>
          <ac:picMkLst>
            <pc:docMk/>
            <pc:sldMk cId="3147108984" sldId="576"/>
            <ac:picMk id="9" creationId="{4EB18C05-B212-42DD-B22F-AB58AF2165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4065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84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2071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49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01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171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677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227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802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5274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6.xml"/><Relationship Id="rId4" Type="http://schemas.openxmlformats.org/officeDocument/2006/relationships/slide" Target="slide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项目</a:t>
            </a:r>
            <a:r>
              <a:rPr lang="en-US" altLang="zh-CN" b="1" dirty="0"/>
              <a:t>6 </a:t>
            </a:r>
            <a:r>
              <a:rPr lang="zh-CN" altLang="en-US" b="1" dirty="0"/>
              <a:t>酒店客房预订网站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酒店客房预订网站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6-1  JavaScript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836093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6-2  JavaScript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基本使用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20" y="2502295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6-3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控制流程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7">
            <a:hlinkClick r:id="rId4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20" y="3168497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6-4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函数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7">
            <a:hlinkClick r:id="rId5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20" y="3834699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6-5~6-9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酒店客房预订页面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酒店客房预订网站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酒店客房预订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面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55899"/>
            <a:ext cx="6338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概念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基本语法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30391" y="3490983"/>
            <a:ext cx="6080125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引用方式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语言基础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控制结构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/>
          <p:nvPr/>
        </p:nvPicPr>
        <p:blipFill rotWithShape="1">
          <a:blip r:embed="rId2"/>
          <a:srcRect l="5458" r="4499" b="19492"/>
          <a:stretch/>
        </p:blipFill>
        <p:spPr>
          <a:xfrm>
            <a:off x="751533" y="1270136"/>
            <a:ext cx="4752528" cy="553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基本语法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87200D-7EC0-49F8-ACC0-5A270B2D66CC}"/>
              </a:ext>
            </a:extLst>
          </p:cNvPr>
          <p:cNvSpPr/>
          <p:nvPr/>
        </p:nvSpPr>
        <p:spPr>
          <a:xfrm>
            <a:off x="895549" y="2455791"/>
            <a:ext cx="840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6-1a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033455"/>
              </p:ext>
            </p:extLst>
          </p:nvPr>
        </p:nvGraphicFramePr>
        <p:xfrm>
          <a:off x="895549" y="3060229"/>
          <a:ext cx="6117158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11715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&lt;h3&gt;JavaScript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入门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&lt;/h3&gt;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('Hello World!');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/>
          <a:stretch>
            <a:fillRect/>
          </a:stretch>
        </p:blipFill>
        <p:spPr bwMode="auto">
          <a:xfrm>
            <a:off x="7520285" y="3077731"/>
            <a:ext cx="3168352" cy="13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757975" y="1727829"/>
            <a:ext cx="6423553" cy="1113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脚本需要包含在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&lt;script&gt;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标签中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引用方法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87200D-7EC0-49F8-ACC0-5A270B2D66CC}"/>
              </a:ext>
            </a:extLst>
          </p:cNvPr>
          <p:cNvSpPr/>
          <p:nvPr/>
        </p:nvSpPr>
        <p:spPr>
          <a:xfrm>
            <a:off x="895549" y="2455791"/>
            <a:ext cx="853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6-1b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393514"/>
              </p:ext>
            </p:extLst>
          </p:nvPr>
        </p:nvGraphicFramePr>
        <p:xfrm>
          <a:off x="895549" y="3060229"/>
          <a:ext cx="6117158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11715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8823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&lt;head&gt;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('&lt;h3&gt;JavaScript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入门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&lt;/h3&gt;');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&lt;/head&gt;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('Hello World!');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7706" y="1798175"/>
            <a:ext cx="5178021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在页面任意位置添加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&lt;script&gt;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201106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引用方法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713329"/>
              </p:ext>
            </p:extLst>
          </p:nvPr>
        </p:nvGraphicFramePr>
        <p:xfrm>
          <a:off x="967557" y="3276253"/>
          <a:ext cx="4896544" cy="11521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896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&lt;head&gt;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&lt;script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 "JS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文件路径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"&gt;&lt;/script&gt;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&lt;/head&gt;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34951" y="1721760"/>
            <a:ext cx="4560864" cy="1113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在页面内引入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文件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多个页面共享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代码</a:t>
            </a:r>
          </a:p>
        </p:txBody>
      </p:sp>
    </p:spTree>
    <p:extLst>
      <p:ext uri="{BB962C8B-B14F-4D97-AF65-F5344CB8AC3E}">
        <p14:creationId xmlns:p14="http://schemas.microsoft.com/office/powerpoint/2010/main" val="266233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  <a:r>
              <a:rPr lang="zh-CN" altLang="en-US" sz="2800" b="1" dirty="0">
                <a:solidFill>
                  <a:srgbClr val="0000FF"/>
                </a:solidFill>
              </a:rPr>
              <a:t>引用方法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003068"/>
              </p:ext>
            </p:extLst>
          </p:nvPr>
        </p:nvGraphicFramePr>
        <p:xfrm>
          <a:off x="984128" y="4051515"/>
          <a:ext cx="8413323" cy="70659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706594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&lt;!-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超链接的链接属性值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--&gt;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&lt;a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href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javascript:alert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('JavaScript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作为超链接属性值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')"&gt;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href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&lt;/a&gt;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34951" y="1721760"/>
            <a:ext cx="854592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作为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HTML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标签的事件属性或超链接的链接属性值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代码可以直接作为标签事件或者超链接的属性值。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触发事件或单击超链接时，执行相应的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属性值结构形如“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javascript:JS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代码”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7828"/>
              </p:ext>
            </p:extLst>
          </p:nvPr>
        </p:nvGraphicFramePr>
        <p:xfrm>
          <a:off x="984128" y="4872866"/>
          <a:ext cx="8413323" cy="65105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51054"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&lt;!-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单击事件属性值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--&gt;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&lt;a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javascript:alert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('JavaScript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作为事件属性值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')"&gt;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事件属性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&lt;/a&gt;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77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常量和变量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027905"/>
              </p:ext>
            </p:extLst>
          </p:nvPr>
        </p:nvGraphicFramePr>
        <p:xfrm>
          <a:off x="1041307" y="4272047"/>
          <a:ext cx="8413323" cy="8044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80440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const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pi=3.14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定义一个符号常量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pi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pi=3.14.1593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程序报错：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Assignment to constant variable.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34951" y="1721760"/>
            <a:ext cx="1148102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常量也称为字面量，数值固定不变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符号常量的定义：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const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在声明常量的时候必须对常量进行初始化赋值，初始化后不允许再次修改数值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764564"/>
              </p:ext>
            </p:extLst>
          </p:nvPr>
        </p:nvGraphicFramePr>
        <p:xfrm>
          <a:off x="929395" y="2909859"/>
          <a:ext cx="8637149" cy="381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r>
                        <a:rPr lang="en-US" altLang="zh-CN" sz="19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常量名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zh-CN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3" name="椭圆形标注 2"/>
          <p:cNvSpPr/>
          <p:nvPr/>
        </p:nvSpPr>
        <p:spPr>
          <a:xfrm>
            <a:off x="6296149" y="1334040"/>
            <a:ext cx="2016224" cy="936104"/>
          </a:xfrm>
          <a:prstGeom prst="wedgeEllipseCallout">
            <a:avLst>
              <a:gd name="adj1" fmla="val -67672"/>
              <a:gd name="adj2" fmla="val 36004"/>
            </a:avLst>
          </a:prstGeom>
          <a:ln w="3175"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18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1.8</a:t>
            </a:r>
            <a:r>
              <a:rPr lang="zh-CN" altLang="en-US" dirty="0">
                <a:solidFill>
                  <a:srgbClr val="000000"/>
                </a:solidFill>
              </a:rPr>
              <a:t>、“</a:t>
            </a:r>
            <a:r>
              <a:rPr lang="en-US" altLang="zh-CN" dirty="0">
                <a:solidFill>
                  <a:srgbClr val="000000"/>
                </a:solidFill>
              </a:rPr>
              <a:t>Hi</a:t>
            </a:r>
            <a:r>
              <a:rPr lang="zh-CN" altLang="en-US" dirty="0">
                <a:solidFill>
                  <a:srgbClr val="0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981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常量和变量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8440"/>
              </p:ext>
            </p:extLst>
          </p:nvPr>
        </p:nvGraphicFramePr>
        <p:xfrm>
          <a:off x="909268" y="4985060"/>
          <a:ext cx="8413323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4055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a=3;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定义变量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，赋值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let b=4;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定义变量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，赋值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4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c=a   //a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的值赋值给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d=b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程序报错：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 is not define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34951" y="1721760"/>
            <a:ext cx="7805342" cy="32518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变量用于存储可变化的数值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的变量是弱引用类型，根据存储的数值决定其类型，</a:t>
            </a: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并且可以随时更改数据类型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通常使用关键字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var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来定义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ES6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新增了关键字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let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用于定义变量。</a:t>
            </a:r>
            <a:b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let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与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var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的差别在于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let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定义的变量作用范围仅在其所在的语句块中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42715"/>
              </p:ext>
            </p:extLst>
          </p:nvPr>
        </p:nvGraphicFramePr>
        <p:xfrm>
          <a:off x="895549" y="3636293"/>
          <a:ext cx="8637149" cy="381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r>
                        <a:rPr lang="en-US" altLang="zh-CN" sz="19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变量名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1[,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变量名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2] [,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变量名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2] …[,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变量名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n]</a:t>
                      </a:r>
                      <a:endParaRPr lang="zh-CN" altLang="zh-CN" sz="19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8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常量和变量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54913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变量名命名符合标识符命名规则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）标识符以字母、数字、下划线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_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或美元符号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$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组成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）首字符不得为数字、下划线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_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或美元符号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$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）标识符不得为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保留关键字，见教材表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6-1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所示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644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14357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Number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Number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类型可以表示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-(2</a:t>
            </a:r>
            <a:r>
              <a:rPr lang="en-US" altLang="zh-CN" sz="24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53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-1)~(2</a:t>
            </a:r>
            <a:r>
              <a:rPr lang="en-US" altLang="zh-CN" sz="24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53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-1)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范围的整数或浮点数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支持科学计数法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895058"/>
              </p:ext>
            </p:extLst>
          </p:nvPr>
        </p:nvGraphicFramePr>
        <p:xfrm>
          <a:off x="906062" y="3636293"/>
          <a:ext cx="8413323" cy="10405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4055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x=10000;	       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为整数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10000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y=1.2e-5;	       //y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为浮点数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0.000012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，等价于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y=0.000012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z = Number(-99);  //z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为负数，等价于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z=-99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872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1040861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BigInt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Bigint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ES2020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中新增的基本数据类型，用于表示大于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53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-1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的整数，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该类数据需要在数字后加上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02892"/>
              </p:ext>
            </p:extLst>
          </p:nvPr>
        </p:nvGraphicFramePr>
        <p:xfrm>
          <a:off x="906062" y="3636293"/>
          <a:ext cx="8413323" cy="10405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4055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 = 9007199254740992n;         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为整数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9007199254740992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y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BigInt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("9007199254740992");  //y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为整数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9007199254740992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304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102531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Boolean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Boolean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类型就是布尔型数据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用于表达逻辑上的真（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true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）与假（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false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15881"/>
              </p:ext>
            </p:extLst>
          </p:nvPr>
        </p:nvGraphicFramePr>
        <p:xfrm>
          <a:off x="906062" y="3636293"/>
          <a:ext cx="8413323" cy="10405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4055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x=true;		           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为真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y=false;		           //y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为假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z=Boolean(false);                          //z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为假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498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9161482" cy="16677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String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类型即字符串类型，是指由零到多个字符组成的字符序列，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使用时需要由单引号或双引号包含起来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48892"/>
              </p:ext>
            </p:extLst>
          </p:nvPr>
        </p:nvGraphicFramePr>
        <p:xfrm>
          <a:off x="906062" y="3636293"/>
          <a:ext cx="8413323" cy="10405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4055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x="";	                         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为一个空字符串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y="hello";	        //y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为字符串“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hello”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z=String("world");  //z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为字符串“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world”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128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39043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undefined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undefined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类型只有一个值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——undefined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。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对于未定义或未初始化的变量，引用该变量返回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undefined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24439"/>
              </p:ext>
            </p:extLst>
          </p:nvPr>
        </p:nvGraphicFramePr>
        <p:xfrm>
          <a:off x="906062" y="3636293"/>
          <a:ext cx="8413323" cy="5040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x;		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undefined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30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730680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null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null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类型也只有一个值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——null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，表示变量的值为空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通常将变量的值设置为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null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达到清空变量的目的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346502"/>
              </p:ext>
            </p:extLst>
          </p:nvPr>
        </p:nvGraphicFramePr>
        <p:xfrm>
          <a:off x="906062" y="3636294"/>
          <a:ext cx="8413323" cy="5040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41332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x=null;		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2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39043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symbol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symbol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ES6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新增的数据类型，用于生成一个唯一的标识符。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112212"/>
              </p:ext>
            </p:extLst>
          </p:nvPr>
        </p:nvGraphicFramePr>
        <p:xfrm>
          <a:off x="906062" y="3636294"/>
          <a:ext cx="9350527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350527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let sym1=Symbol();          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symbol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let sym2=Symbol("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symbol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用于描述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sym2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，但对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sym2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的值并无影响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Symbol("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sym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")==sym2; 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false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24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9466053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object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对象是一种无序集合数据类型，它将多个属性（基本类型的数值或者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其他对象）聚合在一起，通过索引的方式引用这些属性。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对象创建的三种方式：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）工具函数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）对象字面量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new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构造函数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22510"/>
              </p:ext>
            </p:extLst>
          </p:nvPr>
        </p:nvGraphicFramePr>
        <p:xfrm>
          <a:off x="4063902" y="3996333"/>
          <a:ext cx="6408712" cy="5040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Object(123);   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等同于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=Number(123)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7959"/>
              </p:ext>
            </p:extLst>
          </p:nvPr>
        </p:nvGraphicFramePr>
        <p:xfrm>
          <a:off x="4063902" y="4592177"/>
          <a:ext cx="6408712" cy="5040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s={id:1, name: "lily"};	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47431"/>
              </p:ext>
            </p:extLst>
          </p:nvPr>
        </p:nvGraphicFramePr>
        <p:xfrm>
          <a:off x="4063902" y="5175500"/>
          <a:ext cx="6408712" cy="5040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new Object({id:1, name: "lily"});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42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数据类型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5444119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object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对象中元素项的访问方式有如下两种：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[key]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.key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50005"/>
              </p:ext>
            </p:extLst>
          </p:nvPr>
        </p:nvGraphicFramePr>
        <p:xfrm>
          <a:off x="967557" y="4105350"/>
          <a:ext cx="8784976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7849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={id:1, name: "lily"};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定义并初始化对象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["id"]);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输出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对象中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key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为“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id”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对应的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value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值，输出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(stu.name);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输出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对象中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key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为“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name”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对应的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value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值，输出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lily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696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695009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算术运算符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算术运算符主要是针对数字型数据进行的运算，详见教材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6-2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字符串连接运算符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字符串连接运算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主要实现两个字符串的拼接运算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02962"/>
              </p:ext>
            </p:extLst>
          </p:nvPr>
        </p:nvGraphicFramePr>
        <p:xfrm>
          <a:off x="967557" y="4105350"/>
          <a:ext cx="9145016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s1="hello ";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s2="world, ";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s3=2000;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s=s1+s2;	//s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"hello world, "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s=s+s3;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当字符串跟整数进行拼接时，会将整数转化为字符串后再进行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+                      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运算，所以此时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"hello world, 2000"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770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9466053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关系运算符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关系运算符主要是比较两数的大小关系，其结果只有两个：关系成立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true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和关系不成立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false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常见的关系运算符见教材表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6-3</a:t>
            </a:r>
          </a:p>
        </p:txBody>
      </p:sp>
    </p:spTree>
    <p:extLst>
      <p:ext uri="{BB962C8B-B14F-4D97-AF65-F5344CB8AC3E}">
        <p14:creationId xmlns:p14="http://schemas.microsoft.com/office/powerpoint/2010/main" val="876984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7300396" cy="22217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逻辑运算符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逻辑运算符是用于布尔型数据的逻辑关系判断的运算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逻辑运算主要有以下三种运算符：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&amp;&amp;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||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!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&amp;&amp;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为逻辑与运算符，它表示的是一种且满足的关系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70093"/>
              </p:ext>
            </p:extLst>
          </p:nvPr>
        </p:nvGraphicFramePr>
        <p:xfrm>
          <a:off x="841980" y="4584082"/>
          <a:ext cx="9145016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 &amp;&amp;true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 &amp;&amp;false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false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 &amp;&amp; 8  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8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0 &amp;&amp; ""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556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7146508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逻辑运算符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||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为逻辑或运算符，它表示的是一种或满足的关系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!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为取反运算，逻辑真取反为假，逻辑假取反为真。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45734"/>
              </p:ext>
            </p:extLst>
          </p:nvPr>
        </p:nvGraphicFramePr>
        <p:xfrm>
          <a:off x="863279" y="2943520"/>
          <a:ext cx="9145016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 || false 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false ||false  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false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0 || ""	     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""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 || 8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84112"/>
              </p:ext>
            </p:extLst>
          </p:nvPr>
        </p:nvGraphicFramePr>
        <p:xfrm>
          <a:off x="863279" y="5161308"/>
          <a:ext cx="9145016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true,y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=false;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!x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false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!y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033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884889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条件运算符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简单的条件判断可以使用条件运算符来表示。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条件运算符是一个三目运算符，用问号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?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和冒号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串联三个表达式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498086"/>
              </p:ext>
            </p:extLst>
          </p:nvPr>
        </p:nvGraphicFramePr>
        <p:xfrm>
          <a:off x="878366" y="4224537"/>
          <a:ext cx="9145016" cy="64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x=3,y=4;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x&gt;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y?x:y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36555"/>
              </p:ext>
            </p:extLst>
          </p:nvPr>
        </p:nvGraphicFramePr>
        <p:xfrm>
          <a:off x="878366" y="3564285"/>
          <a:ext cx="8637149" cy="381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1?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表达式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63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6-2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基本使用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运算符和表达式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4951" y="1721760"/>
            <a:ext cx="238719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运算符优先级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07233"/>
              </p:ext>
            </p:extLst>
          </p:nvPr>
        </p:nvGraphicFramePr>
        <p:xfrm>
          <a:off x="878366" y="2581433"/>
          <a:ext cx="8637149" cy="381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逻辑非运算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算术运算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关系运算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逻辑与、或运算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条件运算</a:t>
                      </a:r>
                      <a:r>
                        <a:rPr lang="en-US" altLang="zh-CN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赋值运算</a:t>
                      </a:r>
                      <a:endParaRPr lang="en-US" altLang="zh-CN" sz="19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325559"/>
              </p:ext>
            </p:extLst>
          </p:nvPr>
        </p:nvGraphicFramePr>
        <p:xfrm>
          <a:off x="878366" y="3750488"/>
          <a:ext cx="9145016" cy="50405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5==10/2&amp;&amp;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8/4</a:t>
                      </a:r>
                      <a:r>
                        <a:rPr kumimoji="1" lang="en-US" altLang="zh-CN" sz="24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&gt;3</a:t>
                      </a:r>
                      <a:endParaRPr kumimoji="1" lang="en-US" altLang="zh-CN" sz="24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293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顺序结构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根据程序语句的顺序从上往下依次执行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232037"/>
              </p:ext>
            </p:extLst>
          </p:nvPr>
        </p:nvGraphicFramePr>
        <p:xfrm>
          <a:off x="967557" y="2634374"/>
          <a:ext cx="9145016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x=3,y=4,z;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定义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三个变量，并对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y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初始化为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4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z=x;			//x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的值赋值给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z+=y;		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修改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的值为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x+y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350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顺序结构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赋值语句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简单赋值：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13051"/>
              </p:ext>
            </p:extLst>
          </p:nvPr>
        </p:nvGraphicFramePr>
        <p:xfrm>
          <a:off x="895549" y="2988221"/>
          <a:ext cx="9145016" cy="365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2850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name=value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459277"/>
              </p:ext>
            </p:extLst>
          </p:nvPr>
        </p:nvGraphicFramePr>
        <p:xfrm>
          <a:off x="895549" y="4108782"/>
          <a:ext cx="9145016" cy="365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2850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name op=value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4" name="圆角矩形标注 3"/>
          <p:cNvSpPr/>
          <p:nvPr/>
        </p:nvSpPr>
        <p:spPr>
          <a:xfrm>
            <a:off x="3307817" y="1552822"/>
            <a:ext cx="2160240" cy="1602306"/>
          </a:xfrm>
          <a:prstGeom prst="wedgeRoundRectCallout">
            <a:avLst>
              <a:gd name="adj1" fmla="val -71233"/>
              <a:gd name="adj2" fmla="val 51042"/>
              <a:gd name="adj3" fmla="val 16667"/>
            </a:avLst>
          </a:prstGeom>
          <a:ln w="3175"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2"/>
                </a:solidFill>
              </a:rPr>
              <a:t>a=1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b=a</a:t>
            </a:r>
          </a:p>
          <a:p>
            <a:r>
              <a:rPr lang="en-US" altLang="zh-CN" dirty="0">
                <a:solidFill>
                  <a:schemeClr val="tx2"/>
                </a:solidFill>
              </a:rPr>
              <a:t>c=</a:t>
            </a:r>
            <a:r>
              <a:rPr lang="en-US" altLang="zh-CN" dirty="0" err="1">
                <a:solidFill>
                  <a:schemeClr val="tx2"/>
                </a:solidFill>
              </a:rPr>
              <a:t>a+b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en-US" altLang="zh-CN" dirty="0">
                <a:solidFill>
                  <a:schemeClr val="tx2"/>
                </a:solidFill>
              </a:rPr>
              <a:t>d=Number(123)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02930" y="3452170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复合赋值：</a:t>
            </a:r>
          </a:p>
        </p:txBody>
      </p:sp>
      <p:sp>
        <p:nvSpPr>
          <p:cNvPr id="9" name="圆角矩形标注 3">
            <a:extLst>
              <a:ext uri="{FF2B5EF4-FFF2-40B4-BE49-F238E27FC236}">
                <a16:creationId xmlns:a16="http://schemas.microsoft.com/office/drawing/2014/main" id="{28FB55CD-D4EB-4AC1-9372-6F438282146E}"/>
              </a:ext>
            </a:extLst>
          </p:cNvPr>
          <p:cNvSpPr/>
          <p:nvPr/>
        </p:nvSpPr>
        <p:spPr>
          <a:xfrm>
            <a:off x="3307817" y="4845477"/>
            <a:ext cx="3204356" cy="884478"/>
          </a:xfrm>
          <a:prstGeom prst="wedgeRoundRectCallout">
            <a:avLst>
              <a:gd name="adj1" fmla="val -89836"/>
              <a:gd name="adj2" fmla="val -102212"/>
              <a:gd name="adj3" fmla="val 16667"/>
            </a:avLst>
          </a:prstGeom>
          <a:ln w="3175"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2"/>
                </a:solidFill>
              </a:rPr>
              <a:t>name=name op value</a:t>
            </a:r>
          </a:p>
        </p:txBody>
      </p:sp>
    </p:spTree>
    <p:extLst>
      <p:ext uri="{BB962C8B-B14F-4D97-AF65-F5344CB8AC3E}">
        <p14:creationId xmlns:p14="http://schemas.microsoft.com/office/powerpoint/2010/main" val="79757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根据不同的条件选择执行不同的功能时，需要使用选择结构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switch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96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单分支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17691"/>
              </p:ext>
            </p:extLst>
          </p:nvPr>
        </p:nvGraphicFramePr>
        <p:xfrm>
          <a:off x="825477" y="2634374"/>
          <a:ext cx="2734368" cy="20100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3847877" y="2268141"/>
            <a:ext cx="1911510" cy="2736304"/>
            <a:chOff x="3847877" y="2268141"/>
            <a:chExt cx="1911510" cy="2736304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4639965" y="2268141"/>
              <a:ext cx="0" cy="36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菱形 6"/>
            <p:cNvSpPr/>
            <p:nvPr/>
          </p:nvSpPr>
          <p:spPr>
            <a:xfrm>
              <a:off x="3847877" y="2647664"/>
              <a:ext cx="1584176" cy="672463"/>
            </a:xfrm>
            <a:prstGeom prst="diamon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4639965" y="3320127"/>
              <a:ext cx="0" cy="319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流程图: 过程 11"/>
            <p:cNvSpPr/>
            <p:nvPr/>
          </p:nvSpPr>
          <p:spPr>
            <a:xfrm>
              <a:off x="3847877" y="3639389"/>
              <a:ext cx="1584176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S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708675" y="329509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4639965" y="4267462"/>
              <a:ext cx="0" cy="7369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肘形连接符 16"/>
            <p:cNvCxnSpPr>
              <a:stCxn id="7" idx="3"/>
            </p:cNvCxnSpPr>
            <p:nvPr/>
          </p:nvCxnSpPr>
          <p:spPr>
            <a:xfrm flipH="1">
              <a:off x="4639965" y="2983896"/>
              <a:ext cx="792088" cy="1660509"/>
            </a:xfrm>
            <a:prstGeom prst="bentConnector4">
              <a:avLst>
                <a:gd name="adj1" fmla="val -55355"/>
                <a:gd name="adj2" fmla="val 10074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5432053" y="2628181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</p:grp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5095"/>
              </p:ext>
            </p:extLst>
          </p:nvPr>
        </p:nvGraphicFramePr>
        <p:xfrm>
          <a:off x="7177386" y="2614883"/>
          <a:ext cx="2734368" cy="20100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求一个数的绝对值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if(x&lt;0)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x=-x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72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双分支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30618"/>
              </p:ext>
            </p:extLst>
          </p:nvPr>
        </p:nvGraphicFramePr>
        <p:xfrm>
          <a:off x="825477" y="2634374"/>
          <a:ext cx="2734368" cy="2529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S1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S2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781088"/>
              </p:ext>
            </p:extLst>
          </p:nvPr>
        </p:nvGraphicFramePr>
        <p:xfrm>
          <a:off x="8430091" y="2602306"/>
          <a:ext cx="2734368" cy="256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02901"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判断一个数的奇偶性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if(x%2==0)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y= "even number";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y= "odd number";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3919885" y="2486280"/>
            <a:ext cx="3190723" cy="2665761"/>
            <a:chOff x="5265666" y="2057211"/>
            <a:chExt cx="3190723" cy="2665761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6800205" y="2057211"/>
              <a:ext cx="0" cy="36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菱形 6"/>
            <p:cNvSpPr/>
            <p:nvPr/>
          </p:nvSpPr>
          <p:spPr>
            <a:xfrm>
              <a:off x="6008117" y="2436734"/>
              <a:ext cx="1584176" cy="672463"/>
            </a:xfrm>
            <a:prstGeom prst="diamon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2" name="流程图: 过程 11"/>
            <p:cNvSpPr/>
            <p:nvPr/>
          </p:nvSpPr>
          <p:spPr>
            <a:xfrm>
              <a:off x="5265666" y="3498735"/>
              <a:ext cx="1003194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S1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868915" y="308416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cxnSp>
          <p:nvCxnSpPr>
            <p:cNvPr id="17" name="肘形连接符 16"/>
            <p:cNvCxnSpPr>
              <a:stCxn id="7" idx="3"/>
              <a:endCxn id="16" idx="0"/>
            </p:cNvCxnSpPr>
            <p:nvPr/>
          </p:nvCxnSpPr>
          <p:spPr>
            <a:xfrm>
              <a:off x="7592293" y="2772966"/>
              <a:ext cx="362499" cy="72576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7592293" y="2417251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sp>
          <p:nvSpPr>
            <p:cNvPr id="16" name="流程图: 过程 15"/>
            <p:cNvSpPr/>
            <p:nvPr/>
          </p:nvSpPr>
          <p:spPr>
            <a:xfrm>
              <a:off x="7453195" y="3498735"/>
              <a:ext cx="1003194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S2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20" name="肘形连接符 19"/>
            <p:cNvCxnSpPr>
              <a:stCxn id="7" idx="1"/>
            </p:cNvCxnSpPr>
            <p:nvPr/>
          </p:nvCxnSpPr>
          <p:spPr>
            <a:xfrm rot="10800000" flipV="1">
              <a:off x="5689581" y="2772965"/>
              <a:ext cx="318537" cy="7151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12" idx="2"/>
              <a:endCxn id="16" idx="2"/>
            </p:cNvCxnSpPr>
            <p:nvPr/>
          </p:nvCxnSpPr>
          <p:spPr>
            <a:xfrm rot="16200000" flipH="1">
              <a:off x="6861027" y="3033043"/>
              <a:ext cx="12700" cy="2187529"/>
            </a:xfrm>
            <a:prstGeom prst="bentConnector3">
              <a:avLst>
                <a:gd name="adj1" fmla="val 18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6803969" y="4362932"/>
              <a:ext cx="0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647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648261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多分支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03168"/>
              </p:ext>
            </p:extLst>
          </p:nvPr>
        </p:nvGraphicFramePr>
        <p:xfrm>
          <a:off x="782923" y="2307881"/>
          <a:ext cx="2734368" cy="44805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E1)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E2)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S2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E3)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S3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……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[else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Sn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pSp>
        <p:nvGrpSpPr>
          <p:cNvPr id="53" name="组合 52"/>
          <p:cNvGrpSpPr/>
          <p:nvPr/>
        </p:nvGrpSpPr>
        <p:grpSpPr>
          <a:xfrm>
            <a:off x="4207917" y="2007625"/>
            <a:ext cx="6979858" cy="4716910"/>
            <a:chOff x="4855989" y="1657037"/>
            <a:chExt cx="6979858" cy="4716910"/>
          </a:xfrm>
        </p:grpSpPr>
        <p:cxnSp>
          <p:nvCxnSpPr>
            <p:cNvPr id="50" name="直接箭头连接符 49"/>
            <p:cNvCxnSpPr/>
            <p:nvPr/>
          </p:nvCxnSpPr>
          <p:spPr>
            <a:xfrm>
              <a:off x="8130641" y="6007714"/>
              <a:ext cx="0" cy="36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4855989" y="1657037"/>
              <a:ext cx="6979858" cy="4350677"/>
              <a:chOff x="4855989" y="1657037"/>
              <a:chExt cx="6979858" cy="4350677"/>
            </a:xfrm>
          </p:grpSpPr>
          <p:cxnSp>
            <p:nvCxnSpPr>
              <p:cNvPr id="6" name="直接箭头连接符 5"/>
              <p:cNvCxnSpPr/>
              <p:nvPr/>
            </p:nvCxnSpPr>
            <p:spPr>
              <a:xfrm>
                <a:off x="5648077" y="1657037"/>
                <a:ext cx="0" cy="3662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菱形 6"/>
              <p:cNvSpPr/>
              <p:nvPr/>
            </p:nvSpPr>
            <p:spPr>
              <a:xfrm>
                <a:off x="4855989" y="2036560"/>
                <a:ext cx="1584176" cy="672463"/>
              </a:xfrm>
              <a:prstGeom prst="diamond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E1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流程图: 过程 11"/>
              <p:cNvSpPr/>
              <p:nvPr/>
            </p:nvSpPr>
            <p:spPr>
              <a:xfrm>
                <a:off x="5140677" y="5126059"/>
                <a:ext cx="1003194" cy="628073"/>
              </a:xfrm>
              <a:prstGeom prst="flowChartProcess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S1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717014" y="3856462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</a:t>
                </a:r>
                <a:endParaRPr lang="zh-CN" altLang="en-US" dirty="0"/>
              </a:p>
            </p:txBody>
          </p:sp>
          <p:cxnSp>
            <p:nvCxnSpPr>
              <p:cNvPr id="17" name="肘形连接符 16"/>
              <p:cNvCxnSpPr>
                <a:stCxn id="7" idx="3"/>
                <a:endCxn id="18" idx="0"/>
              </p:cNvCxnSpPr>
              <p:nvPr/>
            </p:nvCxnSpPr>
            <p:spPr>
              <a:xfrm>
                <a:off x="6440165" y="2372792"/>
                <a:ext cx="841725" cy="72229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6440165" y="2017077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F</a:t>
                </a:r>
                <a:endParaRPr lang="zh-CN" altLang="en-US" dirty="0"/>
              </a:p>
            </p:txBody>
          </p:sp>
          <p:sp>
            <p:nvSpPr>
              <p:cNvPr id="16" name="流程图: 过程 15"/>
              <p:cNvSpPr/>
              <p:nvPr/>
            </p:nvSpPr>
            <p:spPr>
              <a:xfrm>
                <a:off x="6795369" y="5120842"/>
                <a:ext cx="1003194" cy="628073"/>
              </a:xfrm>
              <a:prstGeom prst="flowChartProcess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S2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9" name="肘形连接符 18"/>
              <p:cNvCxnSpPr/>
              <p:nvPr/>
            </p:nvCxnSpPr>
            <p:spPr>
              <a:xfrm>
                <a:off x="5642726" y="5744072"/>
                <a:ext cx="5718279" cy="20768"/>
              </a:xfrm>
              <a:prstGeom prst="bentConnector4">
                <a:avLst>
                  <a:gd name="adj1" fmla="val 525"/>
                  <a:gd name="adj2" fmla="val 1200732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>
                <a:endCxn id="12" idx="0"/>
              </p:cNvCxnSpPr>
              <p:nvPr/>
            </p:nvCxnSpPr>
            <p:spPr>
              <a:xfrm flipH="1">
                <a:off x="5642274" y="2730358"/>
                <a:ext cx="5803" cy="23957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菱形 17"/>
              <p:cNvSpPr/>
              <p:nvPr/>
            </p:nvSpPr>
            <p:spPr>
              <a:xfrm>
                <a:off x="6489802" y="3095082"/>
                <a:ext cx="1584176" cy="672463"/>
              </a:xfrm>
              <a:prstGeom prst="diamond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E2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菱形 21"/>
              <p:cNvSpPr/>
              <p:nvPr/>
            </p:nvSpPr>
            <p:spPr>
              <a:xfrm>
                <a:off x="8130641" y="4157971"/>
                <a:ext cx="1584176" cy="672463"/>
              </a:xfrm>
              <a:prstGeom prst="diamond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rgbClr val="000000"/>
                    </a:solidFill>
                  </a:rPr>
                  <a:t>E3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25" name="直接箭头连接符 24"/>
              <p:cNvCxnSpPr>
                <a:endCxn id="16" idx="0"/>
              </p:cNvCxnSpPr>
              <p:nvPr/>
            </p:nvCxnSpPr>
            <p:spPr>
              <a:xfrm>
                <a:off x="7264904" y="3782738"/>
                <a:ext cx="32062" cy="13381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肘形连接符 26"/>
              <p:cNvCxnSpPr/>
              <p:nvPr/>
            </p:nvCxnSpPr>
            <p:spPr>
              <a:xfrm>
                <a:off x="8081004" y="3435681"/>
                <a:ext cx="841725" cy="72229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>
                <a:endCxn id="29" idx="0"/>
              </p:cNvCxnSpPr>
              <p:nvPr/>
            </p:nvCxnSpPr>
            <p:spPr>
              <a:xfrm>
                <a:off x="8922729" y="4830434"/>
                <a:ext cx="0" cy="2904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流程图: 过程 28"/>
              <p:cNvSpPr/>
              <p:nvPr/>
            </p:nvSpPr>
            <p:spPr>
              <a:xfrm>
                <a:off x="8421132" y="5120843"/>
                <a:ext cx="1003194" cy="628073"/>
              </a:xfrm>
              <a:prstGeom prst="flowChartProcess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S3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流程图: 过程 31"/>
              <p:cNvSpPr/>
              <p:nvPr/>
            </p:nvSpPr>
            <p:spPr>
              <a:xfrm>
                <a:off x="10832653" y="5135261"/>
                <a:ext cx="1003194" cy="628073"/>
              </a:xfrm>
              <a:prstGeom prst="flowChartProcess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Sn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33" name="肘形连接符 32"/>
              <p:cNvCxnSpPr>
                <a:stCxn id="22" idx="3"/>
              </p:cNvCxnSpPr>
              <p:nvPr/>
            </p:nvCxnSpPr>
            <p:spPr>
              <a:xfrm>
                <a:off x="9714817" y="4494203"/>
                <a:ext cx="1619433" cy="637840"/>
              </a:xfrm>
              <a:prstGeom prst="bentConnector3">
                <a:avLst>
                  <a:gd name="adj1" fmla="val 9998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7287072" y="4305169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</a:t>
                </a:r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8993497" y="4762711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</a:t>
                </a:r>
                <a:endParaRPr lang="zh-CN" altLang="en-US" dirty="0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8045861" y="3079889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F</a:t>
                </a:r>
                <a:endParaRPr lang="zh-CN" altLang="en-US" dirty="0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729893" y="4089161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F</a:t>
                </a:r>
                <a:endParaRPr lang="zh-CN" altLang="en-US" dirty="0"/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7296966" y="5724525"/>
                <a:ext cx="0" cy="25879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8919485" y="5744072"/>
                <a:ext cx="0" cy="2636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文本框 50"/>
              <p:cNvSpPr txBox="1"/>
              <p:nvPr/>
            </p:nvSpPr>
            <p:spPr>
              <a:xfrm>
                <a:off x="9854634" y="5221412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1826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648261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多分支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125371"/>
              </p:ext>
            </p:extLst>
          </p:nvPr>
        </p:nvGraphicFramePr>
        <p:xfrm>
          <a:off x="782923" y="2278505"/>
          <a:ext cx="4145074" cy="45099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14507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50993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if(n==1)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星期一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if(n==2)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if(n==3)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星期三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if(n==4)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星期四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145695"/>
              </p:ext>
            </p:extLst>
          </p:nvPr>
        </p:nvGraphicFramePr>
        <p:xfrm>
          <a:off x="5097443" y="2278505"/>
          <a:ext cx="4145074" cy="45099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14507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50993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if(n==5)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星期五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if(n==6)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星期六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 if(n==7)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星期日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错误的日期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352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选择结构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648261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switch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742118"/>
              </p:ext>
            </p:extLst>
          </p:nvPr>
        </p:nvGraphicFramePr>
        <p:xfrm>
          <a:off x="895549" y="2264875"/>
          <a:ext cx="5081179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08117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74967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switch(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1: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1;[break;]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2: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2;[break;]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3: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3;[break;]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	…..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[default: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n]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29840"/>
              </p:ext>
            </p:extLst>
          </p:nvPr>
        </p:nvGraphicFramePr>
        <p:xfrm>
          <a:off x="895548" y="5090862"/>
          <a:ext cx="5081179" cy="17496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08117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74967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switch(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1: 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2: 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case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常量表达式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3: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语句块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90861"/>
              </p:ext>
            </p:extLst>
          </p:nvPr>
        </p:nvGraphicFramePr>
        <p:xfrm>
          <a:off x="7808317" y="2264875"/>
          <a:ext cx="3600400" cy="3108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74967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switch(n)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1: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星期一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2: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星期二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3: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星期三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4: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星期四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5: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星期五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6: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星期六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case 7: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星期日</a:t>
                      </a:r>
                      <a:r>
                        <a:rPr kumimoji="1" lang="en-US" altLang="zh-CN" sz="18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default: date="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错误的日期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46901" y="4531093"/>
            <a:ext cx="866624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switch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语句可以实现共享代码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21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循环结构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当一段程序反复执行相同的功能代码时，可以采用循环结构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while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2035207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循环结构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while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72507"/>
              </p:ext>
            </p:extLst>
          </p:nvPr>
        </p:nvGraphicFramePr>
        <p:xfrm>
          <a:off x="825477" y="2634374"/>
          <a:ext cx="2734368" cy="20100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while(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条件表达式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循环体语句块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184860"/>
              </p:ext>
            </p:extLst>
          </p:nvPr>
        </p:nvGraphicFramePr>
        <p:xfrm>
          <a:off x="8279015" y="2633148"/>
          <a:ext cx="2734368" cy="20687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68741"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计算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1~100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的和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sum=0,i=1; while(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&lt;=100)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sum+=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++; 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4659913" y="2271236"/>
            <a:ext cx="1911510" cy="2736304"/>
            <a:chOff x="5648077" y="2772197"/>
            <a:chExt cx="1911510" cy="2736304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6440165" y="2772197"/>
              <a:ext cx="0" cy="36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菱形 6"/>
            <p:cNvSpPr/>
            <p:nvPr/>
          </p:nvSpPr>
          <p:spPr>
            <a:xfrm>
              <a:off x="5648077" y="3151720"/>
              <a:ext cx="1584176" cy="672463"/>
            </a:xfrm>
            <a:prstGeom prst="diamon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6440165" y="3824183"/>
              <a:ext cx="0" cy="319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流程图: 过程 11"/>
            <p:cNvSpPr/>
            <p:nvPr/>
          </p:nvSpPr>
          <p:spPr>
            <a:xfrm>
              <a:off x="5648077" y="4143445"/>
              <a:ext cx="1584176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S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508875" y="379914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6440165" y="4771518"/>
              <a:ext cx="0" cy="7369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肘形连接符 16"/>
            <p:cNvCxnSpPr>
              <a:stCxn id="7" idx="3"/>
            </p:cNvCxnSpPr>
            <p:nvPr/>
          </p:nvCxnSpPr>
          <p:spPr>
            <a:xfrm flipH="1">
              <a:off x="6440165" y="3487952"/>
              <a:ext cx="792088" cy="1660509"/>
            </a:xfrm>
            <a:prstGeom prst="bentConnector4">
              <a:avLst>
                <a:gd name="adj1" fmla="val -55355"/>
                <a:gd name="adj2" fmla="val 10074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7232253" y="3132237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cxnSp>
          <p:nvCxnSpPr>
            <p:cNvPr id="10" name="肘形连接符 9"/>
            <p:cNvCxnSpPr>
              <a:stCxn id="12" idx="1"/>
              <a:endCxn id="7" idx="1"/>
            </p:cNvCxnSpPr>
            <p:nvPr/>
          </p:nvCxnSpPr>
          <p:spPr>
            <a:xfrm rot="10800000">
              <a:off x="5648077" y="3487952"/>
              <a:ext cx="12700" cy="969530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059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循环结构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for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75664"/>
              </p:ext>
            </p:extLst>
          </p:nvPr>
        </p:nvGraphicFramePr>
        <p:xfrm>
          <a:off x="825477" y="2634374"/>
          <a:ext cx="4318544" cy="20100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for(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E1;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E2;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表达式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E3)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循环体语句块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73503"/>
              </p:ext>
            </p:extLst>
          </p:nvPr>
        </p:nvGraphicFramePr>
        <p:xfrm>
          <a:off x="9085331" y="2609185"/>
          <a:ext cx="2734368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73436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970614"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计算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1~100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的和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nn-NO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 sum=0;</a:t>
                      </a:r>
                    </a:p>
                    <a:p>
                      <a:pPr algn="l"/>
                      <a:r>
                        <a:rPr kumimoji="1" lang="nn-NO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for(var i=1;i&lt;=100;i++)</a:t>
                      </a:r>
                    </a:p>
                    <a:p>
                      <a:pPr algn="l"/>
                      <a:r>
                        <a:rPr kumimoji="1" lang="nn-NO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nn-NO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nn-NO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sum+=i;</a:t>
                      </a:r>
                    </a:p>
                    <a:p>
                      <a:pPr algn="l"/>
                      <a:r>
                        <a:rPr kumimoji="1" lang="nn-NO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6360446" y="1425207"/>
            <a:ext cx="1915046" cy="4619243"/>
            <a:chOff x="6360446" y="1425207"/>
            <a:chExt cx="1915046" cy="4619243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7152534" y="1425207"/>
              <a:ext cx="0" cy="36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菱形 6"/>
            <p:cNvSpPr/>
            <p:nvPr/>
          </p:nvSpPr>
          <p:spPr>
            <a:xfrm>
              <a:off x="6363982" y="2736406"/>
              <a:ext cx="1584176" cy="672463"/>
            </a:xfrm>
            <a:prstGeom prst="diamon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E2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7156070" y="3408869"/>
              <a:ext cx="0" cy="319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流程图: 过程 11"/>
            <p:cNvSpPr/>
            <p:nvPr/>
          </p:nvSpPr>
          <p:spPr>
            <a:xfrm>
              <a:off x="6363982" y="3728131"/>
              <a:ext cx="1584176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S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224780" y="33838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7195275" y="5307467"/>
              <a:ext cx="0" cy="7369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肘形连接符 16"/>
            <p:cNvCxnSpPr>
              <a:stCxn id="7" idx="3"/>
            </p:cNvCxnSpPr>
            <p:nvPr/>
          </p:nvCxnSpPr>
          <p:spPr>
            <a:xfrm flipH="1">
              <a:off x="7199730" y="3072638"/>
              <a:ext cx="748428" cy="2568944"/>
            </a:xfrm>
            <a:prstGeom prst="bentConnector3">
              <a:avLst>
                <a:gd name="adj1" fmla="val -3054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7948158" y="2716923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cxnSp>
          <p:nvCxnSpPr>
            <p:cNvPr id="10" name="肘形连接符 9"/>
            <p:cNvCxnSpPr>
              <a:stCxn id="23" idx="1"/>
              <a:endCxn id="7" idx="1"/>
            </p:cNvCxnSpPr>
            <p:nvPr/>
          </p:nvCxnSpPr>
          <p:spPr>
            <a:xfrm rot="10800000">
              <a:off x="6363983" y="3072639"/>
              <a:ext cx="39205" cy="1920793"/>
            </a:xfrm>
            <a:prstGeom prst="bentConnector3">
              <a:avLst>
                <a:gd name="adj1" fmla="val 683089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流程图: 过程 18"/>
            <p:cNvSpPr/>
            <p:nvPr/>
          </p:nvSpPr>
          <p:spPr>
            <a:xfrm>
              <a:off x="6360446" y="1791440"/>
              <a:ext cx="1584176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E1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56069" y="2397661"/>
              <a:ext cx="0" cy="319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7158296" y="4356204"/>
              <a:ext cx="0" cy="319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流程图: 过程 22"/>
            <p:cNvSpPr/>
            <p:nvPr/>
          </p:nvSpPr>
          <p:spPr>
            <a:xfrm>
              <a:off x="6403187" y="4679394"/>
              <a:ext cx="1584176" cy="628073"/>
            </a:xfrm>
            <a:prstGeom prst="flowChartProcess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</a:rPr>
                <a:t>E3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0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循环结构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break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break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语句用于跳出当前所在的循环结构从而提前结束循环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continue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continue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语句用于跳出当次循环，它将继续进行下一次循环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867080"/>
              </p:ext>
            </p:extLst>
          </p:nvPr>
        </p:nvGraphicFramePr>
        <p:xfrm>
          <a:off x="791133" y="4212357"/>
          <a:ext cx="3344776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447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sum=0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for(var i=1;i&lt;=100;i++)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if(i%2==0)</a:t>
                      </a:r>
                    </a:p>
                    <a:p>
                      <a:pPr algn="l"/>
                      <a:r>
                        <a:rPr kumimoji="1" lang="nn-NO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</a:t>
                      </a:r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break;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sum+=i;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153718"/>
              </p:ext>
            </p:extLst>
          </p:nvPr>
        </p:nvGraphicFramePr>
        <p:xfrm>
          <a:off x="5199794" y="4224525"/>
          <a:ext cx="3344776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447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010031"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sum=0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for(var i=1;i&lt;=100;i++)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if(i%2==0)</a:t>
                      </a:r>
                    </a:p>
                    <a:p>
                      <a:pPr algn="l"/>
                      <a:r>
                        <a:rPr kumimoji="1" lang="nn-NO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</a:t>
                      </a:r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continue;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sum+=i;</a:t>
                      </a:r>
                    </a:p>
                    <a:p>
                      <a:pPr algn="l"/>
                      <a:r>
                        <a:rPr kumimoji="1" lang="nn-NO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4" name="流程图: 过程 3"/>
          <p:cNvSpPr/>
          <p:nvPr/>
        </p:nvSpPr>
        <p:spPr>
          <a:xfrm>
            <a:off x="1903661" y="6236528"/>
            <a:ext cx="1080120" cy="426073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sum:1</a:t>
            </a:r>
            <a:endParaRPr lang="zh-CN" altLang="en-US" dirty="0"/>
          </a:p>
        </p:txBody>
      </p:sp>
      <p:sp>
        <p:nvSpPr>
          <p:cNvPr id="28" name="流程图: 过程 27"/>
          <p:cNvSpPr/>
          <p:nvPr/>
        </p:nvSpPr>
        <p:spPr>
          <a:xfrm>
            <a:off x="6224741" y="6256238"/>
            <a:ext cx="1367552" cy="426073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sum:2500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262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函数定义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函数用于描述一段具有相同功能的、可重复多次使用的代码段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函数定义：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function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关键字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函数名用于函数的调用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参数列表由函数完成某个功能所需要用到的变量组成，参数列表可以为空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函数体为该函数所实现的具体功能代码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637400"/>
              </p:ext>
            </p:extLst>
          </p:nvPr>
        </p:nvGraphicFramePr>
        <p:xfrm>
          <a:off x="870496" y="2877768"/>
          <a:ext cx="4318544" cy="1615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29592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函数名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参数列表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函数体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88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函数的调用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定义好的函数只有被调用，才会被执行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根据函数名和参数列表实现对函数的调用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334360"/>
              </p:ext>
            </p:extLst>
          </p:nvPr>
        </p:nvGraphicFramePr>
        <p:xfrm>
          <a:off x="1183581" y="2988221"/>
          <a:ext cx="4318544" cy="5760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函数名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参数列表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268076"/>
              </p:ext>
            </p:extLst>
          </p:nvPr>
        </p:nvGraphicFramePr>
        <p:xfrm>
          <a:off x="7232252" y="1169891"/>
          <a:ext cx="4927997" cy="5455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927997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59812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/*</a:t>
                      </a:r>
                      <a:r>
                        <a:rPr kumimoji="1" lang="zh-CN" altLang="en-US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函数定义*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print()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</a:t>
                      </a:r>
                      <a:r>
                        <a:rPr kumimoji="1" lang="en-US" altLang="zh-CN" sz="22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document.write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("Hello world!");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endParaRPr kumimoji="1" lang="en-US" altLang="zh-CN" sz="22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max(</a:t>
                      </a:r>
                      <a:r>
                        <a:rPr kumimoji="1" lang="en-US" altLang="zh-CN" sz="22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a,b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if(a&gt;b)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return a;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else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return b;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endParaRPr kumimoji="1" lang="en-US" altLang="zh-CN" sz="22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/*</a:t>
                      </a:r>
                      <a:r>
                        <a:rPr kumimoji="1" lang="zh-CN" altLang="en-US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函数调用*</a:t>
                      </a:r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</a:p>
                    <a:p>
                      <a:pPr algn="l"/>
                      <a:r>
                        <a:rPr kumimoji="1" lang="en-US" altLang="zh-CN" sz="22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max(3,4);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22292" y="3855198"/>
            <a:ext cx="622193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函数调用的一般过程：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8024341" y="3454655"/>
            <a:ext cx="1080120" cy="2845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8240365" y="3454655"/>
            <a:ext cx="1008112" cy="2845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4396664"/>
            <a:ext cx="622193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①传参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4852177"/>
            <a:ext cx="622193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②执行函数体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781724" y="3846047"/>
            <a:ext cx="1826793" cy="1510929"/>
          </a:xfrm>
          <a:prstGeom prst="roundRect">
            <a:avLst/>
          </a:prstGeom>
          <a:solidFill>
            <a:srgbClr val="CC0000">
              <a:alpha val="25098"/>
            </a:srgbClr>
          </a:solidFill>
          <a:ln w="31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54" y="5289387"/>
            <a:ext cx="622193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返回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634066" y="3395827"/>
            <a:ext cx="470396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390756" y="4054567"/>
            <a:ext cx="470396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8384381" y="5148461"/>
            <a:ext cx="720080" cy="129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769920" y="5421664"/>
            <a:ext cx="470396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③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 animBg="1"/>
      <p:bldP spid="16" grpId="0"/>
      <p:bldP spid="18" grpId="0"/>
      <p:bldP spid="19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函数的返回值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函数返回有两种情况：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）执行完函数体自动返回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）函数体中包含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return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语句，执行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return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语句返回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return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语句可以携带一个数值返回，这个数据值即为返回值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12292"/>
              </p:ext>
            </p:extLst>
          </p:nvPr>
        </p:nvGraphicFramePr>
        <p:xfrm>
          <a:off x="1183581" y="4008653"/>
          <a:ext cx="4318544" cy="5760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return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返回值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94423"/>
              </p:ext>
            </p:extLst>
          </p:nvPr>
        </p:nvGraphicFramePr>
        <p:xfrm>
          <a:off x="1177611" y="4691861"/>
          <a:ext cx="3384376" cy="21696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169664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*比较两数，返回较大值*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max(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a,b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if(a&gt;b)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return a;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return b;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0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函数的实现方式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箭头函数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箭头函数是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中函数的一种实现方式其简化了函数的定义。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箭头函数语法结构：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参数列表即为函数定义时的形参列表</a:t>
            </a:r>
            <a:b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函数体为实现功能的代码段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659920"/>
              </p:ext>
            </p:extLst>
          </p:nvPr>
        </p:nvGraphicFramePr>
        <p:xfrm>
          <a:off x="882819" y="3497194"/>
          <a:ext cx="4318544" cy="5760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参数列表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)=&gt;{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函数体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07400"/>
              </p:ext>
            </p:extLst>
          </p:nvPr>
        </p:nvGraphicFramePr>
        <p:xfrm>
          <a:off x="849166" y="5001443"/>
          <a:ext cx="3384376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61445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fun2=(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x,y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)=&gt;{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if(x&gt;y)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return x;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else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return y;}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fun2(1,2);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218207"/>
              </p:ext>
            </p:extLst>
          </p:nvPr>
        </p:nvGraphicFramePr>
        <p:xfrm>
          <a:off x="5576069" y="5001443"/>
          <a:ext cx="3384376" cy="64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9947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fun1=(x)=&gt;x*x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fun1(3)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298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函数的实现方式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匿名函数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匿名函数即函数定义的时候没有函数名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如何调用匿名函数？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）直接执行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  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匿名函数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)(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实参列表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);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）匿名函数赋值给一个变量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912914"/>
              </p:ext>
            </p:extLst>
          </p:nvPr>
        </p:nvGraphicFramePr>
        <p:xfrm>
          <a:off x="6946157" y="1862121"/>
          <a:ext cx="4318544" cy="2529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31854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235023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function (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a,b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{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if(a&gt;b)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      return a;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return b;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}</a:t>
                      </a:r>
                    </a:p>
                    <a:p>
                      <a:pPr algn="l"/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738245" y="3413030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)(4,5)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49383" y="186212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19123" y="18614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max=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6157" y="3873355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max(4,5)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91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5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函数的实现方式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闭包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全局变量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全局变量通常定义在函数外部，其作用范围是全局性的、共享的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局部变量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局部变量通常定义在函数内部，为该函数所私有，因此它的作用范围仅限于函数内部，只能在函数内访问，一旦函数调用结束返回，局部变量就会被释放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86638"/>
              </p:ext>
            </p:extLst>
          </p:nvPr>
        </p:nvGraphicFramePr>
        <p:xfrm>
          <a:off x="788032" y="4644405"/>
          <a:ext cx="5616624" cy="201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61662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7906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a=1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fun()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b = 2;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return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a+b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fun();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函数返回值为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c =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a+b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程序报错“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 is not defined”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712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函数的实现方式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闭包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64478"/>
              </p:ext>
            </p:extLst>
          </p:nvPr>
        </p:nvGraphicFramePr>
        <p:xfrm>
          <a:off x="5864101" y="3060229"/>
          <a:ext cx="3384376" cy="256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9947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counter2() {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local = 0;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local += 1;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return local;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counter2();      //1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counter2();      //1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counter2();      //1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660616"/>
              </p:ext>
            </p:extLst>
          </p:nvPr>
        </p:nvGraphicFramePr>
        <p:xfrm>
          <a:off x="1111573" y="3060229"/>
          <a:ext cx="3286743" cy="256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28674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7906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global = 0;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counter1()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global += 1;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return global 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counter1();    //1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counter1();    //2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counter1();    //3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576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函数的实现方式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3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闭包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所谓闭包即是指函数的嵌套，在一个函数内部嵌套定义函数，内部嵌套的函数可以使用外层函数的局部变量，通过闭包将内外两层函数连接在一起。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34057"/>
              </p:ext>
            </p:extLst>
          </p:nvPr>
        </p:nvGraphicFramePr>
        <p:xfrm>
          <a:off x="743719" y="3204245"/>
          <a:ext cx="4150839" cy="2834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15083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61445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counter()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local=0;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function add()		</a:t>
                      </a:r>
                    </a:p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local+=1;</a:t>
                      </a:r>
                    </a:p>
                    <a:p>
                      <a:pPr algn="l"/>
                      <a:r>
                        <a:rPr kumimoji="1" lang="en-US" altLang="zh-CN" sz="18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return local;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return add;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327856"/>
              </p:ext>
            </p:extLst>
          </p:nvPr>
        </p:nvGraphicFramePr>
        <p:xfrm>
          <a:off x="5190420" y="3212642"/>
          <a:ext cx="4150839" cy="129419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15083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29419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result=counter();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result();		//1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result();		//2</a:t>
                      </a:r>
                    </a:p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result();		//3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380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6-5~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6-9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532859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酒店客房预订页面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按页面功能区域分割为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个模块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页面头部、酒店概况介绍博客内容、客房预订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页面头部①包含酒店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logo</a:t>
            </a: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、导航栏以及登录用户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酒店概况②包含具有代表酒店特色的图片画廊以及酒店信息介绍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客房预订包含用户预订信息设置区域③、筛选操作区域④以及客房列表⑤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具体实现请对照书本学习</a:t>
            </a:r>
            <a:endParaRPr lang="zh-CN" altLang="en-US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grpSp>
        <p:nvGrpSpPr>
          <p:cNvPr id="7" name="画布 10"/>
          <p:cNvGrpSpPr/>
          <p:nvPr/>
        </p:nvGrpSpPr>
        <p:grpSpPr>
          <a:xfrm>
            <a:off x="6944221" y="176371"/>
            <a:ext cx="5274310" cy="6487795"/>
            <a:chOff x="0" y="0"/>
            <a:chExt cx="5274310" cy="6487795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5274310" cy="6487795"/>
            </a:xfrm>
            <a:prstGeom prst="rect">
              <a:avLst/>
            </a:prstGeom>
          </p:spPr>
        </p:sp>
        <p:pic>
          <p:nvPicPr>
            <p:cNvPr id="9" name="图片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9818" y="8626"/>
              <a:ext cx="4940742" cy="6435090"/>
            </a:xfrm>
            <a:prstGeom prst="rect">
              <a:avLst/>
            </a:prstGeom>
          </p:spPr>
        </p:pic>
        <p:sp>
          <p:nvSpPr>
            <p:cNvPr id="10" name="矩形 9"/>
            <p:cNvSpPr>
              <a:spLocks/>
            </p:cNvSpPr>
            <p:nvPr/>
          </p:nvSpPr>
          <p:spPr>
            <a:xfrm>
              <a:off x="223132" y="8626"/>
              <a:ext cx="4813300" cy="267412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55905" algn="ctr">
                <a:spcAft>
                  <a:spcPts val="0"/>
                </a:spcAft>
              </a:pPr>
              <a:r>
                <a:rPr lang="zh-CN" sz="1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矩形 10"/>
            <p:cNvSpPr>
              <a:spLocks/>
            </p:cNvSpPr>
            <p:nvPr/>
          </p:nvSpPr>
          <p:spPr>
            <a:xfrm>
              <a:off x="223132" y="292110"/>
              <a:ext cx="4821555" cy="1321030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65430">
                <a:lnSpc>
                  <a:spcPct val="150000"/>
                </a:lnSpc>
                <a:spcAft>
                  <a:spcPts val="0"/>
                </a:spcAft>
              </a:pPr>
              <a:r>
                <a:rPr lang="zh-CN" sz="1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矩形 11"/>
            <p:cNvSpPr>
              <a:spLocks/>
            </p:cNvSpPr>
            <p:nvPr/>
          </p:nvSpPr>
          <p:spPr>
            <a:xfrm>
              <a:off x="231759" y="1894978"/>
              <a:ext cx="4813300" cy="451408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128270">
                <a:lnSpc>
                  <a:spcPct val="150000"/>
                </a:lnSpc>
                <a:spcAft>
                  <a:spcPts val="0"/>
                </a:spcAft>
              </a:pPr>
              <a:r>
                <a:rPr 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④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/>
            </p:cNvSpPr>
            <p:nvPr/>
          </p:nvSpPr>
          <p:spPr>
            <a:xfrm>
              <a:off x="231759" y="1628574"/>
              <a:ext cx="4821555" cy="251985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55905">
                <a:lnSpc>
                  <a:spcPts val="1000"/>
                </a:lnSpc>
                <a:spcAft>
                  <a:spcPts val="0"/>
                </a:spcAft>
              </a:pPr>
              <a:r>
                <a:rPr lang="en-US" sz="1400" b="1" dirty="0">
                  <a:solidFill>
                    <a:srgbClr val="FF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r>
                <a:rPr lang="en-US" sz="1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宋体" panose="02010600030101010101" pitchFamily="2" charset="-122"/>
                </a:rPr>
                <a:t> </a:t>
              </a:r>
              <a:endParaRPr lang="zh-CN" sz="1400" dirty="0">
                <a:effectLst/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矩形 13"/>
            <p:cNvSpPr>
              <a:spLocks/>
            </p:cNvSpPr>
            <p:nvPr/>
          </p:nvSpPr>
          <p:spPr>
            <a:xfrm>
              <a:off x="231388" y="2362346"/>
              <a:ext cx="4813300" cy="4098839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12827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sz="1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⑤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16844</TotalTime>
  <Words>3387</Words>
  <PresentationFormat>自定义</PresentationFormat>
  <Paragraphs>601</Paragraphs>
  <Slides>46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等线</vt:lpstr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项目6 酒店客房预订网站</vt:lpstr>
      <vt:lpstr>项目6酒店客房预订网站</vt:lpstr>
      <vt:lpstr>项目6 酒店客房预订网站</vt:lpstr>
      <vt:lpstr>任务6-1 JavaScript概念</vt:lpstr>
      <vt:lpstr>任务6-1 JavaScript概念</vt:lpstr>
      <vt:lpstr>任务6-1 JavaScript概念</vt:lpstr>
      <vt:lpstr>任务6-1 JavaScript概念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任务6-2 JavaScript基本使用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任务6-3 控制流程</vt:lpstr>
      <vt:lpstr>任务6-4 函数</vt:lpstr>
      <vt:lpstr>任务6-4 函数</vt:lpstr>
      <vt:lpstr>任务6-4 函数</vt:lpstr>
      <vt:lpstr>任务6-4 函数</vt:lpstr>
      <vt:lpstr>任务6-4 函数</vt:lpstr>
      <vt:lpstr>任务6-4 函数</vt:lpstr>
      <vt:lpstr>任务6-4 函数</vt:lpstr>
      <vt:lpstr>任务6-4 函数</vt:lpstr>
      <vt:lpstr>任务6-5~任务6-9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项目4 企业网站首页</dc:title>
  <dc:subject>Web前端开发与项目实践</dc:subject>
  <cp:revision>1481</cp:revision>
  <dcterms:created xsi:type="dcterms:W3CDTF">2008-02-14T05:21:14Z</dcterms:created>
  <dcterms:modified xsi:type="dcterms:W3CDTF">2023-09-08T06:41:50Z</dcterms:modified>
</cp:coreProperties>
</file>