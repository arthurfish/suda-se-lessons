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38"/>
  </p:notesMasterIdLst>
  <p:sldIdLst>
    <p:sldId id="423" r:id="rId2"/>
    <p:sldId id="427" r:id="rId3"/>
    <p:sldId id="428" r:id="rId4"/>
    <p:sldId id="577" r:id="rId5"/>
    <p:sldId id="604" r:id="rId6"/>
    <p:sldId id="516" r:id="rId7"/>
    <p:sldId id="578" r:id="rId8"/>
    <p:sldId id="579" r:id="rId9"/>
    <p:sldId id="580" r:id="rId10"/>
    <p:sldId id="581" r:id="rId11"/>
    <p:sldId id="583" r:id="rId12"/>
    <p:sldId id="582" r:id="rId13"/>
    <p:sldId id="517" r:id="rId14"/>
    <p:sldId id="584" r:id="rId15"/>
    <p:sldId id="585" r:id="rId16"/>
    <p:sldId id="586" r:id="rId17"/>
    <p:sldId id="587" r:id="rId18"/>
    <p:sldId id="588" r:id="rId19"/>
    <p:sldId id="590" r:id="rId20"/>
    <p:sldId id="589" r:id="rId21"/>
    <p:sldId id="591" r:id="rId22"/>
    <p:sldId id="592" r:id="rId23"/>
    <p:sldId id="518" r:id="rId24"/>
    <p:sldId id="593" r:id="rId25"/>
    <p:sldId id="594" r:id="rId26"/>
    <p:sldId id="595" r:id="rId27"/>
    <p:sldId id="596" r:id="rId28"/>
    <p:sldId id="597" r:id="rId29"/>
    <p:sldId id="519" r:id="rId30"/>
    <p:sldId id="598" r:id="rId31"/>
    <p:sldId id="599" r:id="rId32"/>
    <p:sldId id="600" r:id="rId33"/>
    <p:sldId id="602" r:id="rId34"/>
    <p:sldId id="603" r:id="rId35"/>
    <p:sldId id="601" r:id="rId36"/>
    <p:sldId id="514" r:id="rId37"/>
  </p:sldIdLst>
  <p:sldSz cx="12160250" cy="68405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92125" indent="-34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85838" indent="-714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477963" indent="-1063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971675" indent="-142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33CCCC"/>
    <a:srgbClr val="99CCFF"/>
    <a:srgbClr val="00CCFF"/>
    <a:srgbClr val="00FFFF"/>
    <a:srgbClr val="FFFF99"/>
    <a:srgbClr val="FFFF00"/>
    <a:srgbClr val="66FFFF"/>
    <a:srgbClr val="D5D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2" autoAdjust="0"/>
    <p:restoredTop sz="87262" autoAdjust="0"/>
  </p:normalViewPr>
  <p:slideViewPr>
    <p:cSldViewPr>
      <p:cViewPr varScale="1">
        <p:scale>
          <a:sx n="78" d="100"/>
          <a:sy n="78" d="100"/>
        </p:scale>
        <p:origin x="102" y="906"/>
      </p:cViewPr>
      <p:guideLst>
        <p:guide orient="horz" pos="2155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" userId="213e45b8a479442b" providerId="LiveId" clId="{D95433FB-F15C-0C48-B608-5BA9089AB91D}"/>
    <pc:docChg chg="undo custSel addSld delSld modSld sldOrd">
      <pc:chgData name="John Hu" userId="213e45b8a479442b" providerId="LiveId" clId="{D95433FB-F15C-0C48-B608-5BA9089AB91D}" dt="2022-03-01T02:54:28.840" v="1770" actId="20577"/>
      <pc:docMkLst>
        <pc:docMk/>
      </pc:docMkLst>
      <pc:sldChg chg="modSp mod">
        <pc:chgData name="John Hu" userId="213e45b8a479442b" providerId="LiveId" clId="{D95433FB-F15C-0C48-B608-5BA9089AB91D}" dt="2022-03-01T01:57:35.699" v="1743" actId="20577"/>
        <pc:sldMkLst>
          <pc:docMk/>
          <pc:sldMk cId="1610846766" sldId="514"/>
        </pc:sldMkLst>
        <pc:spChg chg="mod">
          <ac:chgData name="John Hu" userId="213e45b8a479442b" providerId="LiveId" clId="{D95433FB-F15C-0C48-B608-5BA9089AB91D}" dt="2022-03-01T01:57:35.699" v="1743" actId="20577"/>
          <ac:spMkLst>
            <pc:docMk/>
            <pc:sldMk cId="1610846766" sldId="514"/>
            <ac:spMk id="6" creationId="{41030CB7-09CD-4D65-AFC0-92183B1414E7}"/>
          </ac:spMkLst>
        </pc:spChg>
      </pc:sldChg>
    </pc:docChg>
  </pc:docChgLst>
  <pc:docChgLst>
    <pc:chgData userId="213e45b8a479442b" providerId="LiveId" clId="{0C2797AA-115E-404E-8A4E-088081DE6C30}"/>
    <pc:docChg chg="undo custSel addSld delSld modSld sldOrd modMainMaster">
      <pc:chgData name="" userId="213e45b8a479442b" providerId="LiveId" clId="{0C2797AA-115E-404E-8A4E-088081DE6C30}" dt="2022-03-04T03:04:22.076" v="7802" actId="404"/>
      <pc:docMkLst>
        <pc:docMk/>
      </pc:docMkLst>
      <pc:sldChg chg="modSp">
        <pc:chgData name="" userId="213e45b8a479442b" providerId="LiveId" clId="{0C2797AA-115E-404E-8A4E-088081DE6C30}" dt="2022-02-15T12:25:15.317" v="249" actId="113"/>
        <pc:sldMkLst>
          <pc:docMk/>
          <pc:sldMk cId="1475978079" sldId="423"/>
        </pc:sldMkLst>
        <pc:spChg chg="mod">
          <ac:chgData name="" userId="213e45b8a479442b" providerId="LiveId" clId="{0C2797AA-115E-404E-8A4E-088081DE6C30}" dt="2022-02-15T12:25:15.317" v="249" actId="113"/>
          <ac:spMkLst>
            <pc:docMk/>
            <pc:sldMk cId="1475978079" sldId="423"/>
            <ac:spMk id="2" creationId="{5888EE31-F44C-4034-8407-4C756F65702C}"/>
          </ac:spMkLst>
        </pc:spChg>
        <pc:spChg chg="mod">
          <ac:chgData name="" userId="213e45b8a479442b" providerId="LiveId" clId="{0C2797AA-115E-404E-8A4E-088081DE6C30}" dt="2022-02-15T12:18:21.998" v="0" actId="20577"/>
          <ac:spMkLst>
            <pc:docMk/>
            <pc:sldMk cId="1475978079" sldId="423"/>
            <ac:spMk id="3" creationId="{4A35EE34-9C2C-4E22-BF6B-F5AC30E8FD11}"/>
          </ac:spMkLst>
        </pc:spChg>
      </pc:sldChg>
      <pc:sldChg chg="addSp delSp modSp add">
        <pc:chgData name="" userId="213e45b8a479442b" providerId="LiveId" clId="{0C2797AA-115E-404E-8A4E-088081DE6C30}" dt="2022-02-25T13:55:12.824" v="7231"/>
        <pc:sldMkLst>
          <pc:docMk/>
          <pc:sldMk cId="2256634334" sldId="427"/>
        </pc:sldMkLst>
        <pc:spChg chg="add del mod">
          <ac:chgData name="" userId="213e45b8a479442b" providerId="LiveId" clId="{0C2797AA-115E-404E-8A4E-088081DE6C30}" dt="2022-02-15T12:23:11.914" v="78" actId="1035"/>
          <ac:spMkLst>
            <pc:docMk/>
            <pc:sldMk cId="2256634334" sldId="427"/>
            <ac:spMk id="2" creationId="{5888EE31-F44C-4034-8407-4C756F65702C}"/>
          </ac:spMkLst>
        </pc:spChg>
        <pc:spChg chg="del">
          <ac:chgData name="" userId="213e45b8a479442b" providerId="LiveId" clId="{0C2797AA-115E-404E-8A4E-088081DE6C30}" dt="2022-02-15T12:19:25.543" v="13" actId="478"/>
          <ac:spMkLst>
            <pc:docMk/>
            <pc:sldMk cId="2256634334" sldId="427"/>
            <ac:spMk id="3" creationId="{4A35EE34-9C2C-4E22-BF6B-F5AC30E8FD11}"/>
          </ac:spMkLst>
        </pc:spChg>
        <pc:spChg chg="add del mod">
          <ac:chgData name="" userId="213e45b8a479442b" providerId="LiveId" clId="{0C2797AA-115E-404E-8A4E-088081DE6C30}" dt="2022-02-15T12:18:56.501" v="6" actId="478"/>
          <ac:spMkLst>
            <pc:docMk/>
            <pc:sldMk cId="2256634334" sldId="427"/>
            <ac:spMk id="5" creationId="{914E5240-761F-4A46-BB0D-5EB305E53051}"/>
          </ac:spMkLst>
        </pc:spChg>
        <pc:spChg chg="add del mod">
          <ac:chgData name="" userId="213e45b8a479442b" providerId="LiveId" clId="{0C2797AA-115E-404E-8A4E-088081DE6C30}" dt="2022-02-15T12:19:28.299" v="14" actId="478"/>
          <ac:spMkLst>
            <pc:docMk/>
            <pc:sldMk cId="2256634334" sldId="427"/>
            <ac:spMk id="7" creationId="{00B247B1-BD17-4260-843D-9C2337300BDF}"/>
          </ac:spMkLst>
        </pc:spChg>
        <pc:spChg chg="add mod">
          <ac:chgData name="" userId="213e45b8a479442b" providerId="LiveId" clId="{0C2797AA-115E-404E-8A4E-088081DE6C30}" dt="2022-02-25T13:55:12.824" v="7231"/>
          <ac:spMkLst>
            <pc:docMk/>
            <pc:sldMk cId="2256634334" sldId="427"/>
            <ac:spMk id="8" creationId="{36177B38-43AB-4398-968B-448F8F0E5F49}"/>
          </ac:spMkLst>
        </pc:spChg>
      </pc:sldChg>
      <pc:sldChg chg="addSp delSp modSp add">
        <pc:chgData name="" userId="213e45b8a479442b" providerId="LiveId" clId="{0C2797AA-115E-404E-8A4E-088081DE6C30}" dt="2022-02-25T13:55:03.370" v="7230" actId="179"/>
        <pc:sldMkLst>
          <pc:docMk/>
          <pc:sldMk cId="3958866134" sldId="428"/>
        </pc:sldMkLst>
        <pc:spChg chg="add mod">
          <ac:chgData name="" userId="213e45b8a479442b" providerId="LiveId" clId="{0C2797AA-115E-404E-8A4E-088081DE6C30}" dt="2022-02-25T13:53:41.936" v="7221"/>
          <ac:spMkLst>
            <pc:docMk/>
            <pc:sldMk cId="3958866134" sldId="428"/>
            <ac:spMk id="3" creationId="{D423414B-884D-44D2-950C-D69CAF6027EC}"/>
          </ac:spMkLst>
        </pc:spChg>
        <pc:spChg chg="add mod">
          <ac:chgData name="" userId="213e45b8a479442b" providerId="LiveId" clId="{0C2797AA-115E-404E-8A4E-088081DE6C30}" dt="2022-02-25T13:54:44.305" v="7227" actId="12"/>
          <ac:spMkLst>
            <pc:docMk/>
            <pc:sldMk cId="3958866134" sldId="428"/>
            <ac:spMk id="5" creationId="{50818C01-AC85-4E74-B6C9-A4967A0A45EF}"/>
          </ac:spMkLst>
        </pc:spChg>
        <pc:spChg chg="add mod">
          <ac:chgData name="" userId="213e45b8a479442b" providerId="LiveId" clId="{0C2797AA-115E-404E-8A4E-088081DE6C30}" dt="2022-02-25T13:55:03.370" v="7230" actId="179"/>
          <ac:spMkLst>
            <pc:docMk/>
            <pc:sldMk cId="3958866134" sldId="428"/>
            <ac:spMk id="6" creationId="{EFB4A61B-1058-4112-A6CF-0FCCFD2C4035}"/>
          </ac:spMkLst>
        </pc:spChg>
        <pc:spChg chg="del mod">
          <ac:chgData name="" userId="213e45b8a479442b" providerId="LiveId" clId="{0C2797AA-115E-404E-8A4E-088081DE6C30}" dt="2022-02-15T12:25:49.909" v="253"/>
          <ac:spMkLst>
            <pc:docMk/>
            <pc:sldMk cId="3958866134" sldId="428"/>
            <ac:spMk id="8" creationId="{36177B38-43AB-4398-968B-448F8F0E5F49}"/>
          </ac:spMkLst>
        </pc:spChg>
        <pc:picChg chg="add mod">
          <ac:chgData name="" userId="213e45b8a479442b" providerId="LiveId" clId="{0C2797AA-115E-404E-8A4E-088081DE6C30}" dt="2022-02-15T12:26:01.441" v="257" actId="14100"/>
          <ac:picMkLst>
            <pc:docMk/>
            <pc:sldMk cId="3958866134" sldId="428"/>
            <ac:picMk id="4" creationId="{993D0918-0230-4AA9-98EC-50C69F59B3D0}"/>
          </ac:picMkLst>
        </pc:picChg>
      </pc:sldChg>
      <pc:sldChg chg="addSp modSp add">
        <pc:chgData name="" userId="213e45b8a479442b" providerId="LiveId" clId="{0C2797AA-115E-404E-8A4E-088081DE6C30}" dt="2022-02-25T13:53:29.762" v="7217" actId="20578"/>
        <pc:sldMkLst>
          <pc:docMk/>
          <pc:sldMk cId="2378383801" sldId="429"/>
        </pc:sldMkLst>
        <pc:spChg chg="mod">
          <ac:chgData name="" userId="213e45b8a479442b" providerId="LiveId" clId="{0C2797AA-115E-404E-8A4E-088081DE6C30}" dt="2022-02-15T12:31:17.906" v="367"/>
          <ac:spMkLst>
            <pc:docMk/>
            <pc:sldMk cId="2378383801" sldId="429"/>
            <ac:spMk id="2" creationId="{5888EE31-F44C-4034-8407-4C756F65702C}"/>
          </ac:spMkLst>
        </pc:spChg>
        <pc:spChg chg="add mod">
          <ac:chgData name="" userId="213e45b8a479442b" providerId="LiveId" clId="{0C2797AA-115E-404E-8A4E-088081DE6C30}" dt="2022-02-25T13:53:29.762" v="7217" actId="20578"/>
          <ac:spMkLst>
            <pc:docMk/>
            <pc:sldMk cId="2378383801" sldId="429"/>
            <ac:spMk id="3" creationId="{FC3DE994-F8E6-4715-916B-9859E1A19738}"/>
          </ac:spMkLst>
        </pc:spChg>
        <pc:spChg chg="add">
          <ac:chgData name="" userId="213e45b8a479442b" providerId="LiveId" clId="{0C2797AA-115E-404E-8A4E-088081DE6C30}" dt="2022-02-15T12:32:09.886" v="394"/>
          <ac:spMkLst>
            <pc:docMk/>
            <pc:sldMk cId="2378383801" sldId="429"/>
            <ac:spMk id="5" creationId="{3C6B055B-8C4C-4091-9358-A7232A340D32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6" creationId="{457E5841-C34F-485E-AA3F-FBF063EABED9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7" creationId="{AC0153D4-853F-48C3-AD95-0CB0BC07C14E}"/>
          </ac:spMkLst>
        </pc:spChg>
        <pc:spChg chg="mod">
          <ac:chgData name="" userId="213e45b8a479442b" providerId="LiveId" clId="{0C2797AA-115E-404E-8A4E-088081DE6C30}" dt="2022-02-15T15:19:19.412" v="980" actId="108"/>
          <ac:spMkLst>
            <pc:docMk/>
            <pc:sldMk cId="2378383801" sldId="429"/>
            <ac:spMk id="8" creationId="{36177B38-43AB-4398-968B-448F8F0E5F49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9" creationId="{0A73D839-F84E-4DDE-9386-DE8254720FD7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0" creationId="{DAF3CA02-D185-406E-AB95-BECC3D6EAA7C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1" creationId="{CD4E43FD-1039-45BE-AC43-9314B71446D3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2" creationId="{D4AF6F56-021C-4661-9C2F-79EB2660DE13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3" creationId="{659C7210-ED61-4AF7-8649-789B7F8081C7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4" creationId="{AF9D842C-2A16-44EF-AB0C-B493DFE7828B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5" creationId="{1652787B-BA0A-4C43-B00C-0FEAA29AFA6B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6" creationId="{1AF35748-6C86-42BD-886E-B43925BD3F19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7" creationId="{08BF6B6F-0C85-488F-8224-2833C8F2015E}"/>
          </ac:spMkLst>
        </pc:spChg>
        <pc:spChg chg="add mod">
          <ac:chgData name="" userId="213e45b8a479442b" providerId="LiveId" clId="{0C2797AA-115E-404E-8A4E-088081DE6C30}" dt="2022-02-15T12:32:30.886" v="405" actId="403"/>
          <ac:spMkLst>
            <pc:docMk/>
            <pc:sldMk cId="2378383801" sldId="429"/>
            <ac:spMk id="18" creationId="{82480D13-59B1-4F9B-BC45-B1E92D578CF6}"/>
          </ac:spMkLst>
        </pc:spChg>
        <pc:grpChg chg="add mod">
          <ac:chgData name="" userId="213e45b8a479442b" providerId="LiveId" clId="{0C2797AA-115E-404E-8A4E-088081DE6C30}" dt="2022-02-15T15:19:59.205" v="989" actId="1036"/>
          <ac:grpSpMkLst>
            <pc:docMk/>
            <pc:sldMk cId="2378383801" sldId="429"/>
            <ac:grpSpMk id="4" creationId="{89549481-EE04-4BA5-AEC3-AF19E9AA98C5}"/>
          </ac:grpSpMkLst>
        </pc:grpChg>
      </pc:sldChg>
      <pc:sldChg chg="addSp delSp modSp add delAnim">
        <pc:chgData name="" userId="213e45b8a479442b" providerId="LiveId" clId="{0C2797AA-115E-404E-8A4E-088081DE6C30}" dt="2022-02-28T16:34:18.583" v="7796" actId="207"/>
        <pc:sldMkLst>
          <pc:docMk/>
          <pc:sldMk cId="1610846766" sldId="514"/>
        </pc:sldMkLst>
        <pc:spChg chg="mod">
          <ac:chgData name="" userId="213e45b8a479442b" providerId="LiveId" clId="{0C2797AA-115E-404E-8A4E-088081DE6C30}" dt="2022-02-28T16:34:07.783" v="7794" actId="1076"/>
          <ac:spMkLst>
            <pc:docMk/>
            <pc:sldMk cId="1610846766" sldId="514"/>
            <ac:spMk id="2" creationId="{5888EE31-F44C-4034-8407-4C756F65702C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4" creationId="{8749C76F-B604-422F-8F1D-02094C0E5A18}"/>
          </ac:spMkLst>
        </pc:spChg>
        <pc:spChg chg="add del">
          <ac:chgData name="" userId="213e45b8a479442b" providerId="LiveId" clId="{0C2797AA-115E-404E-8A4E-088081DE6C30}" dt="2022-02-28T16:30:46.521" v="7737"/>
          <ac:spMkLst>
            <pc:docMk/>
            <pc:sldMk cId="1610846766" sldId="514"/>
            <ac:spMk id="5" creationId="{204B5F0A-3AE8-4BFB-87C8-18913A99E006}"/>
          </ac:spMkLst>
        </pc:spChg>
        <pc:spChg chg="add mod">
          <ac:chgData name="" userId="213e45b8a479442b" providerId="LiveId" clId="{0C2797AA-115E-404E-8A4E-088081DE6C30}" dt="2022-02-28T16:34:18.583" v="7796" actId="207"/>
          <ac:spMkLst>
            <pc:docMk/>
            <pc:sldMk cId="1610846766" sldId="514"/>
            <ac:spMk id="6" creationId="{41030CB7-09CD-4D65-AFC0-92183B1414E7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7" creationId="{46DDD202-58D4-48BE-869F-602C61CBB82F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8" creationId="{36177B38-43AB-4398-968B-448F8F0E5F49}"/>
          </ac:spMkLst>
        </pc:spChg>
        <pc:spChg chg="add del mod">
          <ac:chgData name="" userId="213e45b8a479442b" providerId="LiveId" clId="{0C2797AA-115E-404E-8A4E-088081DE6C30}" dt="2022-02-28T16:31:38.233" v="7744" actId="478"/>
          <ac:spMkLst>
            <pc:docMk/>
            <pc:sldMk cId="1610846766" sldId="514"/>
            <ac:spMk id="9" creationId="{BACB3169-C4EB-45E2-9894-62EC75A72A2E}"/>
          </ac:spMkLst>
        </pc:spChg>
        <pc:spChg chg="add del mod">
          <ac:chgData name="" userId="213e45b8a479442b" providerId="LiveId" clId="{0C2797AA-115E-404E-8A4E-088081DE6C30}" dt="2022-02-28T16:31:34.164" v="7742" actId="478"/>
          <ac:spMkLst>
            <pc:docMk/>
            <pc:sldMk cId="1610846766" sldId="514"/>
            <ac:spMk id="10" creationId="{5DF463FB-953F-4EDA-9106-B6444487EA3A}"/>
          </ac:spMkLst>
        </pc:spChg>
        <pc:spChg chg="add del mod">
          <ac:chgData name="" userId="213e45b8a479442b" providerId="LiveId" clId="{0C2797AA-115E-404E-8A4E-088081DE6C30}" dt="2022-02-28T16:31:38.249" v="7746"/>
          <ac:spMkLst>
            <pc:docMk/>
            <pc:sldMk cId="1610846766" sldId="514"/>
            <ac:spMk id="11" creationId="{B71A569B-6ABC-46EE-A1DD-83999483E603}"/>
          </ac:spMkLst>
        </pc:spChg>
        <pc:spChg chg="add del mod">
          <ac:chgData name="" userId="213e45b8a479442b" providerId="LiveId" clId="{0C2797AA-115E-404E-8A4E-088081DE6C30}" dt="2022-02-28T16:32:49.353" v="7782"/>
          <ac:spMkLst>
            <pc:docMk/>
            <pc:sldMk cId="1610846766" sldId="514"/>
            <ac:spMk id="12" creationId="{7C6C5234-F0A9-4D06-87D4-CA8A38D57DC2}"/>
          </ac:spMkLst>
        </pc:spChg>
        <pc:spChg chg="del">
          <ac:chgData name="" userId="213e45b8a479442b" providerId="LiveId" clId="{0C2797AA-115E-404E-8A4E-088081DE6C30}" dt="2022-02-28T16:34:11.407" v="7795" actId="478"/>
          <ac:spMkLst>
            <pc:docMk/>
            <pc:sldMk cId="1610846766" sldId="514"/>
            <ac:spMk id="13" creationId="{C7CB8A07-7503-46C9-B110-E3164668C3ED}"/>
          </ac:spMkLst>
        </pc:spChg>
        <pc:spChg chg="del">
          <ac:chgData name="" userId="213e45b8a479442b" providerId="LiveId" clId="{0C2797AA-115E-404E-8A4E-088081DE6C30}" dt="2022-02-28T16:29:35.415" v="7735" actId="478"/>
          <ac:spMkLst>
            <pc:docMk/>
            <pc:sldMk cId="1610846766" sldId="514"/>
            <ac:spMk id="15" creationId="{06E0FABE-3F3A-A846-B863-5A49E39B57F3}"/>
          </ac:spMkLst>
        </pc:spChg>
        <pc:spChg chg="add mod">
          <ac:chgData name="" userId="213e45b8a479442b" providerId="LiveId" clId="{0C2797AA-115E-404E-8A4E-088081DE6C30}" dt="2022-02-28T16:31:57.406" v="7755" actId="1076"/>
          <ac:spMkLst>
            <pc:docMk/>
            <pc:sldMk cId="1610846766" sldId="514"/>
            <ac:spMk id="16" creationId="{8E1FC958-4B26-4066-A7BF-16C99023EC9C}"/>
          </ac:spMkLst>
        </pc:spChg>
        <pc:picChg chg="del">
          <ac:chgData name="" userId="213e45b8a479442b" providerId="LiveId" clId="{0C2797AA-115E-404E-8A4E-088081DE6C30}" dt="2022-02-28T16:29:35.415" v="7735" actId="478"/>
          <ac:picMkLst>
            <pc:docMk/>
            <pc:sldMk cId="1610846766" sldId="514"/>
            <ac:picMk id="3" creationId="{3E5B0114-3875-CF47-901F-1724E6B51FF0}"/>
          </ac:picMkLst>
        </pc:picChg>
        <pc:picChg chg="add mod">
          <ac:chgData name="" userId="213e45b8a479442b" providerId="LiveId" clId="{0C2797AA-115E-404E-8A4E-088081DE6C30}" dt="2022-02-28T16:34:02.872" v="7792" actId="1076"/>
          <ac:picMkLst>
            <pc:docMk/>
            <pc:sldMk cId="1610846766" sldId="514"/>
            <ac:picMk id="14" creationId="{473DEE16-0568-4F47-9A86-CCF2CCF723B2}"/>
          </ac:picMkLst>
        </pc:picChg>
      </pc:sldChg>
      <pc:sldMasterChg chg="modSp setBg modSldLayout">
        <pc:chgData name="" userId="213e45b8a479442b" providerId="LiveId" clId="{0C2797AA-115E-404E-8A4E-088081DE6C30}" dt="2022-02-15T15:24:13.151" v="1044"/>
        <pc:sldMasterMkLst>
          <pc:docMk/>
          <pc:sldMasterMk cId="0" sldId="2147483701"/>
        </pc:sldMasterMkLst>
        <pc:spChg chg="mod">
          <ac:chgData name="" userId="213e45b8a479442b" providerId="LiveId" clId="{0C2797AA-115E-404E-8A4E-088081DE6C30}" dt="2022-02-15T12:22:41.376" v="73"/>
          <ac:spMkLst>
            <pc:docMk/>
            <pc:sldMasterMk cId="0" sldId="2147483701"/>
            <ac:spMk id="1026" creationId="{00000000-0000-0000-0000-000000000000}"/>
          </ac:spMkLst>
        </pc:spChg>
        <pc:spChg chg="mod">
          <ac:chgData name="" userId="213e45b8a479442b" providerId="LiveId" clId="{0C2797AA-115E-404E-8A4E-088081DE6C30}" dt="2022-02-15T12:22:41.376" v="73"/>
          <ac:spMkLst>
            <pc:docMk/>
            <pc:sldMasterMk cId="0" sldId="2147483701"/>
            <ac:spMk id="1027" creationId="{00000000-0000-0000-0000-000000000000}"/>
          </ac:spMkLst>
        </pc:spChg>
        <pc:spChg chg="mod">
          <ac:chgData name="" userId="213e45b8a479442b" providerId="LiveId" clId="{0C2797AA-115E-404E-8A4E-088081DE6C30}" dt="2022-02-15T12:22:41.376" v="73"/>
          <ac:spMkLst>
            <pc:docMk/>
            <pc:sldMasterMk cId="0" sldId="2147483701"/>
            <ac:spMk id="1028" creationId="{00000000-0000-0000-0000-000000000000}"/>
          </ac:spMkLst>
        </pc:sp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647947346" sldId="2147483702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647947346" sldId="2147483702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647947346" sldId="2147483702"/>
              <ac:spMk id="3" creationId="{00000000-0000-0000-0000-000000000000}"/>
            </ac:spMkLst>
          </pc:spChg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978205495" sldId="2147483703"/>
          </pc:sldLayoutMkLst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2105034718" sldId="2147483704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105034718" sldId="2147483704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105034718" sldId="2147483704"/>
              <ac:spMk id="3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1775862322" sldId="2147483705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775862322" sldId="2147483705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775862322" sldId="2147483705"/>
              <ac:spMk id="4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2673633216" sldId="2147483706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4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5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673633216" sldId="2147483706"/>
              <ac:spMk id="6" creationId="{00000000-0000-0000-0000-000000000000}"/>
            </ac:spMkLst>
          </pc:spChg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679120110" sldId="2147483707"/>
          </pc:sldLayoutMkLst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295251748" sldId="2147483708"/>
          </pc:sldLayoutMkLst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791523328" sldId="2147483709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791523328" sldId="2147483709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791523328" sldId="2147483709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791523328" sldId="2147483709"/>
              <ac:spMk id="4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2081641735" sldId="2147483710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081641735" sldId="2147483710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081641735" sldId="2147483710"/>
              <ac:spMk id="3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2081641735" sldId="2147483710"/>
              <ac:spMk id="4" creationId="{00000000-0000-0000-0000-000000000000}"/>
            </ac:spMkLst>
          </pc:spChg>
        </pc:sldLayoutChg>
        <pc:sldLayoutChg chg="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1304169010" sldId="2147483711"/>
          </pc:sldLayoutMkLst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1179287809" sldId="2147483712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179287809" sldId="2147483712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1179287809" sldId="2147483712"/>
              <ac:spMk id="3" creationId="{00000000-0000-0000-0000-000000000000}"/>
            </ac:spMkLst>
          </pc:spChg>
        </pc:sldLayoutChg>
        <pc:sldLayoutChg chg="modSp setBg">
          <pc:chgData name="" userId="213e45b8a479442b" providerId="LiveId" clId="{0C2797AA-115E-404E-8A4E-088081DE6C30}" dt="2022-02-15T15:24:13.151" v="1044"/>
          <pc:sldLayoutMkLst>
            <pc:docMk/>
            <pc:sldMasterMk cId="0" sldId="2147483701"/>
            <pc:sldLayoutMk cId="3518206933" sldId="2147483713"/>
          </pc:sldLayoutMkLst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3518206933" sldId="2147483713"/>
              <ac:spMk id="2" creationId="{00000000-0000-0000-0000-000000000000}"/>
            </ac:spMkLst>
          </pc:spChg>
          <pc:spChg chg="mod">
            <ac:chgData name="" userId="213e45b8a479442b" providerId="LiveId" clId="{0C2797AA-115E-404E-8A4E-088081DE6C30}" dt="2022-02-15T12:22:41.376" v="73"/>
            <ac:spMkLst>
              <pc:docMk/>
              <pc:sldMasterMk cId="0" sldId="2147483701"/>
              <pc:sldLayoutMk cId="3518206933" sldId="2147483713"/>
              <ac:spMk id="3" creationId="{00000000-0000-0000-0000-000000000000}"/>
            </ac:spMkLst>
          </pc:spChg>
        </pc:sldLayoutChg>
      </pc:sldMasterChg>
    </pc:docChg>
  </pc:docChgLst>
  <pc:docChgLst>
    <pc:chgData userId="213e45b8a479442b" providerId="LiveId" clId="{FE6F7776-671C-4058-8F51-8528E33E5B2A}"/>
    <pc:docChg chg="modSld">
      <pc:chgData name="" userId="213e45b8a479442b" providerId="LiveId" clId="{FE6F7776-671C-4058-8F51-8528E33E5B2A}" dt="2022-04-11T07:27:58.166" v="201" actId="6549"/>
      <pc:docMkLst>
        <pc:docMk/>
      </pc:docMkLst>
      <pc:sldChg chg="modSp">
        <pc:chgData name="" userId="213e45b8a479442b" providerId="LiveId" clId="{FE6F7776-671C-4058-8F51-8528E33E5B2A}" dt="2022-04-11T07:13:56.737" v="24" actId="6549"/>
        <pc:sldMkLst>
          <pc:docMk/>
          <pc:sldMk cId="1475978079" sldId="423"/>
        </pc:sldMkLst>
        <pc:spChg chg="mod">
          <ac:chgData name="" userId="213e45b8a479442b" providerId="LiveId" clId="{FE6F7776-671C-4058-8F51-8528E33E5B2A}" dt="2022-04-11T07:13:56.737" v="24" actId="6549"/>
          <ac:spMkLst>
            <pc:docMk/>
            <pc:sldMk cId="1475978079" sldId="423"/>
            <ac:spMk id="2" creationId="{5888EE31-F44C-4034-8407-4C756F65702C}"/>
          </ac:spMkLst>
        </pc:spChg>
      </pc:sldChg>
      <pc:sldChg chg="modSp">
        <pc:chgData name="" userId="213e45b8a479442b" providerId="LiveId" clId="{FE6F7776-671C-4058-8F51-8528E33E5B2A}" dt="2022-04-11T07:27:58.166" v="201" actId="6549"/>
        <pc:sldMkLst>
          <pc:docMk/>
          <pc:sldMk cId="2256634334" sldId="427"/>
        </pc:sldMkLst>
        <pc:spChg chg="mod">
          <ac:chgData name="" userId="213e45b8a479442b" providerId="LiveId" clId="{FE6F7776-671C-4058-8F51-8528E33E5B2A}" dt="2022-04-11T07:14:27.006" v="25"/>
          <ac:spMkLst>
            <pc:docMk/>
            <pc:sldMk cId="2256634334" sldId="427"/>
            <ac:spMk id="2" creationId="{5888EE31-F44C-4034-8407-4C756F65702C}"/>
          </ac:spMkLst>
        </pc:spChg>
        <pc:spChg chg="mod">
          <ac:chgData name="" userId="213e45b8a479442b" providerId="LiveId" clId="{FE6F7776-671C-4058-8F51-8528E33E5B2A}" dt="2022-04-11T07:27:58.166" v="201" actId="6549"/>
          <ac:spMkLst>
            <pc:docMk/>
            <pc:sldMk cId="2256634334" sldId="427"/>
            <ac:spMk id="8" creationId="{36177B38-43AB-4398-968B-448F8F0E5F49}"/>
          </ac:spMkLst>
        </pc:spChg>
      </pc:sldChg>
    </pc:docChg>
  </pc:docChgLst>
  <pc:docChgLst>
    <pc:chgData userId="213e45b8a479442b" providerId="LiveId" clId="{4D8713A2-1675-4EEE-A094-CB6F26AC360B}"/>
    <pc:docChg chg="undo custSel addSld delSld modSld sldOrd">
      <pc:chgData name="" userId="213e45b8a479442b" providerId="LiveId" clId="{4D8713A2-1675-4EEE-A094-CB6F26AC360B}" dt="2022-04-26T06:55:25.889" v="3108" actId="2696"/>
      <pc:docMkLst>
        <pc:docMk/>
      </pc:docMkLst>
      <pc:sldChg chg="modSp">
        <pc:chgData name="" userId="213e45b8a479442b" providerId="LiveId" clId="{4D8713A2-1675-4EEE-A094-CB6F26AC360B}" dt="2022-04-15T12:05:10.320" v="202" actId="6549"/>
        <pc:sldMkLst>
          <pc:docMk/>
          <pc:sldMk cId="2256634334" sldId="427"/>
        </pc:sldMkLst>
        <pc:spChg chg="mod">
          <ac:chgData name="" userId="213e45b8a479442b" providerId="LiveId" clId="{4D8713A2-1675-4EEE-A094-CB6F26AC360B}" dt="2022-04-15T12:05:10.320" v="202" actId="6549"/>
          <ac:spMkLst>
            <pc:docMk/>
            <pc:sldMk cId="2256634334" sldId="427"/>
            <ac:spMk id="8" creationId="{36177B38-43AB-4398-968B-448F8F0E5F49}"/>
          </ac:spMkLst>
        </pc:spChg>
      </pc:sldChg>
      <pc:sldChg chg="addSp delSp modSp">
        <pc:chgData name="" userId="213e45b8a479442b" providerId="LiveId" clId="{4D8713A2-1675-4EEE-A094-CB6F26AC360B}" dt="2022-04-15T12:03:06.740" v="193"/>
        <pc:sldMkLst>
          <pc:docMk/>
          <pc:sldMk cId="3958866134" sldId="428"/>
        </pc:sldMkLst>
        <pc:spChg chg="mod">
          <ac:chgData name="" userId="213e45b8a479442b" providerId="LiveId" clId="{4D8713A2-1675-4EEE-A094-CB6F26AC360B}" dt="2022-04-15T12:03:06.740" v="193"/>
          <ac:spMkLst>
            <pc:docMk/>
            <pc:sldMk cId="3958866134" sldId="428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5T08:17:54.205" v="9" actId="20577"/>
          <ac:spMkLst>
            <pc:docMk/>
            <pc:sldMk cId="3958866134" sldId="428"/>
            <ac:spMk id="3" creationId="{D423414B-884D-44D2-950C-D69CAF6027EC}"/>
          </ac:spMkLst>
        </pc:spChg>
        <pc:spChg chg="mod">
          <ac:chgData name="" userId="213e45b8a479442b" providerId="LiveId" clId="{4D8713A2-1675-4EEE-A094-CB6F26AC360B}" dt="2022-04-15T08:19:09.868" v="30" actId="1076"/>
          <ac:spMkLst>
            <pc:docMk/>
            <pc:sldMk cId="3958866134" sldId="428"/>
            <ac:spMk id="5" creationId="{50818C01-AC85-4E74-B6C9-A4967A0A45EF}"/>
          </ac:spMkLst>
        </pc:spChg>
        <pc:spChg chg="mod">
          <ac:chgData name="" userId="213e45b8a479442b" providerId="LiveId" clId="{4D8713A2-1675-4EEE-A094-CB6F26AC360B}" dt="2022-04-15T08:25:22.820" v="192" actId="6549"/>
          <ac:spMkLst>
            <pc:docMk/>
            <pc:sldMk cId="3958866134" sldId="428"/>
            <ac:spMk id="6" creationId="{EFB4A61B-1058-4112-A6CF-0FCCFD2C4035}"/>
          </ac:spMkLst>
        </pc:spChg>
        <pc:picChg chg="del">
          <ac:chgData name="" userId="213e45b8a479442b" providerId="LiveId" clId="{4D8713A2-1675-4EEE-A094-CB6F26AC360B}" dt="2022-04-15T08:21:42.587" v="167" actId="478"/>
          <ac:picMkLst>
            <pc:docMk/>
            <pc:sldMk cId="3958866134" sldId="428"/>
            <ac:picMk id="4" creationId="{993D0918-0230-4AA9-98EC-50C69F59B3D0}"/>
          </ac:picMkLst>
        </pc:picChg>
        <pc:picChg chg="add mod">
          <ac:chgData name="" userId="213e45b8a479442b" providerId="LiveId" clId="{4D8713A2-1675-4EEE-A094-CB6F26AC360B}" dt="2022-04-15T08:21:51.445" v="171" actId="1076"/>
          <ac:picMkLst>
            <pc:docMk/>
            <pc:sldMk cId="3958866134" sldId="428"/>
            <ac:picMk id="7" creationId="{87809DA6-4985-4113-A63F-88B158D2B3A0}"/>
          </ac:picMkLst>
        </pc:picChg>
      </pc:sldChg>
      <pc:sldChg chg="delSp modSp">
        <pc:chgData name="" userId="213e45b8a479442b" providerId="LiveId" clId="{4D8713A2-1675-4EEE-A094-CB6F26AC360B}" dt="2022-04-15T14:26:33.061" v="212" actId="207"/>
        <pc:sldMkLst>
          <pc:docMk/>
          <pc:sldMk cId="2378383801" sldId="429"/>
        </pc:sldMkLst>
        <pc:spChg chg="mod">
          <ac:chgData name="" userId="213e45b8a479442b" providerId="LiveId" clId="{4D8713A2-1675-4EEE-A094-CB6F26AC360B}" dt="2022-04-15T12:21:50.079" v="204" actId="14100"/>
          <ac:spMkLst>
            <pc:docMk/>
            <pc:sldMk cId="2378383801" sldId="429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5T14:26:33.061" v="212" actId="207"/>
          <ac:spMkLst>
            <pc:docMk/>
            <pc:sldMk cId="2378383801" sldId="429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15T12:22:30.344" v="205"/>
          <ac:spMkLst>
            <pc:docMk/>
            <pc:sldMk cId="2378383801" sldId="429"/>
            <ac:spMk id="8" creationId="{36177B38-43AB-4398-968B-448F8F0E5F49}"/>
          </ac:spMkLst>
        </pc:spChg>
        <pc:grpChg chg="del">
          <ac:chgData name="" userId="213e45b8a479442b" providerId="LiveId" clId="{4D8713A2-1675-4EEE-A094-CB6F26AC360B}" dt="2022-04-15T12:23:10.798" v="206" actId="478"/>
          <ac:grpSpMkLst>
            <pc:docMk/>
            <pc:sldMk cId="2378383801" sldId="429"/>
            <ac:grpSpMk id="4" creationId="{89549481-EE04-4BA5-AEC3-AF19E9AA98C5}"/>
          </ac:grpSpMkLst>
        </pc:grpChg>
      </pc:sldChg>
      <pc:sldChg chg="addSp delSp modSp">
        <pc:chgData name="" userId="213e45b8a479442b" providerId="LiveId" clId="{4D8713A2-1675-4EEE-A094-CB6F26AC360B}" dt="2022-04-26T06:52:32.968" v="3071" actId="1076"/>
        <pc:sldMkLst>
          <pc:docMk/>
          <pc:sldMk cId="1610846766" sldId="514"/>
        </pc:sldMkLst>
        <pc:spChg chg="mod">
          <ac:chgData name="" userId="213e45b8a479442b" providerId="LiveId" clId="{4D8713A2-1675-4EEE-A094-CB6F26AC360B}" dt="2022-04-16T13:50:56.704" v="1284" actId="20577"/>
          <ac:spMkLst>
            <pc:docMk/>
            <pc:sldMk cId="1610846766" sldId="514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26T06:49:51.275" v="3060" actId="6549"/>
          <ac:spMkLst>
            <pc:docMk/>
            <pc:sldMk cId="1610846766" sldId="514"/>
            <ac:spMk id="6" creationId="{41030CB7-09CD-4D65-AFC0-92183B1414E7}"/>
          </ac:spMkLst>
        </pc:spChg>
        <pc:picChg chg="add del mod">
          <ac:chgData name="" userId="213e45b8a479442b" providerId="LiveId" clId="{4D8713A2-1675-4EEE-A094-CB6F26AC360B}" dt="2022-04-26T06:52:25.493" v="3066" actId="478"/>
          <ac:picMkLst>
            <pc:docMk/>
            <pc:sldMk cId="1610846766" sldId="514"/>
            <ac:picMk id="3" creationId="{F67CC164-B75E-4FCA-9D29-63E60B4D5B2B}"/>
          </ac:picMkLst>
        </pc:picChg>
        <pc:picChg chg="add mod">
          <ac:chgData name="" userId="213e45b8a479442b" providerId="LiveId" clId="{4D8713A2-1675-4EEE-A094-CB6F26AC360B}" dt="2022-04-26T06:52:32.968" v="3071" actId="1076"/>
          <ac:picMkLst>
            <pc:docMk/>
            <pc:sldMk cId="1610846766" sldId="514"/>
            <ac:picMk id="4" creationId="{5E02C886-5E1D-455F-96E6-082AC6132C14}"/>
          </ac:picMkLst>
        </pc:picChg>
        <pc:picChg chg="del">
          <ac:chgData name="" userId="213e45b8a479442b" providerId="LiveId" clId="{4D8713A2-1675-4EEE-A094-CB6F26AC360B}" dt="2022-04-26T06:49:55.605" v="3061" actId="478"/>
          <ac:picMkLst>
            <pc:docMk/>
            <pc:sldMk cId="1610846766" sldId="514"/>
            <ac:picMk id="14" creationId="{473DEE16-0568-4F47-9A86-CCF2CCF723B2}"/>
          </ac:picMkLst>
        </pc:picChg>
      </pc:sldChg>
      <pc:sldChg chg="addSp modSp add">
        <pc:chgData name="" userId="213e45b8a479442b" providerId="LiveId" clId="{4D8713A2-1675-4EEE-A094-CB6F26AC360B}" dt="2022-04-15T14:47:44.669" v="288" actId="20577"/>
        <pc:sldMkLst>
          <pc:docMk/>
          <pc:sldMk cId="2108175735" sldId="515"/>
        </pc:sldMkLst>
        <pc:spChg chg="mod">
          <ac:chgData name="" userId="213e45b8a479442b" providerId="LiveId" clId="{4D8713A2-1675-4EEE-A094-CB6F26AC360B}" dt="2022-04-15T14:45:02.060" v="223" actId="207"/>
          <ac:spMkLst>
            <pc:docMk/>
            <pc:sldMk cId="2108175735" sldId="515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15T14:45:34.994" v="247" actId="6549"/>
          <ac:spMkLst>
            <pc:docMk/>
            <pc:sldMk cId="2108175735" sldId="515"/>
            <ac:spMk id="5" creationId="{06906AC9-8BA4-408A-B726-271179BEAE78}"/>
          </ac:spMkLst>
        </pc:spChg>
        <pc:spChg chg="add mod">
          <ac:chgData name="" userId="213e45b8a479442b" providerId="LiveId" clId="{4D8713A2-1675-4EEE-A094-CB6F26AC360B}" dt="2022-04-15T14:47:39.947" v="285" actId="20577"/>
          <ac:spMkLst>
            <pc:docMk/>
            <pc:sldMk cId="2108175735" sldId="515"/>
            <ac:spMk id="7" creationId="{8231C153-0F32-4D8F-B16F-4DF50D40ED99}"/>
          </ac:spMkLst>
        </pc:spChg>
        <pc:spChg chg="add mod">
          <ac:chgData name="" userId="213e45b8a479442b" providerId="LiveId" clId="{4D8713A2-1675-4EEE-A094-CB6F26AC360B}" dt="2022-04-15T14:47:44.669" v="288" actId="20577"/>
          <ac:spMkLst>
            <pc:docMk/>
            <pc:sldMk cId="2108175735" sldId="515"/>
            <ac:spMk id="9" creationId="{C2F70A36-A00A-4892-9547-EC44B51C5701}"/>
          </ac:spMkLst>
        </pc:spChg>
        <pc:picChg chg="add mod">
          <ac:chgData name="" userId="213e45b8a479442b" providerId="LiveId" clId="{4D8713A2-1675-4EEE-A094-CB6F26AC360B}" dt="2022-04-15T14:46:15.554" v="258" actId="1076"/>
          <ac:picMkLst>
            <pc:docMk/>
            <pc:sldMk cId="2108175735" sldId="515"/>
            <ac:picMk id="4" creationId="{55D179AE-3E4F-428F-A7DF-EF65D15DC251}"/>
          </ac:picMkLst>
        </pc:picChg>
        <pc:picChg chg="add mod">
          <ac:chgData name="" userId="213e45b8a479442b" providerId="LiveId" clId="{4D8713A2-1675-4EEE-A094-CB6F26AC360B}" dt="2022-04-15T14:46:12.670" v="256" actId="1076"/>
          <ac:picMkLst>
            <pc:docMk/>
            <pc:sldMk cId="2108175735" sldId="515"/>
            <ac:picMk id="6" creationId="{6F4181DF-97F6-48A6-807F-D2246E745793}"/>
          </ac:picMkLst>
        </pc:picChg>
      </pc:sldChg>
      <pc:sldChg chg="delSp modSp add">
        <pc:chgData name="" userId="213e45b8a479442b" providerId="LiveId" clId="{4D8713A2-1675-4EEE-A094-CB6F26AC360B}" dt="2022-04-15T14:47:17.748" v="272"/>
        <pc:sldMkLst>
          <pc:docMk/>
          <pc:sldMk cId="1220350953" sldId="516"/>
        </pc:sldMkLst>
        <pc:spChg chg="mod">
          <ac:chgData name="" userId="213e45b8a479442b" providerId="LiveId" clId="{4D8713A2-1675-4EEE-A094-CB6F26AC360B}" dt="2022-04-15T14:47:17.748" v="272"/>
          <ac:spMkLst>
            <pc:docMk/>
            <pc:sldMk cId="1220350953" sldId="516"/>
            <ac:spMk id="3" creationId="{FC3DE994-F8E6-4715-916B-9859E1A19738}"/>
          </ac:spMkLst>
        </pc:spChg>
        <pc:spChg chg="del">
          <ac:chgData name="" userId="213e45b8a479442b" providerId="LiveId" clId="{4D8713A2-1675-4EEE-A094-CB6F26AC360B}" dt="2022-04-15T14:46:38.709" v="262" actId="478"/>
          <ac:spMkLst>
            <pc:docMk/>
            <pc:sldMk cId="1220350953" sldId="516"/>
            <ac:spMk id="5" creationId="{06906AC9-8BA4-408A-B726-271179BEAE78}"/>
          </ac:spMkLst>
        </pc:spChg>
        <pc:spChg chg="mod">
          <ac:chgData name="" userId="213e45b8a479442b" providerId="LiveId" clId="{4D8713A2-1675-4EEE-A094-CB6F26AC360B}" dt="2022-04-15T14:46:32.425" v="260"/>
          <ac:spMkLst>
            <pc:docMk/>
            <pc:sldMk cId="1220350953" sldId="516"/>
            <ac:spMk id="8" creationId="{36177B38-43AB-4398-968B-448F8F0E5F49}"/>
          </ac:spMkLst>
        </pc:spChg>
        <pc:picChg chg="del">
          <ac:chgData name="" userId="213e45b8a479442b" providerId="LiveId" clId="{4D8713A2-1675-4EEE-A094-CB6F26AC360B}" dt="2022-04-15T14:46:35.827" v="261" actId="478"/>
          <ac:picMkLst>
            <pc:docMk/>
            <pc:sldMk cId="1220350953" sldId="516"/>
            <ac:picMk id="4" creationId="{55D179AE-3E4F-428F-A7DF-EF65D15DC251}"/>
          </ac:picMkLst>
        </pc:picChg>
        <pc:picChg chg="del">
          <ac:chgData name="" userId="213e45b8a479442b" providerId="LiveId" clId="{4D8713A2-1675-4EEE-A094-CB6F26AC360B}" dt="2022-04-15T14:46:40.388" v="263" actId="478"/>
          <ac:picMkLst>
            <pc:docMk/>
            <pc:sldMk cId="1220350953" sldId="516"/>
            <ac:picMk id="6" creationId="{6F4181DF-97F6-48A6-807F-D2246E745793}"/>
          </ac:picMkLst>
        </pc:picChg>
      </pc:sldChg>
      <pc:sldChg chg="addSp delSp modSp add">
        <pc:chgData name="" userId="213e45b8a479442b" providerId="LiveId" clId="{4D8713A2-1675-4EEE-A094-CB6F26AC360B}" dt="2022-04-22T15:02:22.990" v="1845" actId="20577"/>
        <pc:sldMkLst>
          <pc:docMk/>
          <pc:sldMk cId="312188271" sldId="517"/>
        </pc:sldMkLst>
        <pc:spChg chg="mod">
          <ac:chgData name="" userId="213e45b8a479442b" providerId="LiveId" clId="{4D8713A2-1675-4EEE-A094-CB6F26AC360B}" dt="2022-04-15T14:48:14.590" v="293" actId="20577"/>
          <ac:spMkLst>
            <pc:docMk/>
            <pc:sldMk cId="312188271" sldId="517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5T15:08:15.360" v="430" actId="1076"/>
          <ac:spMkLst>
            <pc:docMk/>
            <pc:sldMk cId="312188271" sldId="517"/>
            <ac:spMk id="3" creationId="{FC3DE994-F8E6-4715-916B-9859E1A19738}"/>
          </ac:spMkLst>
        </pc:spChg>
        <pc:spChg chg="add">
          <ac:chgData name="" userId="213e45b8a479442b" providerId="LiveId" clId="{4D8713A2-1675-4EEE-A094-CB6F26AC360B}" dt="2022-04-15T14:48:31.892" v="296"/>
          <ac:spMkLst>
            <pc:docMk/>
            <pc:sldMk cId="312188271" sldId="517"/>
            <ac:spMk id="5" creationId="{4F30BAD7-55A4-4FC0-891A-36D00E0B8052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7" creationId="{BD26ADB4-A773-4ADB-AA44-BE4F095AF00E}"/>
          </ac:spMkLst>
        </pc:spChg>
        <pc:spChg chg="mod">
          <ac:chgData name="" userId="213e45b8a479442b" providerId="LiveId" clId="{4D8713A2-1675-4EEE-A094-CB6F26AC360B}" dt="2022-04-22T15:02:22.990" v="1845" actId="20577"/>
          <ac:spMkLst>
            <pc:docMk/>
            <pc:sldMk cId="312188271" sldId="517"/>
            <ac:spMk id="8" creationId="{36177B38-43AB-4398-968B-448F8F0E5F49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9" creationId="{0A38E6AC-8AE3-4EA8-A69A-41068FE56273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0" creationId="{11AF0686-81B3-40AC-942B-BFF2FD0493BC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1" creationId="{28D3CC5B-772B-4BC6-81FB-9B1DEFE12340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4" creationId="{6FAEC3EE-E780-44DF-B9A4-5F7BBEA8CCD8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5" creationId="{493BEE2C-9688-4524-8876-3499D909ACE8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6" creationId="{2A644BE3-62D4-4CDA-B7AC-DB2677950A85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7" creationId="{2F742A2D-8F5B-48C2-BD2B-F43EF6E21E6F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18" creationId="{09FA89B9-72C0-4BC4-87F0-78B9FD480422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20" creationId="{E47B181E-10DD-4551-AD39-0133FD877B9C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23" creationId="{818D313E-B5EF-42A7-A045-4FDD7AE398A0}"/>
          </ac:spMkLst>
        </pc:spChg>
        <pc:spChg chg="add">
          <ac:chgData name="" userId="213e45b8a479442b" providerId="LiveId" clId="{4D8713A2-1675-4EEE-A094-CB6F26AC360B}" dt="2022-04-15T14:48:42.598" v="297"/>
          <ac:spMkLst>
            <pc:docMk/>
            <pc:sldMk cId="312188271" sldId="517"/>
            <ac:spMk id="24" creationId="{0CE85CE3-D052-4CFD-A826-0EF44593C9FD}"/>
          </ac:spMkLst>
        </pc:spChg>
        <pc:grpChg chg="add mod">
          <ac:chgData name="" userId="213e45b8a479442b" providerId="LiveId" clId="{4D8713A2-1675-4EEE-A094-CB6F26AC360B}" dt="2022-04-15T14:48:43.360" v="298"/>
          <ac:grpSpMkLst>
            <pc:docMk/>
            <pc:sldMk cId="312188271" sldId="517"/>
            <ac:grpSpMk id="6" creationId="{6E901550-F9AF-460B-B1F9-14714ADDB243}"/>
          </ac:grpSpMkLst>
        </pc:grpChg>
        <pc:picChg chg="add del mod">
          <ac:chgData name="" userId="213e45b8a479442b" providerId="LiveId" clId="{4D8713A2-1675-4EEE-A094-CB6F26AC360B}" dt="2022-04-15T14:49:48.077" v="302" actId="478"/>
          <ac:picMkLst>
            <pc:docMk/>
            <pc:sldMk cId="312188271" sldId="517"/>
            <ac:picMk id="4" creationId="{BCCBC274-6AF1-4BFE-8BE4-61FB32DC3EEF}"/>
          </ac:picMkLst>
        </pc:picChg>
        <pc:picChg chg="add mod">
          <ac:chgData name="" userId="213e45b8a479442b" providerId="LiveId" clId="{4D8713A2-1675-4EEE-A094-CB6F26AC360B}" dt="2022-04-15T14:51:04.078" v="315" actId="1076"/>
          <ac:picMkLst>
            <pc:docMk/>
            <pc:sldMk cId="312188271" sldId="517"/>
            <ac:picMk id="25" creationId="{2BA9FEA6-3245-4B38-8727-69EA7DE0B4CB}"/>
          </ac:picMkLst>
        </pc:picChg>
        <pc:cxnChg chg="add">
          <ac:chgData name="" userId="213e45b8a479442b" providerId="LiveId" clId="{4D8713A2-1675-4EEE-A094-CB6F26AC360B}" dt="2022-04-15T14:48:42.598" v="297"/>
          <ac:cxnSpMkLst>
            <pc:docMk/>
            <pc:sldMk cId="312188271" sldId="517"/>
            <ac:cxnSpMk id="12" creationId="{01EE68D0-6A19-4D25-92A9-32217C0FED69}"/>
          </ac:cxnSpMkLst>
        </pc:cxnChg>
        <pc:cxnChg chg="add">
          <ac:chgData name="" userId="213e45b8a479442b" providerId="LiveId" clId="{4D8713A2-1675-4EEE-A094-CB6F26AC360B}" dt="2022-04-15T14:48:42.598" v="297"/>
          <ac:cxnSpMkLst>
            <pc:docMk/>
            <pc:sldMk cId="312188271" sldId="517"/>
            <ac:cxnSpMk id="13" creationId="{87A5C75C-4055-4F46-B44A-D154A731404F}"/>
          </ac:cxnSpMkLst>
        </pc:cxnChg>
        <pc:cxnChg chg="add">
          <ac:chgData name="" userId="213e45b8a479442b" providerId="LiveId" clId="{4D8713A2-1675-4EEE-A094-CB6F26AC360B}" dt="2022-04-15T14:48:42.598" v="297"/>
          <ac:cxnSpMkLst>
            <pc:docMk/>
            <pc:sldMk cId="312188271" sldId="517"/>
            <ac:cxnSpMk id="19" creationId="{4A313A0C-B996-46FC-B68B-F48CDD07F0C3}"/>
          </ac:cxnSpMkLst>
        </pc:cxnChg>
        <pc:cxnChg chg="add">
          <ac:chgData name="" userId="213e45b8a479442b" providerId="LiveId" clId="{4D8713A2-1675-4EEE-A094-CB6F26AC360B}" dt="2022-04-15T14:48:42.598" v="297"/>
          <ac:cxnSpMkLst>
            <pc:docMk/>
            <pc:sldMk cId="312188271" sldId="517"/>
            <ac:cxnSpMk id="21" creationId="{1302BBE2-D5AE-4A81-8BF0-FA6B6DDC071F}"/>
          </ac:cxnSpMkLst>
        </pc:cxnChg>
        <pc:cxnChg chg="add">
          <ac:chgData name="" userId="213e45b8a479442b" providerId="LiveId" clId="{4D8713A2-1675-4EEE-A094-CB6F26AC360B}" dt="2022-04-15T14:48:42.598" v="297"/>
          <ac:cxnSpMkLst>
            <pc:docMk/>
            <pc:sldMk cId="312188271" sldId="517"/>
            <ac:cxnSpMk id="22" creationId="{B90EBE20-3D84-4A35-85E3-8690DB417085}"/>
          </ac:cxnSpMkLst>
        </pc:cxnChg>
      </pc:sldChg>
      <pc:sldChg chg="addSp delSp modSp add">
        <pc:chgData name="" userId="213e45b8a479442b" providerId="LiveId" clId="{4D8713A2-1675-4EEE-A094-CB6F26AC360B}" dt="2022-04-22T15:02:34.686" v="1848" actId="20577"/>
        <pc:sldMkLst>
          <pc:docMk/>
          <pc:sldMk cId="2767152555" sldId="518"/>
        </pc:sldMkLst>
        <pc:spChg chg="add del mod">
          <ac:chgData name="" userId="213e45b8a479442b" providerId="LiveId" clId="{4D8713A2-1675-4EEE-A094-CB6F26AC360B}" dt="2022-04-15T15:08:10.860" v="429" actId="1076"/>
          <ac:spMkLst>
            <pc:docMk/>
            <pc:sldMk cId="2767152555" sldId="518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16T09:22:45.767" v="943" actId="1076"/>
          <ac:spMkLst>
            <pc:docMk/>
            <pc:sldMk cId="2767152555" sldId="518"/>
            <ac:spMk id="6" creationId="{0EED4570-1721-4DE6-A06C-204744149620}"/>
          </ac:spMkLst>
        </pc:spChg>
        <pc:spChg chg="mod">
          <ac:chgData name="" userId="213e45b8a479442b" providerId="LiveId" clId="{4D8713A2-1675-4EEE-A094-CB6F26AC360B}" dt="2022-04-22T15:02:34.686" v="1848" actId="20577"/>
          <ac:spMkLst>
            <pc:docMk/>
            <pc:sldMk cId="2767152555" sldId="518"/>
            <ac:spMk id="8" creationId="{36177B38-43AB-4398-968B-448F8F0E5F49}"/>
          </ac:spMkLst>
        </pc:spChg>
        <pc:picChg chg="mod">
          <ac:chgData name="" userId="213e45b8a479442b" providerId="LiveId" clId="{4D8713A2-1675-4EEE-A094-CB6F26AC360B}" dt="2022-04-16T09:22:49.113" v="944" actId="1076"/>
          <ac:picMkLst>
            <pc:docMk/>
            <pc:sldMk cId="2767152555" sldId="518"/>
            <ac:picMk id="25" creationId="{2BA9FEA6-3245-4B38-8727-69EA7DE0B4CB}"/>
          </ac:picMkLst>
        </pc:picChg>
      </pc:sldChg>
      <pc:sldChg chg="addSp delSp modSp add">
        <pc:chgData name="" userId="213e45b8a479442b" providerId="LiveId" clId="{4D8713A2-1675-4EEE-A094-CB6F26AC360B}" dt="2022-04-22T15:02:37.992" v="1850" actId="20577"/>
        <pc:sldMkLst>
          <pc:docMk/>
          <pc:sldMk cId="148662795" sldId="519"/>
        </pc:sldMkLst>
        <pc:spChg chg="mod">
          <ac:chgData name="" userId="213e45b8a479442b" providerId="LiveId" clId="{4D8713A2-1675-4EEE-A094-CB6F26AC360B}" dt="2022-04-16T09:22:37.143" v="941" actId="1076"/>
          <ac:spMkLst>
            <pc:docMk/>
            <pc:sldMk cId="148662795" sldId="519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15T15:07:38.656" v="421" actId="1076"/>
          <ac:spMkLst>
            <pc:docMk/>
            <pc:sldMk cId="148662795" sldId="519"/>
            <ac:spMk id="4" creationId="{C2B22A09-BFA4-4C7E-A1C3-5E2018CBA24E}"/>
          </ac:spMkLst>
        </pc:spChg>
        <pc:spChg chg="add del mod">
          <ac:chgData name="" userId="213e45b8a479442b" providerId="LiveId" clId="{4D8713A2-1675-4EEE-A094-CB6F26AC360B}" dt="2022-04-16T09:22:36.140" v="939"/>
          <ac:spMkLst>
            <pc:docMk/>
            <pc:sldMk cId="148662795" sldId="519"/>
            <ac:spMk id="5" creationId="{BE2B2CFD-8532-4B38-B31B-39E958147138}"/>
          </ac:spMkLst>
        </pc:spChg>
        <pc:spChg chg="mod">
          <ac:chgData name="" userId="213e45b8a479442b" providerId="LiveId" clId="{4D8713A2-1675-4EEE-A094-CB6F26AC360B}" dt="2022-04-22T15:02:37.992" v="1850" actId="20577"/>
          <ac:spMkLst>
            <pc:docMk/>
            <pc:sldMk cId="148662795" sldId="519"/>
            <ac:spMk id="8" creationId="{36177B38-43AB-4398-968B-448F8F0E5F49}"/>
          </ac:spMkLst>
        </pc:spChg>
        <pc:picChg chg="del">
          <ac:chgData name="" userId="213e45b8a479442b" providerId="LiveId" clId="{4D8713A2-1675-4EEE-A094-CB6F26AC360B}" dt="2022-04-15T15:04:59.946" v="345" actId="478"/>
          <ac:picMkLst>
            <pc:docMk/>
            <pc:sldMk cId="148662795" sldId="519"/>
            <ac:picMk id="25" creationId="{2BA9FEA6-3245-4B38-8727-69EA7DE0B4CB}"/>
          </ac:picMkLst>
        </pc:picChg>
      </pc:sldChg>
      <pc:sldChg chg="addSp delSp modSp add">
        <pc:chgData name="" userId="213e45b8a479442b" providerId="LiveId" clId="{4D8713A2-1675-4EEE-A094-CB6F26AC360B}" dt="2022-04-22T15:02:41.709" v="1851"/>
        <pc:sldMkLst>
          <pc:docMk/>
          <pc:sldMk cId="3175297382" sldId="520"/>
        </pc:sldMkLst>
        <pc:spChg chg="mod">
          <ac:chgData name="" userId="213e45b8a479442b" providerId="LiveId" clId="{4D8713A2-1675-4EEE-A094-CB6F26AC360B}" dt="2022-04-15T15:14:37.147" v="507" actId="1035"/>
          <ac:spMkLst>
            <pc:docMk/>
            <pc:sldMk cId="3175297382" sldId="520"/>
            <ac:spMk id="3" creationId="{FC3DE994-F8E6-4715-916B-9859E1A19738}"/>
          </ac:spMkLst>
        </pc:spChg>
        <pc:spChg chg="del">
          <ac:chgData name="" userId="213e45b8a479442b" providerId="LiveId" clId="{4D8713A2-1675-4EEE-A094-CB6F26AC360B}" dt="2022-04-15T15:12:46.316" v="485" actId="478"/>
          <ac:spMkLst>
            <pc:docMk/>
            <pc:sldMk cId="3175297382" sldId="520"/>
            <ac:spMk id="4" creationId="{C2B22A09-BFA4-4C7E-A1C3-5E2018CBA24E}"/>
          </ac:spMkLst>
        </pc:spChg>
        <pc:spChg chg="add del mod">
          <ac:chgData name="" userId="213e45b8a479442b" providerId="LiveId" clId="{4D8713A2-1675-4EEE-A094-CB6F26AC360B}" dt="2022-04-15T15:11:15.983" v="455" actId="478"/>
          <ac:spMkLst>
            <pc:docMk/>
            <pc:sldMk cId="3175297382" sldId="520"/>
            <ac:spMk id="5" creationId="{0F64E4D3-3B69-4E3F-8129-8D60C9D8E12D}"/>
          </ac:spMkLst>
        </pc:spChg>
        <pc:spChg chg="add del mod">
          <ac:chgData name="" userId="213e45b8a479442b" providerId="LiveId" clId="{4D8713A2-1675-4EEE-A094-CB6F26AC360B}" dt="2022-04-15T15:12:21.883" v="470" actId="478"/>
          <ac:spMkLst>
            <pc:docMk/>
            <pc:sldMk cId="3175297382" sldId="520"/>
            <ac:spMk id="6" creationId="{D806F124-A47D-428B-8ABE-B7D05074FBE4}"/>
          </ac:spMkLst>
        </pc:spChg>
        <pc:spChg chg="mod">
          <ac:chgData name="" userId="213e45b8a479442b" providerId="LiveId" clId="{4D8713A2-1675-4EEE-A094-CB6F26AC360B}" dt="2022-04-22T15:02:41.709" v="1851"/>
          <ac:spMkLst>
            <pc:docMk/>
            <pc:sldMk cId="3175297382" sldId="520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15T15:14:37.147" v="507" actId="1035"/>
          <ac:spMkLst>
            <pc:docMk/>
            <pc:sldMk cId="3175297382" sldId="520"/>
            <ac:spMk id="10" creationId="{29E09456-5022-4CE5-992E-9845A37E41DC}"/>
          </ac:spMkLst>
        </pc:spChg>
        <pc:spChg chg="add mod">
          <ac:chgData name="" userId="213e45b8a479442b" providerId="LiveId" clId="{4D8713A2-1675-4EEE-A094-CB6F26AC360B}" dt="2022-04-15T15:15:22.845" v="536" actId="20577"/>
          <ac:spMkLst>
            <pc:docMk/>
            <pc:sldMk cId="3175297382" sldId="520"/>
            <ac:spMk id="12" creationId="{588009C2-6D1F-4CEA-812C-98E3BF9EBA8D}"/>
          </ac:spMkLst>
        </pc:spChg>
        <pc:graphicFrameChg chg="add mod modGraphic">
          <ac:chgData name="" userId="213e45b8a479442b" providerId="LiveId" clId="{4D8713A2-1675-4EEE-A094-CB6F26AC360B}" dt="2022-04-15T15:14:37.147" v="507" actId="1035"/>
          <ac:graphicFrameMkLst>
            <pc:docMk/>
            <pc:sldMk cId="3175297382" sldId="520"/>
            <ac:graphicFrameMk id="9" creationId="{E0ACD17E-F159-4363-BAA9-B00BC5D29D2F}"/>
          </ac:graphicFrameMkLst>
        </pc:graphicFrameChg>
        <pc:graphicFrameChg chg="add mod modGraphic">
          <ac:chgData name="" userId="213e45b8a479442b" providerId="LiveId" clId="{4D8713A2-1675-4EEE-A094-CB6F26AC360B}" dt="2022-04-15T15:14:46.701" v="508" actId="1035"/>
          <ac:graphicFrameMkLst>
            <pc:docMk/>
            <pc:sldMk cId="3175297382" sldId="520"/>
            <ac:graphicFrameMk id="11" creationId="{0C9E49F4-D3FF-4673-AF83-8669B434003D}"/>
          </ac:graphicFrameMkLst>
        </pc:graphicFrameChg>
        <pc:graphicFrameChg chg="add mod modGraphic">
          <ac:chgData name="" userId="213e45b8a479442b" providerId="LiveId" clId="{4D8713A2-1675-4EEE-A094-CB6F26AC360B}" dt="2022-04-15T15:15:42.413" v="542" actId="20577"/>
          <ac:graphicFrameMkLst>
            <pc:docMk/>
            <pc:sldMk cId="3175297382" sldId="520"/>
            <ac:graphicFrameMk id="13" creationId="{90AD93E9-6C79-43EB-A357-6655DA636C22}"/>
          </ac:graphicFrameMkLst>
        </pc:graphicFrameChg>
      </pc:sldChg>
      <pc:sldChg chg="addSp delSp modSp add modAnim">
        <pc:chgData name="" userId="213e45b8a479442b" providerId="LiveId" clId="{4D8713A2-1675-4EEE-A094-CB6F26AC360B}" dt="2022-04-22T15:02:43.649" v="1852"/>
        <pc:sldMkLst>
          <pc:docMk/>
          <pc:sldMk cId="2975173420" sldId="521"/>
        </pc:sldMkLst>
        <pc:spChg chg="mod">
          <ac:chgData name="" userId="213e45b8a479442b" providerId="LiveId" clId="{4D8713A2-1675-4EEE-A094-CB6F26AC360B}" dt="2022-04-15T15:18:07.001" v="563"/>
          <ac:spMkLst>
            <pc:docMk/>
            <pc:sldMk cId="2975173420" sldId="521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43.649" v="1852"/>
          <ac:spMkLst>
            <pc:docMk/>
            <pc:sldMk cId="2975173420" sldId="521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15T15:17:40.338" v="557" actId="478"/>
          <ac:spMkLst>
            <pc:docMk/>
            <pc:sldMk cId="2975173420" sldId="521"/>
            <ac:spMk id="10" creationId="{29E09456-5022-4CE5-992E-9845A37E41DC}"/>
          </ac:spMkLst>
        </pc:spChg>
        <pc:spChg chg="add mod">
          <ac:chgData name="" userId="213e45b8a479442b" providerId="LiveId" clId="{4D8713A2-1675-4EEE-A094-CB6F26AC360B}" dt="2022-04-15T15:17:19.711" v="555" actId="14100"/>
          <ac:spMkLst>
            <pc:docMk/>
            <pc:sldMk cId="2975173420" sldId="521"/>
            <ac:spMk id="12" creationId="{E55EA4A1-1E96-42FA-88B6-BE637CC1F285}"/>
          </ac:spMkLst>
        </pc:spChg>
        <pc:graphicFrameChg chg="del">
          <ac:chgData name="" userId="213e45b8a479442b" providerId="LiveId" clId="{4D8713A2-1675-4EEE-A094-CB6F26AC360B}" dt="2022-04-15T15:17:37.965" v="556" actId="478"/>
          <ac:graphicFrameMkLst>
            <pc:docMk/>
            <pc:sldMk cId="2975173420" sldId="521"/>
            <ac:graphicFrameMk id="9" creationId="{E0ACD17E-F159-4363-BAA9-B00BC5D29D2F}"/>
          </ac:graphicFrameMkLst>
        </pc:graphicFrameChg>
        <pc:graphicFrameChg chg="del">
          <ac:chgData name="" userId="213e45b8a479442b" providerId="LiveId" clId="{4D8713A2-1675-4EEE-A094-CB6F26AC360B}" dt="2022-04-15T15:17:40.338" v="557" actId="478"/>
          <ac:graphicFrameMkLst>
            <pc:docMk/>
            <pc:sldMk cId="2975173420" sldId="521"/>
            <ac:graphicFrameMk id="11" creationId="{0C9E49F4-D3FF-4673-AF83-8669B434003D}"/>
          </ac:graphicFrameMkLst>
        </pc:graphicFrameChg>
      </pc:sldChg>
      <pc:sldChg chg="addSp delSp modSp add delAnim">
        <pc:chgData name="" userId="213e45b8a479442b" providerId="LiveId" clId="{4D8713A2-1675-4EEE-A094-CB6F26AC360B}" dt="2022-04-22T15:02:45.486" v="1853"/>
        <pc:sldMkLst>
          <pc:docMk/>
          <pc:sldMk cId="1570097890" sldId="522"/>
        </pc:sldMkLst>
        <pc:spChg chg="mod">
          <ac:chgData name="" userId="213e45b8a479442b" providerId="LiveId" clId="{4D8713A2-1675-4EEE-A094-CB6F26AC360B}" dt="2022-04-15T15:20:23.574" v="580" actId="6549"/>
          <ac:spMkLst>
            <pc:docMk/>
            <pc:sldMk cId="1570097890" sldId="522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45.486" v="1853"/>
          <ac:spMkLst>
            <pc:docMk/>
            <pc:sldMk cId="1570097890" sldId="522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15T15:18:35.593" v="566" actId="478"/>
          <ac:spMkLst>
            <pc:docMk/>
            <pc:sldMk cId="1570097890" sldId="522"/>
            <ac:spMk id="12" creationId="{E55EA4A1-1E96-42FA-88B6-BE637CC1F285}"/>
          </ac:spMkLst>
        </pc:spChg>
        <pc:graphicFrameChg chg="add mod modGraphic">
          <ac:chgData name="" userId="213e45b8a479442b" providerId="LiveId" clId="{4D8713A2-1675-4EEE-A094-CB6F26AC360B}" dt="2022-04-16T02:29:31.798" v="664" actId="207"/>
          <ac:graphicFrameMkLst>
            <pc:docMk/>
            <pc:sldMk cId="1570097890" sldId="522"/>
            <ac:graphicFrameMk id="4" creationId="{24CE59B7-6CD6-4030-8D9B-E8F252C7A06C}"/>
          </ac:graphicFrameMkLst>
        </pc:graphicFrameChg>
      </pc:sldChg>
      <pc:sldChg chg="delSp modSp add">
        <pc:chgData name="" userId="213e45b8a479442b" providerId="LiveId" clId="{4D8713A2-1675-4EEE-A094-CB6F26AC360B}" dt="2022-04-22T15:01:21.128" v="1824" actId="20577"/>
        <pc:sldMkLst>
          <pc:docMk/>
          <pc:sldMk cId="3130703002" sldId="523"/>
        </pc:sldMkLst>
        <pc:spChg chg="mod">
          <ac:chgData name="" userId="213e45b8a479442b" providerId="LiveId" clId="{4D8713A2-1675-4EEE-A094-CB6F26AC360B}" dt="2022-04-16T13:51:52.826" v="1296"/>
          <ac:spMkLst>
            <pc:docMk/>
            <pc:sldMk cId="3130703002" sldId="523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3:40:04.251" v="1085"/>
          <ac:spMkLst>
            <pc:docMk/>
            <pc:sldMk cId="3130703002" sldId="523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21.128" v="1824" actId="20577"/>
          <ac:spMkLst>
            <pc:docMk/>
            <pc:sldMk cId="3130703002" sldId="523"/>
            <ac:spMk id="8" creationId="{36177B38-43AB-4398-968B-448F8F0E5F49}"/>
          </ac:spMkLst>
        </pc:spChg>
        <pc:graphicFrameChg chg="del">
          <ac:chgData name="" userId="213e45b8a479442b" providerId="LiveId" clId="{4D8713A2-1675-4EEE-A094-CB6F26AC360B}" dt="2022-04-16T03:09:24.587" v="829" actId="478"/>
          <ac:graphicFrameMkLst>
            <pc:docMk/>
            <pc:sldMk cId="3130703002" sldId="523"/>
            <ac:graphicFrameMk id="4" creationId="{24CE59B7-6CD6-4030-8D9B-E8F252C7A06C}"/>
          </ac:graphicFrameMkLst>
        </pc:graphicFrameChg>
      </pc:sldChg>
      <pc:sldChg chg="addSp delSp modSp add">
        <pc:chgData name="" userId="213e45b8a479442b" providerId="LiveId" clId="{4D8713A2-1675-4EEE-A094-CB6F26AC360B}" dt="2022-04-22T15:02:47.398" v="1854"/>
        <pc:sldMkLst>
          <pc:docMk/>
          <pc:sldMk cId="2585753779" sldId="524"/>
        </pc:sldMkLst>
        <pc:spChg chg="mod">
          <ac:chgData name="" userId="213e45b8a479442b" providerId="LiveId" clId="{4D8713A2-1675-4EEE-A094-CB6F26AC360B}" dt="2022-04-15T15:20:50.758" v="593"/>
          <ac:spMkLst>
            <pc:docMk/>
            <pc:sldMk cId="2585753779" sldId="524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16T13:52:38.168" v="1299" actId="113"/>
          <ac:spMkLst>
            <pc:docMk/>
            <pc:sldMk cId="2585753779" sldId="524"/>
            <ac:spMk id="5" creationId="{7787200D-7EC0-49F8-ACC0-5A270B2D66CC}"/>
          </ac:spMkLst>
        </pc:spChg>
        <pc:spChg chg="add del mod">
          <ac:chgData name="" userId="213e45b8a479442b" providerId="LiveId" clId="{4D8713A2-1675-4EEE-A094-CB6F26AC360B}" dt="2022-04-15T15:21:44.781" v="602" actId="478"/>
          <ac:spMkLst>
            <pc:docMk/>
            <pc:sldMk cId="2585753779" sldId="524"/>
            <ac:spMk id="6" creationId="{F6501346-F52E-49B8-8DA6-3658248E5C32}"/>
          </ac:spMkLst>
        </pc:spChg>
        <pc:spChg chg="mod">
          <ac:chgData name="" userId="213e45b8a479442b" providerId="LiveId" clId="{4D8713A2-1675-4EEE-A094-CB6F26AC360B}" dt="2022-04-22T15:02:47.398" v="1854"/>
          <ac:spMkLst>
            <pc:docMk/>
            <pc:sldMk cId="2585753779" sldId="524"/>
            <ac:spMk id="8" creationId="{36177B38-43AB-4398-968B-448F8F0E5F49}"/>
          </ac:spMkLst>
        </pc:spChg>
        <pc:graphicFrameChg chg="del">
          <ac:chgData name="" userId="213e45b8a479442b" providerId="LiveId" clId="{4D8713A2-1675-4EEE-A094-CB6F26AC360B}" dt="2022-04-15T15:20:32.611" v="582" actId="478"/>
          <ac:graphicFrameMkLst>
            <pc:docMk/>
            <pc:sldMk cId="2585753779" sldId="524"/>
            <ac:graphicFrameMk id="4" creationId="{24CE59B7-6CD6-4030-8D9B-E8F252C7A06C}"/>
          </ac:graphicFrameMkLst>
        </pc:graphicFrameChg>
        <pc:graphicFrameChg chg="add mod modGraphic">
          <ac:chgData name="" userId="213e45b8a479442b" providerId="LiveId" clId="{4D8713A2-1675-4EEE-A094-CB6F26AC360B}" dt="2022-04-15T15:22:07.239" v="612" actId="313"/>
          <ac:graphicFrameMkLst>
            <pc:docMk/>
            <pc:sldMk cId="2585753779" sldId="524"/>
            <ac:graphicFrameMk id="9" creationId="{646BD325-B6C6-44F0-A4EA-B1E6F6F01D32}"/>
          </ac:graphicFrameMkLst>
        </pc:graphicFrameChg>
        <pc:picChg chg="add mod">
          <ac:chgData name="" userId="213e45b8a479442b" providerId="LiveId" clId="{4D8713A2-1675-4EEE-A094-CB6F26AC360B}" dt="2022-04-15T15:22:27.971" v="614" actId="1076"/>
          <ac:picMkLst>
            <pc:docMk/>
            <pc:sldMk cId="2585753779" sldId="524"/>
            <ac:picMk id="7" creationId="{716BDF4F-80D9-46E7-89D2-F25A26D21F16}"/>
          </ac:picMkLst>
        </pc:picChg>
      </pc:sldChg>
      <pc:sldChg chg="addSp delSp modSp add">
        <pc:chgData name="" userId="213e45b8a479442b" providerId="LiveId" clId="{4D8713A2-1675-4EEE-A094-CB6F26AC360B}" dt="2022-04-22T15:02:52.215" v="1857"/>
        <pc:sldMkLst>
          <pc:docMk/>
          <pc:sldMk cId="1835571924" sldId="525"/>
        </pc:sldMkLst>
        <pc:spChg chg="mod">
          <ac:chgData name="" userId="213e45b8a479442b" providerId="LiveId" clId="{4D8713A2-1675-4EEE-A094-CB6F26AC360B}" dt="2022-04-16T02:31:06.499" v="673" actId="6549"/>
          <ac:spMkLst>
            <pc:docMk/>
            <pc:sldMk cId="1835571924" sldId="525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16T02:38:41.418" v="687" actId="1076"/>
          <ac:spMkLst>
            <pc:docMk/>
            <pc:sldMk cId="1835571924" sldId="525"/>
            <ac:spMk id="5" creationId="{7787200D-7EC0-49F8-ACC0-5A270B2D66CC}"/>
          </ac:spMkLst>
        </pc:spChg>
        <pc:spChg chg="mod">
          <ac:chgData name="" userId="213e45b8a479442b" providerId="LiveId" clId="{4D8713A2-1675-4EEE-A094-CB6F26AC360B}" dt="2022-04-22T15:02:52.215" v="1857"/>
          <ac:spMkLst>
            <pc:docMk/>
            <pc:sldMk cId="1835571924" sldId="525"/>
            <ac:spMk id="8" creationId="{36177B38-43AB-4398-968B-448F8F0E5F49}"/>
          </ac:spMkLst>
        </pc:spChg>
        <pc:graphicFrameChg chg="mod modGraphic">
          <ac:chgData name="" userId="213e45b8a479442b" providerId="LiveId" clId="{4D8713A2-1675-4EEE-A094-CB6F26AC360B}" dt="2022-04-16T02:39:04.458" v="694" actId="207"/>
          <ac:graphicFrameMkLst>
            <pc:docMk/>
            <pc:sldMk cId="1835571924" sldId="525"/>
            <ac:graphicFrameMk id="9" creationId="{646BD325-B6C6-44F0-A4EA-B1E6F6F01D32}"/>
          </ac:graphicFrameMkLst>
        </pc:graphicFrameChg>
        <pc:picChg chg="del">
          <ac:chgData name="" userId="213e45b8a479442b" providerId="LiveId" clId="{4D8713A2-1675-4EEE-A094-CB6F26AC360B}" dt="2022-04-16T02:38:15.778" v="679" actId="478"/>
          <ac:picMkLst>
            <pc:docMk/>
            <pc:sldMk cId="1835571924" sldId="525"/>
            <ac:picMk id="7" creationId="{716BDF4F-80D9-46E7-89D2-F25A26D21F16}"/>
          </ac:picMkLst>
        </pc:picChg>
        <pc:picChg chg="add mod">
          <ac:chgData name="" userId="213e45b8a479442b" providerId="LiveId" clId="{4D8713A2-1675-4EEE-A094-CB6F26AC360B}" dt="2022-04-16T02:38:56.728" v="693" actId="1076"/>
          <ac:picMkLst>
            <pc:docMk/>
            <pc:sldMk cId="1835571924" sldId="525"/>
            <ac:picMk id="10" creationId="{D0656BC6-1151-457E-9F56-34BD00242AE5}"/>
          </ac:picMkLst>
        </pc:picChg>
      </pc:sldChg>
      <pc:sldChg chg="addSp delSp modSp add addAnim delAnim">
        <pc:chgData name="" userId="213e45b8a479442b" providerId="LiveId" clId="{4D8713A2-1675-4EEE-A094-CB6F26AC360B}" dt="2022-04-22T15:02:49.018" v="1855"/>
        <pc:sldMkLst>
          <pc:docMk/>
          <pc:sldMk cId="3012968823" sldId="526"/>
        </pc:sldMkLst>
        <pc:spChg chg="mod">
          <ac:chgData name="" userId="213e45b8a479442b" providerId="LiveId" clId="{4D8713A2-1675-4EEE-A094-CB6F26AC360B}" dt="2022-04-16T02:07:28.649" v="622" actId="6549"/>
          <ac:spMkLst>
            <pc:docMk/>
            <pc:sldMk cId="3012968823" sldId="526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49.018" v="1855"/>
          <ac:spMkLst>
            <pc:docMk/>
            <pc:sldMk cId="3012968823" sldId="526"/>
            <ac:spMk id="8" creationId="{36177B38-43AB-4398-968B-448F8F0E5F49}"/>
          </ac:spMkLst>
        </pc:spChg>
        <pc:spChg chg="add del mod">
          <ac:chgData name="" userId="213e45b8a479442b" providerId="LiveId" clId="{4D8713A2-1675-4EEE-A094-CB6F26AC360B}" dt="2022-04-16T02:26:22.899" v="627" actId="478"/>
          <ac:spMkLst>
            <pc:docMk/>
            <pc:sldMk cId="3012968823" sldId="526"/>
            <ac:spMk id="12" creationId="{E55EA4A1-1E96-42FA-88B6-BE637CC1F285}"/>
          </ac:spMkLst>
        </pc:spChg>
      </pc:sldChg>
      <pc:sldChg chg="addSp delSp modSp add delAnim">
        <pc:chgData name="" userId="213e45b8a479442b" providerId="LiveId" clId="{4D8713A2-1675-4EEE-A094-CB6F26AC360B}" dt="2022-04-22T15:02:50.685" v="1856"/>
        <pc:sldMkLst>
          <pc:docMk/>
          <pc:sldMk cId="3238138654" sldId="527"/>
        </pc:sldMkLst>
        <pc:spChg chg="mod">
          <ac:chgData name="" userId="213e45b8a479442b" providerId="LiveId" clId="{4D8713A2-1675-4EEE-A094-CB6F26AC360B}" dt="2022-04-16T02:27:30.619" v="657" actId="1035"/>
          <ac:spMkLst>
            <pc:docMk/>
            <pc:sldMk cId="3238138654" sldId="527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50.685" v="1856"/>
          <ac:spMkLst>
            <pc:docMk/>
            <pc:sldMk cId="3238138654" sldId="527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16T02:26:30.829" v="628" actId="478"/>
          <ac:spMkLst>
            <pc:docMk/>
            <pc:sldMk cId="3238138654" sldId="527"/>
            <ac:spMk id="12" creationId="{E55EA4A1-1E96-42FA-88B6-BE637CC1F285}"/>
          </ac:spMkLst>
        </pc:spChg>
        <pc:graphicFrameChg chg="add del">
          <ac:chgData name="" userId="213e45b8a479442b" providerId="LiveId" clId="{4D8713A2-1675-4EEE-A094-CB6F26AC360B}" dt="2022-04-16T02:26:39.038" v="631"/>
          <ac:graphicFrameMkLst>
            <pc:docMk/>
            <pc:sldMk cId="3238138654" sldId="527"/>
            <ac:graphicFrameMk id="4" creationId="{A90111E4-795D-415A-982E-C604A21F70A7}"/>
          </ac:graphicFrameMkLst>
        </pc:graphicFrameChg>
        <pc:graphicFrameChg chg="add mod modGraphic">
          <ac:chgData name="" userId="213e45b8a479442b" providerId="LiveId" clId="{4D8713A2-1675-4EEE-A094-CB6F26AC360B}" dt="2022-04-16T02:30:47.373" v="672" actId="14100"/>
          <ac:graphicFrameMkLst>
            <pc:docMk/>
            <pc:sldMk cId="3238138654" sldId="527"/>
            <ac:graphicFrameMk id="5" creationId="{49AB8E9E-F46C-4762-8303-997C5B7B39D5}"/>
          </ac:graphicFrameMkLst>
        </pc:graphicFrameChg>
      </pc:sldChg>
      <pc:sldChg chg="addSp modSp add">
        <pc:chgData name="" userId="213e45b8a479442b" providerId="LiveId" clId="{4D8713A2-1675-4EEE-A094-CB6F26AC360B}" dt="2022-04-22T15:02:53.973" v="1858"/>
        <pc:sldMkLst>
          <pc:docMk/>
          <pc:sldMk cId="3138006979" sldId="528"/>
        </pc:sldMkLst>
        <pc:spChg chg="mod">
          <ac:chgData name="" userId="213e45b8a479442b" providerId="LiveId" clId="{4D8713A2-1675-4EEE-A094-CB6F26AC360B}" dt="2022-04-16T02:45:17.903" v="718" actId="20577"/>
          <ac:spMkLst>
            <pc:docMk/>
            <pc:sldMk cId="3138006979" sldId="528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53.973" v="1858"/>
          <ac:spMkLst>
            <pc:docMk/>
            <pc:sldMk cId="3138006979" sldId="528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16T02:46:22.188" v="765" actId="6549"/>
          <ac:graphicFrameMkLst>
            <pc:docMk/>
            <pc:sldMk cId="3138006979" sldId="528"/>
            <ac:graphicFrameMk id="5" creationId="{1AE68E36-5FD9-4272-8942-9C604DE44181}"/>
          </ac:graphicFrameMkLst>
        </pc:graphicFrameChg>
      </pc:sldChg>
      <pc:sldChg chg="delSp modSp add">
        <pc:chgData name="" userId="213e45b8a479442b" providerId="LiveId" clId="{4D8713A2-1675-4EEE-A094-CB6F26AC360B}" dt="2022-04-22T15:02:55.672" v="1859"/>
        <pc:sldMkLst>
          <pc:docMk/>
          <pc:sldMk cId="3166662074" sldId="529"/>
        </pc:sldMkLst>
        <pc:spChg chg="mod">
          <ac:chgData name="" userId="213e45b8a479442b" providerId="LiveId" clId="{4D8713A2-1675-4EEE-A094-CB6F26AC360B}" dt="2022-04-16T02:47:48.838" v="779" actId="1036"/>
          <ac:spMkLst>
            <pc:docMk/>
            <pc:sldMk cId="3166662074" sldId="529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55.672" v="1859"/>
          <ac:spMkLst>
            <pc:docMk/>
            <pc:sldMk cId="3166662074" sldId="529"/>
            <ac:spMk id="8" creationId="{36177B38-43AB-4398-968B-448F8F0E5F49}"/>
          </ac:spMkLst>
        </pc:spChg>
        <pc:graphicFrameChg chg="del">
          <ac:chgData name="" userId="213e45b8a479442b" providerId="LiveId" clId="{4D8713A2-1675-4EEE-A094-CB6F26AC360B}" dt="2022-04-16T02:47:03.858" v="767" actId="478"/>
          <ac:graphicFrameMkLst>
            <pc:docMk/>
            <pc:sldMk cId="3166662074" sldId="529"/>
            <ac:graphicFrameMk id="5" creationId="{49AB8E9E-F46C-4762-8303-997C5B7B39D5}"/>
          </ac:graphicFrameMkLst>
        </pc:graphicFrameChg>
      </pc:sldChg>
      <pc:sldChg chg="addSp delSp modSp add">
        <pc:chgData name="" userId="213e45b8a479442b" providerId="LiveId" clId="{4D8713A2-1675-4EEE-A094-CB6F26AC360B}" dt="2022-04-22T15:02:57.328" v="1860"/>
        <pc:sldMkLst>
          <pc:docMk/>
          <pc:sldMk cId="3455881520" sldId="530"/>
        </pc:sldMkLst>
        <pc:spChg chg="mod">
          <ac:chgData name="" userId="213e45b8a479442b" providerId="LiveId" clId="{4D8713A2-1675-4EEE-A094-CB6F26AC360B}" dt="2022-04-16T02:57:48.877" v="790" actId="6549"/>
          <ac:spMkLst>
            <pc:docMk/>
            <pc:sldMk cId="3455881520" sldId="530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57.328" v="1860"/>
          <ac:spMkLst>
            <pc:docMk/>
            <pc:sldMk cId="3455881520" sldId="530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16T03:05:49.297" v="815" actId="14100"/>
          <ac:graphicFrameMkLst>
            <pc:docMk/>
            <pc:sldMk cId="3455881520" sldId="530"/>
            <ac:graphicFrameMk id="5" creationId="{AA02CC20-97AD-46FC-93CC-00273CF8711E}"/>
          </ac:graphicFrameMkLst>
        </pc:graphicFrameChg>
        <pc:picChg chg="add del mod">
          <ac:chgData name="" userId="213e45b8a479442b" providerId="LiveId" clId="{4D8713A2-1675-4EEE-A094-CB6F26AC360B}" dt="2022-04-16T03:05:51.287" v="817" actId="478"/>
          <ac:picMkLst>
            <pc:docMk/>
            <pc:sldMk cId="3455881520" sldId="530"/>
            <ac:picMk id="6" creationId="{AD008397-4048-47A4-BB67-B259885AD7A9}"/>
          </ac:picMkLst>
        </pc:picChg>
        <pc:picChg chg="add mod">
          <ac:chgData name="" userId="213e45b8a479442b" providerId="LiveId" clId="{4D8713A2-1675-4EEE-A094-CB6F26AC360B}" dt="2022-04-16T03:05:59.317" v="821" actId="1076"/>
          <ac:picMkLst>
            <pc:docMk/>
            <pc:sldMk cId="3455881520" sldId="530"/>
            <ac:picMk id="7" creationId="{02554919-9C9C-40BD-991A-BD2855C8A100}"/>
          </ac:picMkLst>
        </pc:picChg>
      </pc:sldChg>
      <pc:sldChg chg="addSp delSp modSp add">
        <pc:chgData name="" userId="213e45b8a479442b" providerId="LiveId" clId="{4D8713A2-1675-4EEE-A094-CB6F26AC360B}" dt="2022-04-22T15:02:59.544" v="1861"/>
        <pc:sldMkLst>
          <pc:docMk/>
          <pc:sldMk cId="204555468" sldId="531"/>
        </pc:sldMkLst>
        <pc:spChg chg="mod">
          <ac:chgData name="" userId="213e45b8a479442b" providerId="LiveId" clId="{4D8713A2-1675-4EEE-A094-CB6F26AC360B}" dt="2022-04-16T03:05:24.227" v="805" actId="6549"/>
          <ac:spMkLst>
            <pc:docMk/>
            <pc:sldMk cId="204555468" sldId="531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2:59.544" v="1861"/>
          <ac:spMkLst>
            <pc:docMk/>
            <pc:sldMk cId="204555468" sldId="531"/>
            <ac:spMk id="8" creationId="{36177B38-43AB-4398-968B-448F8F0E5F49}"/>
          </ac:spMkLst>
        </pc:spChg>
        <pc:graphicFrameChg chg="mod modGraphic">
          <ac:chgData name="" userId="213e45b8a479442b" providerId="LiveId" clId="{4D8713A2-1675-4EEE-A094-CB6F26AC360B}" dt="2022-04-16T03:05:42.677" v="812" actId="1076"/>
          <ac:graphicFrameMkLst>
            <pc:docMk/>
            <pc:sldMk cId="204555468" sldId="531"/>
            <ac:graphicFrameMk id="5" creationId="{AA02CC20-97AD-46FC-93CC-00273CF8711E}"/>
          </ac:graphicFrameMkLst>
        </pc:graphicFrameChg>
        <pc:picChg chg="del mod">
          <ac:chgData name="" userId="213e45b8a479442b" providerId="LiveId" clId="{4D8713A2-1675-4EEE-A094-CB6F26AC360B}" dt="2022-04-16T03:05:45.657" v="814" actId="478"/>
          <ac:picMkLst>
            <pc:docMk/>
            <pc:sldMk cId="204555468" sldId="531"/>
            <ac:picMk id="6" creationId="{AD008397-4048-47A4-BB67-B259885AD7A9}"/>
          </ac:picMkLst>
        </pc:picChg>
        <pc:picChg chg="add mod">
          <ac:chgData name="" userId="213e45b8a479442b" providerId="LiveId" clId="{4D8713A2-1675-4EEE-A094-CB6F26AC360B}" dt="2022-04-16T03:06:07.897" v="825" actId="1076"/>
          <ac:picMkLst>
            <pc:docMk/>
            <pc:sldMk cId="204555468" sldId="531"/>
            <ac:picMk id="7" creationId="{0F15D4BF-5350-4979-BE37-CCF666DD79B7}"/>
          </ac:picMkLst>
        </pc:picChg>
        <pc:picChg chg="add">
          <ac:chgData name="" userId="213e45b8a479442b" providerId="LiveId" clId="{4D8713A2-1675-4EEE-A094-CB6F26AC360B}" dt="2022-04-16T03:08:50.897" v="826"/>
          <ac:picMkLst>
            <pc:docMk/>
            <pc:sldMk cId="204555468" sldId="531"/>
            <ac:picMk id="9" creationId="{AEBD2599-5D36-4662-8B55-8F8247CDB84D}"/>
          </ac:picMkLst>
        </pc:picChg>
      </pc:sldChg>
      <pc:sldChg chg="addSp delSp modSp add modAnim">
        <pc:chgData name="" userId="213e45b8a479442b" providerId="LiveId" clId="{4D8713A2-1675-4EEE-A094-CB6F26AC360B}" dt="2022-04-22T15:01:52.448" v="1837" actId="20577"/>
        <pc:sldMkLst>
          <pc:docMk/>
          <pc:sldMk cId="1187084961" sldId="532"/>
        </pc:sldMkLst>
        <pc:spChg chg="mod">
          <ac:chgData name="" userId="213e45b8a479442b" providerId="LiveId" clId="{4D8713A2-1675-4EEE-A094-CB6F26AC360B}" dt="2022-04-16T05:11:36.149" v="838"/>
          <ac:spMkLst>
            <pc:docMk/>
            <pc:sldMk cId="1187084961" sldId="532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52.448" v="1837" actId="20577"/>
          <ac:spMkLst>
            <pc:docMk/>
            <pc:sldMk cId="1187084961" sldId="532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16T03:10:32.627" v="831"/>
          <ac:spMkLst>
            <pc:docMk/>
            <pc:sldMk cId="1187084961" sldId="532"/>
            <ac:spMk id="9" creationId="{89DF572B-2588-487C-B1AB-59780957C54B}"/>
          </ac:spMkLst>
        </pc:spChg>
        <pc:graphicFrameChg chg="mod modGraphic">
          <ac:chgData name="" userId="213e45b8a479442b" providerId="LiveId" clId="{4D8713A2-1675-4EEE-A094-CB6F26AC360B}" dt="2022-04-16T05:12:22.237" v="871" actId="20577"/>
          <ac:graphicFrameMkLst>
            <pc:docMk/>
            <pc:sldMk cId="1187084961" sldId="532"/>
            <ac:graphicFrameMk id="5" creationId="{AA02CC20-97AD-46FC-93CC-00273CF8711E}"/>
          </ac:graphicFrameMkLst>
        </pc:graphicFrameChg>
        <pc:picChg chg="del">
          <ac:chgData name="" userId="213e45b8a479442b" providerId="LiveId" clId="{4D8713A2-1675-4EEE-A094-CB6F26AC360B}" dt="2022-04-16T05:11:40.334" v="840" actId="478"/>
          <ac:picMkLst>
            <pc:docMk/>
            <pc:sldMk cId="1187084961" sldId="532"/>
            <ac:picMk id="7" creationId="{0F15D4BF-5350-4979-BE37-CCF666DD79B7}"/>
          </ac:picMkLst>
        </pc:picChg>
      </pc:sldChg>
      <pc:sldChg chg="delSp modSp add delAnim">
        <pc:chgData name="" userId="213e45b8a479442b" providerId="LiveId" clId="{4D8713A2-1675-4EEE-A094-CB6F26AC360B}" dt="2022-04-22T15:01:55.619" v="1839" actId="20577"/>
        <pc:sldMkLst>
          <pc:docMk/>
          <pc:sldMk cId="4092836960" sldId="533"/>
        </pc:sldMkLst>
        <pc:spChg chg="mod">
          <ac:chgData name="" userId="213e45b8a479442b" providerId="LiveId" clId="{4D8713A2-1675-4EEE-A094-CB6F26AC360B}" dt="2022-04-16T05:13:45.623" v="882"/>
          <ac:spMkLst>
            <pc:docMk/>
            <pc:sldMk cId="4092836960" sldId="533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55.619" v="1839" actId="20577"/>
          <ac:spMkLst>
            <pc:docMk/>
            <pc:sldMk cId="4092836960" sldId="533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16T05:13:49.565" v="883" actId="478"/>
          <ac:spMkLst>
            <pc:docMk/>
            <pc:sldMk cId="4092836960" sldId="533"/>
            <ac:spMk id="9" creationId="{89DF572B-2588-487C-B1AB-59780957C54B}"/>
          </ac:spMkLst>
        </pc:spChg>
        <pc:graphicFrameChg chg="del">
          <ac:chgData name="" userId="213e45b8a479442b" providerId="LiveId" clId="{4D8713A2-1675-4EEE-A094-CB6F26AC360B}" dt="2022-04-16T05:13:26.116" v="878" actId="478"/>
          <ac:graphicFrameMkLst>
            <pc:docMk/>
            <pc:sldMk cId="4092836960" sldId="533"/>
            <ac:graphicFrameMk id="5" creationId="{AA02CC20-97AD-46FC-93CC-00273CF8711E}"/>
          </ac:graphicFrameMkLst>
        </pc:graphicFrameChg>
      </pc:sldChg>
      <pc:sldChg chg="modSp add">
        <pc:chgData name="" userId="213e45b8a479442b" providerId="LiveId" clId="{4D8713A2-1675-4EEE-A094-CB6F26AC360B}" dt="2022-04-22T15:01:34.246" v="1829"/>
        <pc:sldMkLst>
          <pc:docMk/>
          <pc:sldMk cId="2306374409" sldId="534"/>
        </pc:sldMkLst>
        <pc:spChg chg="mod">
          <ac:chgData name="" userId="213e45b8a479442b" providerId="LiveId" clId="{4D8713A2-1675-4EEE-A094-CB6F26AC360B}" dt="2022-04-16T05:14:10.222" v="887" actId="20577"/>
          <ac:spMkLst>
            <pc:docMk/>
            <pc:sldMk cId="2306374409" sldId="534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1:55:05.031" v="951" actId="207"/>
          <ac:spMkLst>
            <pc:docMk/>
            <pc:sldMk cId="2306374409" sldId="534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34.246" v="1829"/>
          <ac:spMkLst>
            <pc:docMk/>
            <pc:sldMk cId="2306374409" sldId="534"/>
            <ac:spMk id="8" creationId="{36177B38-43AB-4398-968B-448F8F0E5F49}"/>
          </ac:spMkLst>
        </pc:spChg>
      </pc:sldChg>
      <pc:sldChg chg="addSp delSp modSp add">
        <pc:chgData name="" userId="213e45b8a479442b" providerId="LiveId" clId="{4D8713A2-1675-4EEE-A094-CB6F26AC360B}" dt="2022-04-22T15:01:32.077" v="1828"/>
        <pc:sldMkLst>
          <pc:docMk/>
          <pc:sldMk cId="2358653803" sldId="535"/>
        </pc:sldMkLst>
        <pc:spChg chg="mod">
          <ac:chgData name="" userId="213e45b8a479442b" providerId="LiveId" clId="{4D8713A2-1675-4EEE-A094-CB6F26AC360B}" dt="2022-04-16T13:51:56.734" v="1298"/>
          <ac:spMkLst>
            <pc:docMk/>
            <pc:sldMk cId="2358653803" sldId="535"/>
            <ac:spMk id="2" creationId="{5888EE31-F44C-4034-8407-4C756F65702C}"/>
          </ac:spMkLst>
        </pc:spChg>
        <pc:spChg chg="del mod">
          <ac:chgData name="" userId="213e45b8a479442b" providerId="LiveId" clId="{4D8713A2-1675-4EEE-A094-CB6F26AC360B}" dt="2022-04-16T11:56:52.507" v="971"/>
          <ac:spMkLst>
            <pc:docMk/>
            <pc:sldMk cId="2358653803" sldId="535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32.077" v="1828"/>
          <ac:spMkLst>
            <pc:docMk/>
            <pc:sldMk cId="2358653803" sldId="535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16T13:45:28.436" v="1141" actId="255"/>
          <ac:graphicFrameMkLst>
            <pc:docMk/>
            <pc:sldMk cId="2358653803" sldId="535"/>
            <ac:graphicFrameMk id="4" creationId="{655E18F8-EBE2-424C-A16B-5011D89BFEB3}"/>
          </ac:graphicFrameMkLst>
        </pc:graphicFrameChg>
      </pc:sldChg>
      <pc:sldChg chg="addSp delSp modSp add modAnim">
        <pc:chgData name="" userId="213e45b8a479442b" providerId="LiveId" clId="{4D8713A2-1675-4EEE-A094-CB6F26AC360B}" dt="2022-04-22T15:01:26.852" v="1827" actId="14100"/>
        <pc:sldMkLst>
          <pc:docMk/>
          <pc:sldMk cId="446396362" sldId="536"/>
        </pc:sldMkLst>
        <pc:spChg chg="mod">
          <ac:chgData name="" userId="213e45b8a479442b" providerId="LiveId" clId="{4D8713A2-1675-4EEE-A094-CB6F26AC360B}" dt="2022-04-16T13:51:54.645" v="1297"/>
          <ac:spMkLst>
            <pc:docMk/>
            <pc:sldMk cId="446396362" sldId="536"/>
            <ac:spMk id="2" creationId="{5888EE31-F44C-4034-8407-4C756F65702C}"/>
          </ac:spMkLst>
        </pc:spChg>
        <pc:spChg chg="add del mod">
          <ac:chgData name="" userId="213e45b8a479442b" providerId="LiveId" clId="{4D8713A2-1675-4EEE-A094-CB6F26AC360B}" dt="2022-04-16T13:52:50.872" v="1300" actId="113"/>
          <ac:spMkLst>
            <pc:docMk/>
            <pc:sldMk cId="446396362" sldId="536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1:26.852" v="1827" actId="14100"/>
          <ac:spMkLst>
            <pc:docMk/>
            <pc:sldMk cId="446396362" sldId="536"/>
            <ac:spMk id="8" creationId="{36177B38-43AB-4398-968B-448F8F0E5F49}"/>
          </ac:spMkLst>
        </pc:spChg>
        <pc:spChg chg="add del mod">
          <ac:chgData name="" userId="213e45b8a479442b" providerId="LiveId" clId="{4D8713A2-1675-4EEE-A094-CB6F26AC360B}" dt="2022-04-16T12:48:23.226" v="1030" actId="478"/>
          <ac:spMkLst>
            <pc:docMk/>
            <pc:sldMk cId="446396362" sldId="536"/>
            <ac:spMk id="18" creationId="{828480CB-CE6B-41CF-BC8B-B42CE9D26D22}"/>
          </ac:spMkLst>
        </pc:spChg>
        <pc:spChg chg="add del mod">
          <ac:chgData name="" userId="213e45b8a479442b" providerId="LiveId" clId="{4D8713A2-1675-4EEE-A094-CB6F26AC360B}" dt="2022-04-16T12:48:24.849" v="1031" actId="478"/>
          <ac:spMkLst>
            <pc:docMk/>
            <pc:sldMk cId="446396362" sldId="536"/>
            <ac:spMk id="19" creationId="{25520B7A-E9AC-4ACE-A563-15F30070B45F}"/>
          </ac:spMkLst>
        </pc:spChg>
        <pc:graphicFrameChg chg="mod modGraphic">
          <ac:chgData name="" userId="213e45b8a479442b" providerId="LiveId" clId="{4D8713A2-1675-4EEE-A094-CB6F26AC360B}" dt="2022-04-16T11:57:52.701" v="1004" actId="207"/>
          <ac:graphicFrameMkLst>
            <pc:docMk/>
            <pc:sldMk cId="446396362" sldId="536"/>
            <ac:graphicFrameMk id="5" creationId="{AA02CC20-97AD-46FC-93CC-00273CF8711E}"/>
          </ac:graphicFrameMkLst>
        </pc:graphicFrameChg>
        <pc:picChg chg="del">
          <ac:chgData name="" userId="213e45b8a479442b" providerId="LiveId" clId="{4D8713A2-1675-4EEE-A094-CB6F26AC360B}" dt="2022-04-16T12:00:15.206" v="1005" actId="478"/>
          <ac:picMkLst>
            <pc:docMk/>
            <pc:sldMk cId="446396362" sldId="536"/>
            <ac:picMk id="7" creationId="{0F15D4BF-5350-4979-BE37-CCF666DD79B7}"/>
          </ac:picMkLst>
        </pc:picChg>
        <pc:picChg chg="add mod">
          <ac:chgData name="" userId="213e45b8a479442b" providerId="LiveId" clId="{4D8713A2-1675-4EEE-A094-CB6F26AC360B}" dt="2022-04-16T12:47:07.924" v="1024" actId="1076"/>
          <ac:picMkLst>
            <pc:docMk/>
            <pc:sldMk cId="446396362" sldId="536"/>
            <ac:picMk id="9" creationId="{99807999-0B78-40D4-8311-B2044C0A14F8}"/>
          </ac:picMkLst>
        </pc:picChg>
        <pc:cxnChg chg="add mod">
          <ac:chgData name="" userId="213e45b8a479442b" providerId="LiveId" clId="{4D8713A2-1675-4EEE-A094-CB6F26AC360B}" dt="2022-04-16T12:00:46.481" v="1011" actId="13822"/>
          <ac:cxnSpMkLst>
            <pc:docMk/>
            <pc:sldMk cId="446396362" sldId="536"/>
            <ac:cxnSpMk id="6" creationId="{27FE105F-B2F4-40B9-93D8-03D8FB11D6FF}"/>
          </ac:cxnSpMkLst>
        </pc:cxnChg>
        <pc:cxnChg chg="add mod">
          <ac:chgData name="" userId="213e45b8a479442b" providerId="LiveId" clId="{4D8713A2-1675-4EEE-A094-CB6F26AC360B}" dt="2022-04-16T12:00:50.115" v="1012" actId="571"/>
          <ac:cxnSpMkLst>
            <pc:docMk/>
            <pc:sldMk cId="446396362" sldId="536"/>
            <ac:cxnSpMk id="10" creationId="{DDD90E6D-2784-48B0-AA4E-A7CA4E1AAE6C}"/>
          </ac:cxnSpMkLst>
        </pc:cxnChg>
        <pc:cxnChg chg="add mod">
          <ac:chgData name="" userId="213e45b8a479442b" providerId="LiveId" clId="{4D8713A2-1675-4EEE-A094-CB6F26AC360B}" dt="2022-04-16T12:01:06.861" v="1020" actId="1076"/>
          <ac:cxnSpMkLst>
            <pc:docMk/>
            <pc:sldMk cId="446396362" sldId="536"/>
            <ac:cxnSpMk id="11" creationId="{2B56401E-8DA5-4C01-8B3D-7FC01B81AAE2}"/>
          </ac:cxnSpMkLst>
        </pc:cxnChg>
        <pc:cxnChg chg="add mod">
          <ac:chgData name="" userId="213e45b8a479442b" providerId="LiveId" clId="{4D8713A2-1675-4EEE-A094-CB6F26AC360B}" dt="2022-04-16T12:01:08.890" v="1021" actId="571"/>
          <ac:cxnSpMkLst>
            <pc:docMk/>
            <pc:sldMk cId="446396362" sldId="536"/>
            <ac:cxnSpMk id="17" creationId="{E013AC31-2B2B-4040-B669-25DC00082365}"/>
          </ac:cxnSpMkLst>
        </pc:cxnChg>
        <pc:cxnChg chg="add del mod">
          <ac:chgData name="" userId="213e45b8a479442b" providerId="LiveId" clId="{4D8713A2-1675-4EEE-A094-CB6F26AC360B}" dt="2022-04-16T12:48:21.545" v="1029" actId="478"/>
          <ac:cxnSpMkLst>
            <pc:docMk/>
            <pc:sldMk cId="446396362" sldId="536"/>
            <ac:cxnSpMk id="21" creationId="{7A963016-370A-44EA-90A5-40B3D6A205C6}"/>
          </ac:cxnSpMkLst>
        </pc:cxnChg>
      </pc:sldChg>
      <pc:sldChg chg="addSp delSp modSp add">
        <pc:chgData name="" userId="213e45b8a479442b" providerId="LiveId" clId="{4D8713A2-1675-4EEE-A094-CB6F26AC360B}" dt="2022-04-22T15:00:45.257" v="1819" actId="20577"/>
        <pc:sldMkLst>
          <pc:docMk/>
          <pc:sldMk cId="4204574398" sldId="537"/>
        </pc:sldMkLst>
        <pc:spChg chg="mod">
          <ac:chgData name="" userId="213e45b8a479442b" providerId="LiveId" clId="{4D8713A2-1675-4EEE-A094-CB6F26AC360B}" dt="2022-04-16T13:51:50.333" v="1295"/>
          <ac:spMkLst>
            <pc:docMk/>
            <pc:sldMk cId="4204574398" sldId="537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3:41:22.623" v="1096"/>
          <ac:spMkLst>
            <pc:docMk/>
            <pc:sldMk cId="4204574398" sldId="537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00:45.257" v="1819" actId="20577"/>
          <ac:spMkLst>
            <pc:docMk/>
            <pc:sldMk cId="4204574398" sldId="537"/>
            <ac:spMk id="8" creationId="{36177B38-43AB-4398-968B-448F8F0E5F49}"/>
          </ac:spMkLst>
        </pc:spChg>
        <pc:graphicFrameChg chg="add del mod modGraphic">
          <ac:chgData name="" userId="213e45b8a479442b" providerId="LiveId" clId="{4D8713A2-1675-4EEE-A094-CB6F26AC360B}" dt="2022-04-16T13:42:53.293" v="1112" actId="478"/>
          <ac:graphicFrameMkLst>
            <pc:docMk/>
            <pc:sldMk cId="4204574398" sldId="537"/>
            <ac:graphicFrameMk id="4" creationId="{8DB2CC1E-DF10-4E01-9DE6-CA7EBFB3E3E0}"/>
          </ac:graphicFrameMkLst>
        </pc:graphicFrameChg>
        <pc:graphicFrameChg chg="add mod modGraphic">
          <ac:chgData name="" userId="213e45b8a479442b" providerId="LiveId" clId="{4D8713A2-1675-4EEE-A094-CB6F26AC360B}" dt="2022-04-16T13:43:11.362" v="1118" actId="207"/>
          <ac:graphicFrameMkLst>
            <pc:docMk/>
            <pc:sldMk cId="4204574398" sldId="537"/>
            <ac:graphicFrameMk id="6" creationId="{05ABCB66-743D-40CE-B52C-28476B8E9143}"/>
          </ac:graphicFrameMkLst>
        </pc:graphicFrameChg>
      </pc:sldChg>
      <pc:sldChg chg="addSp delSp modSp add">
        <pc:chgData name="" userId="213e45b8a479442b" providerId="LiveId" clId="{4D8713A2-1675-4EEE-A094-CB6F26AC360B}" dt="2022-04-22T15:01:16.037" v="1822" actId="12"/>
        <pc:sldMkLst>
          <pc:docMk/>
          <pc:sldMk cId="2512393548" sldId="538"/>
        </pc:sldMkLst>
        <pc:spChg chg="mod">
          <ac:chgData name="" userId="213e45b8a479442b" providerId="LiveId" clId="{4D8713A2-1675-4EEE-A094-CB6F26AC360B}" dt="2022-04-16T13:51:48.359" v="1294"/>
          <ac:spMkLst>
            <pc:docMk/>
            <pc:sldMk cId="2512393548" sldId="538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3:44:38.842" v="1129" actId="207"/>
          <ac:spMkLst>
            <pc:docMk/>
            <pc:sldMk cId="2512393548" sldId="538"/>
            <ac:spMk id="3" creationId="{FC3DE994-F8E6-4715-916B-9859E1A19738}"/>
          </ac:spMkLst>
        </pc:spChg>
        <pc:spChg chg="add del mod">
          <ac:chgData name="" userId="213e45b8a479442b" providerId="LiveId" clId="{4D8713A2-1675-4EEE-A094-CB6F26AC360B}" dt="2022-04-16T13:45:39.752" v="1144" actId="478"/>
          <ac:spMkLst>
            <pc:docMk/>
            <pc:sldMk cId="2512393548" sldId="538"/>
            <ac:spMk id="4" creationId="{73AA4EFD-D847-4C5C-87DA-1493D3CC8C78}"/>
          </ac:spMkLst>
        </pc:spChg>
        <pc:spChg chg="mod">
          <ac:chgData name="" userId="213e45b8a479442b" providerId="LiveId" clId="{4D8713A2-1675-4EEE-A094-CB6F26AC360B}" dt="2022-04-22T15:01:16.037" v="1822" actId="12"/>
          <ac:spMkLst>
            <pc:docMk/>
            <pc:sldMk cId="2512393548" sldId="538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16T13:53:33.646" v="1304" actId="113"/>
          <ac:spMkLst>
            <pc:docMk/>
            <pc:sldMk cId="2512393548" sldId="538"/>
            <ac:spMk id="10" creationId="{D5BA2A08-7792-48A1-9E3A-DFD10D10DD0A}"/>
          </ac:spMkLst>
        </pc:spChg>
        <pc:graphicFrameChg chg="del">
          <ac:chgData name="" userId="213e45b8a479442b" providerId="LiveId" clId="{4D8713A2-1675-4EEE-A094-CB6F26AC360B}" dt="2022-04-16T13:44:42.865" v="1130" actId="478"/>
          <ac:graphicFrameMkLst>
            <pc:docMk/>
            <pc:sldMk cId="2512393548" sldId="538"/>
            <ac:graphicFrameMk id="6" creationId="{05ABCB66-743D-40CE-B52C-28476B8E9143}"/>
          </ac:graphicFrameMkLst>
        </pc:graphicFrameChg>
        <pc:graphicFrameChg chg="add mod modGraphic">
          <ac:chgData name="" userId="213e45b8a479442b" providerId="LiveId" clId="{4D8713A2-1675-4EEE-A094-CB6F26AC360B}" dt="2022-04-16T13:45:52.962" v="1149" actId="1076"/>
          <ac:graphicFrameMkLst>
            <pc:docMk/>
            <pc:sldMk cId="2512393548" sldId="538"/>
            <ac:graphicFrameMk id="9" creationId="{E877CED4-6B68-4474-A935-F8CD3AD2FFF5}"/>
          </ac:graphicFrameMkLst>
        </pc:graphicFrameChg>
        <pc:picChg chg="add mod">
          <ac:chgData name="" userId="213e45b8a479442b" providerId="LiveId" clId="{4D8713A2-1675-4EEE-A094-CB6F26AC360B}" dt="2022-04-16T13:45:11.629" v="1136" actId="1076"/>
          <ac:picMkLst>
            <pc:docMk/>
            <pc:sldMk cId="2512393548" sldId="538"/>
            <ac:picMk id="7" creationId="{B8C47F63-69AC-482B-A845-AF86BF0889CC}"/>
          </ac:picMkLst>
        </pc:picChg>
      </pc:sldChg>
      <pc:sldChg chg="addSp delSp modSp add modNotesTx">
        <pc:chgData name="" userId="213e45b8a479442b" providerId="LiveId" clId="{4D8713A2-1675-4EEE-A094-CB6F26AC360B}" dt="2022-04-22T15:04:04.223" v="1879" actId="20577"/>
        <pc:sldMkLst>
          <pc:docMk/>
          <pc:sldMk cId="3459637331" sldId="539"/>
        </pc:sldMkLst>
        <pc:spChg chg="mod">
          <ac:chgData name="" userId="213e45b8a479442b" providerId="LiveId" clId="{4D8713A2-1675-4EEE-A094-CB6F26AC360B}" dt="2022-04-16T13:51:42.030" v="1293" actId="20577"/>
          <ac:spMkLst>
            <pc:docMk/>
            <pc:sldMk cId="3459637331" sldId="539"/>
            <ac:spMk id="2" creationId="{5888EE31-F44C-4034-8407-4C756F65702C}"/>
          </ac:spMkLst>
        </pc:spChg>
        <pc:spChg chg="add del mod">
          <ac:chgData name="" userId="213e45b8a479442b" providerId="LiveId" clId="{4D8713A2-1675-4EEE-A094-CB6F26AC360B}" dt="2022-04-22T15:03:43.734" v="1868" actId="12"/>
          <ac:spMkLst>
            <pc:docMk/>
            <pc:sldMk cId="3459637331" sldId="539"/>
            <ac:spMk id="3" creationId="{FC3DE994-F8E6-4715-916B-9859E1A19738}"/>
          </ac:spMkLst>
        </pc:spChg>
        <pc:spChg chg="add del">
          <ac:chgData name="" userId="213e45b8a479442b" providerId="LiveId" clId="{4D8713A2-1675-4EEE-A094-CB6F26AC360B}" dt="2022-04-22T15:03:18.786" v="1863"/>
          <ac:spMkLst>
            <pc:docMk/>
            <pc:sldMk cId="3459637331" sldId="539"/>
            <ac:spMk id="6" creationId="{94DFC03E-F450-4CDD-8DE9-38538CF72161}"/>
          </ac:spMkLst>
        </pc:spChg>
        <pc:spChg chg="add del">
          <ac:chgData name="" userId="213e45b8a479442b" providerId="LiveId" clId="{4D8713A2-1675-4EEE-A094-CB6F26AC360B}" dt="2022-04-22T15:03:18.786" v="1863"/>
          <ac:spMkLst>
            <pc:docMk/>
            <pc:sldMk cId="3459637331" sldId="539"/>
            <ac:spMk id="7" creationId="{2DFAA76A-01DD-4B8A-89A3-C9750B307075}"/>
          </ac:spMkLst>
        </pc:spChg>
        <pc:spChg chg="mod">
          <ac:chgData name="" userId="213e45b8a479442b" providerId="LiveId" clId="{4D8713A2-1675-4EEE-A094-CB6F26AC360B}" dt="2022-04-22T15:04:04.223" v="1879" actId="20577"/>
          <ac:spMkLst>
            <pc:docMk/>
            <pc:sldMk cId="3459637331" sldId="539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22T15:03:23.094" v="1864" actId="14100"/>
          <ac:graphicFrameMkLst>
            <pc:docMk/>
            <pc:sldMk cId="3459637331" sldId="539"/>
            <ac:graphicFrameMk id="4" creationId="{9366E42D-B754-404A-9E26-27D038E532B9}"/>
          </ac:graphicFrameMkLst>
        </pc:graphicFrameChg>
        <pc:graphicFrameChg chg="del">
          <ac:chgData name="" userId="213e45b8a479442b" providerId="LiveId" clId="{4D8713A2-1675-4EEE-A094-CB6F26AC360B}" dt="2022-04-16T13:46:31.491" v="1152" actId="478"/>
          <ac:graphicFrameMkLst>
            <pc:docMk/>
            <pc:sldMk cId="3459637331" sldId="539"/>
            <ac:graphicFrameMk id="9" creationId="{E877CED4-6B68-4474-A935-F8CD3AD2FFF5}"/>
          </ac:graphicFrameMkLst>
        </pc:graphicFrameChg>
        <pc:picChg chg="del">
          <ac:chgData name="" userId="213e45b8a479442b" providerId="LiveId" clId="{4D8713A2-1675-4EEE-A094-CB6F26AC360B}" dt="2022-04-16T13:46:29.194" v="1151" actId="478"/>
          <ac:picMkLst>
            <pc:docMk/>
            <pc:sldMk cId="3459637331" sldId="539"/>
            <ac:picMk id="7" creationId="{B8C47F63-69AC-482B-A845-AF86BF0889CC}"/>
          </ac:picMkLst>
        </pc:picChg>
      </pc:sldChg>
      <pc:sldChg chg="addSp delSp modSp add delAnim">
        <pc:chgData name="" userId="213e45b8a479442b" providerId="LiveId" clId="{4D8713A2-1675-4EEE-A094-CB6F26AC360B}" dt="2022-04-22T15:04:01.321" v="1876" actId="20577"/>
        <pc:sldMkLst>
          <pc:docMk/>
          <pc:sldMk cId="3692695054" sldId="540"/>
        </pc:sldMkLst>
        <pc:spChg chg="mod">
          <ac:chgData name="" userId="213e45b8a479442b" providerId="LiveId" clId="{4D8713A2-1675-4EEE-A094-CB6F26AC360B}" dt="2022-04-16T13:53:16.847" v="1303"/>
          <ac:spMkLst>
            <pc:docMk/>
            <pc:sldMk cId="3692695054" sldId="540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3:52:59.411" v="1301" actId="113"/>
          <ac:spMkLst>
            <pc:docMk/>
            <pc:sldMk cId="3692695054" sldId="540"/>
            <ac:spMk id="3" creationId="{FC3DE994-F8E6-4715-916B-9859E1A19738}"/>
          </ac:spMkLst>
        </pc:spChg>
        <pc:spChg chg="add del mod">
          <ac:chgData name="" userId="213e45b8a479442b" providerId="LiveId" clId="{4D8713A2-1675-4EEE-A094-CB6F26AC360B}" dt="2022-04-22T15:03:58.974" v="1872" actId="478"/>
          <ac:spMkLst>
            <pc:docMk/>
            <pc:sldMk cId="3692695054" sldId="540"/>
            <ac:spMk id="7" creationId="{1C7F0975-9F56-4EA3-A6BF-9963E15943ED}"/>
          </ac:spMkLst>
        </pc:spChg>
        <pc:spChg chg="del mod">
          <ac:chgData name="" userId="213e45b8a479442b" providerId="LiveId" clId="{4D8713A2-1675-4EEE-A094-CB6F26AC360B}" dt="2022-04-22T15:03:56.714" v="1871" actId="478"/>
          <ac:spMkLst>
            <pc:docMk/>
            <pc:sldMk cId="3692695054" sldId="540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22T15:04:01.321" v="1876" actId="20577"/>
          <ac:spMkLst>
            <pc:docMk/>
            <pc:sldMk cId="3692695054" sldId="540"/>
            <ac:spMk id="9" creationId="{22A67930-E647-4050-AF02-F61705D3EDF0}"/>
          </ac:spMkLst>
        </pc:spChg>
        <pc:graphicFrameChg chg="del">
          <ac:chgData name="" userId="213e45b8a479442b" providerId="LiveId" clId="{4D8713A2-1675-4EEE-A094-CB6F26AC360B}" dt="2022-04-16T13:48:23.683" v="1174" actId="478"/>
          <ac:graphicFrameMkLst>
            <pc:docMk/>
            <pc:sldMk cId="3692695054" sldId="540"/>
            <ac:graphicFrameMk id="5" creationId="{AA02CC20-97AD-46FC-93CC-00273CF8711E}"/>
          </ac:graphicFrameMkLst>
        </pc:graphicFrameChg>
        <pc:graphicFrameChg chg="add mod modGraphic">
          <ac:chgData name="" userId="213e45b8a479442b" providerId="LiveId" clId="{4D8713A2-1675-4EEE-A094-CB6F26AC360B}" dt="2022-04-16T13:50:02.705" v="1192" actId="403"/>
          <ac:graphicFrameMkLst>
            <pc:docMk/>
            <pc:sldMk cId="3692695054" sldId="540"/>
            <ac:graphicFrameMk id="13" creationId="{CF3CE2DA-8993-4355-9D71-E10F74CA335B}"/>
          </ac:graphicFrameMkLst>
        </pc:graphicFrameChg>
        <pc:picChg chg="del">
          <ac:chgData name="" userId="213e45b8a479442b" providerId="LiveId" clId="{4D8713A2-1675-4EEE-A094-CB6F26AC360B}" dt="2022-04-16T13:49:15.261" v="1181" actId="478"/>
          <ac:picMkLst>
            <pc:docMk/>
            <pc:sldMk cId="3692695054" sldId="540"/>
            <ac:picMk id="9" creationId="{99807999-0B78-40D4-8311-B2044C0A14F8}"/>
          </ac:picMkLst>
        </pc:picChg>
        <pc:picChg chg="add mod">
          <ac:chgData name="" userId="213e45b8a479442b" providerId="LiveId" clId="{4D8713A2-1675-4EEE-A094-CB6F26AC360B}" dt="2022-04-16T13:50:11.837" v="1194" actId="1076"/>
          <ac:picMkLst>
            <pc:docMk/>
            <pc:sldMk cId="3692695054" sldId="540"/>
            <ac:picMk id="12" creationId="{D0529A43-BF81-4060-AC79-E9280EC5FF81}"/>
          </ac:picMkLst>
        </pc:picChg>
        <pc:cxnChg chg="del">
          <ac:chgData name="" userId="213e45b8a479442b" providerId="LiveId" clId="{4D8713A2-1675-4EEE-A094-CB6F26AC360B}" dt="2022-04-16T13:49:15.261" v="1181" actId="478"/>
          <ac:cxnSpMkLst>
            <pc:docMk/>
            <pc:sldMk cId="3692695054" sldId="540"/>
            <ac:cxnSpMk id="6" creationId="{27FE105F-B2F4-40B9-93D8-03D8FB11D6FF}"/>
          </ac:cxnSpMkLst>
        </pc:cxnChg>
        <pc:cxnChg chg="del">
          <ac:chgData name="" userId="213e45b8a479442b" providerId="LiveId" clId="{4D8713A2-1675-4EEE-A094-CB6F26AC360B}" dt="2022-04-16T13:49:15.261" v="1181" actId="478"/>
          <ac:cxnSpMkLst>
            <pc:docMk/>
            <pc:sldMk cId="3692695054" sldId="540"/>
            <ac:cxnSpMk id="10" creationId="{DDD90E6D-2784-48B0-AA4E-A7CA4E1AAE6C}"/>
          </ac:cxnSpMkLst>
        </pc:cxnChg>
        <pc:cxnChg chg="del">
          <ac:chgData name="" userId="213e45b8a479442b" providerId="LiveId" clId="{4D8713A2-1675-4EEE-A094-CB6F26AC360B}" dt="2022-04-16T13:49:15.261" v="1181" actId="478"/>
          <ac:cxnSpMkLst>
            <pc:docMk/>
            <pc:sldMk cId="3692695054" sldId="540"/>
            <ac:cxnSpMk id="11" creationId="{2B56401E-8DA5-4C01-8B3D-7FC01B81AAE2}"/>
          </ac:cxnSpMkLst>
        </pc:cxnChg>
        <pc:cxnChg chg="del">
          <ac:chgData name="" userId="213e45b8a479442b" providerId="LiveId" clId="{4D8713A2-1675-4EEE-A094-CB6F26AC360B}" dt="2022-04-16T13:49:15.261" v="1181" actId="478"/>
          <ac:cxnSpMkLst>
            <pc:docMk/>
            <pc:sldMk cId="3692695054" sldId="540"/>
            <ac:cxnSpMk id="17" creationId="{E013AC31-2B2B-4040-B669-25DC00082365}"/>
          </ac:cxnSpMkLst>
        </pc:cxnChg>
      </pc:sldChg>
      <pc:sldChg chg="addSp delSp modSp add">
        <pc:chgData name="" userId="213e45b8a479442b" providerId="LiveId" clId="{4D8713A2-1675-4EEE-A094-CB6F26AC360B}" dt="2022-04-22T14:59:45.039" v="1810"/>
        <pc:sldMkLst>
          <pc:docMk/>
          <pc:sldMk cId="31204593" sldId="542"/>
        </pc:sldMkLst>
        <pc:spChg chg="mod">
          <ac:chgData name="" userId="213e45b8a479442b" providerId="LiveId" clId="{4D8713A2-1675-4EEE-A094-CB6F26AC360B}" dt="2022-04-16T13:53:43.787" v="1305"/>
          <ac:spMkLst>
            <pc:docMk/>
            <pc:sldMk cId="31204593" sldId="542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16T13:57:16.246" v="1334" actId="1076"/>
          <ac:spMkLst>
            <pc:docMk/>
            <pc:sldMk cId="31204593" sldId="542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45.039" v="1810"/>
          <ac:spMkLst>
            <pc:docMk/>
            <pc:sldMk cId="31204593" sldId="542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16T13:57:31.299" v="1340" actId="1076"/>
          <ac:spMkLst>
            <pc:docMk/>
            <pc:sldMk cId="31204593" sldId="542"/>
            <ac:spMk id="10" creationId="{2C3A200E-2B31-4596-B43A-AE427133B058}"/>
          </ac:spMkLst>
        </pc:spChg>
        <pc:graphicFrameChg chg="del">
          <ac:chgData name="" userId="213e45b8a479442b" providerId="LiveId" clId="{4D8713A2-1675-4EEE-A094-CB6F26AC360B}" dt="2022-04-16T13:55:50.679" v="1315" actId="478"/>
          <ac:graphicFrameMkLst>
            <pc:docMk/>
            <pc:sldMk cId="31204593" sldId="542"/>
            <ac:graphicFrameMk id="6" creationId="{05ABCB66-743D-40CE-B52C-28476B8E9143}"/>
          </ac:graphicFrameMkLst>
        </pc:graphicFrameChg>
        <pc:graphicFrameChg chg="add mod modGraphic">
          <ac:chgData name="" userId="213e45b8a479442b" providerId="LiveId" clId="{4D8713A2-1675-4EEE-A094-CB6F26AC360B}" dt="2022-04-16T13:56:54.173" v="1327" actId="14100"/>
          <ac:graphicFrameMkLst>
            <pc:docMk/>
            <pc:sldMk cId="31204593" sldId="542"/>
            <ac:graphicFrameMk id="7" creationId="{B9F40BF4-3B7F-4B1E-833E-BFF1CFD2878D}"/>
          </ac:graphicFrameMkLst>
        </pc:graphicFrameChg>
        <pc:picChg chg="add mod">
          <ac:chgData name="" userId="213e45b8a479442b" providerId="LiveId" clId="{4D8713A2-1675-4EEE-A094-CB6F26AC360B}" dt="2022-04-16T13:57:45.691" v="1342" actId="1076"/>
          <ac:picMkLst>
            <pc:docMk/>
            <pc:sldMk cId="31204593" sldId="542"/>
            <ac:picMk id="9" creationId="{7ACA231A-2C22-4000-92AF-0A29D16364D3}"/>
          </ac:picMkLst>
        </pc:picChg>
      </pc:sldChg>
      <pc:sldChg chg="addSp delSp modSp add ord">
        <pc:chgData name="" userId="213e45b8a479442b" providerId="LiveId" clId="{4D8713A2-1675-4EEE-A094-CB6F26AC360B}" dt="2022-04-22T14:59:43.429" v="1809"/>
        <pc:sldMkLst>
          <pc:docMk/>
          <pc:sldMk cId="642125342" sldId="543"/>
        </pc:sldMkLst>
        <pc:spChg chg="mod">
          <ac:chgData name="" userId="213e45b8a479442b" providerId="LiveId" clId="{4D8713A2-1675-4EEE-A094-CB6F26AC360B}" dt="2022-04-22T14:14:37.810" v="1400" actId="20577"/>
          <ac:spMkLst>
            <pc:docMk/>
            <pc:sldMk cId="642125342" sldId="543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43.429" v="1809"/>
          <ac:spMkLst>
            <pc:docMk/>
            <pc:sldMk cId="642125342" sldId="543"/>
            <ac:spMk id="8" creationId="{36177B38-43AB-4398-968B-448F8F0E5F49}"/>
          </ac:spMkLst>
        </pc:spChg>
        <pc:spChg chg="add mod">
          <ac:chgData name="" userId="213e45b8a479442b" providerId="LiveId" clId="{4D8713A2-1675-4EEE-A094-CB6F26AC360B}" dt="2022-04-22T14:19:18.135" v="1460" actId="1076"/>
          <ac:spMkLst>
            <pc:docMk/>
            <pc:sldMk cId="642125342" sldId="543"/>
            <ac:spMk id="9" creationId="{FCE48D5A-966A-41A1-B040-40ADA74AE897}"/>
          </ac:spMkLst>
        </pc:spChg>
        <pc:spChg chg="del">
          <ac:chgData name="" userId="213e45b8a479442b" providerId="LiveId" clId="{4D8713A2-1675-4EEE-A094-CB6F26AC360B}" dt="2022-04-16T13:58:19.075" v="1344" actId="478"/>
          <ac:spMkLst>
            <pc:docMk/>
            <pc:sldMk cId="642125342" sldId="543"/>
            <ac:spMk id="10" creationId="{2C3A200E-2B31-4596-B43A-AE427133B058}"/>
          </ac:spMkLst>
        </pc:spChg>
        <pc:graphicFrameChg chg="add mod modGraphic">
          <ac:chgData name="" userId="213e45b8a479442b" providerId="LiveId" clId="{4D8713A2-1675-4EEE-A094-CB6F26AC360B}" dt="2022-04-22T14:17:57.735" v="1438" actId="6549"/>
          <ac:graphicFrameMkLst>
            <pc:docMk/>
            <pc:sldMk cId="642125342" sldId="543"/>
            <ac:graphicFrameMk id="5" creationId="{6CCFD73E-FEE0-4622-90EC-386583FE7F57}"/>
          </ac:graphicFrameMkLst>
        </pc:graphicFrameChg>
        <pc:graphicFrameChg chg="del">
          <ac:chgData name="" userId="213e45b8a479442b" providerId="LiveId" clId="{4D8713A2-1675-4EEE-A094-CB6F26AC360B}" dt="2022-04-16T13:58:21.880" v="1345" actId="478"/>
          <ac:graphicFrameMkLst>
            <pc:docMk/>
            <pc:sldMk cId="642125342" sldId="543"/>
            <ac:graphicFrameMk id="7" creationId="{B9F40BF4-3B7F-4B1E-833E-BFF1CFD2878D}"/>
          </ac:graphicFrameMkLst>
        </pc:graphicFrameChg>
        <pc:picChg chg="add mod">
          <ac:chgData name="" userId="213e45b8a479442b" providerId="LiveId" clId="{4D8713A2-1675-4EEE-A094-CB6F26AC360B}" dt="2022-04-22T14:21:06.363" v="1484" actId="1076"/>
          <ac:picMkLst>
            <pc:docMk/>
            <pc:sldMk cId="642125342" sldId="543"/>
            <ac:picMk id="6" creationId="{EC6E2999-45CC-4A49-BBF3-DFE9810BCBE0}"/>
          </ac:picMkLst>
        </pc:picChg>
        <pc:picChg chg="del">
          <ac:chgData name="" userId="213e45b8a479442b" providerId="LiveId" clId="{4D8713A2-1675-4EEE-A094-CB6F26AC360B}" dt="2022-04-16T13:58:19.075" v="1344" actId="478"/>
          <ac:picMkLst>
            <pc:docMk/>
            <pc:sldMk cId="642125342" sldId="543"/>
            <ac:picMk id="9" creationId="{7ACA231A-2C22-4000-92AF-0A29D16364D3}"/>
          </ac:picMkLst>
        </pc:picChg>
        <pc:cxnChg chg="add del mod">
          <ac:chgData name="" userId="213e45b8a479442b" providerId="LiveId" clId="{4D8713A2-1675-4EEE-A094-CB6F26AC360B}" dt="2022-04-22T14:19:09.530" v="1458" actId="478"/>
          <ac:cxnSpMkLst>
            <pc:docMk/>
            <pc:sldMk cId="642125342" sldId="543"/>
            <ac:cxnSpMk id="7" creationId="{BD67C734-7325-40A9-9116-D839D3A4F452}"/>
          </ac:cxnSpMkLst>
        </pc:cxnChg>
        <pc:cxnChg chg="add mod">
          <ac:chgData name="" userId="213e45b8a479442b" providerId="LiveId" clId="{4D8713A2-1675-4EEE-A094-CB6F26AC360B}" dt="2022-04-22T14:19:13.560" v="1459" actId="14100"/>
          <ac:cxnSpMkLst>
            <pc:docMk/>
            <pc:sldMk cId="642125342" sldId="543"/>
            <ac:cxnSpMk id="10" creationId="{85B39D96-1742-48FA-B051-D3DAD200F6BE}"/>
          </ac:cxnSpMkLst>
        </pc:cxnChg>
      </pc:sldChg>
      <pc:sldChg chg="addSp modSp add">
        <pc:chgData name="" userId="213e45b8a479442b" providerId="LiveId" clId="{4D8713A2-1675-4EEE-A094-CB6F26AC360B}" dt="2022-04-22T14:59:37.492" v="1806"/>
        <pc:sldMkLst>
          <pc:docMk/>
          <pc:sldMk cId="48284971" sldId="544"/>
        </pc:sldMkLst>
        <pc:spChg chg="mod">
          <ac:chgData name="" userId="213e45b8a479442b" providerId="LiveId" clId="{4D8713A2-1675-4EEE-A094-CB6F26AC360B}" dt="2022-04-22T14:28:32.835" v="1726" actId="207"/>
          <ac:spMkLst>
            <pc:docMk/>
            <pc:sldMk cId="48284971" sldId="544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37.492" v="1806"/>
          <ac:spMkLst>
            <pc:docMk/>
            <pc:sldMk cId="48284971" sldId="544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22T14:28:24.202" v="1724" actId="1076"/>
          <ac:graphicFrameMkLst>
            <pc:docMk/>
            <pc:sldMk cId="48284971" sldId="544"/>
            <ac:graphicFrameMk id="5" creationId="{21A243C0-BC5A-4735-8050-E6C2F357982B}"/>
          </ac:graphicFrameMkLst>
        </pc:graphicFrameChg>
      </pc:sldChg>
      <pc:sldChg chg="addSp delSp modSp add">
        <pc:chgData name="" userId="213e45b8a479442b" providerId="LiveId" clId="{4D8713A2-1675-4EEE-A094-CB6F26AC360B}" dt="2022-04-22T14:59:39.327" v="1807"/>
        <pc:sldMkLst>
          <pc:docMk/>
          <pc:sldMk cId="3061945368" sldId="545"/>
        </pc:sldMkLst>
        <pc:spChg chg="mod">
          <ac:chgData name="" userId="213e45b8a479442b" providerId="LiveId" clId="{4D8713A2-1675-4EEE-A094-CB6F26AC360B}" dt="2022-04-22T14:28:36.825" v="1727" actId="207"/>
          <ac:spMkLst>
            <pc:docMk/>
            <pc:sldMk cId="3061945368" sldId="545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39.327" v="1807"/>
          <ac:spMkLst>
            <pc:docMk/>
            <pc:sldMk cId="3061945368" sldId="545"/>
            <ac:spMk id="8" creationId="{36177B38-43AB-4398-968B-448F8F0E5F49}"/>
          </ac:spMkLst>
        </pc:spChg>
        <pc:spChg chg="mod">
          <ac:chgData name="" userId="213e45b8a479442b" providerId="LiveId" clId="{4D8713A2-1675-4EEE-A094-CB6F26AC360B}" dt="2022-04-22T14:20:41.807" v="1481" actId="1076"/>
          <ac:spMkLst>
            <pc:docMk/>
            <pc:sldMk cId="3061945368" sldId="545"/>
            <ac:spMk id="9" creationId="{FCE48D5A-966A-41A1-B040-40ADA74AE897}"/>
          </ac:spMkLst>
        </pc:spChg>
        <pc:graphicFrameChg chg="mod modGraphic">
          <ac:chgData name="" userId="213e45b8a479442b" providerId="LiveId" clId="{4D8713A2-1675-4EEE-A094-CB6F26AC360B}" dt="2022-04-22T14:27:49.466" v="1710" actId="1076"/>
          <ac:graphicFrameMkLst>
            <pc:docMk/>
            <pc:sldMk cId="3061945368" sldId="545"/>
            <ac:graphicFrameMk id="5" creationId="{6CCFD73E-FEE0-4622-90EC-386583FE7F57}"/>
          </ac:graphicFrameMkLst>
        </pc:graphicFrameChg>
        <pc:picChg chg="del">
          <ac:chgData name="" userId="213e45b8a479442b" providerId="LiveId" clId="{4D8713A2-1675-4EEE-A094-CB6F26AC360B}" dt="2022-04-22T14:19:59.964" v="1465" actId="478"/>
          <ac:picMkLst>
            <pc:docMk/>
            <pc:sldMk cId="3061945368" sldId="545"/>
            <ac:picMk id="6" creationId="{EC6E2999-45CC-4A49-BBF3-DFE9810BCBE0}"/>
          </ac:picMkLst>
        </pc:picChg>
        <pc:picChg chg="add mod">
          <ac:chgData name="" userId="213e45b8a479442b" providerId="LiveId" clId="{4D8713A2-1675-4EEE-A094-CB6F26AC360B}" dt="2022-04-22T14:20:30.211" v="1479" actId="1076"/>
          <ac:picMkLst>
            <pc:docMk/>
            <pc:sldMk cId="3061945368" sldId="545"/>
            <ac:picMk id="11" creationId="{C28C287F-F4E9-4BFA-A17E-B1748FABC065}"/>
          </ac:picMkLst>
        </pc:picChg>
        <pc:cxnChg chg="mod">
          <ac:chgData name="" userId="213e45b8a479442b" providerId="LiveId" clId="{4D8713A2-1675-4EEE-A094-CB6F26AC360B}" dt="2022-04-22T14:20:36.547" v="1480" actId="14100"/>
          <ac:cxnSpMkLst>
            <pc:docMk/>
            <pc:sldMk cId="3061945368" sldId="545"/>
            <ac:cxnSpMk id="10" creationId="{85B39D96-1742-48FA-B051-D3DAD200F6BE}"/>
          </ac:cxnSpMkLst>
        </pc:cxnChg>
      </pc:sldChg>
      <pc:sldChg chg="delSp modSp add">
        <pc:chgData name="" userId="213e45b8a479442b" providerId="LiveId" clId="{4D8713A2-1675-4EEE-A094-CB6F26AC360B}" dt="2022-04-22T14:59:41.380" v="1808"/>
        <pc:sldMkLst>
          <pc:docMk/>
          <pc:sldMk cId="1400935909" sldId="546"/>
        </pc:sldMkLst>
        <pc:spChg chg="mod">
          <ac:chgData name="" userId="213e45b8a479442b" providerId="LiveId" clId="{4D8713A2-1675-4EEE-A094-CB6F26AC360B}" dt="2022-04-22T14:24:57.731" v="1656" actId="12"/>
          <ac:spMkLst>
            <pc:docMk/>
            <pc:sldMk cId="1400935909" sldId="546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41.380" v="1808"/>
          <ac:spMkLst>
            <pc:docMk/>
            <pc:sldMk cId="1400935909" sldId="546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22T14:22:06.433" v="1489" actId="478"/>
          <ac:spMkLst>
            <pc:docMk/>
            <pc:sldMk cId="1400935909" sldId="546"/>
            <ac:spMk id="9" creationId="{FCE48D5A-966A-41A1-B040-40ADA74AE897}"/>
          </ac:spMkLst>
        </pc:spChg>
        <pc:graphicFrameChg chg="del">
          <ac:chgData name="" userId="213e45b8a479442b" providerId="LiveId" clId="{4D8713A2-1675-4EEE-A094-CB6F26AC360B}" dt="2022-04-22T14:21:58.841" v="1487" actId="478"/>
          <ac:graphicFrameMkLst>
            <pc:docMk/>
            <pc:sldMk cId="1400935909" sldId="546"/>
            <ac:graphicFrameMk id="5" creationId="{6CCFD73E-FEE0-4622-90EC-386583FE7F57}"/>
          </ac:graphicFrameMkLst>
        </pc:graphicFrameChg>
        <pc:picChg chg="del">
          <ac:chgData name="" userId="213e45b8a479442b" providerId="LiveId" clId="{4D8713A2-1675-4EEE-A094-CB6F26AC360B}" dt="2022-04-22T14:22:04.413" v="1488" actId="478"/>
          <ac:picMkLst>
            <pc:docMk/>
            <pc:sldMk cId="1400935909" sldId="546"/>
            <ac:picMk id="6" creationId="{EC6E2999-45CC-4A49-BBF3-DFE9810BCBE0}"/>
          </ac:picMkLst>
        </pc:picChg>
        <pc:cxnChg chg="del">
          <ac:chgData name="" userId="213e45b8a479442b" providerId="LiveId" clId="{4D8713A2-1675-4EEE-A094-CB6F26AC360B}" dt="2022-04-22T14:22:08.203" v="1490" actId="478"/>
          <ac:cxnSpMkLst>
            <pc:docMk/>
            <pc:sldMk cId="1400935909" sldId="546"/>
            <ac:cxnSpMk id="10" creationId="{85B39D96-1742-48FA-B051-D3DAD200F6BE}"/>
          </ac:cxnSpMkLst>
        </pc:cxnChg>
      </pc:sldChg>
      <pc:sldChg chg="addSp delSp modSp add">
        <pc:chgData name="" userId="213e45b8a479442b" providerId="LiveId" clId="{4D8713A2-1675-4EEE-A094-CB6F26AC360B}" dt="2022-04-22T14:59:35.692" v="1805"/>
        <pc:sldMkLst>
          <pc:docMk/>
          <pc:sldMk cId="368160872" sldId="547"/>
        </pc:sldMkLst>
        <pc:spChg chg="mod">
          <ac:chgData name="" userId="213e45b8a479442b" providerId="LiveId" clId="{4D8713A2-1675-4EEE-A094-CB6F26AC360B}" dt="2022-04-22T14:29:09.217" v="1732" actId="6549"/>
          <ac:spMkLst>
            <pc:docMk/>
            <pc:sldMk cId="368160872" sldId="547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35.692" v="1805"/>
          <ac:spMkLst>
            <pc:docMk/>
            <pc:sldMk cId="368160872" sldId="547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22T14:33:06.117" v="1760" actId="1076"/>
          <ac:graphicFrameMkLst>
            <pc:docMk/>
            <pc:sldMk cId="368160872" sldId="547"/>
            <ac:graphicFrameMk id="4" creationId="{5F8EF356-78E1-4618-9D92-144C089D1E9B}"/>
          </ac:graphicFrameMkLst>
        </pc:graphicFrameChg>
        <pc:graphicFrameChg chg="del">
          <ac:chgData name="" userId="213e45b8a479442b" providerId="LiveId" clId="{4D8713A2-1675-4EEE-A094-CB6F26AC360B}" dt="2022-04-22T14:29:11.118" v="1733" actId="478"/>
          <ac:graphicFrameMkLst>
            <pc:docMk/>
            <pc:sldMk cId="368160872" sldId="547"/>
            <ac:graphicFrameMk id="5" creationId="{21A243C0-BC5A-4735-8050-E6C2F357982B}"/>
          </ac:graphicFrameMkLst>
        </pc:graphicFrameChg>
      </pc:sldChg>
      <pc:sldChg chg="modSp add">
        <pc:chgData name="" userId="213e45b8a479442b" providerId="LiveId" clId="{4D8713A2-1675-4EEE-A094-CB6F26AC360B}" dt="2022-04-22T14:59:31.793" v="1804" actId="20577"/>
        <pc:sldMkLst>
          <pc:docMk/>
          <pc:sldMk cId="2919666311" sldId="548"/>
        </pc:sldMkLst>
        <pc:spChg chg="mod">
          <ac:chgData name="" userId="213e45b8a479442b" providerId="LiveId" clId="{4D8713A2-1675-4EEE-A094-CB6F26AC360B}" dt="2022-04-22T14:38:27.265" v="1793" actId="207"/>
          <ac:spMkLst>
            <pc:docMk/>
            <pc:sldMk cId="2919666311" sldId="548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4:59:31.793" v="1804" actId="20577"/>
          <ac:spMkLst>
            <pc:docMk/>
            <pc:sldMk cId="2919666311" sldId="548"/>
            <ac:spMk id="8" creationId="{36177B38-43AB-4398-968B-448F8F0E5F49}"/>
          </ac:spMkLst>
        </pc:spChg>
      </pc:sldChg>
      <pc:sldChg chg="addSp delSp modSp add">
        <pc:chgData name="" userId="213e45b8a479442b" providerId="LiveId" clId="{4D8713A2-1675-4EEE-A094-CB6F26AC360B}" dt="2022-04-22T15:06:30.734" v="1895" actId="1076"/>
        <pc:sldMkLst>
          <pc:docMk/>
          <pc:sldMk cId="2497559868" sldId="549"/>
        </pc:sldMkLst>
        <pc:spChg chg="mod">
          <ac:chgData name="" userId="213e45b8a479442b" providerId="LiveId" clId="{4D8713A2-1675-4EEE-A094-CB6F26AC360B}" dt="2022-04-22T14:58:42.575" v="1798"/>
          <ac:spMkLst>
            <pc:docMk/>
            <pc:sldMk cId="2497559868" sldId="549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2T15:06:30.734" v="1895" actId="1076"/>
          <ac:spMkLst>
            <pc:docMk/>
            <pc:sldMk cId="2497559868" sldId="549"/>
            <ac:spMk id="4" creationId="{263BF9A1-5552-4282-BBA2-124EDF714DCB}"/>
          </ac:spMkLst>
        </pc:spChg>
        <pc:spChg chg="mod">
          <ac:chgData name="" userId="213e45b8a479442b" providerId="LiveId" clId="{4D8713A2-1675-4EEE-A094-CB6F26AC360B}" dt="2022-04-22T14:59:27.979" v="1802" actId="20577"/>
          <ac:spMkLst>
            <pc:docMk/>
            <pc:sldMk cId="2497559868" sldId="549"/>
            <ac:spMk id="8" creationId="{36177B38-43AB-4398-968B-448F8F0E5F49}"/>
          </ac:spMkLst>
        </pc:spChg>
        <pc:spChg chg="del">
          <ac:chgData name="" userId="213e45b8a479442b" providerId="LiveId" clId="{4D8713A2-1675-4EEE-A094-CB6F26AC360B}" dt="2022-04-22T15:05:54.452" v="1884" actId="478"/>
          <ac:spMkLst>
            <pc:docMk/>
            <pc:sldMk cId="2497559868" sldId="549"/>
            <ac:spMk id="9" creationId="{FCE48D5A-966A-41A1-B040-40ADA74AE897}"/>
          </ac:spMkLst>
        </pc:spChg>
        <pc:graphicFrameChg chg="mod modGraphic">
          <ac:chgData name="" userId="213e45b8a479442b" providerId="LiveId" clId="{4D8713A2-1675-4EEE-A094-CB6F26AC360B}" dt="2022-04-22T15:06:21.463" v="1892" actId="368"/>
          <ac:graphicFrameMkLst>
            <pc:docMk/>
            <pc:sldMk cId="2497559868" sldId="549"/>
            <ac:graphicFrameMk id="5" creationId="{6CCFD73E-FEE0-4622-90EC-386583FE7F57}"/>
          </ac:graphicFrameMkLst>
        </pc:graphicFrameChg>
        <pc:picChg chg="del">
          <ac:chgData name="" userId="213e45b8a479442b" providerId="LiveId" clId="{4D8713A2-1675-4EEE-A094-CB6F26AC360B}" dt="2022-04-22T15:05:56.104" v="1885" actId="478"/>
          <ac:picMkLst>
            <pc:docMk/>
            <pc:sldMk cId="2497559868" sldId="549"/>
            <ac:picMk id="11" creationId="{C28C287F-F4E9-4BFA-A17E-B1748FABC065}"/>
          </ac:picMkLst>
        </pc:picChg>
        <pc:picChg chg="add mod">
          <ac:chgData name="" userId="213e45b8a479442b" providerId="LiveId" clId="{4D8713A2-1675-4EEE-A094-CB6F26AC360B}" dt="2022-04-22T15:06:16.214" v="1889" actId="1076"/>
          <ac:picMkLst>
            <pc:docMk/>
            <pc:sldMk cId="2497559868" sldId="549"/>
            <ac:picMk id="12" creationId="{2AD12464-6060-4BEF-9C28-C57D36988B34}"/>
          </ac:picMkLst>
        </pc:picChg>
        <pc:cxnChg chg="del">
          <ac:chgData name="" userId="213e45b8a479442b" providerId="LiveId" clId="{4D8713A2-1675-4EEE-A094-CB6F26AC360B}" dt="2022-04-22T15:05:50.819" v="1883" actId="478"/>
          <ac:cxnSpMkLst>
            <pc:docMk/>
            <pc:sldMk cId="2497559868" sldId="549"/>
            <ac:cxnSpMk id="10" creationId="{85B39D96-1742-48FA-B051-D3DAD200F6BE}"/>
          </ac:cxnSpMkLst>
        </pc:cxnChg>
      </pc:sldChg>
      <pc:sldChg chg="addSp modSp add modAnim">
        <pc:chgData name="" userId="213e45b8a479442b" providerId="LiveId" clId="{4D8713A2-1675-4EEE-A094-CB6F26AC360B}" dt="2022-04-22T15:09:41.177" v="1974"/>
        <pc:sldMkLst>
          <pc:docMk/>
          <pc:sldMk cId="3072383316" sldId="550"/>
        </pc:sldMkLst>
        <pc:spChg chg="mod">
          <ac:chgData name="" userId="213e45b8a479442b" providerId="LiveId" clId="{4D8713A2-1675-4EEE-A094-CB6F26AC360B}" dt="2022-04-22T15:07:55.692" v="1929" actId="12"/>
          <ac:spMkLst>
            <pc:docMk/>
            <pc:sldMk cId="3072383316" sldId="550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2T15:09:20.822" v="1973" actId="14100"/>
          <ac:spMkLst>
            <pc:docMk/>
            <pc:sldMk cId="3072383316" sldId="550"/>
            <ac:spMk id="5" creationId="{4E427FB8-A6DF-4244-93F6-34BEF237CF3B}"/>
          </ac:spMkLst>
        </pc:spChg>
        <pc:spChg chg="mod">
          <ac:chgData name="" userId="213e45b8a479442b" providerId="LiveId" clId="{4D8713A2-1675-4EEE-A094-CB6F26AC360B}" dt="2022-04-22T15:07:03.394" v="1921" actId="20577"/>
          <ac:spMkLst>
            <pc:docMk/>
            <pc:sldMk cId="3072383316" sldId="550"/>
            <ac:spMk id="8" creationId="{36177B38-43AB-4398-968B-448F8F0E5F49}"/>
          </ac:spMkLst>
        </pc:spChg>
      </pc:sldChg>
      <pc:sldChg chg="addSp delSp modSp add">
        <pc:chgData name="" userId="213e45b8a479442b" providerId="LiveId" clId="{4D8713A2-1675-4EEE-A094-CB6F26AC360B}" dt="2022-04-22T15:13:56.502" v="2051" actId="1076"/>
        <pc:sldMkLst>
          <pc:docMk/>
          <pc:sldMk cId="3369132038" sldId="551"/>
        </pc:sldMkLst>
        <pc:spChg chg="mod">
          <ac:chgData name="" userId="213e45b8a479442b" providerId="LiveId" clId="{4D8713A2-1675-4EEE-A094-CB6F26AC360B}" dt="2022-04-22T15:12:47.141" v="2034" actId="6549"/>
          <ac:spMkLst>
            <pc:docMk/>
            <pc:sldMk cId="3369132038" sldId="551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2T15:12:16.426" v="2019" actId="1038"/>
          <ac:spMkLst>
            <pc:docMk/>
            <pc:sldMk cId="3369132038" sldId="551"/>
            <ac:spMk id="4" creationId="{8A1D42E9-EE5C-4B7E-9FF7-CBCF550DD0F1}"/>
          </ac:spMkLst>
        </pc:spChg>
        <pc:spChg chg="del">
          <ac:chgData name="" userId="213e45b8a479442b" providerId="LiveId" clId="{4D8713A2-1675-4EEE-A094-CB6F26AC360B}" dt="2022-04-22T15:10:31.810" v="1978" actId="478"/>
          <ac:spMkLst>
            <pc:docMk/>
            <pc:sldMk cId="3369132038" sldId="551"/>
            <ac:spMk id="5" creationId="{4E427FB8-A6DF-4244-93F6-34BEF237CF3B}"/>
          </ac:spMkLst>
        </pc:spChg>
        <pc:spChg chg="add mod">
          <ac:chgData name="" userId="213e45b8a479442b" providerId="LiveId" clId="{4D8713A2-1675-4EEE-A094-CB6F26AC360B}" dt="2022-04-22T15:12:07.681" v="2012" actId="20577"/>
          <ac:spMkLst>
            <pc:docMk/>
            <pc:sldMk cId="3369132038" sldId="551"/>
            <ac:spMk id="6" creationId="{033AA606-3914-4B2A-A790-B99B9CA9688A}"/>
          </ac:spMkLst>
        </pc:spChg>
        <pc:spChg chg="add mod">
          <ac:chgData name="" userId="213e45b8a479442b" providerId="LiveId" clId="{4D8713A2-1675-4EEE-A094-CB6F26AC360B}" dt="2022-04-22T15:13:56.502" v="2051" actId="1076"/>
          <ac:spMkLst>
            <pc:docMk/>
            <pc:sldMk cId="3369132038" sldId="551"/>
            <ac:spMk id="7" creationId="{C5FF09BA-A2FD-4357-8E8E-82DCF41EB1BF}"/>
          </ac:spMkLst>
        </pc:spChg>
        <pc:spChg chg="add mod">
          <ac:chgData name="" userId="213e45b8a479442b" providerId="LiveId" clId="{4D8713A2-1675-4EEE-A094-CB6F26AC360B}" dt="2022-04-22T15:12:51.198" v="2035" actId="1076"/>
          <ac:spMkLst>
            <pc:docMk/>
            <pc:sldMk cId="3369132038" sldId="551"/>
            <ac:spMk id="9" creationId="{A1F7DBC2-C2CA-47AD-A748-0EAC3ABAE118}"/>
          </ac:spMkLst>
        </pc:spChg>
      </pc:sldChg>
      <pc:sldChg chg="delSp modSp add">
        <pc:chgData name="" userId="213e45b8a479442b" providerId="LiveId" clId="{4D8713A2-1675-4EEE-A094-CB6F26AC360B}" dt="2022-04-22T15:18:48.866" v="2164" actId="207"/>
        <pc:sldMkLst>
          <pc:docMk/>
          <pc:sldMk cId="200599201" sldId="552"/>
        </pc:sldMkLst>
        <pc:spChg chg="mod">
          <ac:chgData name="" userId="213e45b8a479442b" providerId="LiveId" clId="{4D8713A2-1675-4EEE-A094-CB6F26AC360B}" dt="2022-04-22T15:18:48.866" v="2164" actId="207"/>
          <ac:spMkLst>
            <pc:docMk/>
            <pc:sldMk cId="200599201" sldId="552"/>
            <ac:spMk id="3" creationId="{FC3DE994-F8E6-4715-916B-9859E1A19738}"/>
          </ac:spMkLst>
        </pc:spChg>
        <pc:spChg chg="del">
          <ac:chgData name="" userId="213e45b8a479442b" providerId="LiveId" clId="{4D8713A2-1675-4EEE-A094-CB6F26AC360B}" dt="2022-04-22T15:14:34.960" v="2056" actId="478"/>
          <ac:spMkLst>
            <pc:docMk/>
            <pc:sldMk cId="200599201" sldId="552"/>
            <ac:spMk id="4" creationId="{8A1D42E9-EE5C-4B7E-9FF7-CBCF550DD0F1}"/>
          </ac:spMkLst>
        </pc:spChg>
        <pc:spChg chg="del">
          <ac:chgData name="" userId="213e45b8a479442b" providerId="LiveId" clId="{4D8713A2-1675-4EEE-A094-CB6F26AC360B}" dt="2022-04-22T15:14:34.960" v="2056" actId="478"/>
          <ac:spMkLst>
            <pc:docMk/>
            <pc:sldMk cId="200599201" sldId="552"/>
            <ac:spMk id="6" creationId="{033AA606-3914-4B2A-A790-B99B9CA9688A}"/>
          </ac:spMkLst>
        </pc:spChg>
        <pc:spChg chg="del">
          <ac:chgData name="" userId="213e45b8a479442b" providerId="LiveId" clId="{4D8713A2-1675-4EEE-A094-CB6F26AC360B}" dt="2022-04-22T15:15:12.618" v="2060" actId="478"/>
          <ac:spMkLst>
            <pc:docMk/>
            <pc:sldMk cId="200599201" sldId="552"/>
            <ac:spMk id="7" creationId="{C5FF09BA-A2FD-4357-8E8E-82DCF41EB1BF}"/>
          </ac:spMkLst>
        </pc:spChg>
        <pc:spChg chg="del">
          <ac:chgData name="" userId="213e45b8a479442b" providerId="LiveId" clId="{4D8713A2-1675-4EEE-A094-CB6F26AC360B}" dt="2022-04-22T15:14:34.960" v="2056" actId="478"/>
          <ac:spMkLst>
            <pc:docMk/>
            <pc:sldMk cId="200599201" sldId="552"/>
            <ac:spMk id="9" creationId="{A1F7DBC2-C2CA-47AD-A748-0EAC3ABAE118}"/>
          </ac:spMkLst>
        </pc:spChg>
      </pc:sldChg>
      <pc:sldChg chg="addSp modSp add">
        <pc:chgData name="" userId="213e45b8a479442b" providerId="LiveId" clId="{4D8713A2-1675-4EEE-A094-CB6F26AC360B}" dt="2022-04-22T15:21:40.165" v="2197" actId="1076"/>
        <pc:sldMkLst>
          <pc:docMk/>
          <pc:sldMk cId="1127184608" sldId="553"/>
        </pc:sldMkLst>
        <pc:spChg chg="mod">
          <ac:chgData name="" userId="213e45b8a479442b" providerId="LiveId" clId="{4D8713A2-1675-4EEE-A094-CB6F26AC360B}" dt="2022-04-22T15:20:32.989" v="2183"/>
          <ac:spMkLst>
            <pc:docMk/>
            <pc:sldMk cId="1127184608" sldId="553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2T15:20:43.364" v="2188" actId="6549"/>
          <ac:spMkLst>
            <pc:docMk/>
            <pc:sldMk cId="1127184608" sldId="553"/>
            <ac:spMk id="4" creationId="{9F75DF5D-DB03-488D-BE5E-2C3421694604}"/>
          </ac:spMkLst>
        </pc:spChg>
        <pc:graphicFrameChg chg="add mod modGraphic">
          <ac:chgData name="" userId="213e45b8a479442b" providerId="LiveId" clId="{4D8713A2-1675-4EEE-A094-CB6F26AC360B}" dt="2022-04-22T15:21:16.481" v="2193" actId="6549"/>
          <ac:graphicFrameMkLst>
            <pc:docMk/>
            <pc:sldMk cId="1127184608" sldId="553"/>
            <ac:graphicFrameMk id="5" creationId="{B5E98A50-577F-401F-9FEA-99E91F00646B}"/>
          </ac:graphicFrameMkLst>
        </pc:graphicFrameChg>
        <pc:picChg chg="add mod">
          <ac:chgData name="" userId="213e45b8a479442b" providerId="LiveId" clId="{4D8713A2-1675-4EEE-A094-CB6F26AC360B}" dt="2022-04-22T15:21:40.165" v="2197" actId="1076"/>
          <ac:picMkLst>
            <pc:docMk/>
            <pc:sldMk cId="1127184608" sldId="553"/>
            <ac:picMk id="7" creationId="{D85C5E63-775E-4C03-98D2-11218F0AE14F}"/>
          </ac:picMkLst>
        </pc:picChg>
      </pc:sldChg>
      <pc:sldChg chg="modSp add ord">
        <pc:chgData name="" userId="213e45b8a479442b" providerId="LiveId" clId="{4D8713A2-1675-4EEE-A094-CB6F26AC360B}" dt="2022-04-22T15:18:13.692" v="2158"/>
        <pc:sldMkLst>
          <pc:docMk/>
          <pc:sldMk cId="1003778465" sldId="554"/>
        </pc:sldMkLst>
        <pc:spChg chg="mod">
          <ac:chgData name="" userId="213e45b8a479442b" providerId="LiveId" clId="{4D8713A2-1675-4EEE-A094-CB6F26AC360B}" dt="2022-04-22T15:18:10.881" v="2157" actId="20577"/>
          <ac:spMkLst>
            <pc:docMk/>
            <pc:sldMk cId="1003778465" sldId="554"/>
            <ac:spMk id="3" creationId="{FC3DE994-F8E6-4715-916B-9859E1A19738}"/>
          </ac:spMkLst>
        </pc:spChg>
      </pc:sldChg>
      <pc:sldChg chg="addSp delSp modSp add">
        <pc:chgData name="" userId="213e45b8a479442b" providerId="LiveId" clId="{4D8713A2-1675-4EEE-A094-CB6F26AC360B}" dt="2022-04-22T15:23:16.554" v="2221" actId="207"/>
        <pc:sldMkLst>
          <pc:docMk/>
          <pc:sldMk cId="3316453808" sldId="555"/>
        </pc:sldMkLst>
        <pc:spChg chg="mod">
          <ac:chgData name="" userId="213e45b8a479442b" providerId="LiveId" clId="{4D8713A2-1675-4EEE-A094-CB6F26AC360B}" dt="2022-04-22T15:22:26.673" v="2199"/>
          <ac:spMkLst>
            <pc:docMk/>
            <pc:sldMk cId="3316453808" sldId="555"/>
            <ac:spMk id="2" creationId="{5888EE31-F44C-4034-8407-4C756F65702C}"/>
          </ac:spMkLst>
        </pc:spChg>
        <pc:spChg chg="add del mod">
          <ac:chgData name="" userId="213e45b8a479442b" providerId="LiveId" clId="{4D8713A2-1675-4EEE-A094-CB6F26AC360B}" dt="2022-04-22T15:23:16.554" v="2221" actId="207"/>
          <ac:spMkLst>
            <pc:docMk/>
            <pc:sldMk cId="3316453808" sldId="555"/>
            <ac:spMk id="3" creationId="{FC3DE994-F8E6-4715-916B-9859E1A19738}"/>
          </ac:spMkLst>
        </pc:spChg>
        <pc:spChg chg="add del mod">
          <ac:chgData name="" userId="213e45b8a479442b" providerId="LiveId" clId="{4D8713A2-1675-4EEE-A094-CB6F26AC360B}" dt="2022-04-22T15:23:01.387" v="2211"/>
          <ac:spMkLst>
            <pc:docMk/>
            <pc:sldMk cId="3316453808" sldId="555"/>
            <ac:spMk id="4" creationId="{21B250B4-BC5D-4E0C-823B-19B62A4989AD}"/>
          </ac:spMkLst>
        </pc:spChg>
        <pc:spChg chg="mod">
          <ac:chgData name="" userId="213e45b8a479442b" providerId="LiveId" clId="{4D8713A2-1675-4EEE-A094-CB6F26AC360B}" dt="2022-04-22T15:22:33.694" v="2200"/>
          <ac:spMkLst>
            <pc:docMk/>
            <pc:sldMk cId="3316453808" sldId="555"/>
            <ac:spMk id="8" creationId="{36177B38-43AB-4398-968B-448F8F0E5F49}"/>
          </ac:spMkLst>
        </pc:spChg>
      </pc:sldChg>
      <pc:sldChg chg="modSp add">
        <pc:chgData name="" userId="213e45b8a479442b" providerId="LiveId" clId="{4D8713A2-1675-4EEE-A094-CB6F26AC360B}" dt="2022-04-26T01:22:30.994" v="2516" actId="6549"/>
        <pc:sldMkLst>
          <pc:docMk/>
          <pc:sldMk cId="3523922673" sldId="556"/>
        </pc:sldMkLst>
        <pc:spChg chg="mod">
          <ac:chgData name="" userId="213e45b8a479442b" providerId="LiveId" clId="{4D8713A2-1675-4EEE-A094-CB6F26AC360B}" dt="2022-04-26T01:22:30.994" v="2516" actId="6549"/>
          <ac:spMkLst>
            <pc:docMk/>
            <pc:sldMk cId="3523922673" sldId="556"/>
            <ac:spMk id="3" creationId="{FC3DE994-F8E6-4715-916B-9859E1A19738}"/>
          </ac:spMkLst>
        </pc:spChg>
      </pc:sldChg>
      <pc:sldChg chg="addSp modSp add">
        <pc:chgData name="" userId="213e45b8a479442b" providerId="LiveId" clId="{4D8713A2-1675-4EEE-A094-CB6F26AC360B}" dt="2022-04-26T01:36:54.116" v="2809" actId="207"/>
        <pc:sldMkLst>
          <pc:docMk/>
          <pc:sldMk cId="1053458949" sldId="557"/>
        </pc:sldMkLst>
        <pc:spChg chg="mod">
          <ac:chgData name="" userId="213e45b8a479442b" providerId="LiveId" clId="{4D8713A2-1675-4EEE-A094-CB6F26AC360B}" dt="2022-04-26T01:36:54.116" v="2809" actId="207"/>
          <ac:spMkLst>
            <pc:docMk/>
            <pc:sldMk cId="1053458949" sldId="557"/>
            <ac:spMk id="3" creationId="{FC3DE994-F8E6-4715-916B-9859E1A19738}"/>
          </ac:spMkLst>
        </pc:spChg>
        <pc:graphicFrameChg chg="add mod modGraphic">
          <ac:chgData name="" userId="213e45b8a479442b" providerId="LiveId" clId="{4D8713A2-1675-4EEE-A094-CB6F26AC360B}" dt="2022-04-22T15:39:13.931" v="2308" actId="2711"/>
          <ac:graphicFrameMkLst>
            <pc:docMk/>
            <pc:sldMk cId="1053458949" sldId="557"/>
            <ac:graphicFrameMk id="4" creationId="{C082F7AD-DBDE-4743-A95C-41AC539B7BAA}"/>
          </ac:graphicFrameMkLst>
        </pc:graphicFrameChg>
      </pc:sldChg>
      <pc:sldChg chg="addSp delSp modSp add modAnim">
        <pc:chgData name="" userId="213e45b8a479442b" providerId="LiveId" clId="{4D8713A2-1675-4EEE-A094-CB6F26AC360B}" dt="2022-04-22T15:41:37.439" v="2419" actId="1076"/>
        <pc:sldMkLst>
          <pc:docMk/>
          <pc:sldMk cId="2624643920" sldId="558"/>
        </pc:sldMkLst>
        <pc:spChg chg="mod">
          <ac:chgData name="" userId="213e45b8a479442b" providerId="LiveId" clId="{4D8713A2-1675-4EEE-A094-CB6F26AC360B}" dt="2022-04-22T15:40:45.193" v="2408" actId="207"/>
          <ac:spMkLst>
            <pc:docMk/>
            <pc:sldMk cId="2624643920" sldId="558"/>
            <ac:spMk id="3" creationId="{FC3DE994-F8E6-4715-916B-9859E1A19738}"/>
          </ac:spMkLst>
        </pc:spChg>
        <pc:graphicFrameChg chg="del">
          <ac:chgData name="" userId="213e45b8a479442b" providerId="LiveId" clId="{4D8713A2-1675-4EEE-A094-CB6F26AC360B}" dt="2022-04-22T15:40:50.425" v="2409" actId="478"/>
          <ac:graphicFrameMkLst>
            <pc:docMk/>
            <pc:sldMk cId="2624643920" sldId="558"/>
            <ac:graphicFrameMk id="4" creationId="{C082F7AD-DBDE-4743-A95C-41AC539B7BAA}"/>
          </ac:graphicFrameMkLst>
        </pc:graphicFrameChg>
        <pc:graphicFrameChg chg="add mod modGraphic">
          <ac:chgData name="" userId="213e45b8a479442b" providerId="LiveId" clId="{4D8713A2-1675-4EEE-A094-CB6F26AC360B}" dt="2022-04-22T15:41:37.439" v="2419" actId="1076"/>
          <ac:graphicFrameMkLst>
            <pc:docMk/>
            <pc:sldMk cId="2624643920" sldId="558"/>
            <ac:graphicFrameMk id="5" creationId="{1FC67A4B-7A95-4AA8-AF07-5FEDEA407AB0}"/>
          </ac:graphicFrameMkLst>
        </pc:graphicFrameChg>
      </pc:sldChg>
      <pc:sldChg chg="addSp delSp modSp add delAnim">
        <pc:chgData name="" userId="213e45b8a479442b" providerId="LiveId" clId="{4D8713A2-1675-4EEE-A094-CB6F26AC360B}" dt="2022-04-22T15:43:36.849" v="2438" actId="6549"/>
        <pc:sldMkLst>
          <pc:docMk/>
          <pc:sldMk cId="2004535652" sldId="559"/>
        </pc:sldMkLst>
        <pc:spChg chg="mod">
          <ac:chgData name="" userId="213e45b8a479442b" providerId="LiveId" clId="{4D8713A2-1675-4EEE-A094-CB6F26AC360B}" dt="2022-04-22T15:42:17.449" v="2422" actId="6549"/>
          <ac:spMkLst>
            <pc:docMk/>
            <pc:sldMk cId="2004535652" sldId="559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2T15:43:36.849" v="2438" actId="6549"/>
          <ac:spMkLst>
            <pc:docMk/>
            <pc:sldMk cId="2004535652" sldId="559"/>
            <ac:spMk id="9" creationId="{559629C0-371B-4074-85A3-0493A31F3F57}"/>
          </ac:spMkLst>
        </pc:spChg>
        <pc:graphicFrameChg chg="del">
          <ac:chgData name="" userId="213e45b8a479442b" providerId="LiveId" clId="{4D8713A2-1675-4EEE-A094-CB6F26AC360B}" dt="2022-04-22T15:42:14.785" v="2421" actId="478"/>
          <ac:graphicFrameMkLst>
            <pc:docMk/>
            <pc:sldMk cId="2004535652" sldId="559"/>
            <ac:graphicFrameMk id="5" creationId="{1FC67A4B-7A95-4AA8-AF07-5FEDEA407AB0}"/>
          </ac:graphicFrameMkLst>
        </pc:graphicFrameChg>
        <pc:graphicFrameChg chg="add mod modGraphic">
          <ac:chgData name="" userId="213e45b8a479442b" providerId="LiveId" clId="{4D8713A2-1675-4EEE-A094-CB6F26AC360B}" dt="2022-04-22T15:42:52.236" v="2429" actId="207"/>
          <ac:graphicFrameMkLst>
            <pc:docMk/>
            <pc:sldMk cId="2004535652" sldId="559"/>
            <ac:graphicFrameMk id="6" creationId="{CD68A3F2-72CA-4C70-8A1F-6F9E69D6117C}"/>
          </ac:graphicFrameMkLst>
        </pc:graphicFrameChg>
        <pc:picChg chg="add mod">
          <ac:chgData name="" userId="213e45b8a479442b" providerId="LiveId" clId="{4D8713A2-1675-4EEE-A094-CB6F26AC360B}" dt="2022-04-22T15:43:12.507" v="2432" actId="1076"/>
          <ac:picMkLst>
            <pc:docMk/>
            <pc:sldMk cId="2004535652" sldId="559"/>
            <ac:picMk id="7" creationId="{7D28ED9E-C3A7-49FD-82E6-CC87C311F1A9}"/>
          </ac:picMkLst>
        </pc:picChg>
      </pc:sldChg>
      <pc:sldChg chg="addSp delSp modSp add">
        <pc:chgData name="" userId="213e45b8a479442b" providerId="LiveId" clId="{4D8713A2-1675-4EEE-A094-CB6F26AC360B}" dt="2022-04-26T01:37:00.808" v="2810" actId="207"/>
        <pc:sldMkLst>
          <pc:docMk/>
          <pc:sldMk cId="2213753372" sldId="560"/>
        </pc:sldMkLst>
        <pc:spChg chg="mod">
          <ac:chgData name="" userId="213e45b8a479442b" providerId="LiveId" clId="{4D8713A2-1675-4EEE-A094-CB6F26AC360B}" dt="2022-04-26T01:37:00.808" v="2810" actId="207"/>
          <ac:spMkLst>
            <pc:docMk/>
            <pc:sldMk cId="2213753372" sldId="560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2T15:45:34.287" v="2455" actId="1036"/>
          <ac:spMkLst>
            <pc:docMk/>
            <pc:sldMk cId="2213753372" sldId="560"/>
            <ac:spMk id="4" creationId="{9F75DF5D-DB03-488D-BE5E-2C3421694604}"/>
          </ac:spMkLst>
        </pc:spChg>
        <pc:spChg chg="add del">
          <ac:chgData name="" userId="213e45b8a479442b" providerId="LiveId" clId="{4D8713A2-1675-4EEE-A094-CB6F26AC360B}" dt="2022-04-22T15:47:33.490" v="2497"/>
          <ac:spMkLst>
            <pc:docMk/>
            <pc:sldMk cId="2213753372" sldId="560"/>
            <ac:spMk id="22" creationId="{E5024E69-5963-4714-BA7C-365217364165}"/>
          </ac:spMkLst>
        </pc:spChg>
        <pc:spChg chg="add mod">
          <ac:chgData name="" userId="213e45b8a479442b" providerId="LiveId" clId="{4D8713A2-1675-4EEE-A094-CB6F26AC360B}" dt="2022-04-22T15:47:51.659" v="2513" actId="207"/>
          <ac:spMkLst>
            <pc:docMk/>
            <pc:sldMk cId="2213753372" sldId="560"/>
            <ac:spMk id="23" creationId="{A2DA93CC-32F9-41E7-A736-897F79A202FC}"/>
          </ac:spMkLst>
        </pc:spChg>
        <pc:graphicFrameChg chg="mod modGraphic">
          <ac:chgData name="" userId="213e45b8a479442b" providerId="LiveId" clId="{4D8713A2-1675-4EEE-A094-CB6F26AC360B}" dt="2022-04-22T15:44:58.094" v="2446" actId="1076"/>
          <ac:graphicFrameMkLst>
            <pc:docMk/>
            <pc:sldMk cId="2213753372" sldId="560"/>
            <ac:graphicFrameMk id="5" creationId="{B5E98A50-577F-401F-9FEA-99E91F00646B}"/>
          </ac:graphicFrameMkLst>
        </pc:graphicFrameChg>
        <pc:picChg chg="del">
          <ac:chgData name="" userId="213e45b8a479442b" providerId="LiveId" clId="{4D8713A2-1675-4EEE-A094-CB6F26AC360B}" dt="2022-04-22T15:44:23.773" v="2440" actId="478"/>
          <ac:picMkLst>
            <pc:docMk/>
            <pc:sldMk cId="2213753372" sldId="560"/>
            <ac:picMk id="7" creationId="{D85C5E63-775E-4C03-98D2-11218F0AE14F}"/>
          </ac:picMkLst>
        </pc:picChg>
        <pc:picChg chg="add mod">
          <ac:chgData name="" userId="213e45b8a479442b" providerId="LiveId" clId="{4D8713A2-1675-4EEE-A094-CB6F26AC360B}" dt="2022-04-22T15:47:14.335" v="2489" actId="1076"/>
          <ac:picMkLst>
            <pc:docMk/>
            <pc:sldMk cId="2213753372" sldId="560"/>
            <ac:picMk id="9" creationId="{1D34420E-BA0F-4CF2-B897-05E7FC3B96DC}"/>
          </ac:picMkLst>
        </pc:picChg>
        <pc:picChg chg="add mod">
          <ac:chgData name="" userId="213e45b8a479442b" providerId="LiveId" clId="{4D8713A2-1675-4EEE-A094-CB6F26AC360B}" dt="2022-04-22T15:47:00.566" v="2482" actId="1076"/>
          <ac:picMkLst>
            <pc:docMk/>
            <pc:sldMk cId="2213753372" sldId="560"/>
            <ac:picMk id="10" creationId="{B7D1DBCE-8949-44CC-AA3A-3A985FCEC8DC}"/>
          </ac:picMkLst>
        </pc:picChg>
        <pc:cxnChg chg="add mod">
          <ac:chgData name="" userId="213e45b8a479442b" providerId="LiveId" clId="{4D8713A2-1675-4EEE-A094-CB6F26AC360B}" dt="2022-04-22T15:47:12.962" v="2488" actId="1076"/>
          <ac:cxnSpMkLst>
            <pc:docMk/>
            <pc:sldMk cId="2213753372" sldId="560"/>
            <ac:cxnSpMk id="11" creationId="{9589B1D5-C3A9-4A52-9B17-957BAFE1B4D2}"/>
          </ac:cxnSpMkLst>
        </pc:cxnChg>
        <pc:cxnChg chg="add mod">
          <ac:chgData name="" userId="213e45b8a479442b" providerId="LiveId" clId="{4D8713A2-1675-4EEE-A094-CB6F26AC360B}" dt="2022-04-22T15:47:28.146" v="2495" actId="14100"/>
          <ac:cxnSpMkLst>
            <pc:docMk/>
            <pc:sldMk cId="2213753372" sldId="560"/>
            <ac:cxnSpMk id="12" creationId="{E4726663-6873-4AF2-84A9-2ECDB4EDA5DD}"/>
          </ac:cxnSpMkLst>
        </pc:cxnChg>
        <pc:cxnChg chg="add mod">
          <ac:chgData name="" userId="213e45b8a479442b" providerId="LiveId" clId="{4D8713A2-1675-4EEE-A094-CB6F26AC360B}" dt="2022-04-22T15:47:24.438" v="2493" actId="14100"/>
          <ac:cxnSpMkLst>
            <pc:docMk/>
            <pc:sldMk cId="2213753372" sldId="560"/>
            <ac:cxnSpMk id="18" creationId="{54B1A739-13FA-487E-9AD4-3687C4AB861B}"/>
          </ac:cxnSpMkLst>
        </pc:cxnChg>
      </pc:sldChg>
      <pc:sldChg chg="modSp">
        <pc:chgData name="" userId="213e45b8a479442b" providerId="LiveId" clId="{4D8713A2-1675-4EEE-A094-CB6F26AC360B}" dt="2022-04-26T01:36:48.953" v="2808" actId="207"/>
        <pc:sldMkLst>
          <pc:docMk/>
          <pc:sldMk cId="4168267856" sldId="561"/>
        </pc:sldMkLst>
        <pc:spChg chg="mod">
          <ac:chgData name="" userId="213e45b8a479442b" providerId="LiveId" clId="{4D8713A2-1675-4EEE-A094-CB6F26AC360B}" dt="2022-04-26T01:36:48.953" v="2808" actId="207"/>
          <ac:spMkLst>
            <pc:docMk/>
            <pc:sldMk cId="4168267856" sldId="561"/>
            <ac:spMk id="3" creationId="{FC3DE994-F8E6-4715-916B-9859E1A19738}"/>
          </ac:spMkLst>
        </pc:spChg>
      </pc:sldChg>
      <pc:sldChg chg="modSp">
        <pc:chgData name="" userId="213e45b8a479442b" providerId="LiveId" clId="{4D8713A2-1675-4EEE-A094-CB6F26AC360B}" dt="2022-04-26T01:36:44.506" v="2807" actId="207"/>
        <pc:sldMkLst>
          <pc:docMk/>
          <pc:sldMk cId="4076080649" sldId="563"/>
        </pc:sldMkLst>
        <pc:spChg chg="mod">
          <ac:chgData name="" userId="213e45b8a479442b" providerId="LiveId" clId="{4D8713A2-1675-4EEE-A094-CB6F26AC360B}" dt="2022-04-26T01:36:44.506" v="2807" actId="207"/>
          <ac:spMkLst>
            <pc:docMk/>
            <pc:sldMk cId="4076080649" sldId="563"/>
            <ac:spMk id="3" creationId="{FC3DE994-F8E6-4715-916B-9859E1A19738}"/>
          </ac:spMkLst>
        </pc:spChg>
      </pc:sldChg>
      <pc:sldChg chg="modSp">
        <pc:chgData name="" userId="213e45b8a479442b" providerId="LiveId" clId="{4D8713A2-1675-4EEE-A094-CB6F26AC360B}" dt="2022-04-26T01:36:35.211" v="2805" actId="207"/>
        <pc:sldMkLst>
          <pc:docMk/>
          <pc:sldMk cId="725972654" sldId="564"/>
        </pc:sldMkLst>
        <pc:spChg chg="mod">
          <ac:chgData name="" userId="213e45b8a479442b" providerId="LiveId" clId="{4D8713A2-1675-4EEE-A094-CB6F26AC360B}" dt="2022-04-26T01:36:35.211" v="2805" actId="207"/>
          <ac:spMkLst>
            <pc:docMk/>
            <pc:sldMk cId="725972654" sldId="564"/>
            <ac:spMk id="3" creationId="{FC3DE994-F8E6-4715-916B-9859E1A19738}"/>
          </ac:spMkLst>
        </pc:spChg>
      </pc:sldChg>
      <pc:sldChg chg="modSp">
        <pc:chgData name="" userId="213e45b8a479442b" providerId="LiveId" clId="{4D8713A2-1675-4EEE-A094-CB6F26AC360B}" dt="2022-04-26T01:36:28.281" v="2803" actId="207"/>
        <pc:sldMkLst>
          <pc:docMk/>
          <pc:sldMk cId="2531091008" sldId="565"/>
        </pc:sldMkLst>
        <pc:spChg chg="mod">
          <ac:chgData name="" userId="213e45b8a479442b" providerId="LiveId" clId="{4D8713A2-1675-4EEE-A094-CB6F26AC360B}" dt="2022-04-26T01:36:28.281" v="2803" actId="207"/>
          <ac:spMkLst>
            <pc:docMk/>
            <pc:sldMk cId="2531091008" sldId="565"/>
            <ac:spMk id="3" creationId="{FC3DE994-F8E6-4715-916B-9859E1A19738}"/>
          </ac:spMkLst>
        </pc:spChg>
      </pc:sldChg>
      <pc:sldChg chg="addSp delSp modSp add">
        <pc:chgData name="" userId="213e45b8a479442b" providerId="LiveId" clId="{4D8713A2-1675-4EEE-A094-CB6F26AC360B}" dt="2022-04-26T01:36:23.633" v="2802" actId="207"/>
        <pc:sldMkLst>
          <pc:docMk/>
          <pc:sldMk cId="699220873" sldId="567"/>
        </pc:sldMkLst>
        <pc:spChg chg="mod">
          <ac:chgData name="" userId="213e45b8a479442b" providerId="LiveId" clId="{4D8713A2-1675-4EEE-A094-CB6F26AC360B}" dt="2022-04-26T01:36:23.633" v="2802" actId="207"/>
          <ac:spMkLst>
            <pc:docMk/>
            <pc:sldMk cId="699220873" sldId="567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6T01:27:06.438" v="2547" actId="1076"/>
          <ac:spMkLst>
            <pc:docMk/>
            <pc:sldMk cId="699220873" sldId="567"/>
            <ac:spMk id="9" creationId="{559629C0-371B-4074-85A3-0493A31F3F57}"/>
          </ac:spMkLst>
        </pc:spChg>
        <pc:graphicFrameChg chg="mod modGraphic">
          <ac:chgData name="" userId="213e45b8a479442b" providerId="LiveId" clId="{4D8713A2-1675-4EEE-A094-CB6F26AC360B}" dt="2022-04-26T01:27:06.438" v="2547" actId="1076"/>
          <ac:graphicFrameMkLst>
            <pc:docMk/>
            <pc:sldMk cId="699220873" sldId="567"/>
            <ac:graphicFrameMk id="6" creationId="{CD68A3F2-72CA-4C70-8A1F-6F9E69D6117C}"/>
          </ac:graphicFrameMkLst>
        </pc:graphicFrameChg>
        <pc:picChg chg="add mod">
          <ac:chgData name="" userId="213e45b8a479442b" providerId="LiveId" clId="{4D8713A2-1675-4EEE-A094-CB6F26AC360B}" dt="2022-04-26T01:27:06.438" v="2547" actId="1076"/>
          <ac:picMkLst>
            <pc:docMk/>
            <pc:sldMk cId="699220873" sldId="567"/>
            <ac:picMk id="10" creationId="{0E5DCAE8-D3B5-416C-9EB6-02688EFE827F}"/>
          </ac:picMkLst>
        </pc:picChg>
        <pc:picChg chg="del">
          <ac:chgData name="" userId="213e45b8a479442b" providerId="LiveId" clId="{4D8713A2-1675-4EEE-A094-CB6F26AC360B}" dt="2022-04-26T01:23:54.886" v="2527" actId="478"/>
          <ac:picMkLst>
            <pc:docMk/>
            <pc:sldMk cId="699220873" sldId="567"/>
            <ac:picMk id="11" creationId="{F032CC88-9B67-49D9-A73A-89F43F3F4781}"/>
          </ac:picMkLst>
        </pc:picChg>
      </pc:sldChg>
      <pc:sldChg chg="addSp modSp add">
        <pc:chgData name="" userId="213e45b8a479442b" providerId="LiveId" clId="{4D8713A2-1675-4EEE-A094-CB6F26AC360B}" dt="2022-04-26T01:36:19.617" v="2801" actId="207"/>
        <pc:sldMkLst>
          <pc:docMk/>
          <pc:sldMk cId="1035431698" sldId="568"/>
        </pc:sldMkLst>
        <pc:spChg chg="mod">
          <ac:chgData name="" userId="213e45b8a479442b" providerId="LiveId" clId="{4D8713A2-1675-4EEE-A094-CB6F26AC360B}" dt="2022-04-26T01:36:19.617" v="2801" actId="207"/>
          <ac:spMkLst>
            <pc:docMk/>
            <pc:sldMk cId="1035431698" sldId="568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6T01:27:27.851" v="2551" actId="20577"/>
          <ac:spMkLst>
            <pc:docMk/>
            <pc:sldMk cId="1035431698" sldId="568"/>
            <ac:spMk id="8" creationId="{36177B38-43AB-4398-968B-448F8F0E5F49}"/>
          </ac:spMkLst>
        </pc:spChg>
        <pc:graphicFrameChg chg="add mod modGraphic">
          <ac:chgData name="" userId="213e45b8a479442b" providerId="LiveId" clId="{4D8713A2-1675-4EEE-A094-CB6F26AC360B}" dt="2022-04-26T01:29:25.787" v="2595" actId="20577"/>
          <ac:graphicFrameMkLst>
            <pc:docMk/>
            <pc:sldMk cId="1035431698" sldId="568"/>
            <ac:graphicFrameMk id="4" creationId="{3F5FCF49-D220-41C6-9CFD-3B03310D4923}"/>
          </ac:graphicFrameMkLst>
        </pc:graphicFrameChg>
      </pc:sldChg>
      <pc:sldChg chg="delSp modSp add">
        <pc:chgData name="" userId="213e45b8a479442b" providerId="LiveId" clId="{4D8713A2-1675-4EEE-A094-CB6F26AC360B}" dt="2022-04-26T01:36:17.049" v="2800" actId="207"/>
        <pc:sldMkLst>
          <pc:docMk/>
          <pc:sldMk cId="1742193279" sldId="569"/>
        </pc:sldMkLst>
        <pc:spChg chg="mod">
          <ac:chgData name="" userId="213e45b8a479442b" providerId="LiveId" clId="{4D8713A2-1675-4EEE-A094-CB6F26AC360B}" dt="2022-04-26T01:36:17.049" v="2800" actId="207"/>
          <ac:spMkLst>
            <pc:docMk/>
            <pc:sldMk cId="1742193279" sldId="569"/>
            <ac:spMk id="3" creationId="{FC3DE994-F8E6-4715-916B-9859E1A19738}"/>
          </ac:spMkLst>
        </pc:spChg>
        <pc:graphicFrameChg chg="del">
          <ac:chgData name="" userId="213e45b8a479442b" providerId="LiveId" clId="{4D8713A2-1675-4EEE-A094-CB6F26AC360B}" dt="2022-04-26T01:30:16.550" v="2600" actId="478"/>
          <ac:graphicFrameMkLst>
            <pc:docMk/>
            <pc:sldMk cId="1742193279" sldId="569"/>
            <ac:graphicFrameMk id="4" creationId="{3F5FCF49-D220-41C6-9CFD-3B03310D4923}"/>
          </ac:graphicFrameMkLst>
        </pc:graphicFrameChg>
      </pc:sldChg>
      <pc:sldChg chg="addSp delSp modSp add">
        <pc:chgData name="" userId="213e45b8a479442b" providerId="LiveId" clId="{4D8713A2-1675-4EEE-A094-CB6F26AC360B}" dt="2022-04-26T01:35:09.216" v="2780" actId="1076"/>
        <pc:sldMkLst>
          <pc:docMk/>
          <pc:sldMk cId="36602356" sldId="570"/>
        </pc:sldMkLst>
        <pc:spChg chg="mod">
          <ac:chgData name="" userId="213e45b8a479442b" providerId="LiveId" clId="{4D8713A2-1675-4EEE-A094-CB6F26AC360B}" dt="2022-04-26T01:34:02.390" v="2766"/>
          <ac:spMkLst>
            <pc:docMk/>
            <pc:sldMk cId="36602356" sldId="570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6T01:33:58.328" v="2765"/>
          <ac:spMkLst>
            <pc:docMk/>
            <pc:sldMk cId="36602356" sldId="570"/>
            <ac:spMk id="8" creationId="{36177B38-43AB-4398-968B-448F8F0E5F49}"/>
          </ac:spMkLst>
        </pc:spChg>
        <pc:spChg chg="mod">
          <ac:chgData name="" userId="213e45b8a479442b" providerId="LiveId" clId="{4D8713A2-1675-4EEE-A094-CB6F26AC360B}" dt="2022-04-26T01:34:13.307" v="2771" actId="6549"/>
          <ac:spMkLst>
            <pc:docMk/>
            <pc:sldMk cId="36602356" sldId="570"/>
            <ac:spMk id="9" creationId="{559629C0-371B-4074-85A3-0493A31F3F57}"/>
          </ac:spMkLst>
        </pc:spChg>
        <pc:graphicFrameChg chg="mod modGraphic">
          <ac:chgData name="" userId="213e45b8a479442b" providerId="LiveId" clId="{4D8713A2-1675-4EEE-A094-CB6F26AC360B}" dt="2022-04-26T01:35:06.692" v="2779" actId="1076"/>
          <ac:graphicFrameMkLst>
            <pc:docMk/>
            <pc:sldMk cId="36602356" sldId="570"/>
            <ac:graphicFrameMk id="6" creationId="{CD68A3F2-72CA-4C70-8A1F-6F9E69D6117C}"/>
          </ac:graphicFrameMkLst>
        </pc:graphicFrameChg>
        <pc:picChg chg="add mod">
          <ac:chgData name="" userId="213e45b8a479442b" providerId="LiveId" clId="{4D8713A2-1675-4EEE-A094-CB6F26AC360B}" dt="2022-04-26T01:35:09.216" v="2780" actId="1076"/>
          <ac:picMkLst>
            <pc:docMk/>
            <pc:sldMk cId="36602356" sldId="570"/>
            <ac:picMk id="10" creationId="{BF4F2CCF-785F-45C7-892C-D8C73A467C87}"/>
          </ac:picMkLst>
        </pc:picChg>
        <pc:picChg chg="del">
          <ac:chgData name="" userId="213e45b8a479442b" providerId="LiveId" clId="{4D8713A2-1675-4EEE-A094-CB6F26AC360B}" dt="2022-04-26T01:34:44.199" v="2775" actId="478"/>
          <ac:picMkLst>
            <pc:docMk/>
            <pc:sldMk cId="36602356" sldId="570"/>
            <ac:picMk id="11" creationId="{F032CC88-9B67-49D9-A73A-89F43F3F4781}"/>
          </ac:picMkLst>
        </pc:picChg>
      </pc:sldChg>
      <pc:sldChg chg="modSp add">
        <pc:chgData name="" userId="213e45b8a479442b" providerId="LiveId" clId="{4D8713A2-1675-4EEE-A094-CB6F26AC360B}" dt="2022-04-26T01:39:07.570" v="2852" actId="20577"/>
        <pc:sldMkLst>
          <pc:docMk/>
          <pc:sldMk cId="1990854902" sldId="571"/>
        </pc:sldMkLst>
        <pc:spChg chg="mod">
          <ac:chgData name="" userId="213e45b8a479442b" providerId="LiveId" clId="{4D8713A2-1675-4EEE-A094-CB6F26AC360B}" dt="2022-04-26T01:39:07.570" v="2852" actId="20577"/>
          <ac:spMkLst>
            <pc:docMk/>
            <pc:sldMk cId="1990854902" sldId="571"/>
            <ac:spMk id="3" creationId="{FC3DE994-F8E6-4715-916B-9859E1A19738}"/>
          </ac:spMkLst>
        </pc:spChg>
      </pc:sldChg>
      <pc:sldChg chg="addSp delSp modSp add">
        <pc:chgData name="" userId="213e45b8a479442b" providerId="LiveId" clId="{4D8713A2-1675-4EEE-A094-CB6F26AC360B}" dt="2022-04-26T01:40:09.016" v="2865" actId="1076"/>
        <pc:sldMkLst>
          <pc:docMk/>
          <pc:sldMk cId="2650335027" sldId="572"/>
        </pc:sldMkLst>
        <pc:spChg chg="mod">
          <ac:chgData name="" userId="213e45b8a479442b" providerId="LiveId" clId="{4D8713A2-1675-4EEE-A094-CB6F26AC360B}" dt="2022-04-26T01:39:35.092" v="2854"/>
          <ac:spMkLst>
            <pc:docMk/>
            <pc:sldMk cId="2650335027" sldId="572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6T01:39:50.692" v="2858" actId="6549"/>
          <ac:spMkLst>
            <pc:docMk/>
            <pc:sldMk cId="2650335027" sldId="572"/>
            <ac:spMk id="9" creationId="{559629C0-371B-4074-85A3-0493A31F3F57}"/>
          </ac:spMkLst>
        </pc:spChg>
        <pc:graphicFrameChg chg="mod modGraphic">
          <ac:chgData name="" userId="213e45b8a479442b" providerId="LiveId" clId="{4D8713A2-1675-4EEE-A094-CB6F26AC360B}" dt="2022-04-26T01:40:07.799" v="2864" actId="14100"/>
          <ac:graphicFrameMkLst>
            <pc:docMk/>
            <pc:sldMk cId="2650335027" sldId="572"/>
            <ac:graphicFrameMk id="6" creationId="{CD68A3F2-72CA-4C70-8A1F-6F9E69D6117C}"/>
          </ac:graphicFrameMkLst>
        </pc:graphicFrameChg>
        <pc:picChg chg="del">
          <ac:chgData name="" userId="213e45b8a479442b" providerId="LiveId" clId="{4D8713A2-1675-4EEE-A094-CB6F26AC360B}" dt="2022-04-26T01:39:56.478" v="2860" actId="478"/>
          <ac:picMkLst>
            <pc:docMk/>
            <pc:sldMk cId="2650335027" sldId="572"/>
            <ac:picMk id="10" creationId="{BF4F2CCF-785F-45C7-892C-D8C73A467C87}"/>
          </ac:picMkLst>
        </pc:picChg>
        <pc:picChg chg="add mod">
          <ac:chgData name="" userId="213e45b8a479442b" providerId="LiveId" clId="{4D8713A2-1675-4EEE-A094-CB6F26AC360B}" dt="2022-04-26T01:40:09.016" v="2865" actId="1076"/>
          <ac:picMkLst>
            <pc:docMk/>
            <pc:sldMk cId="2650335027" sldId="572"/>
            <ac:picMk id="11" creationId="{371AC642-9BEE-4BB4-B1A0-D7DA97B64E7D}"/>
          </ac:picMkLst>
        </pc:picChg>
      </pc:sldChg>
      <pc:sldChg chg="addSp modSp add">
        <pc:chgData name="" userId="213e45b8a479442b" providerId="LiveId" clId="{4D8713A2-1675-4EEE-A094-CB6F26AC360B}" dt="2022-04-26T06:55:22.012" v="3107" actId="1076"/>
        <pc:sldMkLst>
          <pc:docMk/>
          <pc:sldMk cId="2141719592" sldId="573"/>
        </pc:sldMkLst>
        <pc:spChg chg="mod">
          <ac:chgData name="" userId="213e45b8a479442b" providerId="LiveId" clId="{4D8713A2-1675-4EEE-A094-CB6F26AC360B}" dt="2022-04-26T06:54:41.823" v="3095" actId="6549"/>
          <ac:spMkLst>
            <pc:docMk/>
            <pc:sldMk cId="2141719592" sldId="573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6T06:55:20.237" v="3106" actId="1076"/>
          <ac:spMkLst>
            <pc:docMk/>
            <pc:sldMk cId="2141719592" sldId="573"/>
            <ac:spMk id="6" creationId="{E94F058E-C0BF-4E96-AC2D-ECBC7DE207A3}"/>
          </ac:spMkLst>
        </pc:spChg>
        <pc:graphicFrameChg chg="add mod modGraphic">
          <ac:chgData name="" userId="213e45b8a479442b" providerId="LiveId" clId="{4D8713A2-1675-4EEE-A094-CB6F26AC360B}" dt="2022-04-26T06:55:17.431" v="3105" actId="1076"/>
          <ac:graphicFrameMkLst>
            <pc:docMk/>
            <pc:sldMk cId="2141719592" sldId="573"/>
            <ac:graphicFrameMk id="5" creationId="{473A99C7-C6CB-43BD-B579-30B3A459A1AE}"/>
          </ac:graphicFrameMkLst>
        </pc:graphicFrameChg>
        <pc:picChg chg="add mod">
          <ac:chgData name="" userId="213e45b8a479442b" providerId="LiveId" clId="{4D8713A2-1675-4EEE-A094-CB6F26AC360B}" dt="2022-04-26T06:55:22.012" v="3107" actId="1076"/>
          <ac:picMkLst>
            <pc:docMk/>
            <pc:sldMk cId="2141719592" sldId="573"/>
            <ac:picMk id="7" creationId="{8D0FABB7-A61E-4245-8785-9CD65A4304C2}"/>
          </ac:picMkLst>
        </pc:picChg>
      </pc:sldChg>
      <pc:sldChg chg="addSp delSp modSp add del">
        <pc:chgData name="" userId="213e45b8a479442b" providerId="LiveId" clId="{4D8713A2-1675-4EEE-A094-CB6F26AC360B}" dt="2022-04-26T06:55:25.889" v="3108" actId="2696"/>
        <pc:sldMkLst>
          <pc:docMk/>
          <pc:sldMk cId="3907515650" sldId="574"/>
        </pc:sldMkLst>
        <pc:spChg chg="mod">
          <ac:chgData name="" userId="213e45b8a479442b" providerId="LiveId" clId="{4D8713A2-1675-4EEE-A094-CB6F26AC360B}" dt="2022-04-26T01:43:19.006" v="2895" actId="20578"/>
          <ac:spMkLst>
            <pc:docMk/>
            <pc:sldMk cId="3907515650" sldId="574"/>
            <ac:spMk id="2" creationId="{5888EE31-F44C-4034-8407-4C756F65702C}"/>
          </ac:spMkLst>
        </pc:spChg>
        <pc:spChg chg="mod">
          <ac:chgData name="" userId="213e45b8a479442b" providerId="LiveId" clId="{4D8713A2-1675-4EEE-A094-CB6F26AC360B}" dt="2022-04-26T01:43:10.017" v="2894"/>
          <ac:spMkLst>
            <pc:docMk/>
            <pc:sldMk cId="3907515650" sldId="574"/>
            <ac:spMk id="3" creationId="{FC3DE994-F8E6-4715-916B-9859E1A19738}"/>
          </ac:spMkLst>
        </pc:spChg>
        <pc:spChg chg="del mod">
          <ac:chgData name="" userId="213e45b8a479442b" providerId="LiveId" clId="{4D8713A2-1675-4EEE-A094-CB6F26AC360B}" dt="2022-04-26T06:54:46.658" v="3096"/>
          <ac:spMkLst>
            <pc:docMk/>
            <pc:sldMk cId="3907515650" sldId="574"/>
            <ac:spMk id="9" creationId="{559629C0-371B-4074-85A3-0493A31F3F57}"/>
          </ac:spMkLst>
        </pc:spChg>
        <pc:graphicFrameChg chg="del mod modGraphic">
          <ac:chgData name="" userId="213e45b8a479442b" providerId="LiveId" clId="{4D8713A2-1675-4EEE-A094-CB6F26AC360B}" dt="2022-04-26T06:54:46.658" v="3096"/>
          <ac:graphicFrameMkLst>
            <pc:docMk/>
            <pc:sldMk cId="3907515650" sldId="574"/>
            <ac:graphicFrameMk id="6" creationId="{CD68A3F2-72CA-4C70-8A1F-6F9E69D6117C}"/>
          </ac:graphicFrameMkLst>
        </pc:graphicFrameChg>
        <pc:picChg chg="add del mod">
          <ac:chgData name="" userId="213e45b8a479442b" providerId="LiveId" clId="{4D8713A2-1675-4EEE-A094-CB6F26AC360B}" dt="2022-04-26T06:54:46.658" v="3096"/>
          <ac:picMkLst>
            <pc:docMk/>
            <pc:sldMk cId="3907515650" sldId="574"/>
            <ac:picMk id="10" creationId="{3756D2F0-CB3F-4873-8C56-028D7AD00545}"/>
          </ac:picMkLst>
        </pc:picChg>
        <pc:picChg chg="del">
          <ac:chgData name="" userId="213e45b8a479442b" providerId="LiveId" clId="{4D8713A2-1675-4EEE-A094-CB6F26AC360B}" dt="2022-04-26T01:43:40.952" v="2898" actId="478"/>
          <ac:picMkLst>
            <pc:docMk/>
            <pc:sldMk cId="3907515650" sldId="574"/>
            <ac:picMk id="11" creationId="{371AC642-9BEE-4BB4-B1A0-D7DA97B64E7D}"/>
          </ac:picMkLst>
        </pc:picChg>
      </pc:sldChg>
      <pc:sldChg chg="addSp modSp add">
        <pc:chgData name="" userId="213e45b8a479442b" providerId="LiveId" clId="{4D8713A2-1675-4EEE-A094-CB6F26AC360B}" dt="2022-04-26T06:54:10.470" v="3078" actId="20577"/>
        <pc:sldMkLst>
          <pc:docMk/>
          <pc:sldMk cId="3494540078" sldId="575"/>
        </pc:sldMkLst>
        <pc:spChg chg="mod">
          <ac:chgData name="" userId="213e45b8a479442b" providerId="LiveId" clId="{4D8713A2-1675-4EEE-A094-CB6F26AC360B}" dt="2022-04-26T06:40:01.165" v="2942"/>
          <ac:spMkLst>
            <pc:docMk/>
            <pc:sldMk cId="3494540078" sldId="575"/>
            <ac:spMk id="3" creationId="{FC3DE994-F8E6-4715-916B-9859E1A19738}"/>
          </ac:spMkLst>
        </pc:spChg>
        <pc:spChg chg="add mod">
          <ac:chgData name="" userId="213e45b8a479442b" providerId="LiveId" clId="{4D8713A2-1675-4EEE-A094-CB6F26AC360B}" dt="2022-04-26T06:54:10.470" v="3078" actId="20577"/>
          <ac:spMkLst>
            <pc:docMk/>
            <pc:sldMk cId="3494540078" sldId="575"/>
            <ac:spMk id="6" creationId="{0AC16246-BA44-4434-969D-199B59C68E56}"/>
          </ac:spMkLst>
        </pc:spChg>
        <pc:graphicFrameChg chg="add mod modGraphic">
          <ac:chgData name="" userId="213e45b8a479442b" providerId="LiveId" clId="{4D8713A2-1675-4EEE-A094-CB6F26AC360B}" dt="2022-04-26T06:40:07.005" v="2943" actId="207"/>
          <ac:graphicFrameMkLst>
            <pc:docMk/>
            <pc:sldMk cId="3494540078" sldId="575"/>
            <ac:graphicFrameMk id="5" creationId="{6665AED4-7794-4517-82DB-FA5C22079214}"/>
          </ac:graphicFrameMkLst>
        </pc:graphicFrameChg>
        <pc:picChg chg="add mod">
          <ac:chgData name="" userId="213e45b8a479442b" providerId="LiveId" clId="{4D8713A2-1675-4EEE-A094-CB6F26AC360B}" dt="2022-04-26T01:49:11.402" v="2939" actId="1076"/>
          <ac:picMkLst>
            <pc:docMk/>
            <pc:sldMk cId="3494540078" sldId="575"/>
            <ac:picMk id="7" creationId="{D9238C7C-D7A0-4767-B101-CA5A8B4E8CE9}"/>
          </ac:picMkLst>
        </pc:picChg>
      </pc:sldChg>
      <pc:sldChg chg="add del">
        <pc:chgData name="" userId="213e45b8a479442b" providerId="LiveId" clId="{4D8713A2-1675-4EEE-A094-CB6F26AC360B}" dt="2022-04-26T01:49:00.664" v="2935" actId="2696"/>
        <pc:sldMkLst>
          <pc:docMk/>
          <pc:sldMk cId="696366770" sldId="576"/>
        </pc:sldMkLst>
      </pc:sldChg>
      <pc:sldChg chg="addSp delSp modSp add">
        <pc:chgData name="" userId="213e45b8a479442b" providerId="LiveId" clId="{4D8713A2-1675-4EEE-A094-CB6F26AC360B}" dt="2022-04-26T06:54:15.050" v="3082" actId="20577"/>
        <pc:sldMkLst>
          <pc:docMk/>
          <pc:sldMk cId="3147108984" sldId="576"/>
        </pc:sldMkLst>
        <pc:spChg chg="mod">
          <ac:chgData name="" userId="213e45b8a479442b" providerId="LiveId" clId="{4D8713A2-1675-4EEE-A094-CB6F26AC360B}" dt="2022-04-26T06:43:01.504" v="2966" actId="20577"/>
          <ac:spMkLst>
            <pc:docMk/>
            <pc:sldMk cId="3147108984" sldId="576"/>
            <ac:spMk id="3" creationId="{FC3DE994-F8E6-4715-916B-9859E1A19738}"/>
          </ac:spMkLst>
        </pc:spChg>
        <pc:spChg chg="mod">
          <ac:chgData name="" userId="213e45b8a479442b" providerId="LiveId" clId="{4D8713A2-1675-4EEE-A094-CB6F26AC360B}" dt="2022-04-26T06:54:15.050" v="3082" actId="20577"/>
          <ac:spMkLst>
            <pc:docMk/>
            <pc:sldMk cId="3147108984" sldId="576"/>
            <ac:spMk id="6" creationId="{0AC16246-BA44-4434-969D-199B59C68E56}"/>
          </ac:spMkLst>
        </pc:spChg>
        <pc:graphicFrameChg chg="mod modGraphic">
          <ac:chgData name="" userId="213e45b8a479442b" providerId="LiveId" clId="{4D8713A2-1675-4EEE-A094-CB6F26AC360B}" dt="2022-04-26T06:48:28.086" v="2976" actId="404"/>
          <ac:graphicFrameMkLst>
            <pc:docMk/>
            <pc:sldMk cId="3147108984" sldId="576"/>
            <ac:graphicFrameMk id="5" creationId="{6665AED4-7794-4517-82DB-FA5C22079214}"/>
          </ac:graphicFrameMkLst>
        </pc:graphicFrameChg>
        <pc:picChg chg="del">
          <ac:chgData name="" userId="213e45b8a479442b" providerId="LiveId" clId="{4D8713A2-1675-4EEE-A094-CB6F26AC360B}" dt="2022-04-26T06:47:10.604" v="2967" actId="478"/>
          <ac:picMkLst>
            <pc:docMk/>
            <pc:sldMk cId="3147108984" sldId="576"/>
            <ac:picMk id="7" creationId="{D9238C7C-D7A0-4767-B101-CA5A8B4E8CE9}"/>
          </ac:picMkLst>
        </pc:picChg>
        <pc:picChg chg="add mod">
          <ac:chgData name="" userId="213e45b8a479442b" providerId="LiveId" clId="{4D8713A2-1675-4EEE-A094-CB6F26AC360B}" dt="2022-04-26T06:48:40.533" v="2978" actId="1076"/>
          <ac:picMkLst>
            <pc:docMk/>
            <pc:sldMk cId="3147108984" sldId="576"/>
            <ac:picMk id="9" creationId="{4EB18C05-B212-42DD-B22F-AB58AF21656E}"/>
          </ac:picMkLst>
        </pc:picChg>
      </pc:sldChg>
    </pc:docChg>
  </pc:docChgLst>
  <pc:docChgLst>
    <pc:chgData name="John Hu" userId="213e45b8a479442b" providerId="LiveId" clId="{4117EE52-349E-4B51-8DFB-A8FD87072ED6}"/>
    <pc:docChg chg="modSld">
      <pc:chgData name="John Hu" userId="213e45b8a479442b" providerId="LiveId" clId="{4117EE52-349E-4B51-8DFB-A8FD87072ED6}" dt="2024-03-29T03:53:29.910" v="3" actId="1076"/>
      <pc:docMkLst>
        <pc:docMk/>
      </pc:docMkLst>
      <pc:sldChg chg="modSp mod">
        <pc:chgData name="John Hu" userId="213e45b8a479442b" providerId="LiveId" clId="{4117EE52-349E-4B51-8DFB-A8FD87072ED6}" dt="2024-03-29T03:12:00.278" v="1" actId="14100"/>
        <pc:sldMkLst>
          <pc:docMk/>
          <pc:sldMk cId="1297026949" sldId="580"/>
        </pc:sldMkLst>
        <pc:spChg chg="mod">
          <ac:chgData name="John Hu" userId="213e45b8a479442b" providerId="LiveId" clId="{4117EE52-349E-4B51-8DFB-A8FD87072ED6}" dt="2024-03-29T03:12:00.278" v="1" actId="14100"/>
          <ac:spMkLst>
            <pc:docMk/>
            <pc:sldMk cId="1297026949" sldId="580"/>
            <ac:spMk id="3" creationId="{FC3DE994-F8E6-4715-916B-9859E1A19738}"/>
          </ac:spMkLst>
        </pc:spChg>
      </pc:sldChg>
      <pc:sldChg chg="modSp mod">
        <pc:chgData name="John Hu" userId="213e45b8a479442b" providerId="LiveId" clId="{4117EE52-349E-4B51-8DFB-A8FD87072ED6}" dt="2024-03-29T03:05:05.357" v="0" actId="14100"/>
        <pc:sldMkLst>
          <pc:docMk/>
          <pc:sldMk cId="790692274" sldId="581"/>
        </pc:sldMkLst>
        <pc:spChg chg="mod">
          <ac:chgData name="John Hu" userId="213e45b8a479442b" providerId="LiveId" clId="{4117EE52-349E-4B51-8DFB-A8FD87072ED6}" dt="2024-03-29T03:05:05.357" v="0" actId="14100"/>
          <ac:spMkLst>
            <pc:docMk/>
            <pc:sldMk cId="790692274" sldId="581"/>
            <ac:spMk id="3" creationId="{FC3DE994-F8E6-4715-916B-9859E1A19738}"/>
          </ac:spMkLst>
        </pc:spChg>
      </pc:sldChg>
      <pc:sldChg chg="modSp mod">
        <pc:chgData name="John Hu" userId="213e45b8a479442b" providerId="LiveId" clId="{4117EE52-349E-4B51-8DFB-A8FD87072ED6}" dt="2024-03-29T03:53:29.910" v="3" actId="1076"/>
        <pc:sldMkLst>
          <pc:docMk/>
          <pc:sldMk cId="419560806" sldId="588"/>
        </pc:sldMkLst>
        <pc:spChg chg="mod">
          <ac:chgData name="John Hu" userId="213e45b8a479442b" providerId="LiveId" clId="{4117EE52-349E-4B51-8DFB-A8FD87072ED6}" dt="2024-03-29T03:53:27.309" v="2" actId="14100"/>
          <ac:spMkLst>
            <pc:docMk/>
            <pc:sldMk cId="419560806" sldId="588"/>
            <ac:spMk id="3" creationId="{FC3DE994-F8E6-4715-916B-9859E1A19738}"/>
          </ac:spMkLst>
        </pc:spChg>
        <pc:graphicFrameChg chg="mod">
          <ac:chgData name="John Hu" userId="213e45b8a479442b" providerId="LiveId" clId="{4117EE52-349E-4B51-8DFB-A8FD87072ED6}" dt="2024-03-29T03:53:29.910" v="3" actId="1076"/>
          <ac:graphicFrameMkLst>
            <pc:docMk/>
            <pc:sldMk cId="419560806" sldId="588"/>
            <ac:graphicFrameMk id="5" creationId="{646BD325-B6C6-44F0-A4EA-B1E6F6F01D3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D314487-0CE3-481E-A6CD-359E0D248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17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9212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8583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7796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9716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46467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5761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054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348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7678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7475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0086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27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026" y="2125012"/>
            <a:ext cx="10336213" cy="14662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4038" y="3876308"/>
            <a:ext cx="8512175" cy="1748137"/>
          </a:xfrm>
        </p:spPr>
        <p:txBody>
          <a:bodyPr/>
          <a:lstStyle>
            <a:lvl1pPr marL="0" indent="0" algn="ctr">
              <a:buNone/>
              <a:defRPr/>
            </a:lvl1pPr>
            <a:lvl2pPr marL="492948" indent="0" algn="ctr">
              <a:buNone/>
              <a:defRPr/>
            </a:lvl2pPr>
            <a:lvl3pPr marL="985898" indent="0" algn="ctr">
              <a:buNone/>
              <a:defRPr/>
            </a:lvl3pPr>
            <a:lvl4pPr marL="1478845" indent="0" algn="ctr">
              <a:buNone/>
              <a:defRPr/>
            </a:lvl4pPr>
            <a:lvl5pPr marL="1971795" indent="0" algn="ctr">
              <a:buNone/>
              <a:defRPr/>
            </a:lvl5pPr>
            <a:lvl6pPr marL="2464745" indent="0" algn="ctr">
              <a:buNone/>
              <a:defRPr/>
            </a:lvl6pPr>
            <a:lvl7pPr marL="2957693" indent="0" algn="ctr">
              <a:buNone/>
              <a:defRPr/>
            </a:lvl7pPr>
            <a:lvl8pPr marL="3450642" indent="0" algn="ctr">
              <a:buNone/>
              <a:defRPr/>
            </a:lvl8pPr>
            <a:lvl9pPr marL="394359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94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2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80" y="4395683"/>
            <a:ext cx="10336213" cy="13586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0580" y="2899314"/>
            <a:ext cx="10336213" cy="1496367"/>
          </a:xfrm>
        </p:spPr>
        <p:txBody>
          <a:bodyPr anchor="b"/>
          <a:lstStyle>
            <a:lvl1pPr marL="0" indent="0">
              <a:buNone/>
              <a:defRPr sz="2100"/>
            </a:lvl1pPr>
            <a:lvl2pPr marL="492948" indent="0">
              <a:buNone/>
              <a:defRPr sz="1900"/>
            </a:lvl2pPr>
            <a:lvl3pPr marL="985898" indent="0">
              <a:buNone/>
              <a:defRPr sz="1700"/>
            </a:lvl3pPr>
            <a:lvl4pPr marL="1478845" indent="0">
              <a:buNone/>
              <a:defRPr sz="1500"/>
            </a:lvl4pPr>
            <a:lvl5pPr marL="1971795" indent="0">
              <a:buNone/>
              <a:defRPr sz="1500"/>
            </a:lvl5pPr>
            <a:lvl6pPr marL="2464745" indent="0">
              <a:buNone/>
              <a:defRPr sz="1500"/>
            </a:lvl6pPr>
            <a:lvl7pPr marL="2957693" indent="0">
              <a:buNone/>
              <a:defRPr sz="1500"/>
            </a:lvl7pPr>
            <a:lvl8pPr marL="3450642" indent="0">
              <a:buNone/>
              <a:defRPr sz="1500"/>
            </a:lvl8pPr>
            <a:lvl9pPr marL="394359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50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369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13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58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0" y="273940"/>
            <a:ext cx="10944225" cy="1140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014" y="1531208"/>
            <a:ext cx="537288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014" y="2169338"/>
            <a:ext cx="537288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7259" y="1531208"/>
            <a:ext cx="537499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7259" y="2169338"/>
            <a:ext cx="537499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36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91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7" y="272356"/>
            <a:ext cx="4000638" cy="1159092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326" y="272361"/>
            <a:ext cx="6797918" cy="583821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027" y="1431451"/>
            <a:ext cx="4000638" cy="4679120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9152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3494" y="4788380"/>
            <a:ext cx="7296150" cy="565296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3494" y="611219"/>
            <a:ext cx="7296150" cy="4104323"/>
          </a:xfrm>
        </p:spPr>
        <p:txBody>
          <a:bodyPr/>
          <a:lstStyle>
            <a:lvl1pPr marL="0" indent="0">
              <a:buNone/>
              <a:defRPr sz="3500"/>
            </a:lvl1pPr>
            <a:lvl2pPr marL="492948" indent="0">
              <a:buNone/>
              <a:defRPr sz="3000"/>
            </a:lvl2pPr>
            <a:lvl3pPr marL="985898" indent="0">
              <a:buNone/>
              <a:defRPr sz="2600"/>
            </a:lvl3pPr>
            <a:lvl4pPr marL="1478845" indent="0">
              <a:buNone/>
              <a:defRPr sz="2100"/>
            </a:lvl4pPr>
            <a:lvl5pPr marL="1971795" indent="0">
              <a:buNone/>
              <a:defRPr sz="2100"/>
            </a:lvl5pPr>
            <a:lvl6pPr marL="2464745" indent="0">
              <a:buNone/>
              <a:defRPr sz="2100"/>
            </a:lvl6pPr>
            <a:lvl7pPr marL="2957693" indent="0">
              <a:buNone/>
              <a:defRPr sz="2100"/>
            </a:lvl7pPr>
            <a:lvl8pPr marL="3450642" indent="0">
              <a:buNone/>
              <a:defRPr sz="2100"/>
            </a:lvl8pPr>
            <a:lvl9pPr marL="394359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3494" y="5353683"/>
            <a:ext cx="7296150" cy="802814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64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1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42310" y="304024"/>
            <a:ext cx="2662166" cy="5700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3686" y="304024"/>
            <a:ext cx="7785939" cy="5700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928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238" y="304032"/>
            <a:ext cx="10640219" cy="1212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3683" y="1748139"/>
            <a:ext cx="10640219" cy="425633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182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4067" y="298329"/>
            <a:ext cx="1064105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2895" y="1049338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0984" y="906463"/>
            <a:ext cx="10582968" cy="10795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CCCC"/>
          </a:solidFill>
          <a:ln w="9525">
            <a:solidFill>
              <a:srgbClr val="33CCCC"/>
            </a:solidFill>
            <a:round/>
            <a:headEnd/>
            <a:tailEnd/>
          </a:ln>
        </p:spPr>
        <p:txBody>
          <a:bodyPr lIns="98587" tIns="49294" rIns="98587" bIns="49294"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宋体" panose="02010600030101010101" pitchFamily="2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9294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8589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47884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97179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506427" indent="-50642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200">
          <a:solidFill>
            <a:schemeClr val="tx1"/>
          </a:solidFill>
          <a:latin typeface="宋体" panose="02010600030101010101" pitchFamily="2" charset="-122"/>
          <a:ea typeface="+mn-ea"/>
          <a:cs typeface="+mn-cs"/>
        </a:defRPr>
      </a:lvl1pPr>
      <a:lvl2pPr marL="977927" indent="-469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800">
          <a:solidFill>
            <a:schemeClr val="tx1"/>
          </a:solidFill>
          <a:latin typeface="宋体" panose="02010600030101010101" pitchFamily="2" charset="-122"/>
          <a:ea typeface="+mn-ea"/>
        </a:defRPr>
      </a:lvl2pPr>
      <a:lvl3pPr marL="1406564" indent="-42546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500">
          <a:solidFill>
            <a:schemeClr val="tx1"/>
          </a:solidFill>
          <a:latin typeface="宋体" panose="02010600030101010101" pitchFamily="2" charset="-122"/>
          <a:ea typeface="+mn-ea"/>
        </a:defRPr>
      </a:lvl3pPr>
      <a:lvl4pPr marL="1825675" indent="-41752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4pPr>
      <a:lvl5pPr marL="2257487" indent="-428637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5pPr>
      <a:lvl6pPr marL="2750588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6pPr>
      <a:lvl7pPr marL="3243535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7pPr>
      <a:lvl8pPr marL="373648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8pPr>
      <a:lvl9pPr marL="422943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4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589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88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179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47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7693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0642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359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36.xml"/><Relationship Id="rId4" Type="http://schemas.openxmlformats.org/officeDocument/2006/relationships/slide" Target="slide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项目</a:t>
            </a:r>
            <a:r>
              <a:rPr lang="en-US" altLang="zh-CN" b="1" dirty="0"/>
              <a:t>7 </a:t>
            </a:r>
            <a:r>
              <a:rPr lang="zh-CN" altLang="en-US" b="1" dirty="0"/>
              <a:t>视频播放网站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E336E7-1B7A-4CD3-8250-6D8126346509}"/>
              </a:ext>
            </a:extLst>
          </p:cNvPr>
          <p:cNvSpPr/>
          <p:nvPr/>
        </p:nvSpPr>
        <p:spPr>
          <a:xfrm>
            <a:off x="751533" y="323925"/>
            <a:ext cx="36193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前端开发与项目实践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597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视频播放网站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7-1  JavaScript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对象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924" y="1836093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7-2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事件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Box 7">
            <a:hlinkClick r:id="rId3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924" y="2503437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7-3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多媒体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7">
            <a:hlinkClick r:id="rId4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924" y="317078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7-4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地理位置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 Box 7">
            <a:hlinkClick r:id="rId5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070" y="3838125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7-5~7-9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视频播放页面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63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视频播放网站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3414B-884D-44D2-950C-D69CAF6027EC}"/>
              </a:ext>
            </a:extLst>
          </p:cNvPr>
          <p:cNvSpPr/>
          <p:nvPr/>
        </p:nvSpPr>
        <p:spPr>
          <a:xfrm>
            <a:off x="5430391" y="1259766"/>
            <a:ext cx="5134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本项目将介绍如何制作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视频播放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页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面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18C01-AC85-4E74-B6C9-A4967A0A45EF}"/>
              </a:ext>
            </a:extLst>
          </p:cNvPr>
          <p:cNvSpPr/>
          <p:nvPr/>
        </p:nvSpPr>
        <p:spPr>
          <a:xfrm>
            <a:off x="5430391" y="1755899"/>
            <a:ext cx="63383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插入多媒体元素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对象实现更丰富的交互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B4A61B-1058-4112-A6CF-0FCCFD2C4035}"/>
              </a:ext>
            </a:extLst>
          </p:cNvPr>
          <p:cNvSpPr/>
          <p:nvPr/>
        </p:nvSpPr>
        <p:spPr>
          <a:xfrm>
            <a:off x="5430391" y="3490983"/>
            <a:ext cx="6080125" cy="295465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主要知识点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对象基础知识以及常用对象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事件的基本概念及其在页面中的应用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多媒体标签、如何修改视频播放器样式以及控制视频播放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Geolocation API</a:t>
            </a: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获取地理定位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152271" y="1099380"/>
            <a:ext cx="5278120" cy="491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6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对象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700329"/>
            <a:ext cx="86662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对象属性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属性是与对象有关的具有某种特性的值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对象方法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方法是对对象以某种目的进行可以执行的行为（或者可以完成的功能）</a:t>
            </a:r>
          </a:p>
        </p:txBody>
      </p:sp>
    </p:spTree>
    <p:extLst>
      <p:ext uri="{BB962C8B-B14F-4D97-AF65-F5344CB8AC3E}">
        <p14:creationId xmlns:p14="http://schemas.microsoft.com/office/powerpoint/2010/main" val="2378167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对象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700329"/>
            <a:ext cx="93610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String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String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对象用于处理已有的字符串，常用属性与方法见表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7-1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2784765"/>
            <a:ext cx="936104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Array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Array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对象用于存储一类数据的有序集合，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常用属性与方法见表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7-2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815851"/>
              </p:ext>
            </p:extLst>
          </p:nvPr>
        </p:nvGraphicFramePr>
        <p:xfrm>
          <a:off x="865099" y="3903949"/>
          <a:ext cx="7807314" cy="1737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80731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/*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方法一：利用数组文本创建*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arr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=[];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创建空数组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arr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=[1,2,3];    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创建数组，该数组有三项分别是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3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/*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方法二：利用数组对象创建*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/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arr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=new Array();	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创建空数组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arr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=new Array(1,2,3);       //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创建数组，该数组有三项分别是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2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19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对象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700329"/>
            <a:ext cx="936104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Math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Math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对象用于数学计算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无须创建对象，直接调用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Math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对象的属性和方法，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常用属性与方法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见表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7-3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Date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日期对象可以存储任意一个日期和时间，对日期和时间进行处理，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常用方法见表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7-4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Date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对象的创建有带参数和不带参数两种</a:t>
            </a:r>
          </a:p>
        </p:txBody>
      </p:sp>
      <p:sp>
        <p:nvSpPr>
          <p:cNvPr id="5" name="圆角矩形标注 4"/>
          <p:cNvSpPr/>
          <p:nvPr/>
        </p:nvSpPr>
        <p:spPr>
          <a:xfrm>
            <a:off x="6440165" y="1790060"/>
            <a:ext cx="1872208" cy="881413"/>
          </a:xfrm>
          <a:prstGeom prst="wedgeRoundRectCallout">
            <a:avLst>
              <a:gd name="adj1" fmla="val -50069"/>
              <a:gd name="adj2" fmla="val 73054"/>
              <a:gd name="adj3" fmla="val 16667"/>
            </a:avLst>
          </a:prstGeom>
          <a:ln w="3175">
            <a:solidFill>
              <a:srgbClr val="0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>
                <a:solidFill>
                  <a:schemeClr val="tx2"/>
                </a:solidFill>
              </a:rPr>
              <a:t>Math.PI</a:t>
            </a:r>
            <a:endParaRPr lang="en-US" altLang="zh-CN" dirty="0">
              <a:solidFill>
                <a:schemeClr val="tx2"/>
              </a:solidFill>
            </a:endParaRPr>
          </a:p>
          <a:p>
            <a:r>
              <a:rPr lang="en-US" altLang="zh-CN" dirty="0" err="1">
                <a:solidFill>
                  <a:schemeClr val="tx2"/>
                </a:solidFill>
              </a:rPr>
              <a:t>Math.abs</a:t>
            </a:r>
            <a:r>
              <a:rPr lang="en-US" altLang="zh-CN" dirty="0">
                <a:solidFill>
                  <a:schemeClr val="tx2"/>
                </a:solidFill>
              </a:rPr>
              <a:t>(-16)</a:t>
            </a:r>
            <a:endParaRPr lang="zh-CN" altLang="en-US" dirty="0">
              <a:solidFill>
                <a:schemeClr val="tx2"/>
              </a:solidFill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741638"/>
              </p:ext>
            </p:extLst>
          </p:nvPr>
        </p:nvGraphicFramePr>
        <p:xfrm>
          <a:off x="767706" y="5377210"/>
          <a:ext cx="7807314" cy="7404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80731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740456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d=new Date();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d=new Date(Y,M,D)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35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JSON</a:t>
            </a:r>
            <a:r>
              <a:rPr lang="zh-CN" altLang="en-US" sz="2800" b="1" dirty="0">
                <a:solidFill>
                  <a:srgbClr val="0000FF"/>
                </a:solidFill>
              </a:rPr>
              <a:t>对象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700329"/>
            <a:ext cx="1101722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JSON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全称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JavaScript Object Notation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，用来序列化对象、数组、数值、字符串、布尔值和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null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JSON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对象的创建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）字面量方式创建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JSON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使用键值对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“</a:t>
            </a:r>
            <a:r>
              <a:rPr kumimoji="1" lang="en-US" altLang="zh-CN" sz="2400" b="1" dirty="0">
                <a:latin typeface="Times New Roman" pitchFamily="18" charset="0"/>
              </a:rPr>
              <a:t>"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key</a:t>
            </a:r>
            <a:r>
              <a:rPr kumimoji="1" lang="en-US" altLang="zh-CN" sz="2400" b="1" dirty="0" err="1">
                <a:latin typeface="Times New Roman" pitchFamily="18" charset="0"/>
              </a:rPr>
              <a:t>"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:value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”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的形式描述，多个键值对使用逗号间隔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）利用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JSON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解析器（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JSON.parse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）将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JSON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格式的字符串转换为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JSON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使用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JSON.stringify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方法将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JSON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对象转换为字符串形式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0ACD17E-F159-4363-BAA9-B00BC5D29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95948"/>
              </p:ext>
            </p:extLst>
          </p:nvPr>
        </p:nvGraphicFramePr>
        <p:xfrm>
          <a:off x="861450" y="4284365"/>
          <a:ext cx="8637149" cy="396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30929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20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2000" b="1" kern="1200" baseline="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stu</a:t>
                      </a:r>
                      <a:r>
                        <a:rPr kumimoji="1" lang="en-US" altLang="zh-CN" sz="20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={"id" : 1, "name":"</a:t>
                      </a:r>
                      <a:r>
                        <a:rPr kumimoji="1" lang="zh-CN" altLang="en-US" sz="20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张三</a:t>
                      </a:r>
                      <a:r>
                        <a:rPr kumimoji="1" lang="en-US" altLang="zh-CN" sz="2000" b="1" kern="12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"}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0ACD17E-F159-4363-BAA9-B00BC5D29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127347"/>
              </p:ext>
            </p:extLst>
          </p:nvPr>
        </p:nvGraphicFramePr>
        <p:xfrm>
          <a:off x="861449" y="5777716"/>
          <a:ext cx="8637149" cy="1005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jsontext1='{"name":["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John","Hu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"],"id":1} '</a:t>
                      </a:r>
                    </a:p>
                    <a:p>
                      <a:pPr algn="l"/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user2= 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JSON.parse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jsontext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);</a:t>
                      </a:r>
                    </a:p>
                    <a:p>
                      <a:pPr algn="l"/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jsontext2= </a:t>
                      </a:r>
                      <a:r>
                        <a:rPr kumimoji="1" lang="en-US" altLang="zh-CN" sz="20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JSON.stringify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(user2);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267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DOM</a:t>
            </a:r>
            <a:r>
              <a:rPr lang="zh-CN" altLang="en-US" sz="2800" b="1" dirty="0">
                <a:solidFill>
                  <a:srgbClr val="0000FF"/>
                </a:solidFill>
              </a:rPr>
              <a:t>对象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700329"/>
            <a:ext cx="921702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文档对象模型（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document object model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DOM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）是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W3C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组织推荐的处理可扩展标记语言的标准编程接口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 DOM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是一种基于对象树的文档，可以动态的访问页面、脚本，更新内容、结构和样式。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81" y="3823987"/>
            <a:ext cx="5989224" cy="30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34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DOM</a:t>
            </a:r>
            <a:r>
              <a:rPr lang="zh-CN" altLang="en-US" sz="2800" b="1" dirty="0">
                <a:solidFill>
                  <a:srgbClr val="0000FF"/>
                </a:solidFill>
              </a:rPr>
              <a:t>对象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700329"/>
            <a:ext cx="1087320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当浏览器加载页面后页面文档即会成为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Document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Document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对象属性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title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url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Document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对象方法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访问页面元素方法：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getElementById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getElementsByName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getElementsByTagName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getElementsByClassName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写入方法：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write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writeln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026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BOM</a:t>
            </a:r>
            <a:r>
              <a:rPr lang="zh-CN" altLang="en-US" sz="2800" b="1" dirty="0">
                <a:solidFill>
                  <a:srgbClr val="0000FF"/>
                </a:solidFill>
              </a:rPr>
              <a:t>对象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700329"/>
            <a:ext cx="10441160" cy="2552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浏览器对象模型（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browser object model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BOM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）提供了独立于内容的、可以与浏览器窗口进行交互的对象结构，主要用于管理窗口以及窗口之间的通信、移动窗口、打开关闭窗口、改变窗口的大小，提供导航功能以及获取浏览器相关信息等功能。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Document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对象方法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BOM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由多个对象组成，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Window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是顶层对象，其他对象都是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Window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的子对象。</a:t>
            </a:r>
          </a:p>
        </p:txBody>
      </p:sp>
    </p:spTree>
    <p:extLst>
      <p:ext uri="{BB962C8B-B14F-4D97-AF65-F5344CB8AC3E}">
        <p14:creationId xmlns:p14="http://schemas.microsoft.com/office/powerpoint/2010/main" val="790692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BOM</a:t>
            </a:r>
            <a:r>
              <a:rPr lang="zh-CN" altLang="en-US" sz="2800" b="1" dirty="0">
                <a:solidFill>
                  <a:srgbClr val="0000FF"/>
                </a:solidFill>
              </a:rPr>
              <a:t>对象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700329"/>
            <a:ext cx="921702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Window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Window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对象是整个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BOM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的核心对象，它代表着整个浏览器窗口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Window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对象属性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Window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对象的属性主要是描述浏览器窗口大小以及浏览器的位置信息，见表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7-5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Window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对象方法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）打开、关闭窗口方法：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open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close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）移动窗口方法：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moveTo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moveBy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）弹窗：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alert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prompt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confirm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）计时：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setInterval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setTimeout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clearInterval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clearTimeout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3196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7-1 JavaScript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BOM</a:t>
            </a:r>
            <a:r>
              <a:rPr lang="zh-CN" altLang="en-US" sz="2800" b="1" dirty="0">
                <a:solidFill>
                  <a:srgbClr val="0000FF"/>
                </a:solidFill>
              </a:rPr>
              <a:t>对象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51533" y="1700329"/>
            <a:ext cx="9217024" cy="5098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Navigator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Navigator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对象包含了浏览器相关信息，常见的属性见表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7-6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Location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Location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对象用于获取页面的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URL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，实现将浏览器重定位到新的页面，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常见的属性和方法见表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7-7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History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History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对象存储本次会话的历史页面，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常见的属性和方法见表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7-8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Screen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Screen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对象存储浏览者系统的显示属性，常见的属性见表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7-9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Console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Console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对象用于调试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程序，常见的方法见表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7-10</a:t>
            </a:r>
          </a:p>
        </p:txBody>
      </p:sp>
    </p:spTree>
    <p:extLst>
      <p:ext uri="{BB962C8B-B14F-4D97-AF65-F5344CB8AC3E}">
        <p14:creationId xmlns:p14="http://schemas.microsoft.com/office/powerpoint/2010/main" val="1502771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事件概述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6" y="1700329"/>
            <a:ext cx="86662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事件是指借由鼠标或者键盘进行的操作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执行某个操作触发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程序的行为叫做事件驱动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被触发的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程序为事件处理程序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78813"/>
              </p:ext>
            </p:extLst>
          </p:nvPr>
        </p:nvGraphicFramePr>
        <p:xfrm>
          <a:off x="895549" y="3564285"/>
          <a:ext cx="4566954" cy="10081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56695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document.body.onload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=function(e){   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alert("Hello World!");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88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事件概述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6" y="1700329"/>
            <a:ext cx="86662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事件注册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）直接绑定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设置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on-event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属性直接绑定目标对象元素标签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334518"/>
              </p:ext>
            </p:extLst>
          </p:nvPr>
        </p:nvGraphicFramePr>
        <p:xfrm>
          <a:off x="895549" y="3564285"/>
          <a:ext cx="4566954" cy="100811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56695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&lt;input type="button" value="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单击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="alert('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这是单击事件！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');"/&gt;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687441"/>
              </p:ext>
            </p:extLst>
          </p:nvPr>
        </p:nvGraphicFramePr>
        <p:xfrm>
          <a:off x="6080125" y="3564285"/>
          <a:ext cx="4566954" cy="2286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56695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00811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showMsg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()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alert('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这是单击事件！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');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&lt;input type="button" value="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单击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showMsg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()"/&gt;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9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事件概述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6" y="1700329"/>
            <a:ext cx="8666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事件注册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）定义目标对象的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on-event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属性来注册事件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454871"/>
              </p:ext>
            </p:extLst>
          </p:nvPr>
        </p:nvGraphicFramePr>
        <p:xfrm>
          <a:off x="967557" y="3060229"/>
          <a:ext cx="6480721" cy="1800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48072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80020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&lt;input type="button" id ="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clickme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value="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单击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document.getElementById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clickme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").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 function(){ 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      alert('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这是单击事件！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');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} 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&lt;/script&gt;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6175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事件概述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89848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事件注册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）添加事件监听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获取绑定事件的对象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调用对象的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addEventlistener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event,fun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方法添加事件监听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190650"/>
              </p:ext>
            </p:extLst>
          </p:nvPr>
        </p:nvGraphicFramePr>
        <p:xfrm>
          <a:off x="895549" y="4005898"/>
          <a:ext cx="6480721" cy="28346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48072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180020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&lt;body&gt;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&lt;input type="button" id="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clickme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value="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单击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btn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document.getElementById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clickme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function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showMsg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alert('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这是单击事件！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');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en-US" altLang="zh-CN" sz="1800" b="1" kern="1200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btn.addEventListener</a:t>
                      </a:r>
                      <a:r>
                        <a:rPr kumimoji="1" lang="en-US" altLang="zh-CN" sz="1800" b="1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("click", </a:t>
                      </a:r>
                      <a:r>
                        <a:rPr kumimoji="1" lang="en-US" altLang="zh-CN" sz="1800" b="1" kern="1200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showMsg</a:t>
                      </a:r>
                      <a:r>
                        <a:rPr kumimoji="1" lang="en-US" altLang="zh-CN" sz="1800" b="1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&lt;/script&gt;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&lt;/body&gt;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600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事件概述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898482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事件派发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利用事件派发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dispatchEvent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方法触发事件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事件删除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利用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removeEventListener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方法删除事件监听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7737"/>
              </p:ext>
            </p:extLst>
          </p:nvPr>
        </p:nvGraphicFramePr>
        <p:xfrm>
          <a:off x="790976" y="2990463"/>
          <a:ext cx="6480721" cy="71051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480721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71051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clickevent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 new Event('click');</a:t>
                      </a:r>
                    </a:p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btn.dispatchEvent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clickevent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199281"/>
              </p:ext>
            </p:extLst>
          </p:nvPr>
        </p:nvGraphicFramePr>
        <p:xfrm>
          <a:off x="767704" y="5220470"/>
          <a:ext cx="6248525" cy="45017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6248525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45017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btn.removeEventListener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("click",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showMsg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8172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事件概述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1078944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事件冒泡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通常当在一个对象上触发事件，则执行事件处理程序，同时这个事件会向上传播，也就是这个对象的父对象的事件也会被触发，如此一层一层向上传播，直到传至顶层对象（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window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）为止，这就是事件冒泡。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418897"/>
              </p:ext>
            </p:extLst>
          </p:nvPr>
        </p:nvGraphicFramePr>
        <p:xfrm>
          <a:off x="783732" y="3531552"/>
          <a:ext cx="7388325" cy="3108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388325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723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&lt;body&gt;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&lt;div id="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parentDiv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"&gt;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父元素</a:t>
                      </a:r>
                    </a:p>
                    <a:p>
                      <a:pPr algn="l"/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&lt;div id="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childDiv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"&gt;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子元素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&lt;/div&gt;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&lt;/div&gt;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document.getElementById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parentDiv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").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function () { alert("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父元素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"); };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document.getElementById</a:t>
                      </a:r>
                      <a:r>
                        <a:rPr kumimoji="1" lang="en-US" altLang="zh-CN" sz="1800" b="1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</a:t>
                      </a:r>
                      <a:r>
                        <a:rPr kumimoji="1" lang="en-US" altLang="zh-CN" sz="1800" b="1" kern="1200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childDiv</a:t>
                      </a:r>
                      <a:r>
                        <a:rPr kumimoji="1" lang="en-US" altLang="zh-CN" sz="1800" b="1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").</a:t>
                      </a:r>
                      <a:r>
                        <a:rPr kumimoji="1" lang="en-US" altLang="zh-CN" sz="1800" b="1" kern="1200" dirty="0" err="1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en-US" altLang="zh-CN" sz="1800" b="1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function () { alert("</a:t>
                      </a:r>
                      <a:r>
                        <a:rPr kumimoji="1" lang="zh-CN" altLang="en-US" sz="1800" b="1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子元素</a:t>
                      </a:r>
                      <a:r>
                        <a:rPr kumimoji="1" lang="en-US" altLang="zh-CN" sz="1800" b="1" kern="12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"); };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&lt;/script&gt;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&lt;/body&gt;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25" y="3520054"/>
            <a:ext cx="5477023" cy="166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24" y="3520054"/>
            <a:ext cx="5477023" cy="16687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56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鼠标键盘事件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89848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鼠标事件是指通过移动鼠标、单击来触发事件处理程序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692813"/>
              </p:ext>
            </p:extLst>
          </p:nvPr>
        </p:nvGraphicFramePr>
        <p:xfrm>
          <a:off x="1183581" y="2541572"/>
          <a:ext cx="6621561" cy="319048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554348">
                  <a:extLst>
                    <a:ext uri="{9D8B030D-6E8A-4147-A177-3AD203B41FA5}">
                      <a16:colId xmlns:a16="http://schemas.microsoft.com/office/drawing/2014/main" val="373418125"/>
                    </a:ext>
                  </a:extLst>
                </a:gridCol>
                <a:gridCol w="5067213">
                  <a:extLst>
                    <a:ext uri="{9D8B030D-6E8A-4147-A177-3AD203B41FA5}">
                      <a16:colId xmlns:a16="http://schemas.microsoft.com/office/drawing/2014/main" val="3950359795"/>
                    </a:ext>
                  </a:extLst>
                </a:gridCol>
              </a:tblGrid>
              <a:tr h="44664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事件名称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触发条件描述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916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click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当网页中指定元素被单击时，包括左键和右键点击。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5007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contextmenu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在用户右击用户区打开上下文菜单时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2360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dblclick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当网页中指点元素被双击时，包括左键双击和右键双击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096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mousedown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当用户按下鼠标时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455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mousemove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当用户将鼠标在指定元素上移动时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506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mouseout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当鼠标指针从指定元素上移开时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174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mouseover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当鼠标指针第一次移动到指定元素上时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2646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mouseup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当鼠标弹起时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642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mouseenter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当鼠标指针移动到指定元素上时，该事件与</a:t>
                      </a: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onmouseover</a:t>
                      </a: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类似，差别在于它不支持事件冒泡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006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mouseleave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当鼠标移出元素时，该事件与</a:t>
                      </a: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onmouseout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类似，差别在于它不支持事件冒泡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5145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083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鼠标键盘事件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8984827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键盘事件是指通过键盘按下、松开键触发事件处理程序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175659"/>
              </p:ext>
            </p:extLst>
          </p:nvPr>
        </p:nvGraphicFramePr>
        <p:xfrm>
          <a:off x="1327597" y="2786886"/>
          <a:ext cx="5612814" cy="179912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317142">
                  <a:extLst>
                    <a:ext uri="{9D8B030D-6E8A-4147-A177-3AD203B41FA5}">
                      <a16:colId xmlns:a16="http://schemas.microsoft.com/office/drawing/2014/main" val="2068002808"/>
                    </a:ext>
                  </a:extLst>
                </a:gridCol>
                <a:gridCol w="4295672">
                  <a:extLst>
                    <a:ext uri="{9D8B030D-6E8A-4147-A177-3AD203B41FA5}">
                      <a16:colId xmlns:a16="http://schemas.microsoft.com/office/drawing/2014/main" val="3702573754"/>
                    </a:ext>
                  </a:extLst>
                </a:gridCol>
              </a:tblGrid>
              <a:tr h="467714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事件名称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触发条件描述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912641"/>
                  </a:ext>
                </a:extLst>
              </a:tr>
              <a:tr h="266282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keydown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当按下键盘任意键的时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007289"/>
                  </a:ext>
                </a:extLst>
              </a:tr>
              <a:tr h="266282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keyup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当按下的键松开时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637806"/>
                  </a:ext>
                </a:extLst>
              </a:tr>
              <a:tr h="798846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keypress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当按下和松开键盘任意键时，此事件相当于把</a:t>
                      </a: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onKeyDown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和</a:t>
                      </a: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onKeyUp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这两事件合在一起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718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900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表单事件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1288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表单事件主要是当用户对表单、表单元素进行操作时触发的事件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936758"/>
              </p:ext>
            </p:extLst>
          </p:nvPr>
        </p:nvGraphicFramePr>
        <p:xfrm>
          <a:off x="1039565" y="2628181"/>
          <a:ext cx="5396790" cy="250266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266449">
                  <a:extLst>
                    <a:ext uri="{9D8B030D-6E8A-4147-A177-3AD203B41FA5}">
                      <a16:colId xmlns:a16="http://schemas.microsoft.com/office/drawing/2014/main" val="1612036082"/>
                    </a:ext>
                  </a:extLst>
                </a:gridCol>
                <a:gridCol w="4130341">
                  <a:extLst>
                    <a:ext uri="{9D8B030D-6E8A-4147-A177-3AD203B41FA5}">
                      <a16:colId xmlns:a16="http://schemas.microsoft.com/office/drawing/2014/main" val="2201007111"/>
                    </a:ext>
                  </a:extLst>
                </a:gridCol>
              </a:tblGrid>
              <a:tr h="53041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事件名称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触发条件描述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78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blur	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失去焦点，当指定元素不再被访问者交互时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000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focus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获得焦点，当指定元素被访问者交互时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120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change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当表单元素的内容发生改变时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396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select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当访问者选择文本框中的文本时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738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submit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当访问者提交表格时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195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input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当访问者向表单元素输入内容时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37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reset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当表单重置时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504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035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事件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页面事件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67705" y="1700329"/>
            <a:ext cx="9128844" cy="559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页面事件通常用于整个页面，在页面状态发生变化的时候被触发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166439"/>
              </p:ext>
            </p:extLst>
          </p:nvPr>
        </p:nvGraphicFramePr>
        <p:xfrm>
          <a:off x="967557" y="2916213"/>
          <a:ext cx="4806439" cy="1848893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127913">
                  <a:extLst>
                    <a:ext uri="{9D8B030D-6E8A-4147-A177-3AD203B41FA5}">
                      <a16:colId xmlns:a16="http://schemas.microsoft.com/office/drawing/2014/main" val="2409295834"/>
                    </a:ext>
                  </a:extLst>
                </a:gridCol>
                <a:gridCol w="3678526">
                  <a:extLst>
                    <a:ext uri="{9D8B030D-6E8A-4147-A177-3AD203B41FA5}">
                      <a16:colId xmlns:a16="http://schemas.microsoft.com/office/drawing/2014/main" val="1533671092"/>
                    </a:ext>
                  </a:extLst>
                </a:gridCol>
              </a:tblGrid>
              <a:tr h="485717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事件名称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触发条件描述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801116"/>
                  </a:ext>
                </a:extLst>
              </a:tr>
              <a:tr h="340794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load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当网页载入完成时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042983"/>
                  </a:ext>
                </a:extLst>
              </a:tr>
              <a:tr h="340794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unload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当访问者离开网页时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815480"/>
                  </a:ext>
                </a:extLst>
              </a:tr>
              <a:tr h="340794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resize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当访问者调整浏览器或框架大小时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2506666"/>
                  </a:ext>
                </a:extLst>
              </a:tr>
              <a:tr h="340794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scroll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当文档发生滚动时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1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211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多媒体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多媒体标签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7" y="1752505"/>
            <a:ext cx="100466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&lt;object&gt;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&lt;object&gt;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标签用于包含对象（图像、声音、视频等）从而到嵌入到页面中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760931"/>
              </p:ext>
            </p:extLst>
          </p:nvPr>
        </p:nvGraphicFramePr>
        <p:xfrm>
          <a:off x="895549" y="4136455"/>
          <a:ext cx="4586605" cy="1605979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76325">
                  <a:extLst>
                    <a:ext uri="{9D8B030D-6E8A-4147-A177-3AD203B41FA5}">
                      <a16:colId xmlns:a16="http://schemas.microsoft.com/office/drawing/2014/main" val="3979246525"/>
                    </a:ext>
                  </a:extLst>
                </a:gridCol>
                <a:gridCol w="3510280">
                  <a:extLst>
                    <a:ext uri="{9D8B030D-6E8A-4147-A177-3AD203B41FA5}">
                      <a16:colId xmlns:a16="http://schemas.microsoft.com/office/drawing/2014/main" val="2582836154"/>
                    </a:ext>
                  </a:extLst>
                </a:gridCol>
              </a:tblGrid>
              <a:tr h="478979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属性名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属性描述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1500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data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嵌入对象的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URL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279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width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嵌入对象的宽度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24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height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嵌入对象的高度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4426899"/>
                  </a:ext>
                </a:extLst>
              </a:tr>
              <a:tr h="187939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type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data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属性中规定的数据的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MIME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类型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6492008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378118"/>
              </p:ext>
            </p:extLst>
          </p:nvPr>
        </p:nvGraphicFramePr>
        <p:xfrm>
          <a:off x="895549" y="3060229"/>
          <a:ext cx="7776864" cy="64807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&lt;object width="320" height="240" data="video/sequence.mp4"&gt;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&lt;/object&gt;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152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多媒体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多媒体标签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7" y="1752505"/>
            <a:ext cx="100466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&lt;embed&gt;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&lt;embed&gt;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标签用于将对象嵌入到网页中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732604"/>
              </p:ext>
            </p:extLst>
          </p:nvPr>
        </p:nvGraphicFramePr>
        <p:xfrm>
          <a:off x="895549" y="3060229"/>
          <a:ext cx="7776864" cy="64807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&lt;embed height="240" width="320"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="video/sequence.mp4"/&gt;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363429"/>
              </p:ext>
            </p:extLst>
          </p:nvPr>
        </p:nvGraphicFramePr>
        <p:xfrm>
          <a:off x="903277" y="4068341"/>
          <a:ext cx="4586605" cy="148704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076325">
                  <a:extLst>
                    <a:ext uri="{9D8B030D-6E8A-4147-A177-3AD203B41FA5}">
                      <a16:colId xmlns:a16="http://schemas.microsoft.com/office/drawing/2014/main" val="92272799"/>
                    </a:ext>
                  </a:extLst>
                </a:gridCol>
                <a:gridCol w="3510280">
                  <a:extLst>
                    <a:ext uri="{9D8B030D-6E8A-4147-A177-3AD203B41FA5}">
                      <a16:colId xmlns:a16="http://schemas.microsoft.com/office/drawing/2014/main" val="2642742673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marL="635" indent="-5397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属性名</a:t>
                      </a:r>
                      <a:endParaRPr lang="zh-C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35" indent="-5397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属性描述</a:t>
                      </a:r>
                      <a:endParaRPr lang="zh-CN" sz="1400" b="1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527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src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嵌入对象的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URL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地址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9694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type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嵌入对象的</a:t>
                      </a: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MIME</a:t>
                      </a: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类型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8272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width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嵌入对象的宽度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43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height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嵌入对象的高度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95607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048746"/>
              </p:ext>
            </p:extLst>
          </p:nvPr>
        </p:nvGraphicFramePr>
        <p:xfrm>
          <a:off x="903277" y="5926138"/>
          <a:ext cx="7776864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&lt;object width="320" height="240" data="video/sequence.mp4"&gt;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&lt;embed height="240" width="320"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="video/sequence.mp4"/&gt;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&lt;/object&gt;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75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多媒体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多媒体标签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7" y="1752505"/>
            <a:ext cx="1004664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&lt;video&gt;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&lt;source&gt;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&lt;video&gt;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标签是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HTML5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中新增的一个标签，专门用于在网页中嵌入视频的视频标签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为了兼容不同的浏览器，可以在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&lt;video&gt;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标签内添加多个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&lt;source&gt;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标签，每个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&lt;source&gt;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标签对应一类格式的视频对象。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455536"/>
              </p:ext>
            </p:extLst>
          </p:nvPr>
        </p:nvGraphicFramePr>
        <p:xfrm>
          <a:off x="895549" y="4077633"/>
          <a:ext cx="7776864" cy="1737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67205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&lt;video width="320" height="240" controls="controls"&gt;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="video/sequence.mp4" type="video/mp4"/&gt;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="video/sequence.ogg" type="video/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ogg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="video/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sequence.webm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type="video/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webm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浏览器不支持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video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标签。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&lt;/video&gt;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376786"/>
              </p:ext>
            </p:extLst>
          </p:nvPr>
        </p:nvGraphicFramePr>
        <p:xfrm>
          <a:off x="914866" y="4077633"/>
          <a:ext cx="7776864" cy="2286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67205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&lt;video width="320" height="240" controls="controls"&gt;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="video/sequence.mp4" type="video/mp4"/&gt;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="video/sequence.ogg" type="video/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ogg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="video/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sequence.webm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type="video/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webm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&lt;object width="320" height="240" data=" video/sequence.mp4"&gt;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&lt;embed height="240" width="320"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="video/sequence.mp4"/&gt;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&lt;/object&gt;</a:t>
                      </a:r>
                      <a:endParaRPr kumimoji="1" lang="zh-CN" altLang="en-US" sz="1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&lt;/video&gt;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575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多媒体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多媒体标签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7" y="1752505"/>
            <a:ext cx="1004664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&lt;audio&gt;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</a:t>
            </a:r>
          </a:p>
          <a:p>
            <a:pPr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&lt;audio&gt;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标签用于嵌入声音，其用法与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&lt;video&gt;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标签相似。主流浏览器支持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MP3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Wav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Ogg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三种音频格式。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027284"/>
              </p:ext>
            </p:extLst>
          </p:nvPr>
        </p:nvGraphicFramePr>
        <p:xfrm>
          <a:off x="895549" y="3348261"/>
          <a:ext cx="7776864" cy="17373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672057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&lt;audio controls="controls"&gt;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="audio/sequence.mp3" type="audio/mp3"/&gt;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="audio/sequence.ogg" type="audio/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ogg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="audio/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sequence.webm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type="audio/wav"/&gt;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浏览器不支持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audio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标签。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&lt;/audio&gt;	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18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多媒体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视频播放器样式与播放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86007" y="1752505"/>
            <a:ext cx="1004664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视频播放器通常包含两个区域：主屏幕区和控制条。主屏幕区用于播放视频画面，控制条提供若干控制键用于控制视频播放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利用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&lt;video&gt;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标签的属性和方法，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结合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CSS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设计播放器样式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控制视频播放</a:t>
            </a:r>
            <a:b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属性和方法见表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7-16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296149" y="2844205"/>
            <a:ext cx="5544616" cy="3744416"/>
            <a:chOff x="6296149" y="2844205"/>
            <a:chExt cx="5544616" cy="374441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l="2103" t="7288" r="2154" b="5038"/>
            <a:stretch/>
          </p:blipFill>
          <p:spPr>
            <a:xfrm>
              <a:off x="6296149" y="2844205"/>
              <a:ext cx="5544616" cy="3744416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6296149" y="2988221"/>
              <a:ext cx="5472608" cy="36004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</a:rPr>
                <a:t>主屏幕区</a:t>
              </a:r>
              <a:endParaRPr lang="en-US" altLang="zh-CN" sz="2400" b="1" dirty="0">
                <a:solidFill>
                  <a:srgbClr val="FF0000"/>
                </a:solidFill>
              </a:endParaRPr>
            </a:p>
            <a:p>
              <a:pPr algn="ctr"/>
              <a:endParaRPr lang="en-US" altLang="zh-CN" b="1" dirty="0">
                <a:solidFill>
                  <a:srgbClr val="000000"/>
                </a:solidFill>
              </a:endParaRPr>
            </a:p>
            <a:p>
              <a:pPr algn="ctr"/>
              <a:endParaRPr lang="en-US" altLang="zh-CN" b="1" dirty="0">
                <a:solidFill>
                  <a:srgbClr val="000000"/>
                </a:solidFill>
              </a:endParaRPr>
            </a:p>
            <a:p>
              <a:pPr algn="ctr"/>
              <a:endParaRPr lang="en-US" altLang="zh-CN" b="1" dirty="0">
                <a:solidFill>
                  <a:srgbClr val="000000"/>
                </a:solidFill>
              </a:endParaRPr>
            </a:p>
            <a:p>
              <a:pPr algn="ctr"/>
              <a:endParaRPr lang="en-US" altLang="zh-CN" b="1" dirty="0">
                <a:solidFill>
                  <a:srgbClr val="000000"/>
                </a:solidFill>
              </a:endParaRPr>
            </a:p>
            <a:p>
              <a:pPr algn="ctr"/>
              <a:endParaRPr lang="en-US" altLang="zh-CN" b="1" dirty="0">
                <a:solidFill>
                  <a:srgbClr val="000000"/>
                </a:solidFill>
              </a:endParaRPr>
            </a:p>
            <a:p>
              <a:pPr algn="ctr"/>
              <a:endParaRPr lang="en-US" altLang="zh-CN" b="1" dirty="0">
                <a:solidFill>
                  <a:srgbClr val="000000"/>
                </a:solidFill>
              </a:endParaRPr>
            </a:p>
            <a:p>
              <a:pPr algn="ctr"/>
              <a:endParaRPr lang="zh-CN" altLang="en-US" b="1" dirty="0">
                <a:solidFill>
                  <a:srgbClr val="000000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6338177" y="5406513"/>
              <a:ext cx="5400600" cy="1152128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控制条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3325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7-3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多媒体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视频播放器样式与播放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87200D-7EC0-49F8-ACC0-5A270B2D66CC}"/>
              </a:ext>
            </a:extLst>
          </p:cNvPr>
          <p:cNvSpPr/>
          <p:nvPr/>
        </p:nvSpPr>
        <p:spPr>
          <a:xfrm>
            <a:off x="783814" y="1697879"/>
            <a:ext cx="840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7-14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97715"/>
              </p:ext>
            </p:extLst>
          </p:nvPr>
        </p:nvGraphicFramePr>
        <p:xfrm>
          <a:off x="783814" y="2228317"/>
          <a:ext cx="7175518" cy="39319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17551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&lt;body&gt;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&lt;video id="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width="320" height="240"&gt;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 video/sequence.mp4" type="video/mp4" 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 video/sequence.mp4" type="video/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ogg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&lt;source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src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 video/sequence.mp4" type="video/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webm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浏览器不支持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video 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标签。</a:t>
                      </a:r>
                    </a:p>
                    <a:p>
                      <a:pPr algn="l"/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&lt;/video&gt;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&lt;div&gt;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&lt;input type="button" value="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开始播放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="play()"&gt;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&lt;input type="button" value="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暂定播放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="pause()"&gt;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&lt;input type="button" value="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获取视频播放时长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getVideoTime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()"&gt;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&lt;/div&gt;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&lt;/body&gt;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726196"/>
              </p:ext>
            </p:extLst>
          </p:nvPr>
        </p:nvGraphicFramePr>
        <p:xfrm>
          <a:off x="3847877" y="2228317"/>
          <a:ext cx="4523574" cy="39319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4523574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&lt;script&gt;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function play()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obj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document.getElementById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obj.play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function pause()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obj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document.getElementById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obj.pause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function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getVideoTime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obj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document.getElementById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alert(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obj.duration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&lt;/script&gt;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pic>
        <p:nvPicPr>
          <p:cNvPr id="14" name="图片 13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97" r="31356"/>
          <a:stretch/>
        </p:blipFill>
        <p:spPr bwMode="auto">
          <a:xfrm>
            <a:off x="7322792" y="2228317"/>
            <a:ext cx="4571450" cy="3744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499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地理位置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地理定位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34210" y="1755390"/>
            <a:ext cx="10491830" cy="1667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HTML5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提供了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Geolocation API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用于地理定位。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Geolocation API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提供三个方法：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getCurrentPosition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watchPosition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clearWatch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62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地理位置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地理定位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34210" y="1755390"/>
            <a:ext cx="1049183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getCurrentPosition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successCallback,errorCallback,positionOptions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用于获取用户的地理位置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successCallback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：用于成功定位后要执行的回调函数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该函数带有一个参数，表示获取用户的定位数据，它包含两个属性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coords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timestamp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coords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主要是位置信息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timestamp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表示响应时间。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659923"/>
              </p:ext>
            </p:extLst>
          </p:nvPr>
        </p:nvGraphicFramePr>
        <p:xfrm>
          <a:off x="4656138" y="4041800"/>
          <a:ext cx="3570672" cy="225184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130672">
                  <a:extLst>
                    <a:ext uri="{9D8B030D-6E8A-4147-A177-3AD203B41FA5}">
                      <a16:colId xmlns:a16="http://schemas.microsoft.com/office/drawing/2014/main" val="92498788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375800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属性名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属性描述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778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coords.latitude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纬度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290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coords.longitude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经度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5134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coords.accuracy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精度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6577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coords.altitude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海拔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312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coords. altitudeAccuracy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海拔精度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3193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coords.heading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方向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05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coords.speed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速度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103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194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地理位置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地理定位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34210" y="1755390"/>
            <a:ext cx="1049183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getCurrentPosition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successCallback,errorCallback,positionOptions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用于获取用户的地理位置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successCallback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：用于成功定位后要执行的回调函数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errorCallback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：用户定位失败要处理错误的回调函数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该函数也带有一个参数，它包含两个属性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message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code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message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描述错误信息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code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表示错误代码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449294"/>
              </p:ext>
            </p:extLst>
          </p:nvPr>
        </p:nvGraphicFramePr>
        <p:xfrm>
          <a:off x="4207917" y="4702372"/>
          <a:ext cx="6336704" cy="1406591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148486">
                  <a:extLst>
                    <a:ext uri="{9D8B030D-6E8A-4147-A177-3AD203B41FA5}">
                      <a16:colId xmlns:a16="http://schemas.microsoft.com/office/drawing/2014/main" val="990865650"/>
                    </a:ext>
                  </a:extLst>
                </a:gridCol>
                <a:gridCol w="2667938">
                  <a:extLst>
                    <a:ext uri="{9D8B030D-6E8A-4147-A177-3AD203B41FA5}">
                      <a16:colId xmlns:a16="http://schemas.microsoft.com/office/drawing/2014/main" val="1911345898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459389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Code</a:t>
                      </a: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值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错误属性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描</a:t>
                      </a: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lang="zh-CN" sz="14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述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033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PERMISSION_DENIED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表示用户拒绝定位请求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063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POSITION_UNAVAILABLE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表示无法获取到位置信息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019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TIMEOUT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表示超时请求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262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UNKNOW_ERROR</a:t>
                      </a:r>
                      <a:endParaRPr lang="zh-C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表示有未知错误发生</a:t>
                      </a:r>
                      <a:endParaRPr lang="zh-C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667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8594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地理位置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地理定位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34210" y="1755390"/>
            <a:ext cx="1049183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getCurrentPosition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successCallback,errorCallback,positionOptions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用于获取用户的地理位置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successCallback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：用于成功定位后要执行的回调函数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errorCallback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：用户定位失败要处理错误的回调函数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positionOptions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：这是一个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JSON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格式的数据。有三个属性：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enableHighAcuracy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timeout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maximumAge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enableHighAcuracy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是否启动高精度定位模式；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timeout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表示超时请求的时间设定；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maximumAge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表示浏览器重新获取位置信息的时间间隔。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926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地理位置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地理定位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34210" y="1755390"/>
            <a:ext cx="1049183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watchPosition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watchPosition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方法用于监听定位信息的变化。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watchPosition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作用在于监听，当位置信息发生变化时自动被调用，该方法会返回一个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，通过这个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可以取消监听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clearWatch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clearWatch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方法用于取消监听，它只有一个参数，即需要取消的监听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ID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54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地理位置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获取用户地理定位的一般过程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34210" y="1755390"/>
            <a:ext cx="10491830" cy="2221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判断浏览器是否支持地理定位；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如果支持，则调用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getCurrentPosition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()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方法。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getCurrentPosition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()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方法根据是否能成功定位，执行响应的回调函数；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如果不支持，则弹出提示信息告知用户。</a:t>
            </a:r>
          </a:p>
        </p:txBody>
      </p:sp>
    </p:spTree>
    <p:extLst>
      <p:ext uri="{BB962C8B-B14F-4D97-AF65-F5344CB8AC3E}">
        <p14:creationId xmlns:p14="http://schemas.microsoft.com/office/powerpoint/2010/main" val="38248331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地理位置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获取用户地理定位的一般过程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87200D-7EC0-49F8-ACC0-5A270B2D66CC}"/>
              </a:ext>
            </a:extLst>
          </p:cNvPr>
          <p:cNvSpPr/>
          <p:nvPr/>
        </p:nvSpPr>
        <p:spPr>
          <a:xfrm>
            <a:off x="783814" y="1697879"/>
            <a:ext cx="840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</a:rPr>
              <a:t>7-15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192452"/>
              </p:ext>
            </p:extLst>
          </p:nvPr>
        </p:nvGraphicFramePr>
        <p:xfrm>
          <a:off x="783814" y="2228317"/>
          <a:ext cx="7175518" cy="1188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7175518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&lt;body&gt;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&lt;button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onclick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="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getPosition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()"&gt;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获取用户地理定位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&lt;/button&gt;&lt;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br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/&gt;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&lt;label id="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lblmsg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"&gt;&lt;/label&gt;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&lt;/body&gt;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321760"/>
              </p:ext>
            </p:extLst>
          </p:nvPr>
        </p:nvGraphicFramePr>
        <p:xfrm>
          <a:off x="783814" y="2297983"/>
          <a:ext cx="9505056" cy="25603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50505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getPosition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lblmsg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document.getElementById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lblmsg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if 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navigator.geolocation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navigator.geolocation.getCurrentPosition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showPosition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,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showfailure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else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lblmsg.innerHTML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对不起，您的浏览器不支持定位！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047852"/>
              </p:ext>
            </p:extLst>
          </p:nvPr>
        </p:nvGraphicFramePr>
        <p:xfrm>
          <a:off x="751533" y="4927969"/>
          <a:ext cx="9505056" cy="1463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50505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function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showPosition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pos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latitude =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pos.coords.latitude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longitude =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pos.coords.longitude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lblmsg.innerHTML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经度：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+ longitude + "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纬度：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 + latitude;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46BD325-B6C6-44F0-A4EA-B1E6F6F01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659214"/>
              </p:ext>
            </p:extLst>
          </p:nvPr>
        </p:nvGraphicFramePr>
        <p:xfrm>
          <a:off x="767706" y="3764317"/>
          <a:ext cx="9505056" cy="3383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9505056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function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showfailure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(err)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lblmsg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document.getElementById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("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lblmsg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var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"";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console.info(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err.PERMISSION_DENIED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switch (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err.code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) {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case 1: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"Sorry,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用户拒绝定位！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case 2: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"Sorry,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因某个原因无法获取位置信息！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case 3: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"Sorry,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请求超时！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  case 4: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"Sorry,</a:t>
                      </a:r>
                      <a:r>
                        <a:rPr kumimoji="1" lang="zh-CN" altLang="en-US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未知错误发生！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"; break;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}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  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lblmsg.innerHTML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= </a:t>
                      </a:r>
                      <a:r>
                        <a:rPr kumimoji="1" lang="en-US" altLang="zh-CN" sz="1800" b="1" kern="1200" dirty="0" err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msg</a:t>
                      </a:r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;</a:t>
                      </a:r>
                    </a:p>
                    <a:p>
                      <a:pPr algn="l"/>
                      <a:r>
                        <a:rPr kumimoji="1" lang="en-US" altLang="zh-CN" sz="18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pic>
        <p:nvPicPr>
          <p:cNvPr id="11" name="图片 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229" y="912847"/>
            <a:ext cx="3960440" cy="219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9707" y="891831"/>
            <a:ext cx="5660543" cy="2263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817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7-5~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7-9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030CB7-09CD-4D65-AFC0-92183B1414E7}"/>
              </a:ext>
            </a:extLst>
          </p:cNvPr>
          <p:cNvSpPr/>
          <p:nvPr/>
        </p:nvSpPr>
        <p:spPr>
          <a:xfrm>
            <a:off x="751533" y="1833687"/>
            <a:ext cx="345638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视频网站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按页面功能区域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从顶部到底部分割为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个模块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页首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视频播放区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③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热门视频区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具体实现请对照书本学习</a:t>
            </a:r>
            <a:endParaRPr lang="zh-CN" altLang="en-US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8E1FC958-4B26-4066-A7BF-16C99023E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1094913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页面分析</a:t>
            </a:r>
          </a:p>
        </p:txBody>
      </p:sp>
      <p:grpSp>
        <p:nvGrpSpPr>
          <p:cNvPr id="9" name="画布 1"/>
          <p:cNvGrpSpPr/>
          <p:nvPr/>
        </p:nvGrpSpPr>
        <p:grpSpPr>
          <a:xfrm>
            <a:off x="5144020" y="1094913"/>
            <a:ext cx="7016229" cy="5637724"/>
            <a:chOff x="0" y="0"/>
            <a:chExt cx="5309870" cy="3922395"/>
          </a:xfrm>
        </p:grpSpPr>
        <p:sp>
          <p:nvSpPr>
            <p:cNvPr id="10" name="矩形 9"/>
            <p:cNvSpPr/>
            <p:nvPr/>
          </p:nvSpPr>
          <p:spPr>
            <a:xfrm>
              <a:off x="0" y="0"/>
              <a:ext cx="5309870" cy="3922395"/>
            </a:xfrm>
            <a:prstGeom prst="rect">
              <a:avLst/>
            </a:prstGeom>
          </p:spPr>
        </p:sp>
        <p:pic>
          <p:nvPicPr>
            <p:cNvPr id="11" name="图片 10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274310" cy="3886567"/>
            </a:xfrm>
            <a:prstGeom prst="rect">
              <a:avLst/>
            </a:prstGeom>
          </p:spPr>
        </p:pic>
        <p:sp>
          <p:nvSpPr>
            <p:cNvPr id="12" name="矩形 11"/>
            <p:cNvSpPr>
              <a:spLocks/>
            </p:cNvSpPr>
            <p:nvPr/>
          </p:nvSpPr>
          <p:spPr>
            <a:xfrm>
              <a:off x="0" y="1"/>
              <a:ext cx="5217795" cy="284671"/>
            </a:xfrm>
            <a:prstGeom prst="rect">
              <a:avLst/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lgDashDot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255905" algn="ctr">
                <a:spcAft>
                  <a:spcPts val="0"/>
                </a:spcAft>
              </a:pPr>
              <a:r>
                <a:rPr lang="en-US" sz="1400" b="1" dirty="0">
                  <a:solidFill>
                    <a:srgbClr val="FF0000"/>
                  </a:solidFill>
                  <a:effectLst/>
                  <a:latin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zh-CN" sz="1400" b="1" dirty="0">
                <a:effectLst/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/>
            </p:cNvSpPr>
            <p:nvPr/>
          </p:nvSpPr>
          <p:spPr>
            <a:xfrm>
              <a:off x="611320" y="326648"/>
              <a:ext cx="2647950" cy="3519170"/>
            </a:xfrm>
            <a:prstGeom prst="rect">
              <a:avLst/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lgDashDot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255905">
                <a:lnSpc>
                  <a:spcPct val="150000"/>
                </a:lnSpc>
                <a:spcAft>
                  <a:spcPts val="0"/>
                </a:spcAft>
              </a:pPr>
              <a:r>
                <a:rPr lang="zh-CN" sz="1400" b="1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sz="1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矩形 13"/>
            <p:cNvSpPr>
              <a:spLocks/>
            </p:cNvSpPr>
            <p:nvPr/>
          </p:nvSpPr>
          <p:spPr>
            <a:xfrm>
              <a:off x="3311389" y="326631"/>
              <a:ext cx="1612900" cy="3526790"/>
            </a:xfrm>
            <a:prstGeom prst="rect">
              <a:avLst/>
            </a:prstGeom>
            <a:noFill/>
            <a:ln w="12700" cap="flat" cmpd="sng" algn="ctr">
              <a:solidFill>
                <a:srgbClr val="5B9BD5">
                  <a:shade val="50000"/>
                </a:srgbClr>
              </a:solidFill>
              <a:prstDash val="lgDashDot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255905" algn="ctr">
                <a:lnSpc>
                  <a:spcPct val="150000"/>
                </a:lnSpc>
                <a:spcAft>
                  <a:spcPts val="0"/>
                </a:spcAft>
              </a:pPr>
              <a:r>
                <a:rPr lang="en-US" sz="1000" b="1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      </a:t>
              </a:r>
              <a:r>
                <a:rPr lang="en-US" sz="1400" b="1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lang="zh-CN" sz="1400" b="1" dirty="0">
                  <a:solidFill>
                    <a:srgbClr val="FF0000"/>
                  </a:solidFill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endParaRPr lang="zh-CN" sz="14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0846766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16592</TotalTime>
  <Words>3303</Words>
  <Application>Microsoft Office PowerPoint</Application>
  <PresentationFormat>自定义</PresentationFormat>
  <Paragraphs>464</Paragraphs>
  <Slides>36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等线</vt:lpstr>
      <vt:lpstr>黑体</vt:lpstr>
      <vt:lpstr>宋体</vt:lpstr>
      <vt:lpstr>微软雅黑</vt:lpstr>
      <vt:lpstr>Arial</vt:lpstr>
      <vt:lpstr>Times New Roman</vt:lpstr>
      <vt:lpstr>Verdana</vt:lpstr>
      <vt:lpstr>Wingdings</vt:lpstr>
      <vt:lpstr>Profile</vt:lpstr>
      <vt:lpstr>项目7 视频播放网站</vt:lpstr>
      <vt:lpstr>项目7 视频播放网站</vt:lpstr>
      <vt:lpstr>项目7 视频播放网站</vt:lpstr>
      <vt:lpstr>任务7-1 JavaScript对象</vt:lpstr>
      <vt:lpstr>任务7-1 JavaScript对象</vt:lpstr>
      <vt:lpstr>任务7-1 JavaScript对象</vt:lpstr>
      <vt:lpstr>任务7-1 JavaScript对象</vt:lpstr>
      <vt:lpstr>任务7-1 JavaScript对象</vt:lpstr>
      <vt:lpstr>任务7-1 JavaScript对象</vt:lpstr>
      <vt:lpstr>任务7-1 JavaScript对象</vt:lpstr>
      <vt:lpstr>任务7-1 JavaScript对象</vt:lpstr>
      <vt:lpstr>任务7-1 JavaScript对象</vt:lpstr>
      <vt:lpstr>任务7-2 事件</vt:lpstr>
      <vt:lpstr>任务7-2 事件</vt:lpstr>
      <vt:lpstr>任务7-2 事件</vt:lpstr>
      <vt:lpstr>任务7-2 事件</vt:lpstr>
      <vt:lpstr>任务7-2 事件</vt:lpstr>
      <vt:lpstr>任务7-2 事件</vt:lpstr>
      <vt:lpstr>任务7-2 事件</vt:lpstr>
      <vt:lpstr>任务7-2 事件</vt:lpstr>
      <vt:lpstr>任务7-2 事件</vt:lpstr>
      <vt:lpstr>任务7-2 事件</vt:lpstr>
      <vt:lpstr>任务7-3 多媒体</vt:lpstr>
      <vt:lpstr>任务7-3 多媒体</vt:lpstr>
      <vt:lpstr>任务7-3 多媒体</vt:lpstr>
      <vt:lpstr>任务7-3 多媒体</vt:lpstr>
      <vt:lpstr>任务7-3 多媒体</vt:lpstr>
      <vt:lpstr>任务7-3 多媒体</vt:lpstr>
      <vt:lpstr>任务7-4 地理位置</vt:lpstr>
      <vt:lpstr>任务7-4 地理位置</vt:lpstr>
      <vt:lpstr>任务7-4 地理位置</vt:lpstr>
      <vt:lpstr>任务7-4 地理位置</vt:lpstr>
      <vt:lpstr>任务7-4 地理位置</vt:lpstr>
      <vt:lpstr>任务7-4 地理位置</vt:lpstr>
      <vt:lpstr>任务7-4 地理位置</vt:lpstr>
      <vt:lpstr>任务7-5~任务7-9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项目4 企业网站首页</dc:title>
  <dc:subject>Web前端开发与项目实践</dc:subject>
  <cp:lastModifiedBy>John Hu</cp:lastModifiedBy>
  <cp:revision>1470</cp:revision>
  <dcterms:created xsi:type="dcterms:W3CDTF">2008-02-14T05:21:14Z</dcterms:created>
  <dcterms:modified xsi:type="dcterms:W3CDTF">2024-03-29T03:53:31Z</dcterms:modified>
</cp:coreProperties>
</file>