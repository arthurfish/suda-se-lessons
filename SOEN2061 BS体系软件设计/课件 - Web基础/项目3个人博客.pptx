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67"/>
  </p:notesMasterIdLst>
  <p:sldIdLst>
    <p:sldId id="423" r:id="rId2"/>
    <p:sldId id="427" r:id="rId3"/>
    <p:sldId id="428" r:id="rId4"/>
    <p:sldId id="429" r:id="rId5"/>
    <p:sldId id="515" r:id="rId6"/>
    <p:sldId id="516" r:id="rId7"/>
    <p:sldId id="517" r:id="rId8"/>
    <p:sldId id="518" r:id="rId9"/>
    <p:sldId id="519" r:id="rId10"/>
    <p:sldId id="520" r:id="rId11"/>
    <p:sldId id="521" r:id="rId12"/>
    <p:sldId id="522" r:id="rId13"/>
    <p:sldId id="524" r:id="rId14"/>
    <p:sldId id="526" r:id="rId15"/>
    <p:sldId id="527" r:id="rId16"/>
    <p:sldId id="525" r:id="rId17"/>
    <p:sldId id="528" r:id="rId18"/>
    <p:sldId id="529" r:id="rId19"/>
    <p:sldId id="530" r:id="rId20"/>
    <p:sldId id="531" r:id="rId21"/>
    <p:sldId id="532" r:id="rId22"/>
    <p:sldId id="533" r:id="rId23"/>
    <p:sldId id="534" r:id="rId24"/>
    <p:sldId id="535" r:id="rId25"/>
    <p:sldId id="536" r:id="rId26"/>
    <p:sldId id="523" r:id="rId27"/>
    <p:sldId id="537" r:id="rId28"/>
    <p:sldId id="538" r:id="rId29"/>
    <p:sldId id="539" r:id="rId30"/>
    <p:sldId id="540" r:id="rId31"/>
    <p:sldId id="542" r:id="rId32"/>
    <p:sldId id="543" r:id="rId33"/>
    <p:sldId id="546" r:id="rId34"/>
    <p:sldId id="545" r:id="rId35"/>
    <p:sldId id="544" r:id="rId36"/>
    <p:sldId id="547" r:id="rId37"/>
    <p:sldId id="548" r:id="rId38"/>
    <p:sldId id="549" r:id="rId39"/>
    <p:sldId id="550" r:id="rId40"/>
    <p:sldId id="551" r:id="rId41"/>
    <p:sldId id="554" r:id="rId42"/>
    <p:sldId id="552" r:id="rId43"/>
    <p:sldId id="553" r:id="rId44"/>
    <p:sldId id="560" r:id="rId45"/>
    <p:sldId id="555" r:id="rId46"/>
    <p:sldId id="556" r:id="rId47"/>
    <p:sldId id="557" r:id="rId48"/>
    <p:sldId id="558" r:id="rId49"/>
    <p:sldId id="559" r:id="rId50"/>
    <p:sldId id="561" r:id="rId51"/>
    <p:sldId id="562" r:id="rId52"/>
    <p:sldId id="563" r:id="rId53"/>
    <p:sldId id="564" r:id="rId54"/>
    <p:sldId id="565" r:id="rId55"/>
    <p:sldId id="566" r:id="rId56"/>
    <p:sldId id="567" r:id="rId57"/>
    <p:sldId id="568" r:id="rId58"/>
    <p:sldId id="569" r:id="rId59"/>
    <p:sldId id="570" r:id="rId60"/>
    <p:sldId id="571" r:id="rId61"/>
    <p:sldId id="572" r:id="rId62"/>
    <p:sldId id="573" r:id="rId63"/>
    <p:sldId id="575" r:id="rId64"/>
    <p:sldId id="576" r:id="rId65"/>
    <p:sldId id="514" r:id="rId66"/>
  </p:sldIdLst>
  <p:sldSz cx="12160250" cy="6840538"/>
  <p:notesSz cx="6858000" cy="9144000"/>
  <p:defaultTextStyle>
    <a:defPPr>
      <a:defRPr lang="zh-CN"/>
    </a:defPPr>
    <a:lvl1pPr algn="l" rtl="0" fontAlgn="base">
      <a:spcBef>
        <a:spcPct val="0"/>
      </a:spcBef>
      <a:spcAft>
        <a:spcPct val="0"/>
      </a:spcAft>
      <a:defRPr kern="1200">
        <a:solidFill>
          <a:schemeClr val="tx1"/>
        </a:solidFill>
        <a:latin typeface="Verdana" pitchFamily="34" charset="0"/>
        <a:ea typeface="宋体" pitchFamily="2" charset="-122"/>
        <a:cs typeface="+mn-cs"/>
      </a:defRPr>
    </a:lvl1pPr>
    <a:lvl2pPr marL="492125" indent="-34925" algn="l" rtl="0" fontAlgn="base">
      <a:spcBef>
        <a:spcPct val="0"/>
      </a:spcBef>
      <a:spcAft>
        <a:spcPct val="0"/>
      </a:spcAft>
      <a:defRPr kern="1200">
        <a:solidFill>
          <a:schemeClr val="tx1"/>
        </a:solidFill>
        <a:latin typeface="Verdana" pitchFamily="34" charset="0"/>
        <a:ea typeface="宋体" pitchFamily="2" charset="-122"/>
        <a:cs typeface="+mn-cs"/>
      </a:defRPr>
    </a:lvl2pPr>
    <a:lvl3pPr marL="985838" indent="-71438" algn="l" rtl="0" fontAlgn="base">
      <a:spcBef>
        <a:spcPct val="0"/>
      </a:spcBef>
      <a:spcAft>
        <a:spcPct val="0"/>
      </a:spcAft>
      <a:defRPr kern="1200">
        <a:solidFill>
          <a:schemeClr val="tx1"/>
        </a:solidFill>
        <a:latin typeface="Verdana" pitchFamily="34" charset="0"/>
        <a:ea typeface="宋体" pitchFamily="2" charset="-122"/>
        <a:cs typeface="+mn-cs"/>
      </a:defRPr>
    </a:lvl3pPr>
    <a:lvl4pPr marL="1477963" indent="-106363" algn="l" rtl="0" fontAlgn="base">
      <a:spcBef>
        <a:spcPct val="0"/>
      </a:spcBef>
      <a:spcAft>
        <a:spcPct val="0"/>
      </a:spcAft>
      <a:defRPr kern="1200">
        <a:solidFill>
          <a:schemeClr val="tx1"/>
        </a:solidFill>
        <a:latin typeface="Verdana" pitchFamily="34" charset="0"/>
        <a:ea typeface="宋体" pitchFamily="2" charset="-122"/>
        <a:cs typeface="+mn-cs"/>
      </a:defRPr>
    </a:lvl4pPr>
    <a:lvl5pPr marL="1971675" indent="-142875" algn="l" rtl="0" fontAlgn="base">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55" userDrawn="1">
          <p15:clr>
            <a:srgbClr val="A4A3A4"/>
          </p15:clr>
        </p15:guide>
        <p15:guide id="2" pos="38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33CCCC"/>
    <a:srgbClr val="99CCFF"/>
    <a:srgbClr val="00CCFF"/>
    <a:srgbClr val="00FFFF"/>
    <a:srgbClr val="FFFF99"/>
    <a:srgbClr val="FFFF00"/>
    <a:srgbClr val="66FFFF"/>
    <a:srgbClr val="D5D3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02" autoAdjust="0"/>
    <p:restoredTop sz="87262" autoAdjust="0"/>
  </p:normalViewPr>
  <p:slideViewPr>
    <p:cSldViewPr>
      <p:cViewPr varScale="1">
        <p:scale>
          <a:sx n="78" d="100"/>
          <a:sy n="78" d="100"/>
        </p:scale>
        <p:origin x="102" y="570"/>
      </p:cViewPr>
      <p:guideLst>
        <p:guide orient="horz" pos="2155"/>
        <p:guide pos="3831"/>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 userId="213e45b8a479442b" providerId="LiveId" clId="{D95433FB-F15C-0C48-B608-5BA9089AB91D}"/>
    <pc:docChg chg="undo custSel addSld delSld modSld sldOrd">
      <pc:chgData name="John Hu" userId="213e45b8a479442b" providerId="LiveId" clId="{D95433FB-F15C-0C48-B608-5BA9089AB91D}" dt="2022-03-01T02:54:28.840" v="1770" actId="20577"/>
      <pc:docMkLst>
        <pc:docMk/>
      </pc:docMkLst>
      <pc:sldChg chg="modSp mod">
        <pc:chgData name="John Hu" userId="213e45b8a479442b" providerId="LiveId" clId="{D95433FB-F15C-0C48-B608-5BA9089AB91D}" dt="2022-03-01T01:57:35.699" v="1743" actId="20577"/>
        <pc:sldMkLst>
          <pc:docMk/>
          <pc:sldMk cId="1610846766" sldId="514"/>
        </pc:sldMkLst>
        <pc:spChg chg="mod">
          <ac:chgData name="John Hu" userId="213e45b8a479442b" providerId="LiveId" clId="{D95433FB-F15C-0C48-B608-5BA9089AB91D}" dt="2022-03-01T01:57:35.699" v="1743" actId="20577"/>
          <ac:spMkLst>
            <pc:docMk/>
            <pc:sldMk cId="1610846766" sldId="514"/>
            <ac:spMk id="6" creationId="{41030CB7-09CD-4D65-AFC0-92183B1414E7}"/>
          </ac:spMkLst>
        </pc:spChg>
      </pc:sldChg>
    </pc:docChg>
  </pc:docChgLst>
  <pc:docChgLst>
    <pc:chgData userId="213e45b8a479442b" providerId="LiveId" clId="{0C2797AA-115E-404E-8A4E-088081DE6C30}"/>
    <pc:docChg chg="undo custSel addSld delSld modSld sldOrd modMainMaster">
      <pc:chgData name="" userId="213e45b8a479442b" providerId="LiveId" clId="{0C2797AA-115E-404E-8A4E-088081DE6C30}" dt="2022-03-04T03:04:22.076" v="7802" actId="404"/>
      <pc:docMkLst>
        <pc:docMk/>
      </pc:docMkLst>
      <pc:sldChg chg="modSp">
        <pc:chgData name="" userId="213e45b8a479442b" providerId="LiveId" clId="{0C2797AA-115E-404E-8A4E-088081DE6C30}" dt="2022-02-15T12:25:15.317" v="249" actId="113"/>
        <pc:sldMkLst>
          <pc:docMk/>
          <pc:sldMk cId="1475978079" sldId="423"/>
        </pc:sldMkLst>
        <pc:spChg chg="mod">
          <ac:chgData name="" userId="213e45b8a479442b" providerId="LiveId" clId="{0C2797AA-115E-404E-8A4E-088081DE6C30}" dt="2022-02-15T12:25:15.317" v="249" actId="113"/>
          <ac:spMkLst>
            <pc:docMk/>
            <pc:sldMk cId="1475978079" sldId="423"/>
            <ac:spMk id="2" creationId="{5888EE31-F44C-4034-8407-4C756F65702C}"/>
          </ac:spMkLst>
        </pc:spChg>
        <pc:spChg chg="mod">
          <ac:chgData name="" userId="213e45b8a479442b" providerId="LiveId" clId="{0C2797AA-115E-404E-8A4E-088081DE6C30}" dt="2022-02-15T12:18:21.998" v="0" actId="20577"/>
          <ac:spMkLst>
            <pc:docMk/>
            <pc:sldMk cId="1475978079" sldId="423"/>
            <ac:spMk id="3" creationId="{4A35EE34-9C2C-4E22-BF6B-F5AC30E8FD11}"/>
          </ac:spMkLst>
        </pc:spChg>
      </pc:sldChg>
      <pc:sldChg chg="addSp delSp modSp add">
        <pc:chgData name="" userId="213e45b8a479442b" providerId="LiveId" clId="{0C2797AA-115E-404E-8A4E-088081DE6C30}" dt="2022-02-25T13:55:12.824" v="7231"/>
        <pc:sldMkLst>
          <pc:docMk/>
          <pc:sldMk cId="2256634334" sldId="427"/>
        </pc:sldMkLst>
        <pc:spChg chg="add del mod">
          <ac:chgData name="" userId="213e45b8a479442b" providerId="LiveId" clId="{0C2797AA-115E-404E-8A4E-088081DE6C30}" dt="2022-02-15T12:23:11.914" v="78" actId="1035"/>
          <ac:spMkLst>
            <pc:docMk/>
            <pc:sldMk cId="2256634334" sldId="427"/>
            <ac:spMk id="2" creationId="{5888EE31-F44C-4034-8407-4C756F65702C}"/>
          </ac:spMkLst>
        </pc:spChg>
        <pc:spChg chg="del">
          <ac:chgData name="" userId="213e45b8a479442b" providerId="LiveId" clId="{0C2797AA-115E-404E-8A4E-088081DE6C30}" dt="2022-02-15T12:19:25.543" v="13" actId="478"/>
          <ac:spMkLst>
            <pc:docMk/>
            <pc:sldMk cId="2256634334" sldId="427"/>
            <ac:spMk id="3" creationId="{4A35EE34-9C2C-4E22-BF6B-F5AC30E8FD11}"/>
          </ac:spMkLst>
        </pc:spChg>
        <pc:spChg chg="add del mod">
          <ac:chgData name="" userId="213e45b8a479442b" providerId="LiveId" clId="{0C2797AA-115E-404E-8A4E-088081DE6C30}" dt="2022-02-15T12:18:56.501" v="6" actId="478"/>
          <ac:spMkLst>
            <pc:docMk/>
            <pc:sldMk cId="2256634334" sldId="427"/>
            <ac:spMk id="5" creationId="{914E5240-761F-4A46-BB0D-5EB305E53051}"/>
          </ac:spMkLst>
        </pc:spChg>
        <pc:spChg chg="add del mod">
          <ac:chgData name="" userId="213e45b8a479442b" providerId="LiveId" clId="{0C2797AA-115E-404E-8A4E-088081DE6C30}" dt="2022-02-15T12:19:28.299" v="14" actId="478"/>
          <ac:spMkLst>
            <pc:docMk/>
            <pc:sldMk cId="2256634334" sldId="427"/>
            <ac:spMk id="7" creationId="{00B247B1-BD17-4260-843D-9C2337300BDF}"/>
          </ac:spMkLst>
        </pc:spChg>
        <pc:spChg chg="add mod">
          <ac:chgData name="" userId="213e45b8a479442b" providerId="LiveId" clId="{0C2797AA-115E-404E-8A4E-088081DE6C30}" dt="2022-02-25T13:55:12.824" v="7231"/>
          <ac:spMkLst>
            <pc:docMk/>
            <pc:sldMk cId="2256634334" sldId="427"/>
            <ac:spMk id="8" creationId="{36177B38-43AB-4398-968B-448F8F0E5F49}"/>
          </ac:spMkLst>
        </pc:spChg>
      </pc:sldChg>
      <pc:sldChg chg="addSp delSp modSp add">
        <pc:chgData name="" userId="213e45b8a479442b" providerId="LiveId" clId="{0C2797AA-115E-404E-8A4E-088081DE6C30}" dt="2022-02-25T13:55:03.370" v="7230" actId="179"/>
        <pc:sldMkLst>
          <pc:docMk/>
          <pc:sldMk cId="3958866134" sldId="428"/>
        </pc:sldMkLst>
        <pc:spChg chg="add mod">
          <ac:chgData name="" userId="213e45b8a479442b" providerId="LiveId" clId="{0C2797AA-115E-404E-8A4E-088081DE6C30}" dt="2022-02-25T13:53:41.936" v="7221"/>
          <ac:spMkLst>
            <pc:docMk/>
            <pc:sldMk cId="3958866134" sldId="428"/>
            <ac:spMk id="3" creationId="{D423414B-884D-44D2-950C-D69CAF6027EC}"/>
          </ac:spMkLst>
        </pc:spChg>
        <pc:spChg chg="add mod">
          <ac:chgData name="" userId="213e45b8a479442b" providerId="LiveId" clId="{0C2797AA-115E-404E-8A4E-088081DE6C30}" dt="2022-02-25T13:54:44.305" v="7227" actId="12"/>
          <ac:spMkLst>
            <pc:docMk/>
            <pc:sldMk cId="3958866134" sldId="428"/>
            <ac:spMk id="5" creationId="{50818C01-AC85-4E74-B6C9-A4967A0A45EF}"/>
          </ac:spMkLst>
        </pc:spChg>
        <pc:spChg chg="add mod">
          <ac:chgData name="" userId="213e45b8a479442b" providerId="LiveId" clId="{0C2797AA-115E-404E-8A4E-088081DE6C30}" dt="2022-02-25T13:55:03.370" v="7230" actId="179"/>
          <ac:spMkLst>
            <pc:docMk/>
            <pc:sldMk cId="3958866134" sldId="428"/>
            <ac:spMk id="6" creationId="{EFB4A61B-1058-4112-A6CF-0FCCFD2C4035}"/>
          </ac:spMkLst>
        </pc:spChg>
        <pc:spChg chg="del mod">
          <ac:chgData name="" userId="213e45b8a479442b" providerId="LiveId" clId="{0C2797AA-115E-404E-8A4E-088081DE6C30}" dt="2022-02-15T12:25:49.909" v="253"/>
          <ac:spMkLst>
            <pc:docMk/>
            <pc:sldMk cId="3958866134" sldId="428"/>
            <ac:spMk id="8" creationId="{36177B38-43AB-4398-968B-448F8F0E5F49}"/>
          </ac:spMkLst>
        </pc:spChg>
        <pc:picChg chg="add mod">
          <ac:chgData name="" userId="213e45b8a479442b" providerId="LiveId" clId="{0C2797AA-115E-404E-8A4E-088081DE6C30}" dt="2022-02-15T12:26:01.441" v="257" actId="14100"/>
          <ac:picMkLst>
            <pc:docMk/>
            <pc:sldMk cId="3958866134" sldId="428"/>
            <ac:picMk id="4" creationId="{993D0918-0230-4AA9-98EC-50C69F59B3D0}"/>
          </ac:picMkLst>
        </pc:picChg>
      </pc:sldChg>
      <pc:sldChg chg="addSp modSp add">
        <pc:chgData name="" userId="213e45b8a479442b" providerId="LiveId" clId="{0C2797AA-115E-404E-8A4E-088081DE6C30}" dt="2022-02-25T13:53:29.762" v="7217" actId="20578"/>
        <pc:sldMkLst>
          <pc:docMk/>
          <pc:sldMk cId="2378383801" sldId="429"/>
        </pc:sldMkLst>
        <pc:spChg chg="mod">
          <ac:chgData name="" userId="213e45b8a479442b" providerId="LiveId" clId="{0C2797AA-115E-404E-8A4E-088081DE6C30}" dt="2022-02-15T12:31:17.906" v="367"/>
          <ac:spMkLst>
            <pc:docMk/>
            <pc:sldMk cId="2378383801" sldId="429"/>
            <ac:spMk id="2" creationId="{5888EE31-F44C-4034-8407-4C756F65702C}"/>
          </ac:spMkLst>
        </pc:spChg>
        <pc:spChg chg="add mod">
          <ac:chgData name="" userId="213e45b8a479442b" providerId="LiveId" clId="{0C2797AA-115E-404E-8A4E-088081DE6C30}" dt="2022-02-25T13:53:29.762" v="7217" actId="20578"/>
          <ac:spMkLst>
            <pc:docMk/>
            <pc:sldMk cId="2378383801" sldId="429"/>
            <ac:spMk id="3" creationId="{FC3DE994-F8E6-4715-916B-9859E1A19738}"/>
          </ac:spMkLst>
        </pc:spChg>
        <pc:spChg chg="add">
          <ac:chgData name="" userId="213e45b8a479442b" providerId="LiveId" clId="{0C2797AA-115E-404E-8A4E-088081DE6C30}" dt="2022-02-15T12:32:09.886" v="394"/>
          <ac:spMkLst>
            <pc:docMk/>
            <pc:sldMk cId="2378383801" sldId="429"/>
            <ac:spMk id="5" creationId="{3C6B055B-8C4C-4091-9358-A7232A340D32}"/>
          </ac:spMkLst>
        </pc:spChg>
        <pc:spChg chg="add mod">
          <ac:chgData name="" userId="213e45b8a479442b" providerId="LiveId" clId="{0C2797AA-115E-404E-8A4E-088081DE6C30}" dt="2022-02-15T12:32:30.886" v="405" actId="403"/>
          <ac:spMkLst>
            <pc:docMk/>
            <pc:sldMk cId="2378383801" sldId="429"/>
            <ac:spMk id="6" creationId="{457E5841-C34F-485E-AA3F-FBF063EABED9}"/>
          </ac:spMkLst>
        </pc:spChg>
        <pc:spChg chg="add mod">
          <ac:chgData name="" userId="213e45b8a479442b" providerId="LiveId" clId="{0C2797AA-115E-404E-8A4E-088081DE6C30}" dt="2022-02-15T12:32:30.886" v="405" actId="403"/>
          <ac:spMkLst>
            <pc:docMk/>
            <pc:sldMk cId="2378383801" sldId="429"/>
            <ac:spMk id="7" creationId="{AC0153D4-853F-48C3-AD95-0CB0BC07C14E}"/>
          </ac:spMkLst>
        </pc:spChg>
        <pc:spChg chg="mod">
          <ac:chgData name="" userId="213e45b8a479442b" providerId="LiveId" clId="{0C2797AA-115E-404E-8A4E-088081DE6C30}" dt="2022-02-15T15:19:19.412" v="980" actId="108"/>
          <ac:spMkLst>
            <pc:docMk/>
            <pc:sldMk cId="2378383801" sldId="429"/>
            <ac:spMk id="8" creationId="{36177B38-43AB-4398-968B-448F8F0E5F49}"/>
          </ac:spMkLst>
        </pc:spChg>
        <pc:spChg chg="add mod">
          <ac:chgData name="" userId="213e45b8a479442b" providerId="LiveId" clId="{0C2797AA-115E-404E-8A4E-088081DE6C30}" dt="2022-02-15T12:32:30.886" v="405" actId="403"/>
          <ac:spMkLst>
            <pc:docMk/>
            <pc:sldMk cId="2378383801" sldId="429"/>
            <ac:spMk id="9" creationId="{0A73D839-F84E-4DDE-9386-DE8254720FD7}"/>
          </ac:spMkLst>
        </pc:spChg>
        <pc:spChg chg="add mod">
          <ac:chgData name="" userId="213e45b8a479442b" providerId="LiveId" clId="{0C2797AA-115E-404E-8A4E-088081DE6C30}" dt="2022-02-15T12:32:30.886" v="405" actId="403"/>
          <ac:spMkLst>
            <pc:docMk/>
            <pc:sldMk cId="2378383801" sldId="429"/>
            <ac:spMk id="10" creationId="{DAF3CA02-D185-406E-AB95-BECC3D6EAA7C}"/>
          </ac:spMkLst>
        </pc:spChg>
        <pc:spChg chg="add mod">
          <ac:chgData name="" userId="213e45b8a479442b" providerId="LiveId" clId="{0C2797AA-115E-404E-8A4E-088081DE6C30}" dt="2022-02-15T12:32:30.886" v="405" actId="403"/>
          <ac:spMkLst>
            <pc:docMk/>
            <pc:sldMk cId="2378383801" sldId="429"/>
            <ac:spMk id="11" creationId="{CD4E43FD-1039-45BE-AC43-9314B71446D3}"/>
          </ac:spMkLst>
        </pc:spChg>
        <pc:spChg chg="add mod">
          <ac:chgData name="" userId="213e45b8a479442b" providerId="LiveId" clId="{0C2797AA-115E-404E-8A4E-088081DE6C30}" dt="2022-02-15T12:32:30.886" v="405" actId="403"/>
          <ac:spMkLst>
            <pc:docMk/>
            <pc:sldMk cId="2378383801" sldId="429"/>
            <ac:spMk id="12" creationId="{D4AF6F56-021C-4661-9C2F-79EB2660DE13}"/>
          </ac:spMkLst>
        </pc:spChg>
        <pc:spChg chg="add mod">
          <ac:chgData name="" userId="213e45b8a479442b" providerId="LiveId" clId="{0C2797AA-115E-404E-8A4E-088081DE6C30}" dt="2022-02-15T12:32:30.886" v="405" actId="403"/>
          <ac:spMkLst>
            <pc:docMk/>
            <pc:sldMk cId="2378383801" sldId="429"/>
            <ac:spMk id="13" creationId="{659C7210-ED61-4AF7-8649-789B7F8081C7}"/>
          </ac:spMkLst>
        </pc:spChg>
        <pc:spChg chg="add mod">
          <ac:chgData name="" userId="213e45b8a479442b" providerId="LiveId" clId="{0C2797AA-115E-404E-8A4E-088081DE6C30}" dt="2022-02-15T12:32:30.886" v="405" actId="403"/>
          <ac:spMkLst>
            <pc:docMk/>
            <pc:sldMk cId="2378383801" sldId="429"/>
            <ac:spMk id="14" creationId="{AF9D842C-2A16-44EF-AB0C-B493DFE7828B}"/>
          </ac:spMkLst>
        </pc:spChg>
        <pc:spChg chg="add mod">
          <ac:chgData name="" userId="213e45b8a479442b" providerId="LiveId" clId="{0C2797AA-115E-404E-8A4E-088081DE6C30}" dt="2022-02-15T12:32:30.886" v="405" actId="403"/>
          <ac:spMkLst>
            <pc:docMk/>
            <pc:sldMk cId="2378383801" sldId="429"/>
            <ac:spMk id="15" creationId="{1652787B-BA0A-4C43-B00C-0FEAA29AFA6B}"/>
          </ac:spMkLst>
        </pc:spChg>
        <pc:spChg chg="add mod">
          <ac:chgData name="" userId="213e45b8a479442b" providerId="LiveId" clId="{0C2797AA-115E-404E-8A4E-088081DE6C30}" dt="2022-02-15T12:32:30.886" v="405" actId="403"/>
          <ac:spMkLst>
            <pc:docMk/>
            <pc:sldMk cId="2378383801" sldId="429"/>
            <ac:spMk id="16" creationId="{1AF35748-6C86-42BD-886E-B43925BD3F19}"/>
          </ac:spMkLst>
        </pc:spChg>
        <pc:spChg chg="add mod">
          <ac:chgData name="" userId="213e45b8a479442b" providerId="LiveId" clId="{0C2797AA-115E-404E-8A4E-088081DE6C30}" dt="2022-02-15T12:32:30.886" v="405" actId="403"/>
          <ac:spMkLst>
            <pc:docMk/>
            <pc:sldMk cId="2378383801" sldId="429"/>
            <ac:spMk id="17" creationId="{08BF6B6F-0C85-488F-8224-2833C8F2015E}"/>
          </ac:spMkLst>
        </pc:spChg>
        <pc:spChg chg="add mod">
          <ac:chgData name="" userId="213e45b8a479442b" providerId="LiveId" clId="{0C2797AA-115E-404E-8A4E-088081DE6C30}" dt="2022-02-15T12:32:30.886" v="405" actId="403"/>
          <ac:spMkLst>
            <pc:docMk/>
            <pc:sldMk cId="2378383801" sldId="429"/>
            <ac:spMk id="18" creationId="{82480D13-59B1-4F9B-BC45-B1E92D578CF6}"/>
          </ac:spMkLst>
        </pc:spChg>
        <pc:grpChg chg="add mod">
          <ac:chgData name="" userId="213e45b8a479442b" providerId="LiveId" clId="{0C2797AA-115E-404E-8A4E-088081DE6C30}" dt="2022-02-15T15:19:59.205" v="989" actId="1036"/>
          <ac:grpSpMkLst>
            <pc:docMk/>
            <pc:sldMk cId="2378383801" sldId="429"/>
            <ac:grpSpMk id="4" creationId="{89549481-EE04-4BA5-AEC3-AF19E9AA98C5}"/>
          </ac:grpSpMkLst>
        </pc:grpChg>
      </pc:sldChg>
      <pc:sldChg chg="addSp delSp modSp add delAnim">
        <pc:chgData name="" userId="213e45b8a479442b" providerId="LiveId" clId="{0C2797AA-115E-404E-8A4E-088081DE6C30}" dt="2022-02-28T16:34:18.583" v="7796" actId="207"/>
        <pc:sldMkLst>
          <pc:docMk/>
          <pc:sldMk cId="1610846766" sldId="514"/>
        </pc:sldMkLst>
        <pc:spChg chg="mod">
          <ac:chgData name="" userId="213e45b8a479442b" providerId="LiveId" clId="{0C2797AA-115E-404E-8A4E-088081DE6C30}" dt="2022-02-28T16:34:07.783" v="7794" actId="1076"/>
          <ac:spMkLst>
            <pc:docMk/>
            <pc:sldMk cId="1610846766" sldId="514"/>
            <ac:spMk id="2" creationId="{5888EE31-F44C-4034-8407-4C756F65702C}"/>
          </ac:spMkLst>
        </pc:spChg>
        <pc:spChg chg="del">
          <ac:chgData name="" userId="213e45b8a479442b" providerId="LiveId" clId="{0C2797AA-115E-404E-8A4E-088081DE6C30}" dt="2022-02-28T16:29:35.415" v="7735" actId="478"/>
          <ac:spMkLst>
            <pc:docMk/>
            <pc:sldMk cId="1610846766" sldId="514"/>
            <ac:spMk id="4" creationId="{8749C76F-B604-422F-8F1D-02094C0E5A18}"/>
          </ac:spMkLst>
        </pc:spChg>
        <pc:spChg chg="add del">
          <ac:chgData name="" userId="213e45b8a479442b" providerId="LiveId" clId="{0C2797AA-115E-404E-8A4E-088081DE6C30}" dt="2022-02-28T16:30:46.521" v="7737"/>
          <ac:spMkLst>
            <pc:docMk/>
            <pc:sldMk cId="1610846766" sldId="514"/>
            <ac:spMk id="5" creationId="{204B5F0A-3AE8-4BFB-87C8-18913A99E006}"/>
          </ac:spMkLst>
        </pc:spChg>
        <pc:spChg chg="add mod">
          <ac:chgData name="" userId="213e45b8a479442b" providerId="LiveId" clId="{0C2797AA-115E-404E-8A4E-088081DE6C30}" dt="2022-02-28T16:34:18.583" v="7796" actId="207"/>
          <ac:spMkLst>
            <pc:docMk/>
            <pc:sldMk cId="1610846766" sldId="514"/>
            <ac:spMk id="6" creationId="{41030CB7-09CD-4D65-AFC0-92183B1414E7}"/>
          </ac:spMkLst>
        </pc:spChg>
        <pc:spChg chg="del">
          <ac:chgData name="" userId="213e45b8a479442b" providerId="LiveId" clId="{0C2797AA-115E-404E-8A4E-088081DE6C30}" dt="2022-02-28T16:29:35.415" v="7735" actId="478"/>
          <ac:spMkLst>
            <pc:docMk/>
            <pc:sldMk cId="1610846766" sldId="514"/>
            <ac:spMk id="7" creationId="{46DDD202-58D4-48BE-869F-602C61CBB82F}"/>
          </ac:spMkLst>
        </pc:spChg>
        <pc:spChg chg="del">
          <ac:chgData name="" userId="213e45b8a479442b" providerId="LiveId" clId="{0C2797AA-115E-404E-8A4E-088081DE6C30}" dt="2022-02-28T16:29:35.415" v="7735" actId="478"/>
          <ac:spMkLst>
            <pc:docMk/>
            <pc:sldMk cId="1610846766" sldId="514"/>
            <ac:spMk id="8" creationId="{36177B38-43AB-4398-968B-448F8F0E5F49}"/>
          </ac:spMkLst>
        </pc:spChg>
        <pc:spChg chg="add del mod">
          <ac:chgData name="" userId="213e45b8a479442b" providerId="LiveId" clId="{0C2797AA-115E-404E-8A4E-088081DE6C30}" dt="2022-02-28T16:31:38.233" v="7744" actId="478"/>
          <ac:spMkLst>
            <pc:docMk/>
            <pc:sldMk cId="1610846766" sldId="514"/>
            <ac:spMk id="9" creationId="{BACB3169-C4EB-45E2-9894-62EC75A72A2E}"/>
          </ac:spMkLst>
        </pc:spChg>
        <pc:spChg chg="add del mod">
          <ac:chgData name="" userId="213e45b8a479442b" providerId="LiveId" clId="{0C2797AA-115E-404E-8A4E-088081DE6C30}" dt="2022-02-28T16:31:34.164" v="7742" actId="478"/>
          <ac:spMkLst>
            <pc:docMk/>
            <pc:sldMk cId="1610846766" sldId="514"/>
            <ac:spMk id="10" creationId="{5DF463FB-953F-4EDA-9106-B6444487EA3A}"/>
          </ac:spMkLst>
        </pc:spChg>
        <pc:spChg chg="add del mod">
          <ac:chgData name="" userId="213e45b8a479442b" providerId="LiveId" clId="{0C2797AA-115E-404E-8A4E-088081DE6C30}" dt="2022-02-28T16:31:38.249" v="7746"/>
          <ac:spMkLst>
            <pc:docMk/>
            <pc:sldMk cId="1610846766" sldId="514"/>
            <ac:spMk id="11" creationId="{B71A569B-6ABC-46EE-A1DD-83999483E603}"/>
          </ac:spMkLst>
        </pc:spChg>
        <pc:spChg chg="add del mod">
          <ac:chgData name="" userId="213e45b8a479442b" providerId="LiveId" clId="{0C2797AA-115E-404E-8A4E-088081DE6C30}" dt="2022-02-28T16:32:49.353" v="7782"/>
          <ac:spMkLst>
            <pc:docMk/>
            <pc:sldMk cId="1610846766" sldId="514"/>
            <ac:spMk id="12" creationId="{7C6C5234-F0A9-4D06-87D4-CA8A38D57DC2}"/>
          </ac:spMkLst>
        </pc:spChg>
        <pc:spChg chg="del">
          <ac:chgData name="" userId="213e45b8a479442b" providerId="LiveId" clId="{0C2797AA-115E-404E-8A4E-088081DE6C30}" dt="2022-02-28T16:34:11.407" v="7795" actId="478"/>
          <ac:spMkLst>
            <pc:docMk/>
            <pc:sldMk cId="1610846766" sldId="514"/>
            <ac:spMk id="13" creationId="{C7CB8A07-7503-46C9-B110-E3164668C3ED}"/>
          </ac:spMkLst>
        </pc:spChg>
        <pc:spChg chg="del">
          <ac:chgData name="" userId="213e45b8a479442b" providerId="LiveId" clId="{0C2797AA-115E-404E-8A4E-088081DE6C30}" dt="2022-02-28T16:29:35.415" v="7735" actId="478"/>
          <ac:spMkLst>
            <pc:docMk/>
            <pc:sldMk cId="1610846766" sldId="514"/>
            <ac:spMk id="15" creationId="{06E0FABE-3F3A-A846-B863-5A49E39B57F3}"/>
          </ac:spMkLst>
        </pc:spChg>
        <pc:spChg chg="add mod">
          <ac:chgData name="" userId="213e45b8a479442b" providerId="LiveId" clId="{0C2797AA-115E-404E-8A4E-088081DE6C30}" dt="2022-02-28T16:31:57.406" v="7755" actId="1076"/>
          <ac:spMkLst>
            <pc:docMk/>
            <pc:sldMk cId="1610846766" sldId="514"/>
            <ac:spMk id="16" creationId="{8E1FC958-4B26-4066-A7BF-16C99023EC9C}"/>
          </ac:spMkLst>
        </pc:spChg>
        <pc:picChg chg="del">
          <ac:chgData name="" userId="213e45b8a479442b" providerId="LiveId" clId="{0C2797AA-115E-404E-8A4E-088081DE6C30}" dt="2022-02-28T16:29:35.415" v="7735" actId="478"/>
          <ac:picMkLst>
            <pc:docMk/>
            <pc:sldMk cId="1610846766" sldId="514"/>
            <ac:picMk id="3" creationId="{3E5B0114-3875-CF47-901F-1724E6B51FF0}"/>
          </ac:picMkLst>
        </pc:picChg>
        <pc:picChg chg="add mod">
          <ac:chgData name="" userId="213e45b8a479442b" providerId="LiveId" clId="{0C2797AA-115E-404E-8A4E-088081DE6C30}" dt="2022-02-28T16:34:02.872" v="7792" actId="1076"/>
          <ac:picMkLst>
            <pc:docMk/>
            <pc:sldMk cId="1610846766" sldId="514"/>
            <ac:picMk id="14" creationId="{473DEE16-0568-4F47-9A86-CCF2CCF723B2}"/>
          </ac:picMkLst>
        </pc:picChg>
      </pc:sldChg>
      <pc:sldMasterChg chg="modSp setBg modSldLayout">
        <pc:chgData name="" userId="213e45b8a479442b" providerId="LiveId" clId="{0C2797AA-115E-404E-8A4E-088081DE6C30}" dt="2022-02-15T15:24:13.151" v="1044"/>
        <pc:sldMasterMkLst>
          <pc:docMk/>
          <pc:sldMasterMk cId="0" sldId="2147483701"/>
        </pc:sldMasterMkLst>
        <pc:spChg chg="mod">
          <ac:chgData name="" userId="213e45b8a479442b" providerId="LiveId" clId="{0C2797AA-115E-404E-8A4E-088081DE6C30}" dt="2022-02-15T12:22:41.376" v="73"/>
          <ac:spMkLst>
            <pc:docMk/>
            <pc:sldMasterMk cId="0" sldId="2147483701"/>
            <ac:spMk id="1026" creationId="{00000000-0000-0000-0000-000000000000}"/>
          </ac:spMkLst>
        </pc:spChg>
        <pc:spChg chg="mod">
          <ac:chgData name="" userId="213e45b8a479442b" providerId="LiveId" clId="{0C2797AA-115E-404E-8A4E-088081DE6C30}" dt="2022-02-15T12:22:41.376" v="73"/>
          <ac:spMkLst>
            <pc:docMk/>
            <pc:sldMasterMk cId="0" sldId="2147483701"/>
            <ac:spMk id="1027" creationId="{00000000-0000-0000-0000-000000000000}"/>
          </ac:spMkLst>
        </pc:spChg>
        <pc:spChg chg="mod">
          <ac:chgData name="" userId="213e45b8a479442b" providerId="LiveId" clId="{0C2797AA-115E-404E-8A4E-088081DE6C30}" dt="2022-02-15T12:22:41.376" v="73"/>
          <ac:spMkLst>
            <pc:docMk/>
            <pc:sldMasterMk cId="0" sldId="2147483701"/>
            <ac:spMk id="1028" creationId="{00000000-0000-0000-0000-000000000000}"/>
          </ac:spMkLst>
        </pc:spChg>
        <pc:sldLayoutChg chg="modSp setBg">
          <pc:chgData name="" userId="213e45b8a479442b" providerId="LiveId" clId="{0C2797AA-115E-404E-8A4E-088081DE6C30}" dt="2022-02-15T15:24:13.151" v="1044"/>
          <pc:sldLayoutMkLst>
            <pc:docMk/>
            <pc:sldMasterMk cId="0" sldId="2147483701"/>
            <pc:sldLayoutMk cId="647947346" sldId="2147483702"/>
          </pc:sldLayoutMkLst>
          <pc:spChg chg="mod">
            <ac:chgData name="" userId="213e45b8a479442b" providerId="LiveId" clId="{0C2797AA-115E-404E-8A4E-088081DE6C30}" dt="2022-02-15T12:22:41.376" v="73"/>
            <ac:spMkLst>
              <pc:docMk/>
              <pc:sldMasterMk cId="0" sldId="2147483701"/>
              <pc:sldLayoutMk cId="647947346" sldId="2147483702"/>
              <ac:spMk id="2" creationId="{00000000-0000-0000-0000-000000000000}"/>
            </ac:spMkLst>
          </pc:spChg>
          <pc:spChg chg="mod">
            <ac:chgData name="" userId="213e45b8a479442b" providerId="LiveId" clId="{0C2797AA-115E-404E-8A4E-088081DE6C30}" dt="2022-02-15T12:22:41.376" v="73"/>
            <ac:spMkLst>
              <pc:docMk/>
              <pc:sldMasterMk cId="0" sldId="2147483701"/>
              <pc:sldLayoutMk cId="647947346" sldId="2147483702"/>
              <ac:spMk id="3" creationId="{00000000-0000-0000-0000-000000000000}"/>
            </ac:spMkLst>
          </pc:spChg>
        </pc:sldLayoutChg>
        <pc:sldLayoutChg chg="setBg">
          <pc:chgData name="" userId="213e45b8a479442b" providerId="LiveId" clId="{0C2797AA-115E-404E-8A4E-088081DE6C30}" dt="2022-02-15T15:24:13.151" v="1044"/>
          <pc:sldLayoutMkLst>
            <pc:docMk/>
            <pc:sldMasterMk cId="0" sldId="2147483701"/>
            <pc:sldLayoutMk cId="3978205495" sldId="2147483703"/>
          </pc:sldLayoutMkLst>
        </pc:sldLayoutChg>
        <pc:sldLayoutChg chg="modSp setBg">
          <pc:chgData name="" userId="213e45b8a479442b" providerId="LiveId" clId="{0C2797AA-115E-404E-8A4E-088081DE6C30}" dt="2022-02-15T15:24:13.151" v="1044"/>
          <pc:sldLayoutMkLst>
            <pc:docMk/>
            <pc:sldMasterMk cId="0" sldId="2147483701"/>
            <pc:sldLayoutMk cId="2105034718" sldId="2147483704"/>
          </pc:sldLayoutMkLst>
          <pc:spChg chg="mod">
            <ac:chgData name="" userId="213e45b8a479442b" providerId="LiveId" clId="{0C2797AA-115E-404E-8A4E-088081DE6C30}" dt="2022-02-15T12:22:41.376" v="73"/>
            <ac:spMkLst>
              <pc:docMk/>
              <pc:sldMasterMk cId="0" sldId="2147483701"/>
              <pc:sldLayoutMk cId="2105034718" sldId="2147483704"/>
              <ac:spMk id="2" creationId="{00000000-0000-0000-0000-000000000000}"/>
            </ac:spMkLst>
          </pc:spChg>
          <pc:spChg chg="mod">
            <ac:chgData name="" userId="213e45b8a479442b" providerId="LiveId" clId="{0C2797AA-115E-404E-8A4E-088081DE6C30}" dt="2022-02-15T12:22:41.376" v="73"/>
            <ac:spMkLst>
              <pc:docMk/>
              <pc:sldMasterMk cId="0" sldId="2147483701"/>
              <pc:sldLayoutMk cId="2105034718" sldId="2147483704"/>
              <ac:spMk id="3" creationId="{00000000-0000-0000-0000-000000000000}"/>
            </ac:spMkLst>
          </pc:spChg>
        </pc:sldLayoutChg>
        <pc:sldLayoutChg chg="modSp setBg">
          <pc:chgData name="" userId="213e45b8a479442b" providerId="LiveId" clId="{0C2797AA-115E-404E-8A4E-088081DE6C30}" dt="2022-02-15T15:24:13.151" v="1044"/>
          <pc:sldLayoutMkLst>
            <pc:docMk/>
            <pc:sldMasterMk cId="0" sldId="2147483701"/>
            <pc:sldLayoutMk cId="1775862322" sldId="2147483705"/>
          </pc:sldLayoutMkLst>
          <pc:spChg chg="mod">
            <ac:chgData name="" userId="213e45b8a479442b" providerId="LiveId" clId="{0C2797AA-115E-404E-8A4E-088081DE6C30}" dt="2022-02-15T12:22:41.376" v="73"/>
            <ac:spMkLst>
              <pc:docMk/>
              <pc:sldMasterMk cId="0" sldId="2147483701"/>
              <pc:sldLayoutMk cId="1775862322" sldId="2147483705"/>
              <ac:spMk id="3" creationId="{00000000-0000-0000-0000-000000000000}"/>
            </ac:spMkLst>
          </pc:spChg>
          <pc:spChg chg="mod">
            <ac:chgData name="" userId="213e45b8a479442b" providerId="LiveId" clId="{0C2797AA-115E-404E-8A4E-088081DE6C30}" dt="2022-02-15T12:22:41.376" v="73"/>
            <ac:spMkLst>
              <pc:docMk/>
              <pc:sldMasterMk cId="0" sldId="2147483701"/>
              <pc:sldLayoutMk cId="1775862322" sldId="2147483705"/>
              <ac:spMk id="4" creationId="{00000000-0000-0000-0000-000000000000}"/>
            </ac:spMkLst>
          </pc:spChg>
        </pc:sldLayoutChg>
        <pc:sldLayoutChg chg="modSp setBg">
          <pc:chgData name="" userId="213e45b8a479442b" providerId="LiveId" clId="{0C2797AA-115E-404E-8A4E-088081DE6C30}" dt="2022-02-15T15:24:13.151" v="1044"/>
          <pc:sldLayoutMkLst>
            <pc:docMk/>
            <pc:sldMasterMk cId="0" sldId="2147483701"/>
            <pc:sldLayoutMk cId="2673633216" sldId="2147483706"/>
          </pc:sldLayoutMkLst>
          <pc:spChg chg="mod">
            <ac:chgData name="" userId="213e45b8a479442b" providerId="LiveId" clId="{0C2797AA-115E-404E-8A4E-088081DE6C30}" dt="2022-02-15T12:22:41.376" v="73"/>
            <ac:spMkLst>
              <pc:docMk/>
              <pc:sldMasterMk cId="0" sldId="2147483701"/>
              <pc:sldLayoutMk cId="2673633216" sldId="2147483706"/>
              <ac:spMk id="2" creationId="{00000000-0000-0000-0000-000000000000}"/>
            </ac:spMkLst>
          </pc:spChg>
          <pc:spChg chg="mod">
            <ac:chgData name="" userId="213e45b8a479442b" providerId="LiveId" clId="{0C2797AA-115E-404E-8A4E-088081DE6C30}" dt="2022-02-15T12:22:41.376" v="73"/>
            <ac:spMkLst>
              <pc:docMk/>
              <pc:sldMasterMk cId="0" sldId="2147483701"/>
              <pc:sldLayoutMk cId="2673633216" sldId="2147483706"/>
              <ac:spMk id="3" creationId="{00000000-0000-0000-0000-000000000000}"/>
            </ac:spMkLst>
          </pc:spChg>
          <pc:spChg chg="mod">
            <ac:chgData name="" userId="213e45b8a479442b" providerId="LiveId" clId="{0C2797AA-115E-404E-8A4E-088081DE6C30}" dt="2022-02-15T12:22:41.376" v="73"/>
            <ac:spMkLst>
              <pc:docMk/>
              <pc:sldMasterMk cId="0" sldId="2147483701"/>
              <pc:sldLayoutMk cId="2673633216" sldId="2147483706"/>
              <ac:spMk id="4" creationId="{00000000-0000-0000-0000-000000000000}"/>
            </ac:spMkLst>
          </pc:spChg>
          <pc:spChg chg="mod">
            <ac:chgData name="" userId="213e45b8a479442b" providerId="LiveId" clId="{0C2797AA-115E-404E-8A4E-088081DE6C30}" dt="2022-02-15T12:22:41.376" v="73"/>
            <ac:spMkLst>
              <pc:docMk/>
              <pc:sldMasterMk cId="0" sldId="2147483701"/>
              <pc:sldLayoutMk cId="2673633216" sldId="2147483706"/>
              <ac:spMk id="5" creationId="{00000000-0000-0000-0000-000000000000}"/>
            </ac:spMkLst>
          </pc:spChg>
          <pc:spChg chg="mod">
            <ac:chgData name="" userId="213e45b8a479442b" providerId="LiveId" clId="{0C2797AA-115E-404E-8A4E-088081DE6C30}" dt="2022-02-15T12:22:41.376" v="73"/>
            <ac:spMkLst>
              <pc:docMk/>
              <pc:sldMasterMk cId="0" sldId="2147483701"/>
              <pc:sldLayoutMk cId="2673633216" sldId="2147483706"/>
              <ac:spMk id="6" creationId="{00000000-0000-0000-0000-000000000000}"/>
            </ac:spMkLst>
          </pc:spChg>
        </pc:sldLayoutChg>
        <pc:sldLayoutChg chg="setBg">
          <pc:chgData name="" userId="213e45b8a479442b" providerId="LiveId" clId="{0C2797AA-115E-404E-8A4E-088081DE6C30}" dt="2022-02-15T15:24:13.151" v="1044"/>
          <pc:sldLayoutMkLst>
            <pc:docMk/>
            <pc:sldMasterMk cId="0" sldId="2147483701"/>
            <pc:sldLayoutMk cId="3679120110" sldId="2147483707"/>
          </pc:sldLayoutMkLst>
        </pc:sldLayoutChg>
        <pc:sldLayoutChg chg="setBg">
          <pc:chgData name="" userId="213e45b8a479442b" providerId="LiveId" clId="{0C2797AA-115E-404E-8A4E-088081DE6C30}" dt="2022-02-15T15:24:13.151" v="1044"/>
          <pc:sldLayoutMkLst>
            <pc:docMk/>
            <pc:sldMasterMk cId="0" sldId="2147483701"/>
            <pc:sldLayoutMk cId="3295251748" sldId="2147483708"/>
          </pc:sldLayoutMkLst>
        </pc:sldLayoutChg>
        <pc:sldLayoutChg chg="modSp setBg">
          <pc:chgData name="" userId="213e45b8a479442b" providerId="LiveId" clId="{0C2797AA-115E-404E-8A4E-088081DE6C30}" dt="2022-02-15T15:24:13.151" v="1044"/>
          <pc:sldLayoutMkLst>
            <pc:docMk/>
            <pc:sldMasterMk cId="0" sldId="2147483701"/>
            <pc:sldLayoutMk cId="791523328" sldId="2147483709"/>
          </pc:sldLayoutMkLst>
          <pc:spChg chg="mod">
            <ac:chgData name="" userId="213e45b8a479442b" providerId="LiveId" clId="{0C2797AA-115E-404E-8A4E-088081DE6C30}" dt="2022-02-15T12:22:41.376" v="73"/>
            <ac:spMkLst>
              <pc:docMk/>
              <pc:sldMasterMk cId="0" sldId="2147483701"/>
              <pc:sldLayoutMk cId="791523328" sldId="2147483709"/>
              <ac:spMk id="2" creationId="{00000000-0000-0000-0000-000000000000}"/>
            </ac:spMkLst>
          </pc:spChg>
          <pc:spChg chg="mod">
            <ac:chgData name="" userId="213e45b8a479442b" providerId="LiveId" clId="{0C2797AA-115E-404E-8A4E-088081DE6C30}" dt="2022-02-15T12:22:41.376" v="73"/>
            <ac:spMkLst>
              <pc:docMk/>
              <pc:sldMasterMk cId="0" sldId="2147483701"/>
              <pc:sldLayoutMk cId="791523328" sldId="2147483709"/>
              <ac:spMk id="3" creationId="{00000000-0000-0000-0000-000000000000}"/>
            </ac:spMkLst>
          </pc:spChg>
          <pc:spChg chg="mod">
            <ac:chgData name="" userId="213e45b8a479442b" providerId="LiveId" clId="{0C2797AA-115E-404E-8A4E-088081DE6C30}" dt="2022-02-15T12:22:41.376" v="73"/>
            <ac:spMkLst>
              <pc:docMk/>
              <pc:sldMasterMk cId="0" sldId="2147483701"/>
              <pc:sldLayoutMk cId="791523328" sldId="2147483709"/>
              <ac:spMk id="4" creationId="{00000000-0000-0000-0000-000000000000}"/>
            </ac:spMkLst>
          </pc:spChg>
        </pc:sldLayoutChg>
        <pc:sldLayoutChg chg="modSp setBg">
          <pc:chgData name="" userId="213e45b8a479442b" providerId="LiveId" clId="{0C2797AA-115E-404E-8A4E-088081DE6C30}" dt="2022-02-15T15:24:13.151" v="1044"/>
          <pc:sldLayoutMkLst>
            <pc:docMk/>
            <pc:sldMasterMk cId="0" sldId="2147483701"/>
            <pc:sldLayoutMk cId="2081641735" sldId="2147483710"/>
          </pc:sldLayoutMkLst>
          <pc:spChg chg="mod">
            <ac:chgData name="" userId="213e45b8a479442b" providerId="LiveId" clId="{0C2797AA-115E-404E-8A4E-088081DE6C30}" dt="2022-02-15T12:22:41.376" v="73"/>
            <ac:spMkLst>
              <pc:docMk/>
              <pc:sldMasterMk cId="0" sldId="2147483701"/>
              <pc:sldLayoutMk cId="2081641735" sldId="2147483710"/>
              <ac:spMk id="2" creationId="{00000000-0000-0000-0000-000000000000}"/>
            </ac:spMkLst>
          </pc:spChg>
          <pc:spChg chg="mod">
            <ac:chgData name="" userId="213e45b8a479442b" providerId="LiveId" clId="{0C2797AA-115E-404E-8A4E-088081DE6C30}" dt="2022-02-15T12:22:41.376" v="73"/>
            <ac:spMkLst>
              <pc:docMk/>
              <pc:sldMasterMk cId="0" sldId="2147483701"/>
              <pc:sldLayoutMk cId="2081641735" sldId="2147483710"/>
              <ac:spMk id="3" creationId="{00000000-0000-0000-0000-000000000000}"/>
            </ac:spMkLst>
          </pc:spChg>
          <pc:spChg chg="mod">
            <ac:chgData name="" userId="213e45b8a479442b" providerId="LiveId" clId="{0C2797AA-115E-404E-8A4E-088081DE6C30}" dt="2022-02-15T12:22:41.376" v="73"/>
            <ac:spMkLst>
              <pc:docMk/>
              <pc:sldMasterMk cId="0" sldId="2147483701"/>
              <pc:sldLayoutMk cId="2081641735" sldId="2147483710"/>
              <ac:spMk id="4" creationId="{00000000-0000-0000-0000-000000000000}"/>
            </ac:spMkLst>
          </pc:spChg>
        </pc:sldLayoutChg>
        <pc:sldLayoutChg chg="setBg">
          <pc:chgData name="" userId="213e45b8a479442b" providerId="LiveId" clId="{0C2797AA-115E-404E-8A4E-088081DE6C30}" dt="2022-02-15T15:24:13.151" v="1044"/>
          <pc:sldLayoutMkLst>
            <pc:docMk/>
            <pc:sldMasterMk cId="0" sldId="2147483701"/>
            <pc:sldLayoutMk cId="1304169010" sldId="2147483711"/>
          </pc:sldLayoutMkLst>
        </pc:sldLayoutChg>
        <pc:sldLayoutChg chg="modSp setBg">
          <pc:chgData name="" userId="213e45b8a479442b" providerId="LiveId" clId="{0C2797AA-115E-404E-8A4E-088081DE6C30}" dt="2022-02-15T15:24:13.151" v="1044"/>
          <pc:sldLayoutMkLst>
            <pc:docMk/>
            <pc:sldMasterMk cId="0" sldId="2147483701"/>
            <pc:sldLayoutMk cId="1179287809" sldId="2147483712"/>
          </pc:sldLayoutMkLst>
          <pc:spChg chg="mod">
            <ac:chgData name="" userId="213e45b8a479442b" providerId="LiveId" clId="{0C2797AA-115E-404E-8A4E-088081DE6C30}" dt="2022-02-15T12:22:41.376" v="73"/>
            <ac:spMkLst>
              <pc:docMk/>
              <pc:sldMasterMk cId="0" sldId="2147483701"/>
              <pc:sldLayoutMk cId="1179287809" sldId="2147483712"/>
              <ac:spMk id="2" creationId="{00000000-0000-0000-0000-000000000000}"/>
            </ac:spMkLst>
          </pc:spChg>
          <pc:spChg chg="mod">
            <ac:chgData name="" userId="213e45b8a479442b" providerId="LiveId" clId="{0C2797AA-115E-404E-8A4E-088081DE6C30}" dt="2022-02-15T12:22:41.376" v="73"/>
            <ac:spMkLst>
              <pc:docMk/>
              <pc:sldMasterMk cId="0" sldId="2147483701"/>
              <pc:sldLayoutMk cId="1179287809" sldId="2147483712"/>
              <ac:spMk id="3" creationId="{00000000-0000-0000-0000-000000000000}"/>
            </ac:spMkLst>
          </pc:spChg>
        </pc:sldLayoutChg>
        <pc:sldLayoutChg chg="modSp setBg">
          <pc:chgData name="" userId="213e45b8a479442b" providerId="LiveId" clId="{0C2797AA-115E-404E-8A4E-088081DE6C30}" dt="2022-02-15T15:24:13.151" v="1044"/>
          <pc:sldLayoutMkLst>
            <pc:docMk/>
            <pc:sldMasterMk cId="0" sldId="2147483701"/>
            <pc:sldLayoutMk cId="3518206933" sldId="2147483713"/>
          </pc:sldLayoutMkLst>
          <pc:spChg chg="mod">
            <ac:chgData name="" userId="213e45b8a479442b" providerId="LiveId" clId="{0C2797AA-115E-404E-8A4E-088081DE6C30}" dt="2022-02-15T12:22:41.376" v="73"/>
            <ac:spMkLst>
              <pc:docMk/>
              <pc:sldMasterMk cId="0" sldId="2147483701"/>
              <pc:sldLayoutMk cId="3518206933" sldId="2147483713"/>
              <ac:spMk id="2" creationId="{00000000-0000-0000-0000-000000000000}"/>
            </ac:spMkLst>
          </pc:spChg>
          <pc:spChg chg="mod">
            <ac:chgData name="" userId="213e45b8a479442b" providerId="LiveId" clId="{0C2797AA-115E-404E-8A4E-088081DE6C30}" dt="2022-02-15T12:22:41.376" v="73"/>
            <ac:spMkLst>
              <pc:docMk/>
              <pc:sldMasterMk cId="0" sldId="2147483701"/>
              <pc:sldLayoutMk cId="3518206933" sldId="2147483713"/>
              <ac:spMk id="3" creationId="{00000000-0000-0000-0000-000000000000}"/>
            </ac:spMkLst>
          </pc:spChg>
        </pc:sldLayoutChg>
      </pc:sldMasterChg>
    </pc:docChg>
  </pc:docChgLst>
  <pc:docChgLst>
    <pc:chgData name="John Hu" userId="213e45b8a479442b" providerId="LiveId" clId="{BA0B7E33-CB26-4F00-A0BE-F178341DA0F3}"/>
    <pc:docChg chg="modSld">
      <pc:chgData name="John Hu" userId="213e45b8a479442b" providerId="LiveId" clId="{BA0B7E33-CB26-4F00-A0BE-F178341DA0F3}" dt="2024-03-08T03:48:01.033" v="14" actId="1076"/>
      <pc:docMkLst>
        <pc:docMk/>
      </pc:docMkLst>
      <pc:sldChg chg="modSp mod">
        <pc:chgData name="John Hu" userId="213e45b8a479442b" providerId="LiveId" clId="{BA0B7E33-CB26-4F00-A0BE-F178341DA0F3}" dt="2024-03-08T02:59:48.143" v="2" actId="20577"/>
        <pc:sldMkLst>
          <pc:docMk/>
          <pc:sldMk cId="3175297382" sldId="520"/>
        </pc:sldMkLst>
        <pc:graphicFrameChg chg="modGraphic">
          <ac:chgData name="John Hu" userId="213e45b8a479442b" providerId="LiveId" clId="{BA0B7E33-CB26-4F00-A0BE-F178341DA0F3}" dt="2024-03-08T02:59:48.143" v="2" actId="20577"/>
          <ac:graphicFrameMkLst>
            <pc:docMk/>
            <pc:sldMk cId="3175297382" sldId="520"/>
            <ac:graphicFrameMk id="9" creationId="{E0ACD17E-F159-4363-BAA9-B00BC5D29D2F}"/>
          </ac:graphicFrameMkLst>
        </pc:graphicFrameChg>
      </pc:sldChg>
      <pc:sldChg chg="modSp mod">
        <pc:chgData name="John Hu" userId="213e45b8a479442b" providerId="LiveId" clId="{BA0B7E33-CB26-4F00-A0BE-F178341DA0F3}" dt="2024-03-08T03:12:37.173" v="3" actId="20577"/>
        <pc:sldMkLst>
          <pc:docMk/>
          <pc:sldMk cId="2975173420" sldId="521"/>
        </pc:sldMkLst>
        <pc:spChg chg="mod">
          <ac:chgData name="John Hu" userId="213e45b8a479442b" providerId="LiveId" clId="{BA0B7E33-CB26-4F00-A0BE-F178341DA0F3}" dt="2024-03-08T03:12:37.173" v="3" actId="20577"/>
          <ac:spMkLst>
            <pc:docMk/>
            <pc:sldMk cId="2975173420" sldId="521"/>
            <ac:spMk id="3" creationId="{FC3DE994-F8E6-4715-916B-9859E1A19738}"/>
          </ac:spMkLst>
        </pc:spChg>
      </pc:sldChg>
      <pc:sldChg chg="modSp mod">
        <pc:chgData name="John Hu" userId="213e45b8a479442b" providerId="LiveId" clId="{BA0B7E33-CB26-4F00-A0BE-F178341DA0F3}" dt="2024-03-08T03:23:28.428" v="11" actId="14100"/>
        <pc:sldMkLst>
          <pc:docMk/>
          <pc:sldMk cId="1835571924" sldId="525"/>
        </pc:sldMkLst>
        <pc:graphicFrameChg chg="modGraphic">
          <ac:chgData name="John Hu" userId="213e45b8a479442b" providerId="LiveId" clId="{BA0B7E33-CB26-4F00-A0BE-F178341DA0F3}" dt="2024-03-08T03:23:28.428" v="11" actId="14100"/>
          <ac:graphicFrameMkLst>
            <pc:docMk/>
            <pc:sldMk cId="1835571924" sldId="525"/>
            <ac:graphicFrameMk id="9" creationId="{646BD325-B6C6-44F0-A4EA-B1E6F6F01D32}"/>
          </ac:graphicFrameMkLst>
        </pc:graphicFrameChg>
      </pc:sldChg>
      <pc:sldChg chg="modSp mod">
        <pc:chgData name="John Hu" userId="213e45b8a479442b" providerId="LiveId" clId="{BA0B7E33-CB26-4F00-A0BE-F178341DA0F3}" dt="2024-03-08T03:48:01.033" v="14" actId="1076"/>
        <pc:sldMkLst>
          <pc:docMk/>
          <pc:sldMk cId="2497559868" sldId="549"/>
        </pc:sldMkLst>
        <pc:spChg chg="mod">
          <ac:chgData name="John Hu" userId="213e45b8a479442b" providerId="LiveId" clId="{BA0B7E33-CB26-4F00-A0BE-F178341DA0F3}" dt="2024-03-08T03:47:55.361" v="12" actId="6549"/>
          <ac:spMkLst>
            <pc:docMk/>
            <pc:sldMk cId="2497559868" sldId="549"/>
            <ac:spMk id="3" creationId="{FC3DE994-F8E6-4715-916B-9859E1A19738}"/>
          </ac:spMkLst>
        </pc:spChg>
        <pc:graphicFrameChg chg="mod">
          <ac:chgData name="John Hu" userId="213e45b8a479442b" providerId="LiveId" clId="{BA0B7E33-CB26-4F00-A0BE-F178341DA0F3}" dt="2024-03-08T03:47:59.158" v="13" actId="1076"/>
          <ac:graphicFrameMkLst>
            <pc:docMk/>
            <pc:sldMk cId="2497559868" sldId="549"/>
            <ac:graphicFrameMk id="5" creationId="{6CCFD73E-FEE0-4622-90EC-386583FE7F57}"/>
          </ac:graphicFrameMkLst>
        </pc:graphicFrameChg>
        <pc:picChg chg="mod">
          <ac:chgData name="John Hu" userId="213e45b8a479442b" providerId="LiveId" clId="{BA0B7E33-CB26-4F00-A0BE-F178341DA0F3}" dt="2024-03-08T03:48:01.033" v="14" actId="1076"/>
          <ac:picMkLst>
            <pc:docMk/>
            <pc:sldMk cId="2497559868" sldId="549"/>
            <ac:picMk id="12" creationId="{2AD12464-6060-4BEF-9C28-C57D36988B34}"/>
          </ac:picMkLst>
        </pc:picChg>
      </pc:sldChg>
    </pc:docChg>
  </pc:docChgLst>
  <pc:docChgLst>
    <pc:chgData userId="213e45b8a479442b" providerId="LiveId" clId="{FE6F7776-671C-4058-8F51-8528E33E5B2A}"/>
    <pc:docChg chg="modSld">
      <pc:chgData name="" userId="213e45b8a479442b" providerId="LiveId" clId="{FE6F7776-671C-4058-8F51-8528E33E5B2A}" dt="2022-04-11T07:27:58.166" v="201" actId="6549"/>
      <pc:docMkLst>
        <pc:docMk/>
      </pc:docMkLst>
      <pc:sldChg chg="modSp">
        <pc:chgData name="" userId="213e45b8a479442b" providerId="LiveId" clId="{FE6F7776-671C-4058-8F51-8528E33E5B2A}" dt="2022-04-11T07:13:56.737" v="24" actId="6549"/>
        <pc:sldMkLst>
          <pc:docMk/>
          <pc:sldMk cId="1475978079" sldId="423"/>
        </pc:sldMkLst>
        <pc:spChg chg="mod">
          <ac:chgData name="" userId="213e45b8a479442b" providerId="LiveId" clId="{FE6F7776-671C-4058-8F51-8528E33E5B2A}" dt="2022-04-11T07:13:56.737" v="24" actId="6549"/>
          <ac:spMkLst>
            <pc:docMk/>
            <pc:sldMk cId="1475978079" sldId="423"/>
            <ac:spMk id="2" creationId="{5888EE31-F44C-4034-8407-4C756F65702C}"/>
          </ac:spMkLst>
        </pc:spChg>
      </pc:sldChg>
      <pc:sldChg chg="modSp">
        <pc:chgData name="" userId="213e45b8a479442b" providerId="LiveId" clId="{FE6F7776-671C-4058-8F51-8528E33E5B2A}" dt="2022-04-11T07:27:58.166" v="201" actId="6549"/>
        <pc:sldMkLst>
          <pc:docMk/>
          <pc:sldMk cId="2256634334" sldId="427"/>
        </pc:sldMkLst>
        <pc:spChg chg="mod">
          <ac:chgData name="" userId="213e45b8a479442b" providerId="LiveId" clId="{FE6F7776-671C-4058-8F51-8528E33E5B2A}" dt="2022-04-11T07:14:27.006" v="25"/>
          <ac:spMkLst>
            <pc:docMk/>
            <pc:sldMk cId="2256634334" sldId="427"/>
            <ac:spMk id="2" creationId="{5888EE31-F44C-4034-8407-4C756F65702C}"/>
          </ac:spMkLst>
        </pc:spChg>
        <pc:spChg chg="mod">
          <ac:chgData name="" userId="213e45b8a479442b" providerId="LiveId" clId="{FE6F7776-671C-4058-8F51-8528E33E5B2A}" dt="2022-04-11T07:27:58.166" v="201" actId="6549"/>
          <ac:spMkLst>
            <pc:docMk/>
            <pc:sldMk cId="2256634334" sldId="427"/>
            <ac:spMk id="8" creationId="{36177B38-43AB-4398-968B-448F8F0E5F49}"/>
          </ac:spMkLst>
        </pc:spChg>
      </pc:sldChg>
    </pc:docChg>
  </pc:docChgLst>
  <pc:docChgLst>
    <pc:chgData userId="213e45b8a479442b" providerId="LiveId" clId="{4D8713A2-1675-4EEE-A094-CB6F26AC360B}"/>
    <pc:docChg chg="undo custSel addSld delSld modSld sldOrd">
      <pc:chgData name="" userId="213e45b8a479442b" providerId="LiveId" clId="{4D8713A2-1675-4EEE-A094-CB6F26AC360B}" dt="2022-04-26T06:55:25.889" v="3108" actId="2696"/>
      <pc:docMkLst>
        <pc:docMk/>
      </pc:docMkLst>
      <pc:sldChg chg="modSp">
        <pc:chgData name="" userId="213e45b8a479442b" providerId="LiveId" clId="{4D8713A2-1675-4EEE-A094-CB6F26AC360B}" dt="2022-04-15T12:05:10.320" v="202" actId="6549"/>
        <pc:sldMkLst>
          <pc:docMk/>
          <pc:sldMk cId="2256634334" sldId="427"/>
        </pc:sldMkLst>
        <pc:spChg chg="mod">
          <ac:chgData name="" userId="213e45b8a479442b" providerId="LiveId" clId="{4D8713A2-1675-4EEE-A094-CB6F26AC360B}" dt="2022-04-15T12:05:10.320" v="202" actId="6549"/>
          <ac:spMkLst>
            <pc:docMk/>
            <pc:sldMk cId="2256634334" sldId="427"/>
            <ac:spMk id="8" creationId="{36177B38-43AB-4398-968B-448F8F0E5F49}"/>
          </ac:spMkLst>
        </pc:spChg>
      </pc:sldChg>
      <pc:sldChg chg="addSp delSp modSp">
        <pc:chgData name="" userId="213e45b8a479442b" providerId="LiveId" clId="{4D8713A2-1675-4EEE-A094-CB6F26AC360B}" dt="2022-04-15T12:03:06.740" v="193"/>
        <pc:sldMkLst>
          <pc:docMk/>
          <pc:sldMk cId="3958866134" sldId="428"/>
        </pc:sldMkLst>
        <pc:spChg chg="mod">
          <ac:chgData name="" userId="213e45b8a479442b" providerId="LiveId" clId="{4D8713A2-1675-4EEE-A094-CB6F26AC360B}" dt="2022-04-15T12:03:06.740" v="193"/>
          <ac:spMkLst>
            <pc:docMk/>
            <pc:sldMk cId="3958866134" sldId="428"/>
            <ac:spMk id="2" creationId="{5888EE31-F44C-4034-8407-4C756F65702C}"/>
          </ac:spMkLst>
        </pc:spChg>
        <pc:spChg chg="mod">
          <ac:chgData name="" userId="213e45b8a479442b" providerId="LiveId" clId="{4D8713A2-1675-4EEE-A094-CB6F26AC360B}" dt="2022-04-15T08:17:54.205" v="9" actId="20577"/>
          <ac:spMkLst>
            <pc:docMk/>
            <pc:sldMk cId="3958866134" sldId="428"/>
            <ac:spMk id="3" creationId="{D423414B-884D-44D2-950C-D69CAF6027EC}"/>
          </ac:spMkLst>
        </pc:spChg>
        <pc:spChg chg="mod">
          <ac:chgData name="" userId="213e45b8a479442b" providerId="LiveId" clId="{4D8713A2-1675-4EEE-A094-CB6F26AC360B}" dt="2022-04-15T08:19:09.868" v="30" actId="1076"/>
          <ac:spMkLst>
            <pc:docMk/>
            <pc:sldMk cId="3958866134" sldId="428"/>
            <ac:spMk id="5" creationId="{50818C01-AC85-4E74-B6C9-A4967A0A45EF}"/>
          </ac:spMkLst>
        </pc:spChg>
        <pc:spChg chg="mod">
          <ac:chgData name="" userId="213e45b8a479442b" providerId="LiveId" clId="{4D8713A2-1675-4EEE-A094-CB6F26AC360B}" dt="2022-04-15T08:25:22.820" v="192" actId="6549"/>
          <ac:spMkLst>
            <pc:docMk/>
            <pc:sldMk cId="3958866134" sldId="428"/>
            <ac:spMk id="6" creationId="{EFB4A61B-1058-4112-A6CF-0FCCFD2C4035}"/>
          </ac:spMkLst>
        </pc:spChg>
        <pc:picChg chg="del">
          <ac:chgData name="" userId="213e45b8a479442b" providerId="LiveId" clId="{4D8713A2-1675-4EEE-A094-CB6F26AC360B}" dt="2022-04-15T08:21:42.587" v="167" actId="478"/>
          <ac:picMkLst>
            <pc:docMk/>
            <pc:sldMk cId="3958866134" sldId="428"/>
            <ac:picMk id="4" creationId="{993D0918-0230-4AA9-98EC-50C69F59B3D0}"/>
          </ac:picMkLst>
        </pc:picChg>
        <pc:picChg chg="add mod">
          <ac:chgData name="" userId="213e45b8a479442b" providerId="LiveId" clId="{4D8713A2-1675-4EEE-A094-CB6F26AC360B}" dt="2022-04-15T08:21:51.445" v="171" actId="1076"/>
          <ac:picMkLst>
            <pc:docMk/>
            <pc:sldMk cId="3958866134" sldId="428"/>
            <ac:picMk id="7" creationId="{87809DA6-4985-4113-A63F-88B158D2B3A0}"/>
          </ac:picMkLst>
        </pc:picChg>
      </pc:sldChg>
      <pc:sldChg chg="delSp modSp">
        <pc:chgData name="" userId="213e45b8a479442b" providerId="LiveId" clId="{4D8713A2-1675-4EEE-A094-CB6F26AC360B}" dt="2022-04-15T14:26:33.061" v="212" actId="207"/>
        <pc:sldMkLst>
          <pc:docMk/>
          <pc:sldMk cId="2378383801" sldId="429"/>
        </pc:sldMkLst>
        <pc:spChg chg="mod">
          <ac:chgData name="" userId="213e45b8a479442b" providerId="LiveId" clId="{4D8713A2-1675-4EEE-A094-CB6F26AC360B}" dt="2022-04-15T12:21:50.079" v="204" actId="14100"/>
          <ac:spMkLst>
            <pc:docMk/>
            <pc:sldMk cId="2378383801" sldId="429"/>
            <ac:spMk id="2" creationId="{5888EE31-F44C-4034-8407-4C756F65702C}"/>
          </ac:spMkLst>
        </pc:spChg>
        <pc:spChg chg="mod">
          <ac:chgData name="" userId="213e45b8a479442b" providerId="LiveId" clId="{4D8713A2-1675-4EEE-A094-CB6F26AC360B}" dt="2022-04-15T14:26:33.061" v="212" actId="207"/>
          <ac:spMkLst>
            <pc:docMk/>
            <pc:sldMk cId="2378383801" sldId="429"/>
            <ac:spMk id="3" creationId="{FC3DE994-F8E6-4715-916B-9859E1A19738}"/>
          </ac:spMkLst>
        </pc:spChg>
        <pc:spChg chg="mod">
          <ac:chgData name="" userId="213e45b8a479442b" providerId="LiveId" clId="{4D8713A2-1675-4EEE-A094-CB6F26AC360B}" dt="2022-04-15T12:22:30.344" v="205"/>
          <ac:spMkLst>
            <pc:docMk/>
            <pc:sldMk cId="2378383801" sldId="429"/>
            <ac:spMk id="8" creationId="{36177B38-43AB-4398-968B-448F8F0E5F49}"/>
          </ac:spMkLst>
        </pc:spChg>
        <pc:grpChg chg="del">
          <ac:chgData name="" userId="213e45b8a479442b" providerId="LiveId" clId="{4D8713A2-1675-4EEE-A094-CB6F26AC360B}" dt="2022-04-15T12:23:10.798" v="206" actId="478"/>
          <ac:grpSpMkLst>
            <pc:docMk/>
            <pc:sldMk cId="2378383801" sldId="429"/>
            <ac:grpSpMk id="4" creationId="{89549481-EE04-4BA5-AEC3-AF19E9AA98C5}"/>
          </ac:grpSpMkLst>
        </pc:grpChg>
      </pc:sldChg>
      <pc:sldChg chg="addSp delSp modSp">
        <pc:chgData name="" userId="213e45b8a479442b" providerId="LiveId" clId="{4D8713A2-1675-4EEE-A094-CB6F26AC360B}" dt="2022-04-26T06:52:32.968" v="3071" actId="1076"/>
        <pc:sldMkLst>
          <pc:docMk/>
          <pc:sldMk cId="1610846766" sldId="514"/>
        </pc:sldMkLst>
        <pc:spChg chg="mod">
          <ac:chgData name="" userId="213e45b8a479442b" providerId="LiveId" clId="{4D8713A2-1675-4EEE-A094-CB6F26AC360B}" dt="2022-04-16T13:50:56.704" v="1284" actId="20577"/>
          <ac:spMkLst>
            <pc:docMk/>
            <pc:sldMk cId="1610846766" sldId="514"/>
            <ac:spMk id="2" creationId="{5888EE31-F44C-4034-8407-4C756F65702C}"/>
          </ac:spMkLst>
        </pc:spChg>
        <pc:spChg chg="mod">
          <ac:chgData name="" userId="213e45b8a479442b" providerId="LiveId" clId="{4D8713A2-1675-4EEE-A094-CB6F26AC360B}" dt="2022-04-26T06:49:51.275" v="3060" actId="6549"/>
          <ac:spMkLst>
            <pc:docMk/>
            <pc:sldMk cId="1610846766" sldId="514"/>
            <ac:spMk id="6" creationId="{41030CB7-09CD-4D65-AFC0-92183B1414E7}"/>
          </ac:spMkLst>
        </pc:spChg>
        <pc:picChg chg="add del mod">
          <ac:chgData name="" userId="213e45b8a479442b" providerId="LiveId" clId="{4D8713A2-1675-4EEE-A094-CB6F26AC360B}" dt="2022-04-26T06:52:25.493" v="3066" actId="478"/>
          <ac:picMkLst>
            <pc:docMk/>
            <pc:sldMk cId="1610846766" sldId="514"/>
            <ac:picMk id="3" creationId="{F67CC164-B75E-4FCA-9D29-63E60B4D5B2B}"/>
          </ac:picMkLst>
        </pc:picChg>
        <pc:picChg chg="add mod">
          <ac:chgData name="" userId="213e45b8a479442b" providerId="LiveId" clId="{4D8713A2-1675-4EEE-A094-CB6F26AC360B}" dt="2022-04-26T06:52:32.968" v="3071" actId="1076"/>
          <ac:picMkLst>
            <pc:docMk/>
            <pc:sldMk cId="1610846766" sldId="514"/>
            <ac:picMk id="4" creationId="{5E02C886-5E1D-455F-96E6-082AC6132C14}"/>
          </ac:picMkLst>
        </pc:picChg>
        <pc:picChg chg="del">
          <ac:chgData name="" userId="213e45b8a479442b" providerId="LiveId" clId="{4D8713A2-1675-4EEE-A094-CB6F26AC360B}" dt="2022-04-26T06:49:55.605" v="3061" actId="478"/>
          <ac:picMkLst>
            <pc:docMk/>
            <pc:sldMk cId="1610846766" sldId="514"/>
            <ac:picMk id="14" creationId="{473DEE16-0568-4F47-9A86-CCF2CCF723B2}"/>
          </ac:picMkLst>
        </pc:picChg>
      </pc:sldChg>
      <pc:sldChg chg="addSp modSp add">
        <pc:chgData name="" userId="213e45b8a479442b" providerId="LiveId" clId="{4D8713A2-1675-4EEE-A094-CB6F26AC360B}" dt="2022-04-15T14:47:44.669" v="288" actId="20577"/>
        <pc:sldMkLst>
          <pc:docMk/>
          <pc:sldMk cId="2108175735" sldId="515"/>
        </pc:sldMkLst>
        <pc:spChg chg="mod">
          <ac:chgData name="" userId="213e45b8a479442b" providerId="LiveId" clId="{4D8713A2-1675-4EEE-A094-CB6F26AC360B}" dt="2022-04-15T14:45:02.060" v="223" actId="207"/>
          <ac:spMkLst>
            <pc:docMk/>
            <pc:sldMk cId="2108175735" sldId="515"/>
            <ac:spMk id="3" creationId="{FC3DE994-F8E6-4715-916B-9859E1A19738}"/>
          </ac:spMkLst>
        </pc:spChg>
        <pc:spChg chg="add mod">
          <ac:chgData name="" userId="213e45b8a479442b" providerId="LiveId" clId="{4D8713A2-1675-4EEE-A094-CB6F26AC360B}" dt="2022-04-15T14:45:34.994" v="247" actId="6549"/>
          <ac:spMkLst>
            <pc:docMk/>
            <pc:sldMk cId="2108175735" sldId="515"/>
            <ac:spMk id="5" creationId="{06906AC9-8BA4-408A-B726-271179BEAE78}"/>
          </ac:spMkLst>
        </pc:spChg>
        <pc:spChg chg="add mod">
          <ac:chgData name="" userId="213e45b8a479442b" providerId="LiveId" clId="{4D8713A2-1675-4EEE-A094-CB6F26AC360B}" dt="2022-04-15T14:47:39.947" v="285" actId="20577"/>
          <ac:spMkLst>
            <pc:docMk/>
            <pc:sldMk cId="2108175735" sldId="515"/>
            <ac:spMk id="7" creationId="{8231C153-0F32-4D8F-B16F-4DF50D40ED99}"/>
          </ac:spMkLst>
        </pc:spChg>
        <pc:spChg chg="add mod">
          <ac:chgData name="" userId="213e45b8a479442b" providerId="LiveId" clId="{4D8713A2-1675-4EEE-A094-CB6F26AC360B}" dt="2022-04-15T14:47:44.669" v="288" actId="20577"/>
          <ac:spMkLst>
            <pc:docMk/>
            <pc:sldMk cId="2108175735" sldId="515"/>
            <ac:spMk id="9" creationId="{C2F70A36-A00A-4892-9547-EC44B51C5701}"/>
          </ac:spMkLst>
        </pc:spChg>
        <pc:picChg chg="add mod">
          <ac:chgData name="" userId="213e45b8a479442b" providerId="LiveId" clId="{4D8713A2-1675-4EEE-A094-CB6F26AC360B}" dt="2022-04-15T14:46:15.554" v="258" actId="1076"/>
          <ac:picMkLst>
            <pc:docMk/>
            <pc:sldMk cId="2108175735" sldId="515"/>
            <ac:picMk id="4" creationId="{55D179AE-3E4F-428F-A7DF-EF65D15DC251}"/>
          </ac:picMkLst>
        </pc:picChg>
        <pc:picChg chg="add mod">
          <ac:chgData name="" userId="213e45b8a479442b" providerId="LiveId" clId="{4D8713A2-1675-4EEE-A094-CB6F26AC360B}" dt="2022-04-15T14:46:12.670" v="256" actId="1076"/>
          <ac:picMkLst>
            <pc:docMk/>
            <pc:sldMk cId="2108175735" sldId="515"/>
            <ac:picMk id="6" creationId="{6F4181DF-97F6-48A6-807F-D2246E745793}"/>
          </ac:picMkLst>
        </pc:picChg>
      </pc:sldChg>
      <pc:sldChg chg="delSp modSp add">
        <pc:chgData name="" userId="213e45b8a479442b" providerId="LiveId" clId="{4D8713A2-1675-4EEE-A094-CB6F26AC360B}" dt="2022-04-15T14:47:17.748" v="272"/>
        <pc:sldMkLst>
          <pc:docMk/>
          <pc:sldMk cId="1220350953" sldId="516"/>
        </pc:sldMkLst>
        <pc:spChg chg="mod">
          <ac:chgData name="" userId="213e45b8a479442b" providerId="LiveId" clId="{4D8713A2-1675-4EEE-A094-CB6F26AC360B}" dt="2022-04-15T14:47:17.748" v="272"/>
          <ac:spMkLst>
            <pc:docMk/>
            <pc:sldMk cId="1220350953" sldId="516"/>
            <ac:spMk id="3" creationId="{FC3DE994-F8E6-4715-916B-9859E1A19738}"/>
          </ac:spMkLst>
        </pc:spChg>
        <pc:spChg chg="del">
          <ac:chgData name="" userId="213e45b8a479442b" providerId="LiveId" clId="{4D8713A2-1675-4EEE-A094-CB6F26AC360B}" dt="2022-04-15T14:46:38.709" v="262" actId="478"/>
          <ac:spMkLst>
            <pc:docMk/>
            <pc:sldMk cId="1220350953" sldId="516"/>
            <ac:spMk id="5" creationId="{06906AC9-8BA4-408A-B726-271179BEAE78}"/>
          </ac:spMkLst>
        </pc:spChg>
        <pc:spChg chg="mod">
          <ac:chgData name="" userId="213e45b8a479442b" providerId="LiveId" clId="{4D8713A2-1675-4EEE-A094-CB6F26AC360B}" dt="2022-04-15T14:46:32.425" v="260"/>
          <ac:spMkLst>
            <pc:docMk/>
            <pc:sldMk cId="1220350953" sldId="516"/>
            <ac:spMk id="8" creationId="{36177B38-43AB-4398-968B-448F8F0E5F49}"/>
          </ac:spMkLst>
        </pc:spChg>
        <pc:picChg chg="del">
          <ac:chgData name="" userId="213e45b8a479442b" providerId="LiveId" clId="{4D8713A2-1675-4EEE-A094-CB6F26AC360B}" dt="2022-04-15T14:46:35.827" v="261" actId="478"/>
          <ac:picMkLst>
            <pc:docMk/>
            <pc:sldMk cId="1220350953" sldId="516"/>
            <ac:picMk id="4" creationId="{55D179AE-3E4F-428F-A7DF-EF65D15DC251}"/>
          </ac:picMkLst>
        </pc:picChg>
        <pc:picChg chg="del">
          <ac:chgData name="" userId="213e45b8a479442b" providerId="LiveId" clId="{4D8713A2-1675-4EEE-A094-CB6F26AC360B}" dt="2022-04-15T14:46:40.388" v="263" actId="478"/>
          <ac:picMkLst>
            <pc:docMk/>
            <pc:sldMk cId="1220350953" sldId="516"/>
            <ac:picMk id="6" creationId="{6F4181DF-97F6-48A6-807F-D2246E745793}"/>
          </ac:picMkLst>
        </pc:picChg>
      </pc:sldChg>
      <pc:sldChg chg="addSp delSp modSp add">
        <pc:chgData name="" userId="213e45b8a479442b" providerId="LiveId" clId="{4D8713A2-1675-4EEE-A094-CB6F26AC360B}" dt="2022-04-22T15:02:22.990" v="1845" actId="20577"/>
        <pc:sldMkLst>
          <pc:docMk/>
          <pc:sldMk cId="312188271" sldId="517"/>
        </pc:sldMkLst>
        <pc:spChg chg="mod">
          <ac:chgData name="" userId="213e45b8a479442b" providerId="LiveId" clId="{4D8713A2-1675-4EEE-A094-CB6F26AC360B}" dt="2022-04-15T14:48:14.590" v="293" actId="20577"/>
          <ac:spMkLst>
            <pc:docMk/>
            <pc:sldMk cId="312188271" sldId="517"/>
            <ac:spMk id="2" creationId="{5888EE31-F44C-4034-8407-4C756F65702C}"/>
          </ac:spMkLst>
        </pc:spChg>
        <pc:spChg chg="mod">
          <ac:chgData name="" userId="213e45b8a479442b" providerId="LiveId" clId="{4D8713A2-1675-4EEE-A094-CB6F26AC360B}" dt="2022-04-15T15:08:15.360" v="430" actId="1076"/>
          <ac:spMkLst>
            <pc:docMk/>
            <pc:sldMk cId="312188271" sldId="517"/>
            <ac:spMk id="3" creationId="{FC3DE994-F8E6-4715-916B-9859E1A19738}"/>
          </ac:spMkLst>
        </pc:spChg>
        <pc:spChg chg="add">
          <ac:chgData name="" userId="213e45b8a479442b" providerId="LiveId" clId="{4D8713A2-1675-4EEE-A094-CB6F26AC360B}" dt="2022-04-15T14:48:31.892" v="296"/>
          <ac:spMkLst>
            <pc:docMk/>
            <pc:sldMk cId="312188271" sldId="517"/>
            <ac:spMk id="5" creationId="{4F30BAD7-55A4-4FC0-891A-36D00E0B8052}"/>
          </ac:spMkLst>
        </pc:spChg>
        <pc:spChg chg="add">
          <ac:chgData name="" userId="213e45b8a479442b" providerId="LiveId" clId="{4D8713A2-1675-4EEE-A094-CB6F26AC360B}" dt="2022-04-15T14:48:42.598" v="297"/>
          <ac:spMkLst>
            <pc:docMk/>
            <pc:sldMk cId="312188271" sldId="517"/>
            <ac:spMk id="7" creationId="{BD26ADB4-A773-4ADB-AA44-BE4F095AF00E}"/>
          </ac:spMkLst>
        </pc:spChg>
        <pc:spChg chg="mod">
          <ac:chgData name="" userId="213e45b8a479442b" providerId="LiveId" clId="{4D8713A2-1675-4EEE-A094-CB6F26AC360B}" dt="2022-04-22T15:02:22.990" v="1845" actId="20577"/>
          <ac:spMkLst>
            <pc:docMk/>
            <pc:sldMk cId="312188271" sldId="517"/>
            <ac:spMk id="8" creationId="{36177B38-43AB-4398-968B-448F8F0E5F49}"/>
          </ac:spMkLst>
        </pc:spChg>
        <pc:spChg chg="add">
          <ac:chgData name="" userId="213e45b8a479442b" providerId="LiveId" clId="{4D8713A2-1675-4EEE-A094-CB6F26AC360B}" dt="2022-04-15T14:48:42.598" v="297"/>
          <ac:spMkLst>
            <pc:docMk/>
            <pc:sldMk cId="312188271" sldId="517"/>
            <ac:spMk id="9" creationId="{0A38E6AC-8AE3-4EA8-A69A-41068FE56273}"/>
          </ac:spMkLst>
        </pc:spChg>
        <pc:spChg chg="add">
          <ac:chgData name="" userId="213e45b8a479442b" providerId="LiveId" clId="{4D8713A2-1675-4EEE-A094-CB6F26AC360B}" dt="2022-04-15T14:48:42.598" v="297"/>
          <ac:spMkLst>
            <pc:docMk/>
            <pc:sldMk cId="312188271" sldId="517"/>
            <ac:spMk id="10" creationId="{11AF0686-81B3-40AC-942B-BFF2FD0493BC}"/>
          </ac:spMkLst>
        </pc:spChg>
        <pc:spChg chg="add">
          <ac:chgData name="" userId="213e45b8a479442b" providerId="LiveId" clId="{4D8713A2-1675-4EEE-A094-CB6F26AC360B}" dt="2022-04-15T14:48:42.598" v="297"/>
          <ac:spMkLst>
            <pc:docMk/>
            <pc:sldMk cId="312188271" sldId="517"/>
            <ac:spMk id="11" creationId="{28D3CC5B-772B-4BC6-81FB-9B1DEFE12340}"/>
          </ac:spMkLst>
        </pc:spChg>
        <pc:spChg chg="add">
          <ac:chgData name="" userId="213e45b8a479442b" providerId="LiveId" clId="{4D8713A2-1675-4EEE-A094-CB6F26AC360B}" dt="2022-04-15T14:48:42.598" v="297"/>
          <ac:spMkLst>
            <pc:docMk/>
            <pc:sldMk cId="312188271" sldId="517"/>
            <ac:spMk id="14" creationId="{6FAEC3EE-E780-44DF-B9A4-5F7BBEA8CCD8}"/>
          </ac:spMkLst>
        </pc:spChg>
        <pc:spChg chg="add">
          <ac:chgData name="" userId="213e45b8a479442b" providerId="LiveId" clId="{4D8713A2-1675-4EEE-A094-CB6F26AC360B}" dt="2022-04-15T14:48:42.598" v="297"/>
          <ac:spMkLst>
            <pc:docMk/>
            <pc:sldMk cId="312188271" sldId="517"/>
            <ac:spMk id="15" creationId="{493BEE2C-9688-4524-8876-3499D909ACE8}"/>
          </ac:spMkLst>
        </pc:spChg>
        <pc:spChg chg="add">
          <ac:chgData name="" userId="213e45b8a479442b" providerId="LiveId" clId="{4D8713A2-1675-4EEE-A094-CB6F26AC360B}" dt="2022-04-15T14:48:42.598" v="297"/>
          <ac:spMkLst>
            <pc:docMk/>
            <pc:sldMk cId="312188271" sldId="517"/>
            <ac:spMk id="16" creationId="{2A644BE3-62D4-4CDA-B7AC-DB2677950A85}"/>
          </ac:spMkLst>
        </pc:spChg>
        <pc:spChg chg="add">
          <ac:chgData name="" userId="213e45b8a479442b" providerId="LiveId" clId="{4D8713A2-1675-4EEE-A094-CB6F26AC360B}" dt="2022-04-15T14:48:42.598" v="297"/>
          <ac:spMkLst>
            <pc:docMk/>
            <pc:sldMk cId="312188271" sldId="517"/>
            <ac:spMk id="17" creationId="{2F742A2D-8F5B-48C2-BD2B-F43EF6E21E6F}"/>
          </ac:spMkLst>
        </pc:spChg>
        <pc:spChg chg="add">
          <ac:chgData name="" userId="213e45b8a479442b" providerId="LiveId" clId="{4D8713A2-1675-4EEE-A094-CB6F26AC360B}" dt="2022-04-15T14:48:42.598" v="297"/>
          <ac:spMkLst>
            <pc:docMk/>
            <pc:sldMk cId="312188271" sldId="517"/>
            <ac:spMk id="18" creationId="{09FA89B9-72C0-4BC4-87F0-78B9FD480422}"/>
          </ac:spMkLst>
        </pc:spChg>
        <pc:spChg chg="add">
          <ac:chgData name="" userId="213e45b8a479442b" providerId="LiveId" clId="{4D8713A2-1675-4EEE-A094-CB6F26AC360B}" dt="2022-04-15T14:48:42.598" v="297"/>
          <ac:spMkLst>
            <pc:docMk/>
            <pc:sldMk cId="312188271" sldId="517"/>
            <ac:spMk id="20" creationId="{E47B181E-10DD-4551-AD39-0133FD877B9C}"/>
          </ac:spMkLst>
        </pc:spChg>
        <pc:spChg chg="add">
          <ac:chgData name="" userId="213e45b8a479442b" providerId="LiveId" clId="{4D8713A2-1675-4EEE-A094-CB6F26AC360B}" dt="2022-04-15T14:48:42.598" v="297"/>
          <ac:spMkLst>
            <pc:docMk/>
            <pc:sldMk cId="312188271" sldId="517"/>
            <ac:spMk id="23" creationId="{818D313E-B5EF-42A7-A045-4FDD7AE398A0}"/>
          </ac:spMkLst>
        </pc:spChg>
        <pc:spChg chg="add">
          <ac:chgData name="" userId="213e45b8a479442b" providerId="LiveId" clId="{4D8713A2-1675-4EEE-A094-CB6F26AC360B}" dt="2022-04-15T14:48:42.598" v="297"/>
          <ac:spMkLst>
            <pc:docMk/>
            <pc:sldMk cId="312188271" sldId="517"/>
            <ac:spMk id="24" creationId="{0CE85CE3-D052-4CFD-A826-0EF44593C9FD}"/>
          </ac:spMkLst>
        </pc:spChg>
        <pc:grpChg chg="add mod">
          <ac:chgData name="" userId="213e45b8a479442b" providerId="LiveId" clId="{4D8713A2-1675-4EEE-A094-CB6F26AC360B}" dt="2022-04-15T14:48:43.360" v="298"/>
          <ac:grpSpMkLst>
            <pc:docMk/>
            <pc:sldMk cId="312188271" sldId="517"/>
            <ac:grpSpMk id="6" creationId="{6E901550-F9AF-460B-B1F9-14714ADDB243}"/>
          </ac:grpSpMkLst>
        </pc:grpChg>
        <pc:picChg chg="add del mod">
          <ac:chgData name="" userId="213e45b8a479442b" providerId="LiveId" clId="{4D8713A2-1675-4EEE-A094-CB6F26AC360B}" dt="2022-04-15T14:49:48.077" v="302" actId="478"/>
          <ac:picMkLst>
            <pc:docMk/>
            <pc:sldMk cId="312188271" sldId="517"/>
            <ac:picMk id="4" creationId="{BCCBC274-6AF1-4BFE-8BE4-61FB32DC3EEF}"/>
          </ac:picMkLst>
        </pc:picChg>
        <pc:picChg chg="add mod">
          <ac:chgData name="" userId="213e45b8a479442b" providerId="LiveId" clId="{4D8713A2-1675-4EEE-A094-CB6F26AC360B}" dt="2022-04-15T14:51:04.078" v="315" actId="1076"/>
          <ac:picMkLst>
            <pc:docMk/>
            <pc:sldMk cId="312188271" sldId="517"/>
            <ac:picMk id="25" creationId="{2BA9FEA6-3245-4B38-8727-69EA7DE0B4CB}"/>
          </ac:picMkLst>
        </pc:picChg>
        <pc:cxnChg chg="add">
          <ac:chgData name="" userId="213e45b8a479442b" providerId="LiveId" clId="{4D8713A2-1675-4EEE-A094-CB6F26AC360B}" dt="2022-04-15T14:48:42.598" v="297"/>
          <ac:cxnSpMkLst>
            <pc:docMk/>
            <pc:sldMk cId="312188271" sldId="517"/>
            <ac:cxnSpMk id="12" creationId="{01EE68D0-6A19-4D25-92A9-32217C0FED69}"/>
          </ac:cxnSpMkLst>
        </pc:cxnChg>
        <pc:cxnChg chg="add">
          <ac:chgData name="" userId="213e45b8a479442b" providerId="LiveId" clId="{4D8713A2-1675-4EEE-A094-CB6F26AC360B}" dt="2022-04-15T14:48:42.598" v="297"/>
          <ac:cxnSpMkLst>
            <pc:docMk/>
            <pc:sldMk cId="312188271" sldId="517"/>
            <ac:cxnSpMk id="13" creationId="{87A5C75C-4055-4F46-B44A-D154A731404F}"/>
          </ac:cxnSpMkLst>
        </pc:cxnChg>
        <pc:cxnChg chg="add">
          <ac:chgData name="" userId="213e45b8a479442b" providerId="LiveId" clId="{4D8713A2-1675-4EEE-A094-CB6F26AC360B}" dt="2022-04-15T14:48:42.598" v="297"/>
          <ac:cxnSpMkLst>
            <pc:docMk/>
            <pc:sldMk cId="312188271" sldId="517"/>
            <ac:cxnSpMk id="19" creationId="{4A313A0C-B996-46FC-B68B-F48CDD07F0C3}"/>
          </ac:cxnSpMkLst>
        </pc:cxnChg>
        <pc:cxnChg chg="add">
          <ac:chgData name="" userId="213e45b8a479442b" providerId="LiveId" clId="{4D8713A2-1675-4EEE-A094-CB6F26AC360B}" dt="2022-04-15T14:48:42.598" v="297"/>
          <ac:cxnSpMkLst>
            <pc:docMk/>
            <pc:sldMk cId="312188271" sldId="517"/>
            <ac:cxnSpMk id="21" creationId="{1302BBE2-D5AE-4A81-8BF0-FA6B6DDC071F}"/>
          </ac:cxnSpMkLst>
        </pc:cxnChg>
        <pc:cxnChg chg="add">
          <ac:chgData name="" userId="213e45b8a479442b" providerId="LiveId" clId="{4D8713A2-1675-4EEE-A094-CB6F26AC360B}" dt="2022-04-15T14:48:42.598" v="297"/>
          <ac:cxnSpMkLst>
            <pc:docMk/>
            <pc:sldMk cId="312188271" sldId="517"/>
            <ac:cxnSpMk id="22" creationId="{B90EBE20-3D84-4A35-85E3-8690DB417085}"/>
          </ac:cxnSpMkLst>
        </pc:cxnChg>
      </pc:sldChg>
      <pc:sldChg chg="addSp delSp modSp add">
        <pc:chgData name="" userId="213e45b8a479442b" providerId="LiveId" clId="{4D8713A2-1675-4EEE-A094-CB6F26AC360B}" dt="2022-04-22T15:02:34.686" v="1848" actId="20577"/>
        <pc:sldMkLst>
          <pc:docMk/>
          <pc:sldMk cId="2767152555" sldId="518"/>
        </pc:sldMkLst>
        <pc:spChg chg="add del mod">
          <ac:chgData name="" userId="213e45b8a479442b" providerId="LiveId" clId="{4D8713A2-1675-4EEE-A094-CB6F26AC360B}" dt="2022-04-15T15:08:10.860" v="429" actId="1076"/>
          <ac:spMkLst>
            <pc:docMk/>
            <pc:sldMk cId="2767152555" sldId="518"/>
            <ac:spMk id="3" creationId="{FC3DE994-F8E6-4715-916B-9859E1A19738}"/>
          </ac:spMkLst>
        </pc:spChg>
        <pc:spChg chg="add mod">
          <ac:chgData name="" userId="213e45b8a479442b" providerId="LiveId" clId="{4D8713A2-1675-4EEE-A094-CB6F26AC360B}" dt="2022-04-16T09:22:45.767" v="943" actId="1076"/>
          <ac:spMkLst>
            <pc:docMk/>
            <pc:sldMk cId="2767152555" sldId="518"/>
            <ac:spMk id="6" creationId="{0EED4570-1721-4DE6-A06C-204744149620}"/>
          </ac:spMkLst>
        </pc:spChg>
        <pc:spChg chg="mod">
          <ac:chgData name="" userId="213e45b8a479442b" providerId="LiveId" clId="{4D8713A2-1675-4EEE-A094-CB6F26AC360B}" dt="2022-04-22T15:02:34.686" v="1848" actId="20577"/>
          <ac:spMkLst>
            <pc:docMk/>
            <pc:sldMk cId="2767152555" sldId="518"/>
            <ac:spMk id="8" creationId="{36177B38-43AB-4398-968B-448F8F0E5F49}"/>
          </ac:spMkLst>
        </pc:spChg>
        <pc:picChg chg="mod">
          <ac:chgData name="" userId="213e45b8a479442b" providerId="LiveId" clId="{4D8713A2-1675-4EEE-A094-CB6F26AC360B}" dt="2022-04-16T09:22:49.113" v="944" actId="1076"/>
          <ac:picMkLst>
            <pc:docMk/>
            <pc:sldMk cId="2767152555" sldId="518"/>
            <ac:picMk id="25" creationId="{2BA9FEA6-3245-4B38-8727-69EA7DE0B4CB}"/>
          </ac:picMkLst>
        </pc:picChg>
      </pc:sldChg>
      <pc:sldChg chg="addSp delSp modSp add">
        <pc:chgData name="" userId="213e45b8a479442b" providerId="LiveId" clId="{4D8713A2-1675-4EEE-A094-CB6F26AC360B}" dt="2022-04-22T15:02:37.992" v="1850" actId="20577"/>
        <pc:sldMkLst>
          <pc:docMk/>
          <pc:sldMk cId="148662795" sldId="519"/>
        </pc:sldMkLst>
        <pc:spChg chg="mod">
          <ac:chgData name="" userId="213e45b8a479442b" providerId="LiveId" clId="{4D8713A2-1675-4EEE-A094-CB6F26AC360B}" dt="2022-04-16T09:22:37.143" v="941" actId="1076"/>
          <ac:spMkLst>
            <pc:docMk/>
            <pc:sldMk cId="148662795" sldId="519"/>
            <ac:spMk id="3" creationId="{FC3DE994-F8E6-4715-916B-9859E1A19738}"/>
          </ac:spMkLst>
        </pc:spChg>
        <pc:spChg chg="add mod">
          <ac:chgData name="" userId="213e45b8a479442b" providerId="LiveId" clId="{4D8713A2-1675-4EEE-A094-CB6F26AC360B}" dt="2022-04-15T15:07:38.656" v="421" actId="1076"/>
          <ac:spMkLst>
            <pc:docMk/>
            <pc:sldMk cId="148662795" sldId="519"/>
            <ac:spMk id="4" creationId="{C2B22A09-BFA4-4C7E-A1C3-5E2018CBA24E}"/>
          </ac:spMkLst>
        </pc:spChg>
        <pc:spChg chg="add del mod">
          <ac:chgData name="" userId="213e45b8a479442b" providerId="LiveId" clId="{4D8713A2-1675-4EEE-A094-CB6F26AC360B}" dt="2022-04-16T09:22:36.140" v="939"/>
          <ac:spMkLst>
            <pc:docMk/>
            <pc:sldMk cId="148662795" sldId="519"/>
            <ac:spMk id="5" creationId="{BE2B2CFD-8532-4B38-B31B-39E958147138}"/>
          </ac:spMkLst>
        </pc:spChg>
        <pc:spChg chg="mod">
          <ac:chgData name="" userId="213e45b8a479442b" providerId="LiveId" clId="{4D8713A2-1675-4EEE-A094-CB6F26AC360B}" dt="2022-04-22T15:02:37.992" v="1850" actId="20577"/>
          <ac:spMkLst>
            <pc:docMk/>
            <pc:sldMk cId="148662795" sldId="519"/>
            <ac:spMk id="8" creationId="{36177B38-43AB-4398-968B-448F8F0E5F49}"/>
          </ac:spMkLst>
        </pc:spChg>
        <pc:picChg chg="del">
          <ac:chgData name="" userId="213e45b8a479442b" providerId="LiveId" clId="{4D8713A2-1675-4EEE-A094-CB6F26AC360B}" dt="2022-04-15T15:04:59.946" v="345" actId="478"/>
          <ac:picMkLst>
            <pc:docMk/>
            <pc:sldMk cId="148662795" sldId="519"/>
            <ac:picMk id="25" creationId="{2BA9FEA6-3245-4B38-8727-69EA7DE0B4CB}"/>
          </ac:picMkLst>
        </pc:picChg>
      </pc:sldChg>
      <pc:sldChg chg="addSp delSp modSp add">
        <pc:chgData name="" userId="213e45b8a479442b" providerId="LiveId" clId="{4D8713A2-1675-4EEE-A094-CB6F26AC360B}" dt="2022-04-22T15:02:41.709" v="1851"/>
        <pc:sldMkLst>
          <pc:docMk/>
          <pc:sldMk cId="3175297382" sldId="520"/>
        </pc:sldMkLst>
        <pc:spChg chg="mod">
          <ac:chgData name="" userId="213e45b8a479442b" providerId="LiveId" clId="{4D8713A2-1675-4EEE-A094-CB6F26AC360B}" dt="2022-04-15T15:14:37.147" v="507" actId="1035"/>
          <ac:spMkLst>
            <pc:docMk/>
            <pc:sldMk cId="3175297382" sldId="520"/>
            <ac:spMk id="3" creationId="{FC3DE994-F8E6-4715-916B-9859E1A19738}"/>
          </ac:spMkLst>
        </pc:spChg>
        <pc:spChg chg="del">
          <ac:chgData name="" userId="213e45b8a479442b" providerId="LiveId" clId="{4D8713A2-1675-4EEE-A094-CB6F26AC360B}" dt="2022-04-15T15:12:46.316" v="485" actId="478"/>
          <ac:spMkLst>
            <pc:docMk/>
            <pc:sldMk cId="3175297382" sldId="520"/>
            <ac:spMk id="4" creationId="{C2B22A09-BFA4-4C7E-A1C3-5E2018CBA24E}"/>
          </ac:spMkLst>
        </pc:spChg>
        <pc:spChg chg="add del mod">
          <ac:chgData name="" userId="213e45b8a479442b" providerId="LiveId" clId="{4D8713A2-1675-4EEE-A094-CB6F26AC360B}" dt="2022-04-15T15:11:15.983" v="455" actId="478"/>
          <ac:spMkLst>
            <pc:docMk/>
            <pc:sldMk cId="3175297382" sldId="520"/>
            <ac:spMk id="5" creationId="{0F64E4D3-3B69-4E3F-8129-8D60C9D8E12D}"/>
          </ac:spMkLst>
        </pc:spChg>
        <pc:spChg chg="add del mod">
          <ac:chgData name="" userId="213e45b8a479442b" providerId="LiveId" clId="{4D8713A2-1675-4EEE-A094-CB6F26AC360B}" dt="2022-04-15T15:12:21.883" v="470" actId="478"/>
          <ac:spMkLst>
            <pc:docMk/>
            <pc:sldMk cId="3175297382" sldId="520"/>
            <ac:spMk id="6" creationId="{D806F124-A47D-428B-8ABE-B7D05074FBE4}"/>
          </ac:spMkLst>
        </pc:spChg>
        <pc:spChg chg="mod">
          <ac:chgData name="" userId="213e45b8a479442b" providerId="LiveId" clId="{4D8713A2-1675-4EEE-A094-CB6F26AC360B}" dt="2022-04-22T15:02:41.709" v="1851"/>
          <ac:spMkLst>
            <pc:docMk/>
            <pc:sldMk cId="3175297382" sldId="520"/>
            <ac:spMk id="8" creationId="{36177B38-43AB-4398-968B-448F8F0E5F49}"/>
          </ac:spMkLst>
        </pc:spChg>
        <pc:spChg chg="add mod">
          <ac:chgData name="" userId="213e45b8a479442b" providerId="LiveId" clId="{4D8713A2-1675-4EEE-A094-CB6F26AC360B}" dt="2022-04-15T15:14:37.147" v="507" actId="1035"/>
          <ac:spMkLst>
            <pc:docMk/>
            <pc:sldMk cId="3175297382" sldId="520"/>
            <ac:spMk id="10" creationId="{29E09456-5022-4CE5-992E-9845A37E41DC}"/>
          </ac:spMkLst>
        </pc:spChg>
        <pc:spChg chg="add mod">
          <ac:chgData name="" userId="213e45b8a479442b" providerId="LiveId" clId="{4D8713A2-1675-4EEE-A094-CB6F26AC360B}" dt="2022-04-15T15:15:22.845" v="536" actId="20577"/>
          <ac:spMkLst>
            <pc:docMk/>
            <pc:sldMk cId="3175297382" sldId="520"/>
            <ac:spMk id="12" creationId="{588009C2-6D1F-4CEA-812C-98E3BF9EBA8D}"/>
          </ac:spMkLst>
        </pc:spChg>
        <pc:graphicFrameChg chg="add mod modGraphic">
          <ac:chgData name="" userId="213e45b8a479442b" providerId="LiveId" clId="{4D8713A2-1675-4EEE-A094-CB6F26AC360B}" dt="2022-04-15T15:14:37.147" v="507" actId="1035"/>
          <ac:graphicFrameMkLst>
            <pc:docMk/>
            <pc:sldMk cId="3175297382" sldId="520"/>
            <ac:graphicFrameMk id="9" creationId="{E0ACD17E-F159-4363-BAA9-B00BC5D29D2F}"/>
          </ac:graphicFrameMkLst>
        </pc:graphicFrameChg>
        <pc:graphicFrameChg chg="add mod modGraphic">
          <ac:chgData name="" userId="213e45b8a479442b" providerId="LiveId" clId="{4D8713A2-1675-4EEE-A094-CB6F26AC360B}" dt="2022-04-15T15:14:46.701" v="508" actId="1035"/>
          <ac:graphicFrameMkLst>
            <pc:docMk/>
            <pc:sldMk cId="3175297382" sldId="520"/>
            <ac:graphicFrameMk id="11" creationId="{0C9E49F4-D3FF-4673-AF83-8669B434003D}"/>
          </ac:graphicFrameMkLst>
        </pc:graphicFrameChg>
        <pc:graphicFrameChg chg="add mod modGraphic">
          <ac:chgData name="" userId="213e45b8a479442b" providerId="LiveId" clId="{4D8713A2-1675-4EEE-A094-CB6F26AC360B}" dt="2022-04-15T15:15:42.413" v="542" actId="20577"/>
          <ac:graphicFrameMkLst>
            <pc:docMk/>
            <pc:sldMk cId="3175297382" sldId="520"/>
            <ac:graphicFrameMk id="13" creationId="{90AD93E9-6C79-43EB-A357-6655DA636C22}"/>
          </ac:graphicFrameMkLst>
        </pc:graphicFrameChg>
      </pc:sldChg>
      <pc:sldChg chg="addSp delSp modSp add modAnim">
        <pc:chgData name="" userId="213e45b8a479442b" providerId="LiveId" clId="{4D8713A2-1675-4EEE-A094-CB6F26AC360B}" dt="2022-04-22T15:02:43.649" v="1852"/>
        <pc:sldMkLst>
          <pc:docMk/>
          <pc:sldMk cId="2975173420" sldId="521"/>
        </pc:sldMkLst>
        <pc:spChg chg="mod">
          <ac:chgData name="" userId="213e45b8a479442b" providerId="LiveId" clId="{4D8713A2-1675-4EEE-A094-CB6F26AC360B}" dt="2022-04-15T15:18:07.001" v="563"/>
          <ac:spMkLst>
            <pc:docMk/>
            <pc:sldMk cId="2975173420" sldId="521"/>
            <ac:spMk id="3" creationId="{FC3DE994-F8E6-4715-916B-9859E1A19738}"/>
          </ac:spMkLst>
        </pc:spChg>
        <pc:spChg chg="mod">
          <ac:chgData name="" userId="213e45b8a479442b" providerId="LiveId" clId="{4D8713A2-1675-4EEE-A094-CB6F26AC360B}" dt="2022-04-22T15:02:43.649" v="1852"/>
          <ac:spMkLst>
            <pc:docMk/>
            <pc:sldMk cId="2975173420" sldId="521"/>
            <ac:spMk id="8" creationId="{36177B38-43AB-4398-968B-448F8F0E5F49}"/>
          </ac:spMkLst>
        </pc:spChg>
        <pc:spChg chg="del">
          <ac:chgData name="" userId="213e45b8a479442b" providerId="LiveId" clId="{4D8713A2-1675-4EEE-A094-CB6F26AC360B}" dt="2022-04-15T15:17:40.338" v="557" actId="478"/>
          <ac:spMkLst>
            <pc:docMk/>
            <pc:sldMk cId="2975173420" sldId="521"/>
            <ac:spMk id="10" creationId="{29E09456-5022-4CE5-992E-9845A37E41DC}"/>
          </ac:spMkLst>
        </pc:spChg>
        <pc:spChg chg="add mod">
          <ac:chgData name="" userId="213e45b8a479442b" providerId="LiveId" clId="{4D8713A2-1675-4EEE-A094-CB6F26AC360B}" dt="2022-04-15T15:17:19.711" v="555" actId="14100"/>
          <ac:spMkLst>
            <pc:docMk/>
            <pc:sldMk cId="2975173420" sldId="521"/>
            <ac:spMk id="12" creationId="{E55EA4A1-1E96-42FA-88B6-BE637CC1F285}"/>
          </ac:spMkLst>
        </pc:spChg>
        <pc:graphicFrameChg chg="del">
          <ac:chgData name="" userId="213e45b8a479442b" providerId="LiveId" clId="{4D8713A2-1675-4EEE-A094-CB6F26AC360B}" dt="2022-04-15T15:17:37.965" v="556" actId="478"/>
          <ac:graphicFrameMkLst>
            <pc:docMk/>
            <pc:sldMk cId="2975173420" sldId="521"/>
            <ac:graphicFrameMk id="9" creationId="{E0ACD17E-F159-4363-BAA9-B00BC5D29D2F}"/>
          </ac:graphicFrameMkLst>
        </pc:graphicFrameChg>
        <pc:graphicFrameChg chg="del">
          <ac:chgData name="" userId="213e45b8a479442b" providerId="LiveId" clId="{4D8713A2-1675-4EEE-A094-CB6F26AC360B}" dt="2022-04-15T15:17:40.338" v="557" actId="478"/>
          <ac:graphicFrameMkLst>
            <pc:docMk/>
            <pc:sldMk cId="2975173420" sldId="521"/>
            <ac:graphicFrameMk id="11" creationId="{0C9E49F4-D3FF-4673-AF83-8669B434003D}"/>
          </ac:graphicFrameMkLst>
        </pc:graphicFrameChg>
      </pc:sldChg>
      <pc:sldChg chg="addSp delSp modSp add delAnim">
        <pc:chgData name="" userId="213e45b8a479442b" providerId="LiveId" clId="{4D8713A2-1675-4EEE-A094-CB6F26AC360B}" dt="2022-04-22T15:02:45.486" v="1853"/>
        <pc:sldMkLst>
          <pc:docMk/>
          <pc:sldMk cId="1570097890" sldId="522"/>
        </pc:sldMkLst>
        <pc:spChg chg="mod">
          <ac:chgData name="" userId="213e45b8a479442b" providerId="LiveId" clId="{4D8713A2-1675-4EEE-A094-CB6F26AC360B}" dt="2022-04-15T15:20:23.574" v="580" actId="6549"/>
          <ac:spMkLst>
            <pc:docMk/>
            <pc:sldMk cId="1570097890" sldId="522"/>
            <ac:spMk id="3" creationId="{FC3DE994-F8E6-4715-916B-9859E1A19738}"/>
          </ac:spMkLst>
        </pc:spChg>
        <pc:spChg chg="mod">
          <ac:chgData name="" userId="213e45b8a479442b" providerId="LiveId" clId="{4D8713A2-1675-4EEE-A094-CB6F26AC360B}" dt="2022-04-22T15:02:45.486" v="1853"/>
          <ac:spMkLst>
            <pc:docMk/>
            <pc:sldMk cId="1570097890" sldId="522"/>
            <ac:spMk id="8" creationId="{36177B38-43AB-4398-968B-448F8F0E5F49}"/>
          </ac:spMkLst>
        </pc:spChg>
        <pc:spChg chg="del">
          <ac:chgData name="" userId="213e45b8a479442b" providerId="LiveId" clId="{4D8713A2-1675-4EEE-A094-CB6F26AC360B}" dt="2022-04-15T15:18:35.593" v="566" actId="478"/>
          <ac:spMkLst>
            <pc:docMk/>
            <pc:sldMk cId="1570097890" sldId="522"/>
            <ac:spMk id="12" creationId="{E55EA4A1-1E96-42FA-88B6-BE637CC1F285}"/>
          </ac:spMkLst>
        </pc:spChg>
        <pc:graphicFrameChg chg="add mod modGraphic">
          <ac:chgData name="" userId="213e45b8a479442b" providerId="LiveId" clId="{4D8713A2-1675-4EEE-A094-CB6F26AC360B}" dt="2022-04-16T02:29:31.798" v="664" actId="207"/>
          <ac:graphicFrameMkLst>
            <pc:docMk/>
            <pc:sldMk cId="1570097890" sldId="522"/>
            <ac:graphicFrameMk id="4" creationId="{24CE59B7-6CD6-4030-8D9B-E8F252C7A06C}"/>
          </ac:graphicFrameMkLst>
        </pc:graphicFrameChg>
      </pc:sldChg>
      <pc:sldChg chg="delSp modSp add">
        <pc:chgData name="" userId="213e45b8a479442b" providerId="LiveId" clId="{4D8713A2-1675-4EEE-A094-CB6F26AC360B}" dt="2022-04-22T15:01:21.128" v="1824" actId="20577"/>
        <pc:sldMkLst>
          <pc:docMk/>
          <pc:sldMk cId="3130703002" sldId="523"/>
        </pc:sldMkLst>
        <pc:spChg chg="mod">
          <ac:chgData name="" userId="213e45b8a479442b" providerId="LiveId" clId="{4D8713A2-1675-4EEE-A094-CB6F26AC360B}" dt="2022-04-16T13:51:52.826" v="1296"/>
          <ac:spMkLst>
            <pc:docMk/>
            <pc:sldMk cId="3130703002" sldId="523"/>
            <ac:spMk id="2" creationId="{5888EE31-F44C-4034-8407-4C756F65702C}"/>
          </ac:spMkLst>
        </pc:spChg>
        <pc:spChg chg="mod">
          <ac:chgData name="" userId="213e45b8a479442b" providerId="LiveId" clId="{4D8713A2-1675-4EEE-A094-CB6F26AC360B}" dt="2022-04-16T13:40:04.251" v="1085"/>
          <ac:spMkLst>
            <pc:docMk/>
            <pc:sldMk cId="3130703002" sldId="523"/>
            <ac:spMk id="3" creationId="{FC3DE994-F8E6-4715-916B-9859E1A19738}"/>
          </ac:spMkLst>
        </pc:spChg>
        <pc:spChg chg="mod">
          <ac:chgData name="" userId="213e45b8a479442b" providerId="LiveId" clId="{4D8713A2-1675-4EEE-A094-CB6F26AC360B}" dt="2022-04-22T15:01:21.128" v="1824" actId="20577"/>
          <ac:spMkLst>
            <pc:docMk/>
            <pc:sldMk cId="3130703002" sldId="523"/>
            <ac:spMk id="8" creationId="{36177B38-43AB-4398-968B-448F8F0E5F49}"/>
          </ac:spMkLst>
        </pc:spChg>
        <pc:graphicFrameChg chg="del">
          <ac:chgData name="" userId="213e45b8a479442b" providerId="LiveId" clId="{4D8713A2-1675-4EEE-A094-CB6F26AC360B}" dt="2022-04-16T03:09:24.587" v="829" actId="478"/>
          <ac:graphicFrameMkLst>
            <pc:docMk/>
            <pc:sldMk cId="3130703002" sldId="523"/>
            <ac:graphicFrameMk id="4" creationId="{24CE59B7-6CD6-4030-8D9B-E8F252C7A06C}"/>
          </ac:graphicFrameMkLst>
        </pc:graphicFrameChg>
      </pc:sldChg>
      <pc:sldChg chg="addSp delSp modSp add">
        <pc:chgData name="" userId="213e45b8a479442b" providerId="LiveId" clId="{4D8713A2-1675-4EEE-A094-CB6F26AC360B}" dt="2022-04-22T15:02:47.398" v="1854"/>
        <pc:sldMkLst>
          <pc:docMk/>
          <pc:sldMk cId="2585753779" sldId="524"/>
        </pc:sldMkLst>
        <pc:spChg chg="mod">
          <ac:chgData name="" userId="213e45b8a479442b" providerId="LiveId" clId="{4D8713A2-1675-4EEE-A094-CB6F26AC360B}" dt="2022-04-15T15:20:50.758" v="593"/>
          <ac:spMkLst>
            <pc:docMk/>
            <pc:sldMk cId="2585753779" sldId="524"/>
            <ac:spMk id="3" creationId="{FC3DE994-F8E6-4715-916B-9859E1A19738}"/>
          </ac:spMkLst>
        </pc:spChg>
        <pc:spChg chg="add mod">
          <ac:chgData name="" userId="213e45b8a479442b" providerId="LiveId" clId="{4D8713A2-1675-4EEE-A094-CB6F26AC360B}" dt="2022-04-16T13:52:38.168" v="1299" actId="113"/>
          <ac:spMkLst>
            <pc:docMk/>
            <pc:sldMk cId="2585753779" sldId="524"/>
            <ac:spMk id="5" creationId="{7787200D-7EC0-49F8-ACC0-5A270B2D66CC}"/>
          </ac:spMkLst>
        </pc:spChg>
        <pc:spChg chg="add del mod">
          <ac:chgData name="" userId="213e45b8a479442b" providerId="LiveId" clId="{4D8713A2-1675-4EEE-A094-CB6F26AC360B}" dt="2022-04-15T15:21:44.781" v="602" actId="478"/>
          <ac:spMkLst>
            <pc:docMk/>
            <pc:sldMk cId="2585753779" sldId="524"/>
            <ac:spMk id="6" creationId="{F6501346-F52E-49B8-8DA6-3658248E5C32}"/>
          </ac:spMkLst>
        </pc:spChg>
        <pc:spChg chg="mod">
          <ac:chgData name="" userId="213e45b8a479442b" providerId="LiveId" clId="{4D8713A2-1675-4EEE-A094-CB6F26AC360B}" dt="2022-04-22T15:02:47.398" v="1854"/>
          <ac:spMkLst>
            <pc:docMk/>
            <pc:sldMk cId="2585753779" sldId="524"/>
            <ac:spMk id="8" creationId="{36177B38-43AB-4398-968B-448F8F0E5F49}"/>
          </ac:spMkLst>
        </pc:spChg>
        <pc:graphicFrameChg chg="del">
          <ac:chgData name="" userId="213e45b8a479442b" providerId="LiveId" clId="{4D8713A2-1675-4EEE-A094-CB6F26AC360B}" dt="2022-04-15T15:20:32.611" v="582" actId="478"/>
          <ac:graphicFrameMkLst>
            <pc:docMk/>
            <pc:sldMk cId="2585753779" sldId="524"/>
            <ac:graphicFrameMk id="4" creationId="{24CE59B7-6CD6-4030-8D9B-E8F252C7A06C}"/>
          </ac:graphicFrameMkLst>
        </pc:graphicFrameChg>
        <pc:graphicFrameChg chg="add mod modGraphic">
          <ac:chgData name="" userId="213e45b8a479442b" providerId="LiveId" clId="{4D8713A2-1675-4EEE-A094-CB6F26AC360B}" dt="2022-04-15T15:22:07.239" v="612" actId="313"/>
          <ac:graphicFrameMkLst>
            <pc:docMk/>
            <pc:sldMk cId="2585753779" sldId="524"/>
            <ac:graphicFrameMk id="9" creationId="{646BD325-B6C6-44F0-A4EA-B1E6F6F01D32}"/>
          </ac:graphicFrameMkLst>
        </pc:graphicFrameChg>
        <pc:picChg chg="add mod">
          <ac:chgData name="" userId="213e45b8a479442b" providerId="LiveId" clId="{4D8713A2-1675-4EEE-A094-CB6F26AC360B}" dt="2022-04-15T15:22:27.971" v="614" actId="1076"/>
          <ac:picMkLst>
            <pc:docMk/>
            <pc:sldMk cId="2585753779" sldId="524"/>
            <ac:picMk id="7" creationId="{716BDF4F-80D9-46E7-89D2-F25A26D21F16}"/>
          </ac:picMkLst>
        </pc:picChg>
      </pc:sldChg>
      <pc:sldChg chg="addSp delSp modSp add">
        <pc:chgData name="" userId="213e45b8a479442b" providerId="LiveId" clId="{4D8713A2-1675-4EEE-A094-CB6F26AC360B}" dt="2022-04-22T15:02:52.215" v="1857"/>
        <pc:sldMkLst>
          <pc:docMk/>
          <pc:sldMk cId="1835571924" sldId="525"/>
        </pc:sldMkLst>
        <pc:spChg chg="mod">
          <ac:chgData name="" userId="213e45b8a479442b" providerId="LiveId" clId="{4D8713A2-1675-4EEE-A094-CB6F26AC360B}" dt="2022-04-16T02:31:06.499" v="673" actId="6549"/>
          <ac:spMkLst>
            <pc:docMk/>
            <pc:sldMk cId="1835571924" sldId="525"/>
            <ac:spMk id="3" creationId="{FC3DE994-F8E6-4715-916B-9859E1A19738}"/>
          </ac:spMkLst>
        </pc:spChg>
        <pc:spChg chg="mod">
          <ac:chgData name="" userId="213e45b8a479442b" providerId="LiveId" clId="{4D8713A2-1675-4EEE-A094-CB6F26AC360B}" dt="2022-04-16T02:38:41.418" v="687" actId="1076"/>
          <ac:spMkLst>
            <pc:docMk/>
            <pc:sldMk cId="1835571924" sldId="525"/>
            <ac:spMk id="5" creationId="{7787200D-7EC0-49F8-ACC0-5A270B2D66CC}"/>
          </ac:spMkLst>
        </pc:spChg>
        <pc:spChg chg="mod">
          <ac:chgData name="" userId="213e45b8a479442b" providerId="LiveId" clId="{4D8713A2-1675-4EEE-A094-CB6F26AC360B}" dt="2022-04-22T15:02:52.215" v="1857"/>
          <ac:spMkLst>
            <pc:docMk/>
            <pc:sldMk cId="1835571924" sldId="525"/>
            <ac:spMk id="8" creationId="{36177B38-43AB-4398-968B-448F8F0E5F49}"/>
          </ac:spMkLst>
        </pc:spChg>
        <pc:graphicFrameChg chg="mod modGraphic">
          <ac:chgData name="" userId="213e45b8a479442b" providerId="LiveId" clId="{4D8713A2-1675-4EEE-A094-CB6F26AC360B}" dt="2022-04-16T02:39:04.458" v="694" actId="207"/>
          <ac:graphicFrameMkLst>
            <pc:docMk/>
            <pc:sldMk cId="1835571924" sldId="525"/>
            <ac:graphicFrameMk id="9" creationId="{646BD325-B6C6-44F0-A4EA-B1E6F6F01D32}"/>
          </ac:graphicFrameMkLst>
        </pc:graphicFrameChg>
        <pc:picChg chg="del">
          <ac:chgData name="" userId="213e45b8a479442b" providerId="LiveId" clId="{4D8713A2-1675-4EEE-A094-CB6F26AC360B}" dt="2022-04-16T02:38:15.778" v="679" actId="478"/>
          <ac:picMkLst>
            <pc:docMk/>
            <pc:sldMk cId="1835571924" sldId="525"/>
            <ac:picMk id="7" creationId="{716BDF4F-80D9-46E7-89D2-F25A26D21F16}"/>
          </ac:picMkLst>
        </pc:picChg>
        <pc:picChg chg="add mod">
          <ac:chgData name="" userId="213e45b8a479442b" providerId="LiveId" clId="{4D8713A2-1675-4EEE-A094-CB6F26AC360B}" dt="2022-04-16T02:38:56.728" v="693" actId="1076"/>
          <ac:picMkLst>
            <pc:docMk/>
            <pc:sldMk cId="1835571924" sldId="525"/>
            <ac:picMk id="10" creationId="{D0656BC6-1151-457E-9F56-34BD00242AE5}"/>
          </ac:picMkLst>
        </pc:picChg>
      </pc:sldChg>
      <pc:sldChg chg="addSp delSp modSp add addAnim delAnim">
        <pc:chgData name="" userId="213e45b8a479442b" providerId="LiveId" clId="{4D8713A2-1675-4EEE-A094-CB6F26AC360B}" dt="2022-04-22T15:02:49.018" v="1855"/>
        <pc:sldMkLst>
          <pc:docMk/>
          <pc:sldMk cId="3012968823" sldId="526"/>
        </pc:sldMkLst>
        <pc:spChg chg="mod">
          <ac:chgData name="" userId="213e45b8a479442b" providerId="LiveId" clId="{4D8713A2-1675-4EEE-A094-CB6F26AC360B}" dt="2022-04-16T02:07:28.649" v="622" actId="6549"/>
          <ac:spMkLst>
            <pc:docMk/>
            <pc:sldMk cId="3012968823" sldId="526"/>
            <ac:spMk id="3" creationId="{FC3DE994-F8E6-4715-916B-9859E1A19738}"/>
          </ac:spMkLst>
        </pc:spChg>
        <pc:spChg chg="mod">
          <ac:chgData name="" userId="213e45b8a479442b" providerId="LiveId" clId="{4D8713A2-1675-4EEE-A094-CB6F26AC360B}" dt="2022-04-22T15:02:49.018" v="1855"/>
          <ac:spMkLst>
            <pc:docMk/>
            <pc:sldMk cId="3012968823" sldId="526"/>
            <ac:spMk id="8" creationId="{36177B38-43AB-4398-968B-448F8F0E5F49}"/>
          </ac:spMkLst>
        </pc:spChg>
        <pc:spChg chg="add del mod">
          <ac:chgData name="" userId="213e45b8a479442b" providerId="LiveId" clId="{4D8713A2-1675-4EEE-A094-CB6F26AC360B}" dt="2022-04-16T02:26:22.899" v="627" actId="478"/>
          <ac:spMkLst>
            <pc:docMk/>
            <pc:sldMk cId="3012968823" sldId="526"/>
            <ac:spMk id="12" creationId="{E55EA4A1-1E96-42FA-88B6-BE637CC1F285}"/>
          </ac:spMkLst>
        </pc:spChg>
      </pc:sldChg>
      <pc:sldChg chg="addSp delSp modSp add delAnim">
        <pc:chgData name="" userId="213e45b8a479442b" providerId="LiveId" clId="{4D8713A2-1675-4EEE-A094-CB6F26AC360B}" dt="2022-04-22T15:02:50.685" v="1856"/>
        <pc:sldMkLst>
          <pc:docMk/>
          <pc:sldMk cId="3238138654" sldId="527"/>
        </pc:sldMkLst>
        <pc:spChg chg="mod">
          <ac:chgData name="" userId="213e45b8a479442b" providerId="LiveId" clId="{4D8713A2-1675-4EEE-A094-CB6F26AC360B}" dt="2022-04-16T02:27:30.619" v="657" actId="1035"/>
          <ac:spMkLst>
            <pc:docMk/>
            <pc:sldMk cId="3238138654" sldId="527"/>
            <ac:spMk id="3" creationId="{FC3DE994-F8E6-4715-916B-9859E1A19738}"/>
          </ac:spMkLst>
        </pc:spChg>
        <pc:spChg chg="mod">
          <ac:chgData name="" userId="213e45b8a479442b" providerId="LiveId" clId="{4D8713A2-1675-4EEE-A094-CB6F26AC360B}" dt="2022-04-22T15:02:50.685" v="1856"/>
          <ac:spMkLst>
            <pc:docMk/>
            <pc:sldMk cId="3238138654" sldId="527"/>
            <ac:spMk id="8" creationId="{36177B38-43AB-4398-968B-448F8F0E5F49}"/>
          </ac:spMkLst>
        </pc:spChg>
        <pc:spChg chg="del">
          <ac:chgData name="" userId="213e45b8a479442b" providerId="LiveId" clId="{4D8713A2-1675-4EEE-A094-CB6F26AC360B}" dt="2022-04-16T02:26:30.829" v="628" actId="478"/>
          <ac:spMkLst>
            <pc:docMk/>
            <pc:sldMk cId="3238138654" sldId="527"/>
            <ac:spMk id="12" creationId="{E55EA4A1-1E96-42FA-88B6-BE637CC1F285}"/>
          </ac:spMkLst>
        </pc:spChg>
        <pc:graphicFrameChg chg="add del">
          <ac:chgData name="" userId="213e45b8a479442b" providerId="LiveId" clId="{4D8713A2-1675-4EEE-A094-CB6F26AC360B}" dt="2022-04-16T02:26:39.038" v="631"/>
          <ac:graphicFrameMkLst>
            <pc:docMk/>
            <pc:sldMk cId="3238138654" sldId="527"/>
            <ac:graphicFrameMk id="4" creationId="{A90111E4-795D-415A-982E-C604A21F70A7}"/>
          </ac:graphicFrameMkLst>
        </pc:graphicFrameChg>
        <pc:graphicFrameChg chg="add mod modGraphic">
          <ac:chgData name="" userId="213e45b8a479442b" providerId="LiveId" clId="{4D8713A2-1675-4EEE-A094-CB6F26AC360B}" dt="2022-04-16T02:30:47.373" v="672" actId="14100"/>
          <ac:graphicFrameMkLst>
            <pc:docMk/>
            <pc:sldMk cId="3238138654" sldId="527"/>
            <ac:graphicFrameMk id="5" creationId="{49AB8E9E-F46C-4762-8303-997C5B7B39D5}"/>
          </ac:graphicFrameMkLst>
        </pc:graphicFrameChg>
      </pc:sldChg>
      <pc:sldChg chg="addSp modSp add">
        <pc:chgData name="" userId="213e45b8a479442b" providerId="LiveId" clId="{4D8713A2-1675-4EEE-A094-CB6F26AC360B}" dt="2022-04-22T15:02:53.973" v="1858"/>
        <pc:sldMkLst>
          <pc:docMk/>
          <pc:sldMk cId="3138006979" sldId="528"/>
        </pc:sldMkLst>
        <pc:spChg chg="mod">
          <ac:chgData name="" userId="213e45b8a479442b" providerId="LiveId" clId="{4D8713A2-1675-4EEE-A094-CB6F26AC360B}" dt="2022-04-16T02:45:17.903" v="718" actId="20577"/>
          <ac:spMkLst>
            <pc:docMk/>
            <pc:sldMk cId="3138006979" sldId="528"/>
            <ac:spMk id="3" creationId="{FC3DE994-F8E6-4715-916B-9859E1A19738}"/>
          </ac:spMkLst>
        </pc:spChg>
        <pc:spChg chg="mod">
          <ac:chgData name="" userId="213e45b8a479442b" providerId="LiveId" clId="{4D8713A2-1675-4EEE-A094-CB6F26AC360B}" dt="2022-04-22T15:02:53.973" v="1858"/>
          <ac:spMkLst>
            <pc:docMk/>
            <pc:sldMk cId="3138006979" sldId="528"/>
            <ac:spMk id="8" creationId="{36177B38-43AB-4398-968B-448F8F0E5F49}"/>
          </ac:spMkLst>
        </pc:spChg>
        <pc:graphicFrameChg chg="add mod modGraphic">
          <ac:chgData name="" userId="213e45b8a479442b" providerId="LiveId" clId="{4D8713A2-1675-4EEE-A094-CB6F26AC360B}" dt="2022-04-16T02:46:22.188" v="765" actId="6549"/>
          <ac:graphicFrameMkLst>
            <pc:docMk/>
            <pc:sldMk cId="3138006979" sldId="528"/>
            <ac:graphicFrameMk id="5" creationId="{1AE68E36-5FD9-4272-8942-9C604DE44181}"/>
          </ac:graphicFrameMkLst>
        </pc:graphicFrameChg>
      </pc:sldChg>
      <pc:sldChg chg="delSp modSp add">
        <pc:chgData name="" userId="213e45b8a479442b" providerId="LiveId" clId="{4D8713A2-1675-4EEE-A094-CB6F26AC360B}" dt="2022-04-22T15:02:55.672" v="1859"/>
        <pc:sldMkLst>
          <pc:docMk/>
          <pc:sldMk cId="3166662074" sldId="529"/>
        </pc:sldMkLst>
        <pc:spChg chg="mod">
          <ac:chgData name="" userId="213e45b8a479442b" providerId="LiveId" clId="{4D8713A2-1675-4EEE-A094-CB6F26AC360B}" dt="2022-04-16T02:47:48.838" v="779" actId="1036"/>
          <ac:spMkLst>
            <pc:docMk/>
            <pc:sldMk cId="3166662074" sldId="529"/>
            <ac:spMk id="3" creationId="{FC3DE994-F8E6-4715-916B-9859E1A19738}"/>
          </ac:spMkLst>
        </pc:spChg>
        <pc:spChg chg="mod">
          <ac:chgData name="" userId="213e45b8a479442b" providerId="LiveId" clId="{4D8713A2-1675-4EEE-A094-CB6F26AC360B}" dt="2022-04-22T15:02:55.672" v="1859"/>
          <ac:spMkLst>
            <pc:docMk/>
            <pc:sldMk cId="3166662074" sldId="529"/>
            <ac:spMk id="8" creationId="{36177B38-43AB-4398-968B-448F8F0E5F49}"/>
          </ac:spMkLst>
        </pc:spChg>
        <pc:graphicFrameChg chg="del">
          <ac:chgData name="" userId="213e45b8a479442b" providerId="LiveId" clId="{4D8713A2-1675-4EEE-A094-CB6F26AC360B}" dt="2022-04-16T02:47:03.858" v="767" actId="478"/>
          <ac:graphicFrameMkLst>
            <pc:docMk/>
            <pc:sldMk cId="3166662074" sldId="529"/>
            <ac:graphicFrameMk id="5" creationId="{49AB8E9E-F46C-4762-8303-997C5B7B39D5}"/>
          </ac:graphicFrameMkLst>
        </pc:graphicFrameChg>
      </pc:sldChg>
      <pc:sldChg chg="addSp delSp modSp add">
        <pc:chgData name="" userId="213e45b8a479442b" providerId="LiveId" clId="{4D8713A2-1675-4EEE-A094-CB6F26AC360B}" dt="2022-04-22T15:02:57.328" v="1860"/>
        <pc:sldMkLst>
          <pc:docMk/>
          <pc:sldMk cId="3455881520" sldId="530"/>
        </pc:sldMkLst>
        <pc:spChg chg="mod">
          <ac:chgData name="" userId="213e45b8a479442b" providerId="LiveId" clId="{4D8713A2-1675-4EEE-A094-CB6F26AC360B}" dt="2022-04-16T02:57:48.877" v="790" actId="6549"/>
          <ac:spMkLst>
            <pc:docMk/>
            <pc:sldMk cId="3455881520" sldId="530"/>
            <ac:spMk id="3" creationId="{FC3DE994-F8E6-4715-916B-9859E1A19738}"/>
          </ac:spMkLst>
        </pc:spChg>
        <pc:spChg chg="mod">
          <ac:chgData name="" userId="213e45b8a479442b" providerId="LiveId" clId="{4D8713A2-1675-4EEE-A094-CB6F26AC360B}" dt="2022-04-22T15:02:57.328" v="1860"/>
          <ac:spMkLst>
            <pc:docMk/>
            <pc:sldMk cId="3455881520" sldId="530"/>
            <ac:spMk id="8" creationId="{36177B38-43AB-4398-968B-448F8F0E5F49}"/>
          </ac:spMkLst>
        </pc:spChg>
        <pc:graphicFrameChg chg="add mod modGraphic">
          <ac:chgData name="" userId="213e45b8a479442b" providerId="LiveId" clId="{4D8713A2-1675-4EEE-A094-CB6F26AC360B}" dt="2022-04-16T03:05:49.297" v="815" actId="14100"/>
          <ac:graphicFrameMkLst>
            <pc:docMk/>
            <pc:sldMk cId="3455881520" sldId="530"/>
            <ac:graphicFrameMk id="5" creationId="{AA02CC20-97AD-46FC-93CC-00273CF8711E}"/>
          </ac:graphicFrameMkLst>
        </pc:graphicFrameChg>
        <pc:picChg chg="add del mod">
          <ac:chgData name="" userId="213e45b8a479442b" providerId="LiveId" clId="{4D8713A2-1675-4EEE-A094-CB6F26AC360B}" dt="2022-04-16T03:05:51.287" v="817" actId="478"/>
          <ac:picMkLst>
            <pc:docMk/>
            <pc:sldMk cId="3455881520" sldId="530"/>
            <ac:picMk id="6" creationId="{AD008397-4048-47A4-BB67-B259885AD7A9}"/>
          </ac:picMkLst>
        </pc:picChg>
        <pc:picChg chg="add mod">
          <ac:chgData name="" userId="213e45b8a479442b" providerId="LiveId" clId="{4D8713A2-1675-4EEE-A094-CB6F26AC360B}" dt="2022-04-16T03:05:59.317" v="821" actId="1076"/>
          <ac:picMkLst>
            <pc:docMk/>
            <pc:sldMk cId="3455881520" sldId="530"/>
            <ac:picMk id="7" creationId="{02554919-9C9C-40BD-991A-BD2855C8A100}"/>
          </ac:picMkLst>
        </pc:picChg>
      </pc:sldChg>
      <pc:sldChg chg="addSp delSp modSp add">
        <pc:chgData name="" userId="213e45b8a479442b" providerId="LiveId" clId="{4D8713A2-1675-4EEE-A094-CB6F26AC360B}" dt="2022-04-22T15:02:59.544" v="1861"/>
        <pc:sldMkLst>
          <pc:docMk/>
          <pc:sldMk cId="204555468" sldId="531"/>
        </pc:sldMkLst>
        <pc:spChg chg="mod">
          <ac:chgData name="" userId="213e45b8a479442b" providerId="LiveId" clId="{4D8713A2-1675-4EEE-A094-CB6F26AC360B}" dt="2022-04-16T03:05:24.227" v="805" actId="6549"/>
          <ac:spMkLst>
            <pc:docMk/>
            <pc:sldMk cId="204555468" sldId="531"/>
            <ac:spMk id="3" creationId="{FC3DE994-F8E6-4715-916B-9859E1A19738}"/>
          </ac:spMkLst>
        </pc:spChg>
        <pc:spChg chg="mod">
          <ac:chgData name="" userId="213e45b8a479442b" providerId="LiveId" clId="{4D8713A2-1675-4EEE-A094-CB6F26AC360B}" dt="2022-04-22T15:02:59.544" v="1861"/>
          <ac:spMkLst>
            <pc:docMk/>
            <pc:sldMk cId="204555468" sldId="531"/>
            <ac:spMk id="8" creationId="{36177B38-43AB-4398-968B-448F8F0E5F49}"/>
          </ac:spMkLst>
        </pc:spChg>
        <pc:graphicFrameChg chg="mod modGraphic">
          <ac:chgData name="" userId="213e45b8a479442b" providerId="LiveId" clId="{4D8713A2-1675-4EEE-A094-CB6F26AC360B}" dt="2022-04-16T03:05:42.677" v="812" actId="1076"/>
          <ac:graphicFrameMkLst>
            <pc:docMk/>
            <pc:sldMk cId="204555468" sldId="531"/>
            <ac:graphicFrameMk id="5" creationId="{AA02CC20-97AD-46FC-93CC-00273CF8711E}"/>
          </ac:graphicFrameMkLst>
        </pc:graphicFrameChg>
        <pc:picChg chg="del mod">
          <ac:chgData name="" userId="213e45b8a479442b" providerId="LiveId" clId="{4D8713A2-1675-4EEE-A094-CB6F26AC360B}" dt="2022-04-16T03:05:45.657" v="814" actId="478"/>
          <ac:picMkLst>
            <pc:docMk/>
            <pc:sldMk cId="204555468" sldId="531"/>
            <ac:picMk id="6" creationId="{AD008397-4048-47A4-BB67-B259885AD7A9}"/>
          </ac:picMkLst>
        </pc:picChg>
        <pc:picChg chg="add mod">
          <ac:chgData name="" userId="213e45b8a479442b" providerId="LiveId" clId="{4D8713A2-1675-4EEE-A094-CB6F26AC360B}" dt="2022-04-16T03:06:07.897" v="825" actId="1076"/>
          <ac:picMkLst>
            <pc:docMk/>
            <pc:sldMk cId="204555468" sldId="531"/>
            <ac:picMk id="7" creationId="{0F15D4BF-5350-4979-BE37-CCF666DD79B7}"/>
          </ac:picMkLst>
        </pc:picChg>
        <pc:picChg chg="add">
          <ac:chgData name="" userId="213e45b8a479442b" providerId="LiveId" clId="{4D8713A2-1675-4EEE-A094-CB6F26AC360B}" dt="2022-04-16T03:08:50.897" v="826"/>
          <ac:picMkLst>
            <pc:docMk/>
            <pc:sldMk cId="204555468" sldId="531"/>
            <ac:picMk id="9" creationId="{AEBD2599-5D36-4662-8B55-8F8247CDB84D}"/>
          </ac:picMkLst>
        </pc:picChg>
      </pc:sldChg>
      <pc:sldChg chg="addSp delSp modSp add modAnim">
        <pc:chgData name="" userId="213e45b8a479442b" providerId="LiveId" clId="{4D8713A2-1675-4EEE-A094-CB6F26AC360B}" dt="2022-04-22T15:01:52.448" v="1837" actId="20577"/>
        <pc:sldMkLst>
          <pc:docMk/>
          <pc:sldMk cId="1187084961" sldId="532"/>
        </pc:sldMkLst>
        <pc:spChg chg="mod">
          <ac:chgData name="" userId="213e45b8a479442b" providerId="LiveId" clId="{4D8713A2-1675-4EEE-A094-CB6F26AC360B}" dt="2022-04-16T05:11:36.149" v="838"/>
          <ac:spMkLst>
            <pc:docMk/>
            <pc:sldMk cId="1187084961" sldId="532"/>
            <ac:spMk id="3" creationId="{FC3DE994-F8E6-4715-916B-9859E1A19738}"/>
          </ac:spMkLst>
        </pc:spChg>
        <pc:spChg chg="mod">
          <ac:chgData name="" userId="213e45b8a479442b" providerId="LiveId" clId="{4D8713A2-1675-4EEE-A094-CB6F26AC360B}" dt="2022-04-22T15:01:52.448" v="1837" actId="20577"/>
          <ac:spMkLst>
            <pc:docMk/>
            <pc:sldMk cId="1187084961" sldId="532"/>
            <ac:spMk id="8" creationId="{36177B38-43AB-4398-968B-448F8F0E5F49}"/>
          </ac:spMkLst>
        </pc:spChg>
        <pc:spChg chg="add mod">
          <ac:chgData name="" userId="213e45b8a479442b" providerId="LiveId" clId="{4D8713A2-1675-4EEE-A094-CB6F26AC360B}" dt="2022-04-16T03:10:32.627" v="831"/>
          <ac:spMkLst>
            <pc:docMk/>
            <pc:sldMk cId="1187084961" sldId="532"/>
            <ac:spMk id="9" creationId="{89DF572B-2588-487C-B1AB-59780957C54B}"/>
          </ac:spMkLst>
        </pc:spChg>
        <pc:graphicFrameChg chg="mod modGraphic">
          <ac:chgData name="" userId="213e45b8a479442b" providerId="LiveId" clId="{4D8713A2-1675-4EEE-A094-CB6F26AC360B}" dt="2022-04-16T05:12:22.237" v="871" actId="20577"/>
          <ac:graphicFrameMkLst>
            <pc:docMk/>
            <pc:sldMk cId="1187084961" sldId="532"/>
            <ac:graphicFrameMk id="5" creationId="{AA02CC20-97AD-46FC-93CC-00273CF8711E}"/>
          </ac:graphicFrameMkLst>
        </pc:graphicFrameChg>
        <pc:picChg chg="del">
          <ac:chgData name="" userId="213e45b8a479442b" providerId="LiveId" clId="{4D8713A2-1675-4EEE-A094-CB6F26AC360B}" dt="2022-04-16T05:11:40.334" v="840" actId="478"/>
          <ac:picMkLst>
            <pc:docMk/>
            <pc:sldMk cId="1187084961" sldId="532"/>
            <ac:picMk id="7" creationId="{0F15D4BF-5350-4979-BE37-CCF666DD79B7}"/>
          </ac:picMkLst>
        </pc:picChg>
      </pc:sldChg>
      <pc:sldChg chg="delSp modSp add delAnim">
        <pc:chgData name="" userId="213e45b8a479442b" providerId="LiveId" clId="{4D8713A2-1675-4EEE-A094-CB6F26AC360B}" dt="2022-04-22T15:01:55.619" v="1839" actId="20577"/>
        <pc:sldMkLst>
          <pc:docMk/>
          <pc:sldMk cId="4092836960" sldId="533"/>
        </pc:sldMkLst>
        <pc:spChg chg="mod">
          <ac:chgData name="" userId="213e45b8a479442b" providerId="LiveId" clId="{4D8713A2-1675-4EEE-A094-CB6F26AC360B}" dt="2022-04-16T05:13:45.623" v="882"/>
          <ac:spMkLst>
            <pc:docMk/>
            <pc:sldMk cId="4092836960" sldId="533"/>
            <ac:spMk id="3" creationId="{FC3DE994-F8E6-4715-916B-9859E1A19738}"/>
          </ac:spMkLst>
        </pc:spChg>
        <pc:spChg chg="mod">
          <ac:chgData name="" userId="213e45b8a479442b" providerId="LiveId" clId="{4D8713A2-1675-4EEE-A094-CB6F26AC360B}" dt="2022-04-22T15:01:55.619" v="1839" actId="20577"/>
          <ac:spMkLst>
            <pc:docMk/>
            <pc:sldMk cId="4092836960" sldId="533"/>
            <ac:spMk id="8" creationId="{36177B38-43AB-4398-968B-448F8F0E5F49}"/>
          </ac:spMkLst>
        </pc:spChg>
        <pc:spChg chg="del">
          <ac:chgData name="" userId="213e45b8a479442b" providerId="LiveId" clId="{4D8713A2-1675-4EEE-A094-CB6F26AC360B}" dt="2022-04-16T05:13:49.565" v="883" actId="478"/>
          <ac:spMkLst>
            <pc:docMk/>
            <pc:sldMk cId="4092836960" sldId="533"/>
            <ac:spMk id="9" creationId="{89DF572B-2588-487C-B1AB-59780957C54B}"/>
          </ac:spMkLst>
        </pc:spChg>
        <pc:graphicFrameChg chg="del">
          <ac:chgData name="" userId="213e45b8a479442b" providerId="LiveId" clId="{4D8713A2-1675-4EEE-A094-CB6F26AC360B}" dt="2022-04-16T05:13:26.116" v="878" actId="478"/>
          <ac:graphicFrameMkLst>
            <pc:docMk/>
            <pc:sldMk cId="4092836960" sldId="533"/>
            <ac:graphicFrameMk id="5" creationId="{AA02CC20-97AD-46FC-93CC-00273CF8711E}"/>
          </ac:graphicFrameMkLst>
        </pc:graphicFrameChg>
      </pc:sldChg>
      <pc:sldChg chg="modSp add">
        <pc:chgData name="" userId="213e45b8a479442b" providerId="LiveId" clId="{4D8713A2-1675-4EEE-A094-CB6F26AC360B}" dt="2022-04-22T15:01:34.246" v="1829"/>
        <pc:sldMkLst>
          <pc:docMk/>
          <pc:sldMk cId="2306374409" sldId="534"/>
        </pc:sldMkLst>
        <pc:spChg chg="mod">
          <ac:chgData name="" userId="213e45b8a479442b" providerId="LiveId" clId="{4D8713A2-1675-4EEE-A094-CB6F26AC360B}" dt="2022-04-16T05:14:10.222" v="887" actId="20577"/>
          <ac:spMkLst>
            <pc:docMk/>
            <pc:sldMk cId="2306374409" sldId="534"/>
            <ac:spMk id="2" creationId="{5888EE31-F44C-4034-8407-4C756F65702C}"/>
          </ac:spMkLst>
        </pc:spChg>
        <pc:spChg chg="mod">
          <ac:chgData name="" userId="213e45b8a479442b" providerId="LiveId" clId="{4D8713A2-1675-4EEE-A094-CB6F26AC360B}" dt="2022-04-16T11:55:05.031" v="951" actId="207"/>
          <ac:spMkLst>
            <pc:docMk/>
            <pc:sldMk cId="2306374409" sldId="534"/>
            <ac:spMk id="3" creationId="{FC3DE994-F8E6-4715-916B-9859E1A19738}"/>
          </ac:spMkLst>
        </pc:spChg>
        <pc:spChg chg="mod">
          <ac:chgData name="" userId="213e45b8a479442b" providerId="LiveId" clId="{4D8713A2-1675-4EEE-A094-CB6F26AC360B}" dt="2022-04-22T15:01:34.246" v="1829"/>
          <ac:spMkLst>
            <pc:docMk/>
            <pc:sldMk cId="2306374409" sldId="534"/>
            <ac:spMk id="8" creationId="{36177B38-43AB-4398-968B-448F8F0E5F49}"/>
          </ac:spMkLst>
        </pc:spChg>
      </pc:sldChg>
      <pc:sldChg chg="addSp delSp modSp add">
        <pc:chgData name="" userId="213e45b8a479442b" providerId="LiveId" clId="{4D8713A2-1675-4EEE-A094-CB6F26AC360B}" dt="2022-04-22T15:01:32.077" v="1828"/>
        <pc:sldMkLst>
          <pc:docMk/>
          <pc:sldMk cId="2358653803" sldId="535"/>
        </pc:sldMkLst>
        <pc:spChg chg="mod">
          <ac:chgData name="" userId="213e45b8a479442b" providerId="LiveId" clId="{4D8713A2-1675-4EEE-A094-CB6F26AC360B}" dt="2022-04-16T13:51:56.734" v="1298"/>
          <ac:spMkLst>
            <pc:docMk/>
            <pc:sldMk cId="2358653803" sldId="535"/>
            <ac:spMk id="2" creationId="{5888EE31-F44C-4034-8407-4C756F65702C}"/>
          </ac:spMkLst>
        </pc:spChg>
        <pc:spChg chg="del mod">
          <ac:chgData name="" userId="213e45b8a479442b" providerId="LiveId" clId="{4D8713A2-1675-4EEE-A094-CB6F26AC360B}" dt="2022-04-16T11:56:52.507" v="971"/>
          <ac:spMkLst>
            <pc:docMk/>
            <pc:sldMk cId="2358653803" sldId="535"/>
            <ac:spMk id="3" creationId="{FC3DE994-F8E6-4715-916B-9859E1A19738}"/>
          </ac:spMkLst>
        </pc:spChg>
        <pc:spChg chg="mod">
          <ac:chgData name="" userId="213e45b8a479442b" providerId="LiveId" clId="{4D8713A2-1675-4EEE-A094-CB6F26AC360B}" dt="2022-04-22T15:01:32.077" v="1828"/>
          <ac:spMkLst>
            <pc:docMk/>
            <pc:sldMk cId="2358653803" sldId="535"/>
            <ac:spMk id="8" creationId="{36177B38-43AB-4398-968B-448F8F0E5F49}"/>
          </ac:spMkLst>
        </pc:spChg>
        <pc:graphicFrameChg chg="add mod modGraphic">
          <ac:chgData name="" userId="213e45b8a479442b" providerId="LiveId" clId="{4D8713A2-1675-4EEE-A094-CB6F26AC360B}" dt="2022-04-16T13:45:28.436" v="1141" actId="255"/>
          <ac:graphicFrameMkLst>
            <pc:docMk/>
            <pc:sldMk cId="2358653803" sldId="535"/>
            <ac:graphicFrameMk id="4" creationId="{655E18F8-EBE2-424C-A16B-5011D89BFEB3}"/>
          </ac:graphicFrameMkLst>
        </pc:graphicFrameChg>
      </pc:sldChg>
      <pc:sldChg chg="addSp delSp modSp add modAnim">
        <pc:chgData name="" userId="213e45b8a479442b" providerId="LiveId" clId="{4D8713A2-1675-4EEE-A094-CB6F26AC360B}" dt="2022-04-22T15:01:26.852" v="1827" actId="14100"/>
        <pc:sldMkLst>
          <pc:docMk/>
          <pc:sldMk cId="446396362" sldId="536"/>
        </pc:sldMkLst>
        <pc:spChg chg="mod">
          <ac:chgData name="" userId="213e45b8a479442b" providerId="LiveId" clId="{4D8713A2-1675-4EEE-A094-CB6F26AC360B}" dt="2022-04-16T13:51:54.645" v="1297"/>
          <ac:spMkLst>
            <pc:docMk/>
            <pc:sldMk cId="446396362" sldId="536"/>
            <ac:spMk id="2" creationId="{5888EE31-F44C-4034-8407-4C756F65702C}"/>
          </ac:spMkLst>
        </pc:spChg>
        <pc:spChg chg="add del mod">
          <ac:chgData name="" userId="213e45b8a479442b" providerId="LiveId" clId="{4D8713A2-1675-4EEE-A094-CB6F26AC360B}" dt="2022-04-16T13:52:50.872" v="1300" actId="113"/>
          <ac:spMkLst>
            <pc:docMk/>
            <pc:sldMk cId="446396362" sldId="536"/>
            <ac:spMk id="3" creationId="{FC3DE994-F8E6-4715-916B-9859E1A19738}"/>
          </ac:spMkLst>
        </pc:spChg>
        <pc:spChg chg="mod">
          <ac:chgData name="" userId="213e45b8a479442b" providerId="LiveId" clId="{4D8713A2-1675-4EEE-A094-CB6F26AC360B}" dt="2022-04-22T15:01:26.852" v="1827" actId="14100"/>
          <ac:spMkLst>
            <pc:docMk/>
            <pc:sldMk cId="446396362" sldId="536"/>
            <ac:spMk id="8" creationId="{36177B38-43AB-4398-968B-448F8F0E5F49}"/>
          </ac:spMkLst>
        </pc:spChg>
        <pc:spChg chg="add del mod">
          <ac:chgData name="" userId="213e45b8a479442b" providerId="LiveId" clId="{4D8713A2-1675-4EEE-A094-CB6F26AC360B}" dt="2022-04-16T12:48:23.226" v="1030" actId="478"/>
          <ac:spMkLst>
            <pc:docMk/>
            <pc:sldMk cId="446396362" sldId="536"/>
            <ac:spMk id="18" creationId="{828480CB-CE6B-41CF-BC8B-B42CE9D26D22}"/>
          </ac:spMkLst>
        </pc:spChg>
        <pc:spChg chg="add del mod">
          <ac:chgData name="" userId="213e45b8a479442b" providerId="LiveId" clId="{4D8713A2-1675-4EEE-A094-CB6F26AC360B}" dt="2022-04-16T12:48:24.849" v="1031" actId="478"/>
          <ac:spMkLst>
            <pc:docMk/>
            <pc:sldMk cId="446396362" sldId="536"/>
            <ac:spMk id="19" creationId="{25520B7A-E9AC-4ACE-A563-15F30070B45F}"/>
          </ac:spMkLst>
        </pc:spChg>
        <pc:graphicFrameChg chg="mod modGraphic">
          <ac:chgData name="" userId="213e45b8a479442b" providerId="LiveId" clId="{4D8713A2-1675-4EEE-A094-CB6F26AC360B}" dt="2022-04-16T11:57:52.701" v="1004" actId="207"/>
          <ac:graphicFrameMkLst>
            <pc:docMk/>
            <pc:sldMk cId="446396362" sldId="536"/>
            <ac:graphicFrameMk id="5" creationId="{AA02CC20-97AD-46FC-93CC-00273CF8711E}"/>
          </ac:graphicFrameMkLst>
        </pc:graphicFrameChg>
        <pc:picChg chg="del">
          <ac:chgData name="" userId="213e45b8a479442b" providerId="LiveId" clId="{4D8713A2-1675-4EEE-A094-CB6F26AC360B}" dt="2022-04-16T12:00:15.206" v="1005" actId="478"/>
          <ac:picMkLst>
            <pc:docMk/>
            <pc:sldMk cId="446396362" sldId="536"/>
            <ac:picMk id="7" creationId="{0F15D4BF-5350-4979-BE37-CCF666DD79B7}"/>
          </ac:picMkLst>
        </pc:picChg>
        <pc:picChg chg="add mod">
          <ac:chgData name="" userId="213e45b8a479442b" providerId="LiveId" clId="{4D8713A2-1675-4EEE-A094-CB6F26AC360B}" dt="2022-04-16T12:47:07.924" v="1024" actId="1076"/>
          <ac:picMkLst>
            <pc:docMk/>
            <pc:sldMk cId="446396362" sldId="536"/>
            <ac:picMk id="9" creationId="{99807999-0B78-40D4-8311-B2044C0A14F8}"/>
          </ac:picMkLst>
        </pc:picChg>
        <pc:cxnChg chg="add mod">
          <ac:chgData name="" userId="213e45b8a479442b" providerId="LiveId" clId="{4D8713A2-1675-4EEE-A094-CB6F26AC360B}" dt="2022-04-16T12:00:46.481" v="1011" actId="13822"/>
          <ac:cxnSpMkLst>
            <pc:docMk/>
            <pc:sldMk cId="446396362" sldId="536"/>
            <ac:cxnSpMk id="6" creationId="{27FE105F-B2F4-40B9-93D8-03D8FB11D6FF}"/>
          </ac:cxnSpMkLst>
        </pc:cxnChg>
        <pc:cxnChg chg="add mod">
          <ac:chgData name="" userId="213e45b8a479442b" providerId="LiveId" clId="{4D8713A2-1675-4EEE-A094-CB6F26AC360B}" dt="2022-04-16T12:00:50.115" v="1012" actId="571"/>
          <ac:cxnSpMkLst>
            <pc:docMk/>
            <pc:sldMk cId="446396362" sldId="536"/>
            <ac:cxnSpMk id="10" creationId="{DDD90E6D-2784-48B0-AA4E-A7CA4E1AAE6C}"/>
          </ac:cxnSpMkLst>
        </pc:cxnChg>
        <pc:cxnChg chg="add mod">
          <ac:chgData name="" userId="213e45b8a479442b" providerId="LiveId" clId="{4D8713A2-1675-4EEE-A094-CB6F26AC360B}" dt="2022-04-16T12:01:06.861" v="1020" actId="1076"/>
          <ac:cxnSpMkLst>
            <pc:docMk/>
            <pc:sldMk cId="446396362" sldId="536"/>
            <ac:cxnSpMk id="11" creationId="{2B56401E-8DA5-4C01-8B3D-7FC01B81AAE2}"/>
          </ac:cxnSpMkLst>
        </pc:cxnChg>
        <pc:cxnChg chg="add mod">
          <ac:chgData name="" userId="213e45b8a479442b" providerId="LiveId" clId="{4D8713A2-1675-4EEE-A094-CB6F26AC360B}" dt="2022-04-16T12:01:08.890" v="1021" actId="571"/>
          <ac:cxnSpMkLst>
            <pc:docMk/>
            <pc:sldMk cId="446396362" sldId="536"/>
            <ac:cxnSpMk id="17" creationId="{E013AC31-2B2B-4040-B669-25DC00082365}"/>
          </ac:cxnSpMkLst>
        </pc:cxnChg>
        <pc:cxnChg chg="add del mod">
          <ac:chgData name="" userId="213e45b8a479442b" providerId="LiveId" clId="{4D8713A2-1675-4EEE-A094-CB6F26AC360B}" dt="2022-04-16T12:48:21.545" v="1029" actId="478"/>
          <ac:cxnSpMkLst>
            <pc:docMk/>
            <pc:sldMk cId="446396362" sldId="536"/>
            <ac:cxnSpMk id="21" creationId="{7A963016-370A-44EA-90A5-40B3D6A205C6}"/>
          </ac:cxnSpMkLst>
        </pc:cxnChg>
      </pc:sldChg>
      <pc:sldChg chg="addSp delSp modSp add">
        <pc:chgData name="" userId="213e45b8a479442b" providerId="LiveId" clId="{4D8713A2-1675-4EEE-A094-CB6F26AC360B}" dt="2022-04-22T15:00:45.257" v="1819" actId="20577"/>
        <pc:sldMkLst>
          <pc:docMk/>
          <pc:sldMk cId="4204574398" sldId="537"/>
        </pc:sldMkLst>
        <pc:spChg chg="mod">
          <ac:chgData name="" userId="213e45b8a479442b" providerId="LiveId" clId="{4D8713A2-1675-4EEE-A094-CB6F26AC360B}" dt="2022-04-16T13:51:50.333" v="1295"/>
          <ac:spMkLst>
            <pc:docMk/>
            <pc:sldMk cId="4204574398" sldId="537"/>
            <ac:spMk id="2" creationId="{5888EE31-F44C-4034-8407-4C756F65702C}"/>
          </ac:spMkLst>
        </pc:spChg>
        <pc:spChg chg="mod">
          <ac:chgData name="" userId="213e45b8a479442b" providerId="LiveId" clId="{4D8713A2-1675-4EEE-A094-CB6F26AC360B}" dt="2022-04-16T13:41:22.623" v="1096"/>
          <ac:spMkLst>
            <pc:docMk/>
            <pc:sldMk cId="4204574398" sldId="537"/>
            <ac:spMk id="3" creationId="{FC3DE994-F8E6-4715-916B-9859E1A19738}"/>
          </ac:spMkLst>
        </pc:spChg>
        <pc:spChg chg="mod">
          <ac:chgData name="" userId="213e45b8a479442b" providerId="LiveId" clId="{4D8713A2-1675-4EEE-A094-CB6F26AC360B}" dt="2022-04-22T15:00:45.257" v="1819" actId="20577"/>
          <ac:spMkLst>
            <pc:docMk/>
            <pc:sldMk cId="4204574398" sldId="537"/>
            <ac:spMk id="8" creationId="{36177B38-43AB-4398-968B-448F8F0E5F49}"/>
          </ac:spMkLst>
        </pc:spChg>
        <pc:graphicFrameChg chg="add del mod modGraphic">
          <ac:chgData name="" userId="213e45b8a479442b" providerId="LiveId" clId="{4D8713A2-1675-4EEE-A094-CB6F26AC360B}" dt="2022-04-16T13:42:53.293" v="1112" actId="478"/>
          <ac:graphicFrameMkLst>
            <pc:docMk/>
            <pc:sldMk cId="4204574398" sldId="537"/>
            <ac:graphicFrameMk id="4" creationId="{8DB2CC1E-DF10-4E01-9DE6-CA7EBFB3E3E0}"/>
          </ac:graphicFrameMkLst>
        </pc:graphicFrameChg>
        <pc:graphicFrameChg chg="add mod modGraphic">
          <ac:chgData name="" userId="213e45b8a479442b" providerId="LiveId" clId="{4D8713A2-1675-4EEE-A094-CB6F26AC360B}" dt="2022-04-16T13:43:11.362" v="1118" actId="207"/>
          <ac:graphicFrameMkLst>
            <pc:docMk/>
            <pc:sldMk cId="4204574398" sldId="537"/>
            <ac:graphicFrameMk id="6" creationId="{05ABCB66-743D-40CE-B52C-28476B8E9143}"/>
          </ac:graphicFrameMkLst>
        </pc:graphicFrameChg>
      </pc:sldChg>
      <pc:sldChg chg="addSp delSp modSp add">
        <pc:chgData name="" userId="213e45b8a479442b" providerId="LiveId" clId="{4D8713A2-1675-4EEE-A094-CB6F26AC360B}" dt="2022-04-22T15:01:16.037" v="1822" actId="12"/>
        <pc:sldMkLst>
          <pc:docMk/>
          <pc:sldMk cId="2512393548" sldId="538"/>
        </pc:sldMkLst>
        <pc:spChg chg="mod">
          <ac:chgData name="" userId="213e45b8a479442b" providerId="LiveId" clId="{4D8713A2-1675-4EEE-A094-CB6F26AC360B}" dt="2022-04-16T13:51:48.359" v="1294"/>
          <ac:spMkLst>
            <pc:docMk/>
            <pc:sldMk cId="2512393548" sldId="538"/>
            <ac:spMk id="2" creationId="{5888EE31-F44C-4034-8407-4C756F65702C}"/>
          </ac:spMkLst>
        </pc:spChg>
        <pc:spChg chg="mod">
          <ac:chgData name="" userId="213e45b8a479442b" providerId="LiveId" clId="{4D8713A2-1675-4EEE-A094-CB6F26AC360B}" dt="2022-04-16T13:44:38.842" v="1129" actId="207"/>
          <ac:spMkLst>
            <pc:docMk/>
            <pc:sldMk cId="2512393548" sldId="538"/>
            <ac:spMk id="3" creationId="{FC3DE994-F8E6-4715-916B-9859E1A19738}"/>
          </ac:spMkLst>
        </pc:spChg>
        <pc:spChg chg="add del mod">
          <ac:chgData name="" userId="213e45b8a479442b" providerId="LiveId" clId="{4D8713A2-1675-4EEE-A094-CB6F26AC360B}" dt="2022-04-16T13:45:39.752" v="1144" actId="478"/>
          <ac:spMkLst>
            <pc:docMk/>
            <pc:sldMk cId="2512393548" sldId="538"/>
            <ac:spMk id="4" creationId="{73AA4EFD-D847-4C5C-87DA-1493D3CC8C78}"/>
          </ac:spMkLst>
        </pc:spChg>
        <pc:spChg chg="mod">
          <ac:chgData name="" userId="213e45b8a479442b" providerId="LiveId" clId="{4D8713A2-1675-4EEE-A094-CB6F26AC360B}" dt="2022-04-22T15:01:16.037" v="1822" actId="12"/>
          <ac:spMkLst>
            <pc:docMk/>
            <pc:sldMk cId="2512393548" sldId="538"/>
            <ac:spMk id="8" creationId="{36177B38-43AB-4398-968B-448F8F0E5F49}"/>
          </ac:spMkLst>
        </pc:spChg>
        <pc:spChg chg="add mod">
          <ac:chgData name="" userId="213e45b8a479442b" providerId="LiveId" clId="{4D8713A2-1675-4EEE-A094-CB6F26AC360B}" dt="2022-04-16T13:53:33.646" v="1304" actId="113"/>
          <ac:spMkLst>
            <pc:docMk/>
            <pc:sldMk cId="2512393548" sldId="538"/>
            <ac:spMk id="10" creationId="{D5BA2A08-7792-48A1-9E3A-DFD10D10DD0A}"/>
          </ac:spMkLst>
        </pc:spChg>
        <pc:graphicFrameChg chg="del">
          <ac:chgData name="" userId="213e45b8a479442b" providerId="LiveId" clId="{4D8713A2-1675-4EEE-A094-CB6F26AC360B}" dt="2022-04-16T13:44:42.865" v="1130" actId="478"/>
          <ac:graphicFrameMkLst>
            <pc:docMk/>
            <pc:sldMk cId="2512393548" sldId="538"/>
            <ac:graphicFrameMk id="6" creationId="{05ABCB66-743D-40CE-B52C-28476B8E9143}"/>
          </ac:graphicFrameMkLst>
        </pc:graphicFrameChg>
        <pc:graphicFrameChg chg="add mod modGraphic">
          <ac:chgData name="" userId="213e45b8a479442b" providerId="LiveId" clId="{4D8713A2-1675-4EEE-A094-CB6F26AC360B}" dt="2022-04-16T13:45:52.962" v="1149" actId="1076"/>
          <ac:graphicFrameMkLst>
            <pc:docMk/>
            <pc:sldMk cId="2512393548" sldId="538"/>
            <ac:graphicFrameMk id="9" creationId="{E877CED4-6B68-4474-A935-F8CD3AD2FFF5}"/>
          </ac:graphicFrameMkLst>
        </pc:graphicFrameChg>
        <pc:picChg chg="add mod">
          <ac:chgData name="" userId="213e45b8a479442b" providerId="LiveId" clId="{4D8713A2-1675-4EEE-A094-CB6F26AC360B}" dt="2022-04-16T13:45:11.629" v="1136" actId="1076"/>
          <ac:picMkLst>
            <pc:docMk/>
            <pc:sldMk cId="2512393548" sldId="538"/>
            <ac:picMk id="7" creationId="{B8C47F63-69AC-482B-A845-AF86BF0889CC}"/>
          </ac:picMkLst>
        </pc:picChg>
      </pc:sldChg>
      <pc:sldChg chg="addSp delSp modSp add modNotesTx">
        <pc:chgData name="" userId="213e45b8a479442b" providerId="LiveId" clId="{4D8713A2-1675-4EEE-A094-CB6F26AC360B}" dt="2022-04-22T15:04:04.223" v="1879" actId="20577"/>
        <pc:sldMkLst>
          <pc:docMk/>
          <pc:sldMk cId="3459637331" sldId="539"/>
        </pc:sldMkLst>
        <pc:spChg chg="mod">
          <ac:chgData name="" userId="213e45b8a479442b" providerId="LiveId" clId="{4D8713A2-1675-4EEE-A094-CB6F26AC360B}" dt="2022-04-16T13:51:42.030" v="1293" actId="20577"/>
          <ac:spMkLst>
            <pc:docMk/>
            <pc:sldMk cId="3459637331" sldId="539"/>
            <ac:spMk id="2" creationId="{5888EE31-F44C-4034-8407-4C756F65702C}"/>
          </ac:spMkLst>
        </pc:spChg>
        <pc:spChg chg="add del mod">
          <ac:chgData name="" userId="213e45b8a479442b" providerId="LiveId" clId="{4D8713A2-1675-4EEE-A094-CB6F26AC360B}" dt="2022-04-22T15:03:43.734" v="1868" actId="12"/>
          <ac:spMkLst>
            <pc:docMk/>
            <pc:sldMk cId="3459637331" sldId="539"/>
            <ac:spMk id="3" creationId="{FC3DE994-F8E6-4715-916B-9859E1A19738}"/>
          </ac:spMkLst>
        </pc:spChg>
        <pc:spChg chg="add del">
          <ac:chgData name="" userId="213e45b8a479442b" providerId="LiveId" clId="{4D8713A2-1675-4EEE-A094-CB6F26AC360B}" dt="2022-04-22T15:03:18.786" v="1863"/>
          <ac:spMkLst>
            <pc:docMk/>
            <pc:sldMk cId="3459637331" sldId="539"/>
            <ac:spMk id="6" creationId="{94DFC03E-F450-4CDD-8DE9-38538CF72161}"/>
          </ac:spMkLst>
        </pc:spChg>
        <pc:spChg chg="add del">
          <ac:chgData name="" userId="213e45b8a479442b" providerId="LiveId" clId="{4D8713A2-1675-4EEE-A094-CB6F26AC360B}" dt="2022-04-22T15:03:18.786" v="1863"/>
          <ac:spMkLst>
            <pc:docMk/>
            <pc:sldMk cId="3459637331" sldId="539"/>
            <ac:spMk id="7" creationId="{2DFAA76A-01DD-4B8A-89A3-C9750B307075}"/>
          </ac:spMkLst>
        </pc:spChg>
        <pc:spChg chg="mod">
          <ac:chgData name="" userId="213e45b8a479442b" providerId="LiveId" clId="{4D8713A2-1675-4EEE-A094-CB6F26AC360B}" dt="2022-04-22T15:04:04.223" v="1879" actId="20577"/>
          <ac:spMkLst>
            <pc:docMk/>
            <pc:sldMk cId="3459637331" sldId="539"/>
            <ac:spMk id="8" creationId="{36177B38-43AB-4398-968B-448F8F0E5F49}"/>
          </ac:spMkLst>
        </pc:spChg>
        <pc:graphicFrameChg chg="add mod modGraphic">
          <ac:chgData name="" userId="213e45b8a479442b" providerId="LiveId" clId="{4D8713A2-1675-4EEE-A094-CB6F26AC360B}" dt="2022-04-22T15:03:23.094" v="1864" actId="14100"/>
          <ac:graphicFrameMkLst>
            <pc:docMk/>
            <pc:sldMk cId="3459637331" sldId="539"/>
            <ac:graphicFrameMk id="4" creationId="{9366E42D-B754-404A-9E26-27D038E532B9}"/>
          </ac:graphicFrameMkLst>
        </pc:graphicFrameChg>
        <pc:graphicFrameChg chg="del">
          <ac:chgData name="" userId="213e45b8a479442b" providerId="LiveId" clId="{4D8713A2-1675-4EEE-A094-CB6F26AC360B}" dt="2022-04-16T13:46:31.491" v="1152" actId="478"/>
          <ac:graphicFrameMkLst>
            <pc:docMk/>
            <pc:sldMk cId="3459637331" sldId="539"/>
            <ac:graphicFrameMk id="9" creationId="{E877CED4-6B68-4474-A935-F8CD3AD2FFF5}"/>
          </ac:graphicFrameMkLst>
        </pc:graphicFrameChg>
        <pc:picChg chg="del">
          <ac:chgData name="" userId="213e45b8a479442b" providerId="LiveId" clId="{4D8713A2-1675-4EEE-A094-CB6F26AC360B}" dt="2022-04-16T13:46:29.194" v="1151" actId="478"/>
          <ac:picMkLst>
            <pc:docMk/>
            <pc:sldMk cId="3459637331" sldId="539"/>
            <ac:picMk id="7" creationId="{B8C47F63-69AC-482B-A845-AF86BF0889CC}"/>
          </ac:picMkLst>
        </pc:picChg>
      </pc:sldChg>
      <pc:sldChg chg="addSp delSp modSp add delAnim">
        <pc:chgData name="" userId="213e45b8a479442b" providerId="LiveId" clId="{4D8713A2-1675-4EEE-A094-CB6F26AC360B}" dt="2022-04-22T15:04:01.321" v="1876" actId="20577"/>
        <pc:sldMkLst>
          <pc:docMk/>
          <pc:sldMk cId="3692695054" sldId="540"/>
        </pc:sldMkLst>
        <pc:spChg chg="mod">
          <ac:chgData name="" userId="213e45b8a479442b" providerId="LiveId" clId="{4D8713A2-1675-4EEE-A094-CB6F26AC360B}" dt="2022-04-16T13:53:16.847" v="1303"/>
          <ac:spMkLst>
            <pc:docMk/>
            <pc:sldMk cId="3692695054" sldId="540"/>
            <ac:spMk id="2" creationId="{5888EE31-F44C-4034-8407-4C756F65702C}"/>
          </ac:spMkLst>
        </pc:spChg>
        <pc:spChg chg="mod">
          <ac:chgData name="" userId="213e45b8a479442b" providerId="LiveId" clId="{4D8713A2-1675-4EEE-A094-CB6F26AC360B}" dt="2022-04-16T13:52:59.411" v="1301" actId="113"/>
          <ac:spMkLst>
            <pc:docMk/>
            <pc:sldMk cId="3692695054" sldId="540"/>
            <ac:spMk id="3" creationId="{FC3DE994-F8E6-4715-916B-9859E1A19738}"/>
          </ac:spMkLst>
        </pc:spChg>
        <pc:spChg chg="add del mod">
          <ac:chgData name="" userId="213e45b8a479442b" providerId="LiveId" clId="{4D8713A2-1675-4EEE-A094-CB6F26AC360B}" dt="2022-04-22T15:03:58.974" v="1872" actId="478"/>
          <ac:spMkLst>
            <pc:docMk/>
            <pc:sldMk cId="3692695054" sldId="540"/>
            <ac:spMk id="7" creationId="{1C7F0975-9F56-4EA3-A6BF-9963E15943ED}"/>
          </ac:spMkLst>
        </pc:spChg>
        <pc:spChg chg="del mod">
          <ac:chgData name="" userId="213e45b8a479442b" providerId="LiveId" clId="{4D8713A2-1675-4EEE-A094-CB6F26AC360B}" dt="2022-04-22T15:03:56.714" v="1871" actId="478"/>
          <ac:spMkLst>
            <pc:docMk/>
            <pc:sldMk cId="3692695054" sldId="540"/>
            <ac:spMk id="8" creationId="{36177B38-43AB-4398-968B-448F8F0E5F49}"/>
          </ac:spMkLst>
        </pc:spChg>
        <pc:spChg chg="add mod">
          <ac:chgData name="" userId="213e45b8a479442b" providerId="LiveId" clId="{4D8713A2-1675-4EEE-A094-CB6F26AC360B}" dt="2022-04-22T15:04:01.321" v="1876" actId="20577"/>
          <ac:spMkLst>
            <pc:docMk/>
            <pc:sldMk cId="3692695054" sldId="540"/>
            <ac:spMk id="9" creationId="{22A67930-E647-4050-AF02-F61705D3EDF0}"/>
          </ac:spMkLst>
        </pc:spChg>
        <pc:graphicFrameChg chg="del">
          <ac:chgData name="" userId="213e45b8a479442b" providerId="LiveId" clId="{4D8713A2-1675-4EEE-A094-CB6F26AC360B}" dt="2022-04-16T13:48:23.683" v="1174" actId="478"/>
          <ac:graphicFrameMkLst>
            <pc:docMk/>
            <pc:sldMk cId="3692695054" sldId="540"/>
            <ac:graphicFrameMk id="5" creationId="{AA02CC20-97AD-46FC-93CC-00273CF8711E}"/>
          </ac:graphicFrameMkLst>
        </pc:graphicFrameChg>
        <pc:graphicFrameChg chg="add mod modGraphic">
          <ac:chgData name="" userId="213e45b8a479442b" providerId="LiveId" clId="{4D8713A2-1675-4EEE-A094-CB6F26AC360B}" dt="2022-04-16T13:50:02.705" v="1192" actId="403"/>
          <ac:graphicFrameMkLst>
            <pc:docMk/>
            <pc:sldMk cId="3692695054" sldId="540"/>
            <ac:graphicFrameMk id="13" creationId="{CF3CE2DA-8993-4355-9D71-E10F74CA335B}"/>
          </ac:graphicFrameMkLst>
        </pc:graphicFrameChg>
        <pc:picChg chg="del">
          <ac:chgData name="" userId="213e45b8a479442b" providerId="LiveId" clId="{4D8713A2-1675-4EEE-A094-CB6F26AC360B}" dt="2022-04-16T13:49:15.261" v="1181" actId="478"/>
          <ac:picMkLst>
            <pc:docMk/>
            <pc:sldMk cId="3692695054" sldId="540"/>
            <ac:picMk id="9" creationId="{99807999-0B78-40D4-8311-B2044C0A14F8}"/>
          </ac:picMkLst>
        </pc:picChg>
        <pc:picChg chg="add mod">
          <ac:chgData name="" userId="213e45b8a479442b" providerId="LiveId" clId="{4D8713A2-1675-4EEE-A094-CB6F26AC360B}" dt="2022-04-16T13:50:11.837" v="1194" actId="1076"/>
          <ac:picMkLst>
            <pc:docMk/>
            <pc:sldMk cId="3692695054" sldId="540"/>
            <ac:picMk id="12" creationId="{D0529A43-BF81-4060-AC79-E9280EC5FF81}"/>
          </ac:picMkLst>
        </pc:picChg>
        <pc:cxnChg chg="del">
          <ac:chgData name="" userId="213e45b8a479442b" providerId="LiveId" clId="{4D8713A2-1675-4EEE-A094-CB6F26AC360B}" dt="2022-04-16T13:49:15.261" v="1181" actId="478"/>
          <ac:cxnSpMkLst>
            <pc:docMk/>
            <pc:sldMk cId="3692695054" sldId="540"/>
            <ac:cxnSpMk id="6" creationId="{27FE105F-B2F4-40B9-93D8-03D8FB11D6FF}"/>
          </ac:cxnSpMkLst>
        </pc:cxnChg>
        <pc:cxnChg chg="del">
          <ac:chgData name="" userId="213e45b8a479442b" providerId="LiveId" clId="{4D8713A2-1675-4EEE-A094-CB6F26AC360B}" dt="2022-04-16T13:49:15.261" v="1181" actId="478"/>
          <ac:cxnSpMkLst>
            <pc:docMk/>
            <pc:sldMk cId="3692695054" sldId="540"/>
            <ac:cxnSpMk id="10" creationId="{DDD90E6D-2784-48B0-AA4E-A7CA4E1AAE6C}"/>
          </ac:cxnSpMkLst>
        </pc:cxnChg>
        <pc:cxnChg chg="del">
          <ac:chgData name="" userId="213e45b8a479442b" providerId="LiveId" clId="{4D8713A2-1675-4EEE-A094-CB6F26AC360B}" dt="2022-04-16T13:49:15.261" v="1181" actId="478"/>
          <ac:cxnSpMkLst>
            <pc:docMk/>
            <pc:sldMk cId="3692695054" sldId="540"/>
            <ac:cxnSpMk id="11" creationId="{2B56401E-8DA5-4C01-8B3D-7FC01B81AAE2}"/>
          </ac:cxnSpMkLst>
        </pc:cxnChg>
        <pc:cxnChg chg="del">
          <ac:chgData name="" userId="213e45b8a479442b" providerId="LiveId" clId="{4D8713A2-1675-4EEE-A094-CB6F26AC360B}" dt="2022-04-16T13:49:15.261" v="1181" actId="478"/>
          <ac:cxnSpMkLst>
            <pc:docMk/>
            <pc:sldMk cId="3692695054" sldId="540"/>
            <ac:cxnSpMk id="17" creationId="{E013AC31-2B2B-4040-B669-25DC00082365}"/>
          </ac:cxnSpMkLst>
        </pc:cxnChg>
      </pc:sldChg>
      <pc:sldChg chg="addSp delSp modSp add">
        <pc:chgData name="" userId="213e45b8a479442b" providerId="LiveId" clId="{4D8713A2-1675-4EEE-A094-CB6F26AC360B}" dt="2022-04-22T14:59:45.039" v="1810"/>
        <pc:sldMkLst>
          <pc:docMk/>
          <pc:sldMk cId="31204593" sldId="542"/>
        </pc:sldMkLst>
        <pc:spChg chg="mod">
          <ac:chgData name="" userId="213e45b8a479442b" providerId="LiveId" clId="{4D8713A2-1675-4EEE-A094-CB6F26AC360B}" dt="2022-04-16T13:53:43.787" v="1305"/>
          <ac:spMkLst>
            <pc:docMk/>
            <pc:sldMk cId="31204593" sldId="542"/>
            <ac:spMk id="2" creationId="{5888EE31-F44C-4034-8407-4C756F65702C}"/>
          </ac:spMkLst>
        </pc:spChg>
        <pc:spChg chg="mod">
          <ac:chgData name="" userId="213e45b8a479442b" providerId="LiveId" clId="{4D8713A2-1675-4EEE-A094-CB6F26AC360B}" dt="2022-04-16T13:57:16.246" v="1334" actId="1076"/>
          <ac:spMkLst>
            <pc:docMk/>
            <pc:sldMk cId="31204593" sldId="542"/>
            <ac:spMk id="3" creationId="{FC3DE994-F8E6-4715-916B-9859E1A19738}"/>
          </ac:spMkLst>
        </pc:spChg>
        <pc:spChg chg="mod">
          <ac:chgData name="" userId="213e45b8a479442b" providerId="LiveId" clId="{4D8713A2-1675-4EEE-A094-CB6F26AC360B}" dt="2022-04-22T14:59:45.039" v="1810"/>
          <ac:spMkLst>
            <pc:docMk/>
            <pc:sldMk cId="31204593" sldId="542"/>
            <ac:spMk id="8" creationId="{36177B38-43AB-4398-968B-448F8F0E5F49}"/>
          </ac:spMkLst>
        </pc:spChg>
        <pc:spChg chg="add mod">
          <ac:chgData name="" userId="213e45b8a479442b" providerId="LiveId" clId="{4D8713A2-1675-4EEE-A094-CB6F26AC360B}" dt="2022-04-16T13:57:31.299" v="1340" actId="1076"/>
          <ac:spMkLst>
            <pc:docMk/>
            <pc:sldMk cId="31204593" sldId="542"/>
            <ac:spMk id="10" creationId="{2C3A200E-2B31-4596-B43A-AE427133B058}"/>
          </ac:spMkLst>
        </pc:spChg>
        <pc:graphicFrameChg chg="del">
          <ac:chgData name="" userId="213e45b8a479442b" providerId="LiveId" clId="{4D8713A2-1675-4EEE-A094-CB6F26AC360B}" dt="2022-04-16T13:55:50.679" v="1315" actId="478"/>
          <ac:graphicFrameMkLst>
            <pc:docMk/>
            <pc:sldMk cId="31204593" sldId="542"/>
            <ac:graphicFrameMk id="6" creationId="{05ABCB66-743D-40CE-B52C-28476B8E9143}"/>
          </ac:graphicFrameMkLst>
        </pc:graphicFrameChg>
        <pc:graphicFrameChg chg="add mod modGraphic">
          <ac:chgData name="" userId="213e45b8a479442b" providerId="LiveId" clId="{4D8713A2-1675-4EEE-A094-CB6F26AC360B}" dt="2022-04-16T13:56:54.173" v="1327" actId="14100"/>
          <ac:graphicFrameMkLst>
            <pc:docMk/>
            <pc:sldMk cId="31204593" sldId="542"/>
            <ac:graphicFrameMk id="7" creationId="{B9F40BF4-3B7F-4B1E-833E-BFF1CFD2878D}"/>
          </ac:graphicFrameMkLst>
        </pc:graphicFrameChg>
        <pc:picChg chg="add mod">
          <ac:chgData name="" userId="213e45b8a479442b" providerId="LiveId" clId="{4D8713A2-1675-4EEE-A094-CB6F26AC360B}" dt="2022-04-16T13:57:45.691" v="1342" actId="1076"/>
          <ac:picMkLst>
            <pc:docMk/>
            <pc:sldMk cId="31204593" sldId="542"/>
            <ac:picMk id="9" creationId="{7ACA231A-2C22-4000-92AF-0A29D16364D3}"/>
          </ac:picMkLst>
        </pc:picChg>
      </pc:sldChg>
      <pc:sldChg chg="addSp delSp modSp add ord">
        <pc:chgData name="" userId="213e45b8a479442b" providerId="LiveId" clId="{4D8713A2-1675-4EEE-A094-CB6F26AC360B}" dt="2022-04-22T14:59:43.429" v="1809"/>
        <pc:sldMkLst>
          <pc:docMk/>
          <pc:sldMk cId="642125342" sldId="543"/>
        </pc:sldMkLst>
        <pc:spChg chg="mod">
          <ac:chgData name="" userId="213e45b8a479442b" providerId="LiveId" clId="{4D8713A2-1675-4EEE-A094-CB6F26AC360B}" dt="2022-04-22T14:14:37.810" v="1400" actId="20577"/>
          <ac:spMkLst>
            <pc:docMk/>
            <pc:sldMk cId="642125342" sldId="543"/>
            <ac:spMk id="3" creationId="{FC3DE994-F8E6-4715-916B-9859E1A19738}"/>
          </ac:spMkLst>
        </pc:spChg>
        <pc:spChg chg="mod">
          <ac:chgData name="" userId="213e45b8a479442b" providerId="LiveId" clId="{4D8713A2-1675-4EEE-A094-CB6F26AC360B}" dt="2022-04-22T14:59:43.429" v="1809"/>
          <ac:spMkLst>
            <pc:docMk/>
            <pc:sldMk cId="642125342" sldId="543"/>
            <ac:spMk id="8" creationId="{36177B38-43AB-4398-968B-448F8F0E5F49}"/>
          </ac:spMkLst>
        </pc:spChg>
        <pc:spChg chg="add mod">
          <ac:chgData name="" userId="213e45b8a479442b" providerId="LiveId" clId="{4D8713A2-1675-4EEE-A094-CB6F26AC360B}" dt="2022-04-22T14:19:18.135" v="1460" actId="1076"/>
          <ac:spMkLst>
            <pc:docMk/>
            <pc:sldMk cId="642125342" sldId="543"/>
            <ac:spMk id="9" creationId="{FCE48D5A-966A-41A1-B040-40ADA74AE897}"/>
          </ac:spMkLst>
        </pc:spChg>
        <pc:spChg chg="del">
          <ac:chgData name="" userId="213e45b8a479442b" providerId="LiveId" clId="{4D8713A2-1675-4EEE-A094-CB6F26AC360B}" dt="2022-04-16T13:58:19.075" v="1344" actId="478"/>
          <ac:spMkLst>
            <pc:docMk/>
            <pc:sldMk cId="642125342" sldId="543"/>
            <ac:spMk id="10" creationId="{2C3A200E-2B31-4596-B43A-AE427133B058}"/>
          </ac:spMkLst>
        </pc:spChg>
        <pc:graphicFrameChg chg="add mod modGraphic">
          <ac:chgData name="" userId="213e45b8a479442b" providerId="LiveId" clId="{4D8713A2-1675-4EEE-A094-CB6F26AC360B}" dt="2022-04-22T14:17:57.735" v="1438" actId="6549"/>
          <ac:graphicFrameMkLst>
            <pc:docMk/>
            <pc:sldMk cId="642125342" sldId="543"/>
            <ac:graphicFrameMk id="5" creationId="{6CCFD73E-FEE0-4622-90EC-386583FE7F57}"/>
          </ac:graphicFrameMkLst>
        </pc:graphicFrameChg>
        <pc:graphicFrameChg chg="del">
          <ac:chgData name="" userId="213e45b8a479442b" providerId="LiveId" clId="{4D8713A2-1675-4EEE-A094-CB6F26AC360B}" dt="2022-04-16T13:58:21.880" v="1345" actId="478"/>
          <ac:graphicFrameMkLst>
            <pc:docMk/>
            <pc:sldMk cId="642125342" sldId="543"/>
            <ac:graphicFrameMk id="7" creationId="{B9F40BF4-3B7F-4B1E-833E-BFF1CFD2878D}"/>
          </ac:graphicFrameMkLst>
        </pc:graphicFrameChg>
        <pc:picChg chg="add mod">
          <ac:chgData name="" userId="213e45b8a479442b" providerId="LiveId" clId="{4D8713A2-1675-4EEE-A094-CB6F26AC360B}" dt="2022-04-22T14:21:06.363" v="1484" actId="1076"/>
          <ac:picMkLst>
            <pc:docMk/>
            <pc:sldMk cId="642125342" sldId="543"/>
            <ac:picMk id="6" creationId="{EC6E2999-45CC-4A49-BBF3-DFE9810BCBE0}"/>
          </ac:picMkLst>
        </pc:picChg>
        <pc:picChg chg="del">
          <ac:chgData name="" userId="213e45b8a479442b" providerId="LiveId" clId="{4D8713A2-1675-4EEE-A094-CB6F26AC360B}" dt="2022-04-16T13:58:19.075" v="1344" actId="478"/>
          <ac:picMkLst>
            <pc:docMk/>
            <pc:sldMk cId="642125342" sldId="543"/>
            <ac:picMk id="9" creationId="{7ACA231A-2C22-4000-92AF-0A29D16364D3}"/>
          </ac:picMkLst>
        </pc:picChg>
        <pc:cxnChg chg="add del mod">
          <ac:chgData name="" userId="213e45b8a479442b" providerId="LiveId" clId="{4D8713A2-1675-4EEE-A094-CB6F26AC360B}" dt="2022-04-22T14:19:09.530" v="1458" actId="478"/>
          <ac:cxnSpMkLst>
            <pc:docMk/>
            <pc:sldMk cId="642125342" sldId="543"/>
            <ac:cxnSpMk id="7" creationId="{BD67C734-7325-40A9-9116-D839D3A4F452}"/>
          </ac:cxnSpMkLst>
        </pc:cxnChg>
        <pc:cxnChg chg="add mod">
          <ac:chgData name="" userId="213e45b8a479442b" providerId="LiveId" clId="{4D8713A2-1675-4EEE-A094-CB6F26AC360B}" dt="2022-04-22T14:19:13.560" v="1459" actId="14100"/>
          <ac:cxnSpMkLst>
            <pc:docMk/>
            <pc:sldMk cId="642125342" sldId="543"/>
            <ac:cxnSpMk id="10" creationId="{85B39D96-1742-48FA-B051-D3DAD200F6BE}"/>
          </ac:cxnSpMkLst>
        </pc:cxnChg>
      </pc:sldChg>
      <pc:sldChg chg="addSp modSp add">
        <pc:chgData name="" userId="213e45b8a479442b" providerId="LiveId" clId="{4D8713A2-1675-4EEE-A094-CB6F26AC360B}" dt="2022-04-22T14:59:37.492" v="1806"/>
        <pc:sldMkLst>
          <pc:docMk/>
          <pc:sldMk cId="48284971" sldId="544"/>
        </pc:sldMkLst>
        <pc:spChg chg="mod">
          <ac:chgData name="" userId="213e45b8a479442b" providerId="LiveId" clId="{4D8713A2-1675-4EEE-A094-CB6F26AC360B}" dt="2022-04-22T14:28:32.835" v="1726" actId="207"/>
          <ac:spMkLst>
            <pc:docMk/>
            <pc:sldMk cId="48284971" sldId="544"/>
            <ac:spMk id="3" creationId="{FC3DE994-F8E6-4715-916B-9859E1A19738}"/>
          </ac:spMkLst>
        </pc:spChg>
        <pc:spChg chg="mod">
          <ac:chgData name="" userId="213e45b8a479442b" providerId="LiveId" clId="{4D8713A2-1675-4EEE-A094-CB6F26AC360B}" dt="2022-04-22T14:59:37.492" v="1806"/>
          <ac:spMkLst>
            <pc:docMk/>
            <pc:sldMk cId="48284971" sldId="544"/>
            <ac:spMk id="8" creationId="{36177B38-43AB-4398-968B-448F8F0E5F49}"/>
          </ac:spMkLst>
        </pc:spChg>
        <pc:graphicFrameChg chg="add mod modGraphic">
          <ac:chgData name="" userId="213e45b8a479442b" providerId="LiveId" clId="{4D8713A2-1675-4EEE-A094-CB6F26AC360B}" dt="2022-04-22T14:28:24.202" v="1724" actId="1076"/>
          <ac:graphicFrameMkLst>
            <pc:docMk/>
            <pc:sldMk cId="48284971" sldId="544"/>
            <ac:graphicFrameMk id="5" creationId="{21A243C0-BC5A-4735-8050-E6C2F357982B}"/>
          </ac:graphicFrameMkLst>
        </pc:graphicFrameChg>
      </pc:sldChg>
      <pc:sldChg chg="addSp delSp modSp add">
        <pc:chgData name="" userId="213e45b8a479442b" providerId="LiveId" clId="{4D8713A2-1675-4EEE-A094-CB6F26AC360B}" dt="2022-04-22T14:59:39.327" v="1807"/>
        <pc:sldMkLst>
          <pc:docMk/>
          <pc:sldMk cId="3061945368" sldId="545"/>
        </pc:sldMkLst>
        <pc:spChg chg="mod">
          <ac:chgData name="" userId="213e45b8a479442b" providerId="LiveId" clId="{4D8713A2-1675-4EEE-A094-CB6F26AC360B}" dt="2022-04-22T14:28:36.825" v="1727" actId="207"/>
          <ac:spMkLst>
            <pc:docMk/>
            <pc:sldMk cId="3061945368" sldId="545"/>
            <ac:spMk id="3" creationId="{FC3DE994-F8E6-4715-916B-9859E1A19738}"/>
          </ac:spMkLst>
        </pc:spChg>
        <pc:spChg chg="mod">
          <ac:chgData name="" userId="213e45b8a479442b" providerId="LiveId" clId="{4D8713A2-1675-4EEE-A094-CB6F26AC360B}" dt="2022-04-22T14:59:39.327" v="1807"/>
          <ac:spMkLst>
            <pc:docMk/>
            <pc:sldMk cId="3061945368" sldId="545"/>
            <ac:spMk id="8" creationId="{36177B38-43AB-4398-968B-448F8F0E5F49}"/>
          </ac:spMkLst>
        </pc:spChg>
        <pc:spChg chg="mod">
          <ac:chgData name="" userId="213e45b8a479442b" providerId="LiveId" clId="{4D8713A2-1675-4EEE-A094-CB6F26AC360B}" dt="2022-04-22T14:20:41.807" v="1481" actId="1076"/>
          <ac:spMkLst>
            <pc:docMk/>
            <pc:sldMk cId="3061945368" sldId="545"/>
            <ac:spMk id="9" creationId="{FCE48D5A-966A-41A1-B040-40ADA74AE897}"/>
          </ac:spMkLst>
        </pc:spChg>
        <pc:graphicFrameChg chg="mod modGraphic">
          <ac:chgData name="" userId="213e45b8a479442b" providerId="LiveId" clId="{4D8713A2-1675-4EEE-A094-CB6F26AC360B}" dt="2022-04-22T14:27:49.466" v="1710" actId="1076"/>
          <ac:graphicFrameMkLst>
            <pc:docMk/>
            <pc:sldMk cId="3061945368" sldId="545"/>
            <ac:graphicFrameMk id="5" creationId="{6CCFD73E-FEE0-4622-90EC-386583FE7F57}"/>
          </ac:graphicFrameMkLst>
        </pc:graphicFrameChg>
        <pc:picChg chg="del">
          <ac:chgData name="" userId="213e45b8a479442b" providerId="LiveId" clId="{4D8713A2-1675-4EEE-A094-CB6F26AC360B}" dt="2022-04-22T14:19:59.964" v="1465" actId="478"/>
          <ac:picMkLst>
            <pc:docMk/>
            <pc:sldMk cId="3061945368" sldId="545"/>
            <ac:picMk id="6" creationId="{EC6E2999-45CC-4A49-BBF3-DFE9810BCBE0}"/>
          </ac:picMkLst>
        </pc:picChg>
        <pc:picChg chg="add mod">
          <ac:chgData name="" userId="213e45b8a479442b" providerId="LiveId" clId="{4D8713A2-1675-4EEE-A094-CB6F26AC360B}" dt="2022-04-22T14:20:30.211" v="1479" actId="1076"/>
          <ac:picMkLst>
            <pc:docMk/>
            <pc:sldMk cId="3061945368" sldId="545"/>
            <ac:picMk id="11" creationId="{C28C287F-F4E9-4BFA-A17E-B1748FABC065}"/>
          </ac:picMkLst>
        </pc:picChg>
        <pc:cxnChg chg="mod">
          <ac:chgData name="" userId="213e45b8a479442b" providerId="LiveId" clId="{4D8713A2-1675-4EEE-A094-CB6F26AC360B}" dt="2022-04-22T14:20:36.547" v="1480" actId="14100"/>
          <ac:cxnSpMkLst>
            <pc:docMk/>
            <pc:sldMk cId="3061945368" sldId="545"/>
            <ac:cxnSpMk id="10" creationId="{85B39D96-1742-48FA-B051-D3DAD200F6BE}"/>
          </ac:cxnSpMkLst>
        </pc:cxnChg>
      </pc:sldChg>
      <pc:sldChg chg="delSp modSp add">
        <pc:chgData name="" userId="213e45b8a479442b" providerId="LiveId" clId="{4D8713A2-1675-4EEE-A094-CB6F26AC360B}" dt="2022-04-22T14:59:41.380" v="1808"/>
        <pc:sldMkLst>
          <pc:docMk/>
          <pc:sldMk cId="1400935909" sldId="546"/>
        </pc:sldMkLst>
        <pc:spChg chg="mod">
          <ac:chgData name="" userId="213e45b8a479442b" providerId="LiveId" clId="{4D8713A2-1675-4EEE-A094-CB6F26AC360B}" dt="2022-04-22T14:24:57.731" v="1656" actId="12"/>
          <ac:spMkLst>
            <pc:docMk/>
            <pc:sldMk cId="1400935909" sldId="546"/>
            <ac:spMk id="3" creationId="{FC3DE994-F8E6-4715-916B-9859E1A19738}"/>
          </ac:spMkLst>
        </pc:spChg>
        <pc:spChg chg="mod">
          <ac:chgData name="" userId="213e45b8a479442b" providerId="LiveId" clId="{4D8713A2-1675-4EEE-A094-CB6F26AC360B}" dt="2022-04-22T14:59:41.380" v="1808"/>
          <ac:spMkLst>
            <pc:docMk/>
            <pc:sldMk cId="1400935909" sldId="546"/>
            <ac:spMk id="8" creationId="{36177B38-43AB-4398-968B-448F8F0E5F49}"/>
          </ac:spMkLst>
        </pc:spChg>
        <pc:spChg chg="del">
          <ac:chgData name="" userId="213e45b8a479442b" providerId="LiveId" clId="{4D8713A2-1675-4EEE-A094-CB6F26AC360B}" dt="2022-04-22T14:22:06.433" v="1489" actId="478"/>
          <ac:spMkLst>
            <pc:docMk/>
            <pc:sldMk cId="1400935909" sldId="546"/>
            <ac:spMk id="9" creationId="{FCE48D5A-966A-41A1-B040-40ADA74AE897}"/>
          </ac:spMkLst>
        </pc:spChg>
        <pc:graphicFrameChg chg="del">
          <ac:chgData name="" userId="213e45b8a479442b" providerId="LiveId" clId="{4D8713A2-1675-4EEE-A094-CB6F26AC360B}" dt="2022-04-22T14:21:58.841" v="1487" actId="478"/>
          <ac:graphicFrameMkLst>
            <pc:docMk/>
            <pc:sldMk cId="1400935909" sldId="546"/>
            <ac:graphicFrameMk id="5" creationId="{6CCFD73E-FEE0-4622-90EC-386583FE7F57}"/>
          </ac:graphicFrameMkLst>
        </pc:graphicFrameChg>
        <pc:picChg chg="del">
          <ac:chgData name="" userId="213e45b8a479442b" providerId="LiveId" clId="{4D8713A2-1675-4EEE-A094-CB6F26AC360B}" dt="2022-04-22T14:22:04.413" v="1488" actId="478"/>
          <ac:picMkLst>
            <pc:docMk/>
            <pc:sldMk cId="1400935909" sldId="546"/>
            <ac:picMk id="6" creationId="{EC6E2999-45CC-4A49-BBF3-DFE9810BCBE0}"/>
          </ac:picMkLst>
        </pc:picChg>
        <pc:cxnChg chg="del">
          <ac:chgData name="" userId="213e45b8a479442b" providerId="LiveId" clId="{4D8713A2-1675-4EEE-A094-CB6F26AC360B}" dt="2022-04-22T14:22:08.203" v="1490" actId="478"/>
          <ac:cxnSpMkLst>
            <pc:docMk/>
            <pc:sldMk cId="1400935909" sldId="546"/>
            <ac:cxnSpMk id="10" creationId="{85B39D96-1742-48FA-B051-D3DAD200F6BE}"/>
          </ac:cxnSpMkLst>
        </pc:cxnChg>
      </pc:sldChg>
      <pc:sldChg chg="addSp delSp modSp add">
        <pc:chgData name="" userId="213e45b8a479442b" providerId="LiveId" clId="{4D8713A2-1675-4EEE-A094-CB6F26AC360B}" dt="2022-04-22T14:59:35.692" v="1805"/>
        <pc:sldMkLst>
          <pc:docMk/>
          <pc:sldMk cId="368160872" sldId="547"/>
        </pc:sldMkLst>
        <pc:spChg chg="mod">
          <ac:chgData name="" userId="213e45b8a479442b" providerId="LiveId" clId="{4D8713A2-1675-4EEE-A094-CB6F26AC360B}" dt="2022-04-22T14:29:09.217" v="1732" actId="6549"/>
          <ac:spMkLst>
            <pc:docMk/>
            <pc:sldMk cId="368160872" sldId="547"/>
            <ac:spMk id="3" creationId="{FC3DE994-F8E6-4715-916B-9859E1A19738}"/>
          </ac:spMkLst>
        </pc:spChg>
        <pc:spChg chg="mod">
          <ac:chgData name="" userId="213e45b8a479442b" providerId="LiveId" clId="{4D8713A2-1675-4EEE-A094-CB6F26AC360B}" dt="2022-04-22T14:59:35.692" v="1805"/>
          <ac:spMkLst>
            <pc:docMk/>
            <pc:sldMk cId="368160872" sldId="547"/>
            <ac:spMk id="8" creationId="{36177B38-43AB-4398-968B-448F8F0E5F49}"/>
          </ac:spMkLst>
        </pc:spChg>
        <pc:graphicFrameChg chg="add mod modGraphic">
          <ac:chgData name="" userId="213e45b8a479442b" providerId="LiveId" clId="{4D8713A2-1675-4EEE-A094-CB6F26AC360B}" dt="2022-04-22T14:33:06.117" v="1760" actId="1076"/>
          <ac:graphicFrameMkLst>
            <pc:docMk/>
            <pc:sldMk cId="368160872" sldId="547"/>
            <ac:graphicFrameMk id="4" creationId="{5F8EF356-78E1-4618-9D92-144C089D1E9B}"/>
          </ac:graphicFrameMkLst>
        </pc:graphicFrameChg>
        <pc:graphicFrameChg chg="del">
          <ac:chgData name="" userId="213e45b8a479442b" providerId="LiveId" clId="{4D8713A2-1675-4EEE-A094-CB6F26AC360B}" dt="2022-04-22T14:29:11.118" v="1733" actId="478"/>
          <ac:graphicFrameMkLst>
            <pc:docMk/>
            <pc:sldMk cId="368160872" sldId="547"/>
            <ac:graphicFrameMk id="5" creationId="{21A243C0-BC5A-4735-8050-E6C2F357982B}"/>
          </ac:graphicFrameMkLst>
        </pc:graphicFrameChg>
      </pc:sldChg>
      <pc:sldChg chg="modSp add">
        <pc:chgData name="" userId="213e45b8a479442b" providerId="LiveId" clId="{4D8713A2-1675-4EEE-A094-CB6F26AC360B}" dt="2022-04-22T14:59:31.793" v="1804" actId="20577"/>
        <pc:sldMkLst>
          <pc:docMk/>
          <pc:sldMk cId="2919666311" sldId="548"/>
        </pc:sldMkLst>
        <pc:spChg chg="mod">
          <ac:chgData name="" userId="213e45b8a479442b" providerId="LiveId" clId="{4D8713A2-1675-4EEE-A094-CB6F26AC360B}" dt="2022-04-22T14:38:27.265" v="1793" actId="207"/>
          <ac:spMkLst>
            <pc:docMk/>
            <pc:sldMk cId="2919666311" sldId="548"/>
            <ac:spMk id="3" creationId="{FC3DE994-F8E6-4715-916B-9859E1A19738}"/>
          </ac:spMkLst>
        </pc:spChg>
        <pc:spChg chg="mod">
          <ac:chgData name="" userId="213e45b8a479442b" providerId="LiveId" clId="{4D8713A2-1675-4EEE-A094-CB6F26AC360B}" dt="2022-04-22T14:59:31.793" v="1804" actId="20577"/>
          <ac:spMkLst>
            <pc:docMk/>
            <pc:sldMk cId="2919666311" sldId="548"/>
            <ac:spMk id="8" creationId="{36177B38-43AB-4398-968B-448F8F0E5F49}"/>
          </ac:spMkLst>
        </pc:spChg>
      </pc:sldChg>
      <pc:sldChg chg="addSp delSp modSp add">
        <pc:chgData name="" userId="213e45b8a479442b" providerId="LiveId" clId="{4D8713A2-1675-4EEE-A094-CB6F26AC360B}" dt="2022-04-22T15:06:30.734" v="1895" actId="1076"/>
        <pc:sldMkLst>
          <pc:docMk/>
          <pc:sldMk cId="2497559868" sldId="549"/>
        </pc:sldMkLst>
        <pc:spChg chg="mod">
          <ac:chgData name="" userId="213e45b8a479442b" providerId="LiveId" clId="{4D8713A2-1675-4EEE-A094-CB6F26AC360B}" dt="2022-04-22T14:58:42.575" v="1798"/>
          <ac:spMkLst>
            <pc:docMk/>
            <pc:sldMk cId="2497559868" sldId="549"/>
            <ac:spMk id="3" creationId="{FC3DE994-F8E6-4715-916B-9859E1A19738}"/>
          </ac:spMkLst>
        </pc:spChg>
        <pc:spChg chg="add mod">
          <ac:chgData name="" userId="213e45b8a479442b" providerId="LiveId" clId="{4D8713A2-1675-4EEE-A094-CB6F26AC360B}" dt="2022-04-22T15:06:30.734" v="1895" actId="1076"/>
          <ac:spMkLst>
            <pc:docMk/>
            <pc:sldMk cId="2497559868" sldId="549"/>
            <ac:spMk id="4" creationId="{263BF9A1-5552-4282-BBA2-124EDF714DCB}"/>
          </ac:spMkLst>
        </pc:spChg>
        <pc:spChg chg="mod">
          <ac:chgData name="" userId="213e45b8a479442b" providerId="LiveId" clId="{4D8713A2-1675-4EEE-A094-CB6F26AC360B}" dt="2022-04-22T14:59:27.979" v="1802" actId="20577"/>
          <ac:spMkLst>
            <pc:docMk/>
            <pc:sldMk cId="2497559868" sldId="549"/>
            <ac:spMk id="8" creationId="{36177B38-43AB-4398-968B-448F8F0E5F49}"/>
          </ac:spMkLst>
        </pc:spChg>
        <pc:spChg chg="del">
          <ac:chgData name="" userId="213e45b8a479442b" providerId="LiveId" clId="{4D8713A2-1675-4EEE-A094-CB6F26AC360B}" dt="2022-04-22T15:05:54.452" v="1884" actId="478"/>
          <ac:spMkLst>
            <pc:docMk/>
            <pc:sldMk cId="2497559868" sldId="549"/>
            <ac:spMk id="9" creationId="{FCE48D5A-966A-41A1-B040-40ADA74AE897}"/>
          </ac:spMkLst>
        </pc:spChg>
        <pc:graphicFrameChg chg="mod modGraphic">
          <ac:chgData name="" userId="213e45b8a479442b" providerId="LiveId" clId="{4D8713A2-1675-4EEE-A094-CB6F26AC360B}" dt="2022-04-22T15:06:21.463" v="1892" actId="368"/>
          <ac:graphicFrameMkLst>
            <pc:docMk/>
            <pc:sldMk cId="2497559868" sldId="549"/>
            <ac:graphicFrameMk id="5" creationId="{6CCFD73E-FEE0-4622-90EC-386583FE7F57}"/>
          </ac:graphicFrameMkLst>
        </pc:graphicFrameChg>
        <pc:picChg chg="del">
          <ac:chgData name="" userId="213e45b8a479442b" providerId="LiveId" clId="{4D8713A2-1675-4EEE-A094-CB6F26AC360B}" dt="2022-04-22T15:05:56.104" v="1885" actId="478"/>
          <ac:picMkLst>
            <pc:docMk/>
            <pc:sldMk cId="2497559868" sldId="549"/>
            <ac:picMk id="11" creationId="{C28C287F-F4E9-4BFA-A17E-B1748FABC065}"/>
          </ac:picMkLst>
        </pc:picChg>
        <pc:picChg chg="add mod">
          <ac:chgData name="" userId="213e45b8a479442b" providerId="LiveId" clId="{4D8713A2-1675-4EEE-A094-CB6F26AC360B}" dt="2022-04-22T15:06:16.214" v="1889" actId="1076"/>
          <ac:picMkLst>
            <pc:docMk/>
            <pc:sldMk cId="2497559868" sldId="549"/>
            <ac:picMk id="12" creationId="{2AD12464-6060-4BEF-9C28-C57D36988B34}"/>
          </ac:picMkLst>
        </pc:picChg>
        <pc:cxnChg chg="del">
          <ac:chgData name="" userId="213e45b8a479442b" providerId="LiveId" clId="{4D8713A2-1675-4EEE-A094-CB6F26AC360B}" dt="2022-04-22T15:05:50.819" v="1883" actId="478"/>
          <ac:cxnSpMkLst>
            <pc:docMk/>
            <pc:sldMk cId="2497559868" sldId="549"/>
            <ac:cxnSpMk id="10" creationId="{85B39D96-1742-48FA-B051-D3DAD200F6BE}"/>
          </ac:cxnSpMkLst>
        </pc:cxnChg>
      </pc:sldChg>
      <pc:sldChg chg="addSp modSp add modAnim">
        <pc:chgData name="" userId="213e45b8a479442b" providerId="LiveId" clId="{4D8713A2-1675-4EEE-A094-CB6F26AC360B}" dt="2022-04-22T15:09:41.177" v="1974"/>
        <pc:sldMkLst>
          <pc:docMk/>
          <pc:sldMk cId="3072383316" sldId="550"/>
        </pc:sldMkLst>
        <pc:spChg chg="mod">
          <ac:chgData name="" userId="213e45b8a479442b" providerId="LiveId" clId="{4D8713A2-1675-4EEE-A094-CB6F26AC360B}" dt="2022-04-22T15:07:55.692" v="1929" actId="12"/>
          <ac:spMkLst>
            <pc:docMk/>
            <pc:sldMk cId="3072383316" sldId="550"/>
            <ac:spMk id="3" creationId="{FC3DE994-F8E6-4715-916B-9859E1A19738}"/>
          </ac:spMkLst>
        </pc:spChg>
        <pc:spChg chg="add mod">
          <ac:chgData name="" userId="213e45b8a479442b" providerId="LiveId" clId="{4D8713A2-1675-4EEE-A094-CB6F26AC360B}" dt="2022-04-22T15:09:20.822" v="1973" actId="14100"/>
          <ac:spMkLst>
            <pc:docMk/>
            <pc:sldMk cId="3072383316" sldId="550"/>
            <ac:spMk id="5" creationId="{4E427FB8-A6DF-4244-93F6-34BEF237CF3B}"/>
          </ac:spMkLst>
        </pc:spChg>
        <pc:spChg chg="mod">
          <ac:chgData name="" userId="213e45b8a479442b" providerId="LiveId" clId="{4D8713A2-1675-4EEE-A094-CB6F26AC360B}" dt="2022-04-22T15:07:03.394" v="1921" actId="20577"/>
          <ac:spMkLst>
            <pc:docMk/>
            <pc:sldMk cId="3072383316" sldId="550"/>
            <ac:spMk id="8" creationId="{36177B38-43AB-4398-968B-448F8F0E5F49}"/>
          </ac:spMkLst>
        </pc:spChg>
      </pc:sldChg>
      <pc:sldChg chg="addSp delSp modSp add">
        <pc:chgData name="" userId="213e45b8a479442b" providerId="LiveId" clId="{4D8713A2-1675-4EEE-A094-CB6F26AC360B}" dt="2022-04-22T15:13:56.502" v="2051" actId="1076"/>
        <pc:sldMkLst>
          <pc:docMk/>
          <pc:sldMk cId="3369132038" sldId="551"/>
        </pc:sldMkLst>
        <pc:spChg chg="mod">
          <ac:chgData name="" userId="213e45b8a479442b" providerId="LiveId" clId="{4D8713A2-1675-4EEE-A094-CB6F26AC360B}" dt="2022-04-22T15:12:47.141" v="2034" actId="6549"/>
          <ac:spMkLst>
            <pc:docMk/>
            <pc:sldMk cId="3369132038" sldId="551"/>
            <ac:spMk id="3" creationId="{FC3DE994-F8E6-4715-916B-9859E1A19738}"/>
          </ac:spMkLst>
        </pc:spChg>
        <pc:spChg chg="add mod">
          <ac:chgData name="" userId="213e45b8a479442b" providerId="LiveId" clId="{4D8713A2-1675-4EEE-A094-CB6F26AC360B}" dt="2022-04-22T15:12:16.426" v="2019" actId="1038"/>
          <ac:spMkLst>
            <pc:docMk/>
            <pc:sldMk cId="3369132038" sldId="551"/>
            <ac:spMk id="4" creationId="{8A1D42E9-EE5C-4B7E-9FF7-CBCF550DD0F1}"/>
          </ac:spMkLst>
        </pc:spChg>
        <pc:spChg chg="del">
          <ac:chgData name="" userId="213e45b8a479442b" providerId="LiveId" clId="{4D8713A2-1675-4EEE-A094-CB6F26AC360B}" dt="2022-04-22T15:10:31.810" v="1978" actId="478"/>
          <ac:spMkLst>
            <pc:docMk/>
            <pc:sldMk cId="3369132038" sldId="551"/>
            <ac:spMk id="5" creationId="{4E427FB8-A6DF-4244-93F6-34BEF237CF3B}"/>
          </ac:spMkLst>
        </pc:spChg>
        <pc:spChg chg="add mod">
          <ac:chgData name="" userId="213e45b8a479442b" providerId="LiveId" clId="{4D8713A2-1675-4EEE-A094-CB6F26AC360B}" dt="2022-04-22T15:12:07.681" v="2012" actId="20577"/>
          <ac:spMkLst>
            <pc:docMk/>
            <pc:sldMk cId="3369132038" sldId="551"/>
            <ac:spMk id="6" creationId="{033AA606-3914-4B2A-A790-B99B9CA9688A}"/>
          </ac:spMkLst>
        </pc:spChg>
        <pc:spChg chg="add mod">
          <ac:chgData name="" userId="213e45b8a479442b" providerId="LiveId" clId="{4D8713A2-1675-4EEE-A094-CB6F26AC360B}" dt="2022-04-22T15:13:56.502" v="2051" actId="1076"/>
          <ac:spMkLst>
            <pc:docMk/>
            <pc:sldMk cId="3369132038" sldId="551"/>
            <ac:spMk id="7" creationId="{C5FF09BA-A2FD-4357-8E8E-82DCF41EB1BF}"/>
          </ac:spMkLst>
        </pc:spChg>
        <pc:spChg chg="add mod">
          <ac:chgData name="" userId="213e45b8a479442b" providerId="LiveId" clId="{4D8713A2-1675-4EEE-A094-CB6F26AC360B}" dt="2022-04-22T15:12:51.198" v="2035" actId="1076"/>
          <ac:spMkLst>
            <pc:docMk/>
            <pc:sldMk cId="3369132038" sldId="551"/>
            <ac:spMk id="9" creationId="{A1F7DBC2-C2CA-47AD-A748-0EAC3ABAE118}"/>
          </ac:spMkLst>
        </pc:spChg>
      </pc:sldChg>
      <pc:sldChg chg="delSp modSp add">
        <pc:chgData name="" userId="213e45b8a479442b" providerId="LiveId" clId="{4D8713A2-1675-4EEE-A094-CB6F26AC360B}" dt="2022-04-22T15:18:48.866" v="2164" actId="207"/>
        <pc:sldMkLst>
          <pc:docMk/>
          <pc:sldMk cId="200599201" sldId="552"/>
        </pc:sldMkLst>
        <pc:spChg chg="mod">
          <ac:chgData name="" userId="213e45b8a479442b" providerId="LiveId" clId="{4D8713A2-1675-4EEE-A094-CB6F26AC360B}" dt="2022-04-22T15:18:48.866" v="2164" actId="207"/>
          <ac:spMkLst>
            <pc:docMk/>
            <pc:sldMk cId="200599201" sldId="552"/>
            <ac:spMk id="3" creationId="{FC3DE994-F8E6-4715-916B-9859E1A19738}"/>
          </ac:spMkLst>
        </pc:spChg>
        <pc:spChg chg="del">
          <ac:chgData name="" userId="213e45b8a479442b" providerId="LiveId" clId="{4D8713A2-1675-4EEE-A094-CB6F26AC360B}" dt="2022-04-22T15:14:34.960" v="2056" actId="478"/>
          <ac:spMkLst>
            <pc:docMk/>
            <pc:sldMk cId="200599201" sldId="552"/>
            <ac:spMk id="4" creationId="{8A1D42E9-EE5C-4B7E-9FF7-CBCF550DD0F1}"/>
          </ac:spMkLst>
        </pc:spChg>
        <pc:spChg chg="del">
          <ac:chgData name="" userId="213e45b8a479442b" providerId="LiveId" clId="{4D8713A2-1675-4EEE-A094-CB6F26AC360B}" dt="2022-04-22T15:14:34.960" v="2056" actId="478"/>
          <ac:spMkLst>
            <pc:docMk/>
            <pc:sldMk cId="200599201" sldId="552"/>
            <ac:spMk id="6" creationId="{033AA606-3914-4B2A-A790-B99B9CA9688A}"/>
          </ac:spMkLst>
        </pc:spChg>
        <pc:spChg chg="del">
          <ac:chgData name="" userId="213e45b8a479442b" providerId="LiveId" clId="{4D8713A2-1675-4EEE-A094-CB6F26AC360B}" dt="2022-04-22T15:15:12.618" v="2060" actId="478"/>
          <ac:spMkLst>
            <pc:docMk/>
            <pc:sldMk cId="200599201" sldId="552"/>
            <ac:spMk id="7" creationId="{C5FF09BA-A2FD-4357-8E8E-82DCF41EB1BF}"/>
          </ac:spMkLst>
        </pc:spChg>
        <pc:spChg chg="del">
          <ac:chgData name="" userId="213e45b8a479442b" providerId="LiveId" clId="{4D8713A2-1675-4EEE-A094-CB6F26AC360B}" dt="2022-04-22T15:14:34.960" v="2056" actId="478"/>
          <ac:spMkLst>
            <pc:docMk/>
            <pc:sldMk cId="200599201" sldId="552"/>
            <ac:spMk id="9" creationId="{A1F7DBC2-C2CA-47AD-A748-0EAC3ABAE118}"/>
          </ac:spMkLst>
        </pc:spChg>
      </pc:sldChg>
      <pc:sldChg chg="addSp modSp add">
        <pc:chgData name="" userId="213e45b8a479442b" providerId="LiveId" clId="{4D8713A2-1675-4EEE-A094-CB6F26AC360B}" dt="2022-04-22T15:21:40.165" v="2197" actId="1076"/>
        <pc:sldMkLst>
          <pc:docMk/>
          <pc:sldMk cId="1127184608" sldId="553"/>
        </pc:sldMkLst>
        <pc:spChg chg="mod">
          <ac:chgData name="" userId="213e45b8a479442b" providerId="LiveId" clId="{4D8713A2-1675-4EEE-A094-CB6F26AC360B}" dt="2022-04-22T15:20:32.989" v="2183"/>
          <ac:spMkLst>
            <pc:docMk/>
            <pc:sldMk cId="1127184608" sldId="553"/>
            <ac:spMk id="3" creationId="{FC3DE994-F8E6-4715-916B-9859E1A19738}"/>
          </ac:spMkLst>
        </pc:spChg>
        <pc:spChg chg="add mod">
          <ac:chgData name="" userId="213e45b8a479442b" providerId="LiveId" clId="{4D8713A2-1675-4EEE-A094-CB6F26AC360B}" dt="2022-04-22T15:20:43.364" v="2188" actId="6549"/>
          <ac:spMkLst>
            <pc:docMk/>
            <pc:sldMk cId="1127184608" sldId="553"/>
            <ac:spMk id="4" creationId="{9F75DF5D-DB03-488D-BE5E-2C3421694604}"/>
          </ac:spMkLst>
        </pc:spChg>
        <pc:graphicFrameChg chg="add mod modGraphic">
          <ac:chgData name="" userId="213e45b8a479442b" providerId="LiveId" clId="{4D8713A2-1675-4EEE-A094-CB6F26AC360B}" dt="2022-04-22T15:21:16.481" v="2193" actId="6549"/>
          <ac:graphicFrameMkLst>
            <pc:docMk/>
            <pc:sldMk cId="1127184608" sldId="553"/>
            <ac:graphicFrameMk id="5" creationId="{B5E98A50-577F-401F-9FEA-99E91F00646B}"/>
          </ac:graphicFrameMkLst>
        </pc:graphicFrameChg>
        <pc:picChg chg="add mod">
          <ac:chgData name="" userId="213e45b8a479442b" providerId="LiveId" clId="{4D8713A2-1675-4EEE-A094-CB6F26AC360B}" dt="2022-04-22T15:21:40.165" v="2197" actId="1076"/>
          <ac:picMkLst>
            <pc:docMk/>
            <pc:sldMk cId="1127184608" sldId="553"/>
            <ac:picMk id="7" creationId="{D85C5E63-775E-4C03-98D2-11218F0AE14F}"/>
          </ac:picMkLst>
        </pc:picChg>
      </pc:sldChg>
      <pc:sldChg chg="modSp add ord">
        <pc:chgData name="" userId="213e45b8a479442b" providerId="LiveId" clId="{4D8713A2-1675-4EEE-A094-CB6F26AC360B}" dt="2022-04-22T15:18:13.692" v="2158"/>
        <pc:sldMkLst>
          <pc:docMk/>
          <pc:sldMk cId="1003778465" sldId="554"/>
        </pc:sldMkLst>
        <pc:spChg chg="mod">
          <ac:chgData name="" userId="213e45b8a479442b" providerId="LiveId" clId="{4D8713A2-1675-4EEE-A094-CB6F26AC360B}" dt="2022-04-22T15:18:10.881" v="2157" actId="20577"/>
          <ac:spMkLst>
            <pc:docMk/>
            <pc:sldMk cId="1003778465" sldId="554"/>
            <ac:spMk id="3" creationId="{FC3DE994-F8E6-4715-916B-9859E1A19738}"/>
          </ac:spMkLst>
        </pc:spChg>
      </pc:sldChg>
      <pc:sldChg chg="addSp delSp modSp add">
        <pc:chgData name="" userId="213e45b8a479442b" providerId="LiveId" clId="{4D8713A2-1675-4EEE-A094-CB6F26AC360B}" dt="2022-04-22T15:23:16.554" v="2221" actId="207"/>
        <pc:sldMkLst>
          <pc:docMk/>
          <pc:sldMk cId="3316453808" sldId="555"/>
        </pc:sldMkLst>
        <pc:spChg chg="mod">
          <ac:chgData name="" userId="213e45b8a479442b" providerId="LiveId" clId="{4D8713A2-1675-4EEE-A094-CB6F26AC360B}" dt="2022-04-22T15:22:26.673" v="2199"/>
          <ac:spMkLst>
            <pc:docMk/>
            <pc:sldMk cId="3316453808" sldId="555"/>
            <ac:spMk id="2" creationId="{5888EE31-F44C-4034-8407-4C756F65702C}"/>
          </ac:spMkLst>
        </pc:spChg>
        <pc:spChg chg="add del mod">
          <ac:chgData name="" userId="213e45b8a479442b" providerId="LiveId" clId="{4D8713A2-1675-4EEE-A094-CB6F26AC360B}" dt="2022-04-22T15:23:16.554" v="2221" actId="207"/>
          <ac:spMkLst>
            <pc:docMk/>
            <pc:sldMk cId="3316453808" sldId="555"/>
            <ac:spMk id="3" creationId="{FC3DE994-F8E6-4715-916B-9859E1A19738}"/>
          </ac:spMkLst>
        </pc:spChg>
        <pc:spChg chg="add del mod">
          <ac:chgData name="" userId="213e45b8a479442b" providerId="LiveId" clId="{4D8713A2-1675-4EEE-A094-CB6F26AC360B}" dt="2022-04-22T15:23:01.387" v="2211"/>
          <ac:spMkLst>
            <pc:docMk/>
            <pc:sldMk cId="3316453808" sldId="555"/>
            <ac:spMk id="4" creationId="{21B250B4-BC5D-4E0C-823B-19B62A4989AD}"/>
          </ac:spMkLst>
        </pc:spChg>
        <pc:spChg chg="mod">
          <ac:chgData name="" userId="213e45b8a479442b" providerId="LiveId" clId="{4D8713A2-1675-4EEE-A094-CB6F26AC360B}" dt="2022-04-22T15:22:33.694" v="2200"/>
          <ac:spMkLst>
            <pc:docMk/>
            <pc:sldMk cId="3316453808" sldId="555"/>
            <ac:spMk id="8" creationId="{36177B38-43AB-4398-968B-448F8F0E5F49}"/>
          </ac:spMkLst>
        </pc:spChg>
      </pc:sldChg>
      <pc:sldChg chg="modSp add">
        <pc:chgData name="" userId="213e45b8a479442b" providerId="LiveId" clId="{4D8713A2-1675-4EEE-A094-CB6F26AC360B}" dt="2022-04-26T01:22:30.994" v="2516" actId="6549"/>
        <pc:sldMkLst>
          <pc:docMk/>
          <pc:sldMk cId="3523922673" sldId="556"/>
        </pc:sldMkLst>
        <pc:spChg chg="mod">
          <ac:chgData name="" userId="213e45b8a479442b" providerId="LiveId" clId="{4D8713A2-1675-4EEE-A094-CB6F26AC360B}" dt="2022-04-26T01:22:30.994" v="2516" actId="6549"/>
          <ac:spMkLst>
            <pc:docMk/>
            <pc:sldMk cId="3523922673" sldId="556"/>
            <ac:spMk id="3" creationId="{FC3DE994-F8E6-4715-916B-9859E1A19738}"/>
          </ac:spMkLst>
        </pc:spChg>
      </pc:sldChg>
      <pc:sldChg chg="addSp modSp add">
        <pc:chgData name="" userId="213e45b8a479442b" providerId="LiveId" clId="{4D8713A2-1675-4EEE-A094-CB6F26AC360B}" dt="2022-04-26T01:36:54.116" v="2809" actId="207"/>
        <pc:sldMkLst>
          <pc:docMk/>
          <pc:sldMk cId="1053458949" sldId="557"/>
        </pc:sldMkLst>
        <pc:spChg chg="mod">
          <ac:chgData name="" userId="213e45b8a479442b" providerId="LiveId" clId="{4D8713A2-1675-4EEE-A094-CB6F26AC360B}" dt="2022-04-26T01:36:54.116" v="2809" actId="207"/>
          <ac:spMkLst>
            <pc:docMk/>
            <pc:sldMk cId="1053458949" sldId="557"/>
            <ac:spMk id="3" creationId="{FC3DE994-F8E6-4715-916B-9859E1A19738}"/>
          </ac:spMkLst>
        </pc:spChg>
        <pc:graphicFrameChg chg="add mod modGraphic">
          <ac:chgData name="" userId="213e45b8a479442b" providerId="LiveId" clId="{4D8713A2-1675-4EEE-A094-CB6F26AC360B}" dt="2022-04-22T15:39:13.931" v="2308" actId="2711"/>
          <ac:graphicFrameMkLst>
            <pc:docMk/>
            <pc:sldMk cId="1053458949" sldId="557"/>
            <ac:graphicFrameMk id="4" creationId="{C082F7AD-DBDE-4743-A95C-41AC539B7BAA}"/>
          </ac:graphicFrameMkLst>
        </pc:graphicFrameChg>
      </pc:sldChg>
      <pc:sldChg chg="addSp delSp modSp add modAnim">
        <pc:chgData name="" userId="213e45b8a479442b" providerId="LiveId" clId="{4D8713A2-1675-4EEE-A094-CB6F26AC360B}" dt="2022-04-22T15:41:37.439" v="2419" actId="1076"/>
        <pc:sldMkLst>
          <pc:docMk/>
          <pc:sldMk cId="2624643920" sldId="558"/>
        </pc:sldMkLst>
        <pc:spChg chg="mod">
          <ac:chgData name="" userId="213e45b8a479442b" providerId="LiveId" clId="{4D8713A2-1675-4EEE-A094-CB6F26AC360B}" dt="2022-04-22T15:40:45.193" v="2408" actId="207"/>
          <ac:spMkLst>
            <pc:docMk/>
            <pc:sldMk cId="2624643920" sldId="558"/>
            <ac:spMk id="3" creationId="{FC3DE994-F8E6-4715-916B-9859E1A19738}"/>
          </ac:spMkLst>
        </pc:spChg>
        <pc:graphicFrameChg chg="del">
          <ac:chgData name="" userId="213e45b8a479442b" providerId="LiveId" clId="{4D8713A2-1675-4EEE-A094-CB6F26AC360B}" dt="2022-04-22T15:40:50.425" v="2409" actId="478"/>
          <ac:graphicFrameMkLst>
            <pc:docMk/>
            <pc:sldMk cId="2624643920" sldId="558"/>
            <ac:graphicFrameMk id="4" creationId="{C082F7AD-DBDE-4743-A95C-41AC539B7BAA}"/>
          </ac:graphicFrameMkLst>
        </pc:graphicFrameChg>
        <pc:graphicFrameChg chg="add mod modGraphic">
          <ac:chgData name="" userId="213e45b8a479442b" providerId="LiveId" clId="{4D8713A2-1675-4EEE-A094-CB6F26AC360B}" dt="2022-04-22T15:41:37.439" v="2419" actId="1076"/>
          <ac:graphicFrameMkLst>
            <pc:docMk/>
            <pc:sldMk cId="2624643920" sldId="558"/>
            <ac:graphicFrameMk id="5" creationId="{1FC67A4B-7A95-4AA8-AF07-5FEDEA407AB0}"/>
          </ac:graphicFrameMkLst>
        </pc:graphicFrameChg>
      </pc:sldChg>
      <pc:sldChg chg="addSp delSp modSp add delAnim">
        <pc:chgData name="" userId="213e45b8a479442b" providerId="LiveId" clId="{4D8713A2-1675-4EEE-A094-CB6F26AC360B}" dt="2022-04-22T15:43:36.849" v="2438" actId="6549"/>
        <pc:sldMkLst>
          <pc:docMk/>
          <pc:sldMk cId="2004535652" sldId="559"/>
        </pc:sldMkLst>
        <pc:spChg chg="mod">
          <ac:chgData name="" userId="213e45b8a479442b" providerId="LiveId" clId="{4D8713A2-1675-4EEE-A094-CB6F26AC360B}" dt="2022-04-22T15:42:17.449" v="2422" actId="6549"/>
          <ac:spMkLst>
            <pc:docMk/>
            <pc:sldMk cId="2004535652" sldId="559"/>
            <ac:spMk id="3" creationId="{FC3DE994-F8E6-4715-916B-9859E1A19738}"/>
          </ac:spMkLst>
        </pc:spChg>
        <pc:spChg chg="add mod">
          <ac:chgData name="" userId="213e45b8a479442b" providerId="LiveId" clId="{4D8713A2-1675-4EEE-A094-CB6F26AC360B}" dt="2022-04-22T15:43:36.849" v="2438" actId="6549"/>
          <ac:spMkLst>
            <pc:docMk/>
            <pc:sldMk cId="2004535652" sldId="559"/>
            <ac:spMk id="9" creationId="{559629C0-371B-4074-85A3-0493A31F3F57}"/>
          </ac:spMkLst>
        </pc:spChg>
        <pc:graphicFrameChg chg="del">
          <ac:chgData name="" userId="213e45b8a479442b" providerId="LiveId" clId="{4D8713A2-1675-4EEE-A094-CB6F26AC360B}" dt="2022-04-22T15:42:14.785" v="2421" actId="478"/>
          <ac:graphicFrameMkLst>
            <pc:docMk/>
            <pc:sldMk cId="2004535652" sldId="559"/>
            <ac:graphicFrameMk id="5" creationId="{1FC67A4B-7A95-4AA8-AF07-5FEDEA407AB0}"/>
          </ac:graphicFrameMkLst>
        </pc:graphicFrameChg>
        <pc:graphicFrameChg chg="add mod modGraphic">
          <ac:chgData name="" userId="213e45b8a479442b" providerId="LiveId" clId="{4D8713A2-1675-4EEE-A094-CB6F26AC360B}" dt="2022-04-22T15:42:52.236" v="2429" actId="207"/>
          <ac:graphicFrameMkLst>
            <pc:docMk/>
            <pc:sldMk cId="2004535652" sldId="559"/>
            <ac:graphicFrameMk id="6" creationId="{CD68A3F2-72CA-4C70-8A1F-6F9E69D6117C}"/>
          </ac:graphicFrameMkLst>
        </pc:graphicFrameChg>
        <pc:picChg chg="add mod">
          <ac:chgData name="" userId="213e45b8a479442b" providerId="LiveId" clId="{4D8713A2-1675-4EEE-A094-CB6F26AC360B}" dt="2022-04-22T15:43:12.507" v="2432" actId="1076"/>
          <ac:picMkLst>
            <pc:docMk/>
            <pc:sldMk cId="2004535652" sldId="559"/>
            <ac:picMk id="7" creationId="{7D28ED9E-C3A7-49FD-82E6-CC87C311F1A9}"/>
          </ac:picMkLst>
        </pc:picChg>
      </pc:sldChg>
      <pc:sldChg chg="addSp delSp modSp add">
        <pc:chgData name="" userId="213e45b8a479442b" providerId="LiveId" clId="{4D8713A2-1675-4EEE-A094-CB6F26AC360B}" dt="2022-04-26T01:37:00.808" v="2810" actId="207"/>
        <pc:sldMkLst>
          <pc:docMk/>
          <pc:sldMk cId="2213753372" sldId="560"/>
        </pc:sldMkLst>
        <pc:spChg chg="mod">
          <ac:chgData name="" userId="213e45b8a479442b" providerId="LiveId" clId="{4D8713A2-1675-4EEE-A094-CB6F26AC360B}" dt="2022-04-26T01:37:00.808" v="2810" actId="207"/>
          <ac:spMkLst>
            <pc:docMk/>
            <pc:sldMk cId="2213753372" sldId="560"/>
            <ac:spMk id="3" creationId="{FC3DE994-F8E6-4715-916B-9859E1A19738}"/>
          </ac:spMkLst>
        </pc:spChg>
        <pc:spChg chg="mod">
          <ac:chgData name="" userId="213e45b8a479442b" providerId="LiveId" clId="{4D8713A2-1675-4EEE-A094-CB6F26AC360B}" dt="2022-04-22T15:45:34.287" v="2455" actId="1036"/>
          <ac:spMkLst>
            <pc:docMk/>
            <pc:sldMk cId="2213753372" sldId="560"/>
            <ac:spMk id="4" creationId="{9F75DF5D-DB03-488D-BE5E-2C3421694604}"/>
          </ac:spMkLst>
        </pc:spChg>
        <pc:spChg chg="add del">
          <ac:chgData name="" userId="213e45b8a479442b" providerId="LiveId" clId="{4D8713A2-1675-4EEE-A094-CB6F26AC360B}" dt="2022-04-22T15:47:33.490" v="2497"/>
          <ac:spMkLst>
            <pc:docMk/>
            <pc:sldMk cId="2213753372" sldId="560"/>
            <ac:spMk id="22" creationId="{E5024E69-5963-4714-BA7C-365217364165}"/>
          </ac:spMkLst>
        </pc:spChg>
        <pc:spChg chg="add mod">
          <ac:chgData name="" userId="213e45b8a479442b" providerId="LiveId" clId="{4D8713A2-1675-4EEE-A094-CB6F26AC360B}" dt="2022-04-22T15:47:51.659" v="2513" actId="207"/>
          <ac:spMkLst>
            <pc:docMk/>
            <pc:sldMk cId="2213753372" sldId="560"/>
            <ac:spMk id="23" creationId="{A2DA93CC-32F9-41E7-A736-897F79A202FC}"/>
          </ac:spMkLst>
        </pc:spChg>
        <pc:graphicFrameChg chg="mod modGraphic">
          <ac:chgData name="" userId="213e45b8a479442b" providerId="LiveId" clId="{4D8713A2-1675-4EEE-A094-CB6F26AC360B}" dt="2022-04-22T15:44:58.094" v="2446" actId="1076"/>
          <ac:graphicFrameMkLst>
            <pc:docMk/>
            <pc:sldMk cId="2213753372" sldId="560"/>
            <ac:graphicFrameMk id="5" creationId="{B5E98A50-577F-401F-9FEA-99E91F00646B}"/>
          </ac:graphicFrameMkLst>
        </pc:graphicFrameChg>
        <pc:picChg chg="del">
          <ac:chgData name="" userId="213e45b8a479442b" providerId="LiveId" clId="{4D8713A2-1675-4EEE-A094-CB6F26AC360B}" dt="2022-04-22T15:44:23.773" v="2440" actId="478"/>
          <ac:picMkLst>
            <pc:docMk/>
            <pc:sldMk cId="2213753372" sldId="560"/>
            <ac:picMk id="7" creationId="{D85C5E63-775E-4C03-98D2-11218F0AE14F}"/>
          </ac:picMkLst>
        </pc:picChg>
        <pc:picChg chg="add mod">
          <ac:chgData name="" userId="213e45b8a479442b" providerId="LiveId" clId="{4D8713A2-1675-4EEE-A094-CB6F26AC360B}" dt="2022-04-22T15:47:14.335" v="2489" actId="1076"/>
          <ac:picMkLst>
            <pc:docMk/>
            <pc:sldMk cId="2213753372" sldId="560"/>
            <ac:picMk id="9" creationId="{1D34420E-BA0F-4CF2-B897-05E7FC3B96DC}"/>
          </ac:picMkLst>
        </pc:picChg>
        <pc:picChg chg="add mod">
          <ac:chgData name="" userId="213e45b8a479442b" providerId="LiveId" clId="{4D8713A2-1675-4EEE-A094-CB6F26AC360B}" dt="2022-04-22T15:47:00.566" v="2482" actId="1076"/>
          <ac:picMkLst>
            <pc:docMk/>
            <pc:sldMk cId="2213753372" sldId="560"/>
            <ac:picMk id="10" creationId="{B7D1DBCE-8949-44CC-AA3A-3A985FCEC8DC}"/>
          </ac:picMkLst>
        </pc:picChg>
        <pc:cxnChg chg="add mod">
          <ac:chgData name="" userId="213e45b8a479442b" providerId="LiveId" clId="{4D8713A2-1675-4EEE-A094-CB6F26AC360B}" dt="2022-04-22T15:47:12.962" v="2488" actId="1076"/>
          <ac:cxnSpMkLst>
            <pc:docMk/>
            <pc:sldMk cId="2213753372" sldId="560"/>
            <ac:cxnSpMk id="11" creationId="{9589B1D5-C3A9-4A52-9B17-957BAFE1B4D2}"/>
          </ac:cxnSpMkLst>
        </pc:cxnChg>
        <pc:cxnChg chg="add mod">
          <ac:chgData name="" userId="213e45b8a479442b" providerId="LiveId" clId="{4D8713A2-1675-4EEE-A094-CB6F26AC360B}" dt="2022-04-22T15:47:28.146" v="2495" actId="14100"/>
          <ac:cxnSpMkLst>
            <pc:docMk/>
            <pc:sldMk cId="2213753372" sldId="560"/>
            <ac:cxnSpMk id="12" creationId="{E4726663-6873-4AF2-84A9-2ECDB4EDA5DD}"/>
          </ac:cxnSpMkLst>
        </pc:cxnChg>
        <pc:cxnChg chg="add mod">
          <ac:chgData name="" userId="213e45b8a479442b" providerId="LiveId" clId="{4D8713A2-1675-4EEE-A094-CB6F26AC360B}" dt="2022-04-22T15:47:24.438" v="2493" actId="14100"/>
          <ac:cxnSpMkLst>
            <pc:docMk/>
            <pc:sldMk cId="2213753372" sldId="560"/>
            <ac:cxnSpMk id="18" creationId="{54B1A739-13FA-487E-9AD4-3687C4AB861B}"/>
          </ac:cxnSpMkLst>
        </pc:cxnChg>
      </pc:sldChg>
      <pc:sldChg chg="modSp">
        <pc:chgData name="" userId="213e45b8a479442b" providerId="LiveId" clId="{4D8713A2-1675-4EEE-A094-CB6F26AC360B}" dt="2022-04-26T01:36:48.953" v="2808" actId="207"/>
        <pc:sldMkLst>
          <pc:docMk/>
          <pc:sldMk cId="4168267856" sldId="561"/>
        </pc:sldMkLst>
        <pc:spChg chg="mod">
          <ac:chgData name="" userId="213e45b8a479442b" providerId="LiveId" clId="{4D8713A2-1675-4EEE-A094-CB6F26AC360B}" dt="2022-04-26T01:36:48.953" v="2808" actId="207"/>
          <ac:spMkLst>
            <pc:docMk/>
            <pc:sldMk cId="4168267856" sldId="561"/>
            <ac:spMk id="3" creationId="{FC3DE994-F8E6-4715-916B-9859E1A19738}"/>
          </ac:spMkLst>
        </pc:spChg>
      </pc:sldChg>
      <pc:sldChg chg="modSp">
        <pc:chgData name="" userId="213e45b8a479442b" providerId="LiveId" clId="{4D8713A2-1675-4EEE-A094-CB6F26AC360B}" dt="2022-04-26T01:36:44.506" v="2807" actId="207"/>
        <pc:sldMkLst>
          <pc:docMk/>
          <pc:sldMk cId="4076080649" sldId="563"/>
        </pc:sldMkLst>
        <pc:spChg chg="mod">
          <ac:chgData name="" userId="213e45b8a479442b" providerId="LiveId" clId="{4D8713A2-1675-4EEE-A094-CB6F26AC360B}" dt="2022-04-26T01:36:44.506" v="2807" actId="207"/>
          <ac:spMkLst>
            <pc:docMk/>
            <pc:sldMk cId="4076080649" sldId="563"/>
            <ac:spMk id="3" creationId="{FC3DE994-F8E6-4715-916B-9859E1A19738}"/>
          </ac:spMkLst>
        </pc:spChg>
      </pc:sldChg>
      <pc:sldChg chg="modSp">
        <pc:chgData name="" userId="213e45b8a479442b" providerId="LiveId" clId="{4D8713A2-1675-4EEE-A094-CB6F26AC360B}" dt="2022-04-26T01:36:35.211" v="2805" actId="207"/>
        <pc:sldMkLst>
          <pc:docMk/>
          <pc:sldMk cId="725972654" sldId="564"/>
        </pc:sldMkLst>
        <pc:spChg chg="mod">
          <ac:chgData name="" userId="213e45b8a479442b" providerId="LiveId" clId="{4D8713A2-1675-4EEE-A094-CB6F26AC360B}" dt="2022-04-26T01:36:35.211" v="2805" actId="207"/>
          <ac:spMkLst>
            <pc:docMk/>
            <pc:sldMk cId="725972654" sldId="564"/>
            <ac:spMk id="3" creationId="{FC3DE994-F8E6-4715-916B-9859E1A19738}"/>
          </ac:spMkLst>
        </pc:spChg>
      </pc:sldChg>
      <pc:sldChg chg="modSp">
        <pc:chgData name="" userId="213e45b8a479442b" providerId="LiveId" clId="{4D8713A2-1675-4EEE-A094-CB6F26AC360B}" dt="2022-04-26T01:36:28.281" v="2803" actId="207"/>
        <pc:sldMkLst>
          <pc:docMk/>
          <pc:sldMk cId="2531091008" sldId="565"/>
        </pc:sldMkLst>
        <pc:spChg chg="mod">
          <ac:chgData name="" userId="213e45b8a479442b" providerId="LiveId" clId="{4D8713A2-1675-4EEE-A094-CB6F26AC360B}" dt="2022-04-26T01:36:28.281" v="2803" actId="207"/>
          <ac:spMkLst>
            <pc:docMk/>
            <pc:sldMk cId="2531091008" sldId="565"/>
            <ac:spMk id="3" creationId="{FC3DE994-F8E6-4715-916B-9859E1A19738}"/>
          </ac:spMkLst>
        </pc:spChg>
      </pc:sldChg>
      <pc:sldChg chg="addSp delSp modSp add">
        <pc:chgData name="" userId="213e45b8a479442b" providerId="LiveId" clId="{4D8713A2-1675-4EEE-A094-CB6F26AC360B}" dt="2022-04-26T01:36:23.633" v="2802" actId="207"/>
        <pc:sldMkLst>
          <pc:docMk/>
          <pc:sldMk cId="699220873" sldId="567"/>
        </pc:sldMkLst>
        <pc:spChg chg="mod">
          <ac:chgData name="" userId="213e45b8a479442b" providerId="LiveId" clId="{4D8713A2-1675-4EEE-A094-CB6F26AC360B}" dt="2022-04-26T01:36:23.633" v="2802" actId="207"/>
          <ac:spMkLst>
            <pc:docMk/>
            <pc:sldMk cId="699220873" sldId="567"/>
            <ac:spMk id="3" creationId="{FC3DE994-F8E6-4715-916B-9859E1A19738}"/>
          </ac:spMkLst>
        </pc:spChg>
        <pc:spChg chg="mod">
          <ac:chgData name="" userId="213e45b8a479442b" providerId="LiveId" clId="{4D8713A2-1675-4EEE-A094-CB6F26AC360B}" dt="2022-04-26T01:27:06.438" v="2547" actId="1076"/>
          <ac:spMkLst>
            <pc:docMk/>
            <pc:sldMk cId="699220873" sldId="567"/>
            <ac:spMk id="9" creationId="{559629C0-371B-4074-85A3-0493A31F3F57}"/>
          </ac:spMkLst>
        </pc:spChg>
        <pc:graphicFrameChg chg="mod modGraphic">
          <ac:chgData name="" userId="213e45b8a479442b" providerId="LiveId" clId="{4D8713A2-1675-4EEE-A094-CB6F26AC360B}" dt="2022-04-26T01:27:06.438" v="2547" actId="1076"/>
          <ac:graphicFrameMkLst>
            <pc:docMk/>
            <pc:sldMk cId="699220873" sldId="567"/>
            <ac:graphicFrameMk id="6" creationId="{CD68A3F2-72CA-4C70-8A1F-6F9E69D6117C}"/>
          </ac:graphicFrameMkLst>
        </pc:graphicFrameChg>
        <pc:picChg chg="add mod">
          <ac:chgData name="" userId="213e45b8a479442b" providerId="LiveId" clId="{4D8713A2-1675-4EEE-A094-CB6F26AC360B}" dt="2022-04-26T01:27:06.438" v="2547" actId="1076"/>
          <ac:picMkLst>
            <pc:docMk/>
            <pc:sldMk cId="699220873" sldId="567"/>
            <ac:picMk id="10" creationId="{0E5DCAE8-D3B5-416C-9EB6-02688EFE827F}"/>
          </ac:picMkLst>
        </pc:picChg>
        <pc:picChg chg="del">
          <ac:chgData name="" userId="213e45b8a479442b" providerId="LiveId" clId="{4D8713A2-1675-4EEE-A094-CB6F26AC360B}" dt="2022-04-26T01:23:54.886" v="2527" actId="478"/>
          <ac:picMkLst>
            <pc:docMk/>
            <pc:sldMk cId="699220873" sldId="567"/>
            <ac:picMk id="11" creationId="{F032CC88-9B67-49D9-A73A-89F43F3F4781}"/>
          </ac:picMkLst>
        </pc:picChg>
      </pc:sldChg>
      <pc:sldChg chg="addSp modSp add">
        <pc:chgData name="" userId="213e45b8a479442b" providerId="LiveId" clId="{4D8713A2-1675-4EEE-A094-CB6F26AC360B}" dt="2022-04-26T01:36:19.617" v="2801" actId="207"/>
        <pc:sldMkLst>
          <pc:docMk/>
          <pc:sldMk cId="1035431698" sldId="568"/>
        </pc:sldMkLst>
        <pc:spChg chg="mod">
          <ac:chgData name="" userId="213e45b8a479442b" providerId="LiveId" clId="{4D8713A2-1675-4EEE-A094-CB6F26AC360B}" dt="2022-04-26T01:36:19.617" v="2801" actId="207"/>
          <ac:spMkLst>
            <pc:docMk/>
            <pc:sldMk cId="1035431698" sldId="568"/>
            <ac:spMk id="3" creationId="{FC3DE994-F8E6-4715-916B-9859E1A19738}"/>
          </ac:spMkLst>
        </pc:spChg>
        <pc:spChg chg="mod">
          <ac:chgData name="" userId="213e45b8a479442b" providerId="LiveId" clId="{4D8713A2-1675-4EEE-A094-CB6F26AC360B}" dt="2022-04-26T01:27:27.851" v="2551" actId="20577"/>
          <ac:spMkLst>
            <pc:docMk/>
            <pc:sldMk cId="1035431698" sldId="568"/>
            <ac:spMk id="8" creationId="{36177B38-43AB-4398-968B-448F8F0E5F49}"/>
          </ac:spMkLst>
        </pc:spChg>
        <pc:graphicFrameChg chg="add mod modGraphic">
          <ac:chgData name="" userId="213e45b8a479442b" providerId="LiveId" clId="{4D8713A2-1675-4EEE-A094-CB6F26AC360B}" dt="2022-04-26T01:29:25.787" v="2595" actId="20577"/>
          <ac:graphicFrameMkLst>
            <pc:docMk/>
            <pc:sldMk cId="1035431698" sldId="568"/>
            <ac:graphicFrameMk id="4" creationId="{3F5FCF49-D220-41C6-9CFD-3B03310D4923}"/>
          </ac:graphicFrameMkLst>
        </pc:graphicFrameChg>
      </pc:sldChg>
      <pc:sldChg chg="delSp modSp add">
        <pc:chgData name="" userId="213e45b8a479442b" providerId="LiveId" clId="{4D8713A2-1675-4EEE-A094-CB6F26AC360B}" dt="2022-04-26T01:36:17.049" v="2800" actId="207"/>
        <pc:sldMkLst>
          <pc:docMk/>
          <pc:sldMk cId="1742193279" sldId="569"/>
        </pc:sldMkLst>
        <pc:spChg chg="mod">
          <ac:chgData name="" userId="213e45b8a479442b" providerId="LiveId" clId="{4D8713A2-1675-4EEE-A094-CB6F26AC360B}" dt="2022-04-26T01:36:17.049" v="2800" actId="207"/>
          <ac:spMkLst>
            <pc:docMk/>
            <pc:sldMk cId="1742193279" sldId="569"/>
            <ac:spMk id="3" creationId="{FC3DE994-F8E6-4715-916B-9859E1A19738}"/>
          </ac:spMkLst>
        </pc:spChg>
        <pc:graphicFrameChg chg="del">
          <ac:chgData name="" userId="213e45b8a479442b" providerId="LiveId" clId="{4D8713A2-1675-4EEE-A094-CB6F26AC360B}" dt="2022-04-26T01:30:16.550" v="2600" actId="478"/>
          <ac:graphicFrameMkLst>
            <pc:docMk/>
            <pc:sldMk cId="1742193279" sldId="569"/>
            <ac:graphicFrameMk id="4" creationId="{3F5FCF49-D220-41C6-9CFD-3B03310D4923}"/>
          </ac:graphicFrameMkLst>
        </pc:graphicFrameChg>
      </pc:sldChg>
      <pc:sldChg chg="addSp delSp modSp add">
        <pc:chgData name="" userId="213e45b8a479442b" providerId="LiveId" clId="{4D8713A2-1675-4EEE-A094-CB6F26AC360B}" dt="2022-04-26T01:35:09.216" v="2780" actId="1076"/>
        <pc:sldMkLst>
          <pc:docMk/>
          <pc:sldMk cId="36602356" sldId="570"/>
        </pc:sldMkLst>
        <pc:spChg chg="mod">
          <ac:chgData name="" userId="213e45b8a479442b" providerId="LiveId" clId="{4D8713A2-1675-4EEE-A094-CB6F26AC360B}" dt="2022-04-26T01:34:02.390" v="2766"/>
          <ac:spMkLst>
            <pc:docMk/>
            <pc:sldMk cId="36602356" sldId="570"/>
            <ac:spMk id="3" creationId="{FC3DE994-F8E6-4715-916B-9859E1A19738}"/>
          </ac:spMkLst>
        </pc:spChg>
        <pc:spChg chg="mod">
          <ac:chgData name="" userId="213e45b8a479442b" providerId="LiveId" clId="{4D8713A2-1675-4EEE-A094-CB6F26AC360B}" dt="2022-04-26T01:33:58.328" v="2765"/>
          <ac:spMkLst>
            <pc:docMk/>
            <pc:sldMk cId="36602356" sldId="570"/>
            <ac:spMk id="8" creationId="{36177B38-43AB-4398-968B-448F8F0E5F49}"/>
          </ac:spMkLst>
        </pc:spChg>
        <pc:spChg chg="mod">
          <ac:chgData name="" userId="213e45b8a479442b" providerId="LiveId" clId="{4D8713A2-1675-4EEE-A094-CB6F26AC360B}" dt="2022-04-26T01:34:13.307" v="2771" actId="6549"/>
          <ac:spMkLst>
            <pc:docMk/>
            <pc:sldMk cId="36602356" sldId="570"/>
            <ac:spMk id="9" creationId="{559629C0-371B-4074-85A3-0493A31F3F57}"/>
          </ac:spMkLst>
        </pc:spChg>
        <pc:graphicFrameChg chg="mod modGraphic">
          <ac:chgData name="" userId="213e45b8a479442b" providerId="LiveId" clId="{4D8713A2-1675-4EEE-A094-CB6F26AC360B}" dt="2022-04-26T01:35:06.692" v="2779" actId="1076"/>
          <ac:graphicFrameMkLst>
            <pc:docMk/>
            <pc:sldMk cId="36602356" sldId="570"/>
            <ac:graphicFrameMk id="6" creationId="{CD68A3F2-72CA-4C70-8A1F-6F9E69D6117C}"/>
          </ac:graphicFrameMkLst>
        </pc:graphicFrameChg>
        <pc:picChg chg="add mod">
          <ac:chgData name="" userId="213e45b8a479442b" providerId="LiveId" clId="{4D8713A2-1675-4EEE-A094-CB6F26AC360B}" dt="2022-04-26T01:35:09.216" v="2780" actId="1076"/>
          <ac:picMkLst>
            <pc:docMk/>
            <pc:sldMk cId="36602356" sldId="570"/>
            <ac:picMk id="10" creationId="{BF4F2CCF-785F-45C7-892C-D8C73A467C87}"/>
          </ac:picMkLst>
        </pc:picChg>
        <pc:picChg chg="del">
          <ac:chgData name="" userId="213e45b8a479442b" providerId="LiveId" clId="{4D8713A2-1675-4EEE-A094-CB6F26AC360B}" dt="2022-04-26T01:34:44.199" v="2775" actId="478"/>
          <ac:picMkLst>
            <pc:docMk/>
            <pc:sldMk cId="36602356" sldId="570"/>
            <ac:picMk id="11" creationId="{F032CC88-9B67-49D9-A73A-89F43F3F4781}"/>
          </ac:picMkLst>
        </pc:picChg>
      </pc:sldChg>
      <pc:sldChg chg="modSp add">
        <pc:chgData name="" userId="213e45b8a479442b" providerId="LiveId" clId="{4D8713A2-1675-4EEE-A094-CB6F26AC360B}" dt="2022-04-26T01:39:07.570" v="2852" actId="20577"/>
        <pc:sldMkLst>
          <pc:docMk/>
          <pc:sldMk cId="1990854902" sldId="571"/>
        </pc:sldMkLst>
        <pc:spChg chg="mod">
          <ac:chgData name="" userId="213e45b8a479442b" providerId="LiveId" clId="{4D8713A2-1675-4EEE-A094-CB6F26AC360B}" dt="2022-04-26T01:39:07.570" v="2852" actId="20577"/>
          <ac:spMkLst>
            <pc:docMk/>
            <pc:sldMk cId="1990854902" sldId="571"/>
            <ac:spMk id="3" creationId="{FC3DE994-F8E6-4715-916B-9859E1A19738}"/>
          </ac:spMkLst>
        </pc:spChg>
      </pc:sldChg>
      <pc:sldChg chg="addSp delSp modSp add">
        <pc:chgData name="" userId="213e45b8a479442b" providerId="LiveId" clId="{4D8713A2-1675-4EEE-A094-CB6F26AC360B}" dt="2022-04-26T01:40:09.016" v="2865" actId="1076"/>
        <pc:sldMkLst>
          <pc:docMk/>
          <pc:sldMk cId="2650335027" sldId="572"/>
        </pc:sldMkLst>
        <pc:spChg chg="mod">
          <ac:chgData name="" userId="213e45b8a479442b" providerId="LiveId" clId="{4D8713A2-1675-4EEE-A094-CB6F26AC360B}" dt="2022-04-26T01:39:35.092" v="2854"/>
          <ac:spMkLst>
            <pc:docMk/>
            <pc:sldMk cId="2650335027" sldId="572"/>
            <ac:spMk id="3" creationId="{FC3DE994-F8E6-4715-916B-9859E1A19738}"/>
          </ac:spMkLst>
        </pc:spChg>
        <pc:spChg chg="mod">
          <ac:chgData name="" userId="213e45b8a479442b" providerId="LiveId" clId="{4D8713A2-1675-4EEE-A094-CB6F26AC360B}" dt="2022-04-26T01:39:50.692" v="2858" actId="6549"/>
          <ac:spMkLst>
            <pc:docMk/>
            <pc:sldMk cId="2650335027" sldId="572"/>
            <ac:spMk id="9" creationId="{559629C0-371B-4074-85A3-0493A31F3F57}"/>
          </ac:spMkLst>
        </pc:spChg>
        <pc:graphicFrameChg chg="mod modGraphic">
          <ac:chgData name="" userId="213e45b8a479442b" providerId="LiveId" clId="{4D8713A2-1675-4EEE-A094-CB6F26AC360B}" dt="2022-04-26T01:40:07.799" v="2864" actId="14100"/>
          <ac:graphicFrameMkLst>
            <pc:docMk/>
            <pc:sldMk cId="2650335027" sldId="572"/>
            <ac:graphicFrameMk id="6" creationId="{CD68A3F2-72CA-4C70-8A1F-6F9E69D6117C}"/>
          </ac:graphicFrameMkLst>
        </pc:graphicFrameChg>
        <pc:picChg chg="del">
          <ac:chgData name="" userId="213e45b8a479442b" providerId="LiveId" clId="{4D8713A2-1675-4EEE-A094-CB6F26AC360B}" dt="2022-04-26T01:39:56.478" v="2860" actId="478"/>
          <ac:picMkLst>
            <pc:docMk/>
            <pc:sldMk cId="2650335027" sldId="572"/>
            <ac:picMk id="10" creationId="{BF4F2CCF-785F-45C7-892C-D8C73A467C87}"/>
          </ac:picMkLst>
        </pc:picChg>
        <pc:picChg chg="add mod">
          <ac:chgData name="" userId="213e45b8a479442b" providerId="LiveId" clId="{4D8713A2-1675-4EEE-A094-CB6F26AC360B}" dt="2022-04-26T01:40:09.016" v="2865" actId="1076"/>
          <ac:picMkLst>
            <pc:docMk/>
            <pc:sldMk cId="2650335027" sldId="572"/>
            <ac:picMk id="11" creationId="{371AC642-9BEE-4BB4-B1A0-D7DA97B64E7D}"/>
          </ac:picMkLst>
        </pc:picChg>
      </pc:sldChg>
      <pc:sldChg chg="addSp modSp add">
        <pc:chgData name="" userId="213e45b8a479442b" providerId="LiveId" clId="{4D8713A2-1675-4EEE-A094-CB6F26AC360B}" dt="2022-04-26T06:55:22.012" v="3107" actId="1076"/>
        <pc:sldMkLst>
          <pc:docMk/>
          <pc:sldMk cId="2141719592" sldId="573"/>
        </pc:sldMkLst>
        <pc:spChg chg="mod">
          <ac:chgData name="" userId="213e45b8a479442b" providerId="LiveId" clId="{4D8713A2-1675-4EEE-A094-CB6F26AC360B}" dt="2022-04-26T06:54:41.823" v="3095" actId="6549"/>
          <ac:spMkLst>
            <pc:docMk/>
            <pc:sldMk cId="2141719592" sldId="573"/>
            <ac:spMk id="3" creationId="{FC3DE994-F8E6-4715-916B-9859E1A19738}"/>
          </ac:spMkLst>
        </pc:spChg>
        <pc:spChg chg="add mod">
          <ac:chgData name="" userId="213e45b8a479442b" providerId="LiveId" clId="{4D8713A2-1675-4EEE-A094-CB6F26AC360B}" dt="2022-04-26T06:55:20.237" v="3106" actId="1076"/>
          <ac:spMkLst>
            <pc:docMk/>
            <pc:sldMk cId="2141719592" sldId="573"/>
            <ac:spMk id="6" creationId="{E94F058E-C0BF-4E96-AC2D-ECBC7DE207A3}"/>
          </ac:spMkLst>
        </pc:spChg>
        <pc:graphicFrameChg chg="add mod modGraphic">
          <ac:chgData name="" userId="213e45b8a479442b" providerId="LiveId" clId="{4D8713A2-1675-4EEE-A094-CB6F26AC360B}" dt="2022-04-26T06:55:17.431" v="3105" actId="1076"/>
          <ac:graphicFrameMkLst>
            <pc:docMk/>
            <pc:sldMk cId="2141719592" sldId="573"/>
            <ac:graphicFrameMk id="5" creationId="{473A99C7-C6CB-43BD-B579-30B3A459A1AE}"/>
          </ac:graphicFrameMkLst>
        </pc:graphicFrameChg>
        <pc:picChg chg="add mod">
          <ac:chgData name="" userId="213e45b8a479442b" providerId="LiveId" clId="{4D8713A2-1675-4EEE-A094-CB6F26AC360B}" dt="2022-04-26T06:55:22.012" v="3107" actId="1076"/>
          <ac:picMkLst>
            <pc:docMk/>
            <pc:sldMk cId="2141719592" sldId="573"/>
            <ac:picMk id="7" creationId="{8D0FABB7-A61E-4245-8785-9CD65A4304C2}"/>
          </ac:picMkLst>
        </pc:picChg>
      </pc:sldChg>
      <pc:sldChg chg="addSp delSp modSp add del">
        <pc:chgData name="" userId="213e45b8a479442b" providerId="LiveId" clId="{4D8713A2-1675-4EEE-A094-CB6F26AC360B}" dt="2022-04-26T06:55:25.889" v="3108" actId="2696"/>
        <pc:sldMkLst>
          <pc:docMk/>
          <pc:sldMk cId="3907515650" sldId="574"/>
        </pc:sldMkLst>
        <pc:spChg chg="mod">
          <ac:chgData name="" userId="213e45b8a479442b" providerId="LiveId" clId="{4D8713A2-1675-4EEE-A094-CB6F26AC360B}" dt="2022-04-26T01:43:19.006" v="2895" actId="20578"/>
          <ac:spMkLst>
            <pc:docMk/>
            <pc:sldMk cId="3907515650" sldId="574"/>
            <ac:spMk id="2" creationId="{5888EE31-F44C-4034-8407-4C756F65702C}"/>
          </ac:spMkLst>
        </pc:spChg>
        <pc:spChg chg="mod">
          <ac:chgData name="" userId="213e45b8a479442b" providerId="LiveId" clId="{4D8713A2-1675-4EEE-A094-CB6F26AC360B}" dt="2022-04-26T01:43:10.017" v="2894"/>
          <ac:spMkLst>
            <pc:docMk/>
            <pc:sldMk cId="3907515650" sldId="574"/>
            <ac:spMk id="3" creationId="{FC3DE994-F8E6-4715-916B-9859E1A19738}"/>
          </ac:spMkLst>
        </pc:spChg>
        <pc:spChg chg="del mod">
          <ac:chgData name="" userId="213e45b8a479442b" providerId="LiveId" clId="{4D8713A2-1675-4EEE-A094-CB6F26AC360B}" dt="2022-04-26T06:54:46.658" v="3096"/>
          <ac:spMkLst>
            <pc:docMk/>
            <pc:sldMk cId="3907515650" sldId="574"/>
            <ac:spMk id="9" creationId="{559629C0-371B-4074-85A3-0493A31F3F57}"/>
          </ac:spMkLst>
        </pc:spChg>
        <pc:graphicFrameChg chg="del mod modGraphic">
          <ac:chgData name="" userId="213e45b8a479442b" providerId="LiveId" clId="{4D8713A2-1675-4EEE-A094-CB6F26AC360B}" dt="2022-04-26T06:54:46.658" v="3096"/>
          <ac:graphicFrameMkLst>
            <pc:docMk/>
            <pc:sldMk cId="3907515650" sldId="574"/>
            <ac:graphicFrameMk id="6" creationId="{CD68A3F2-72CA-4C70-8A1F-6F9E69D6117C}"/>
          </ac:graphicFrameMkLst>
        </pc:graphicFrameChg>
        <pc:picChg chg="add del mod">
          <ac:chgData name="" userId="213e45b8a479442b" providerId="LiveId" clId="{4D8713A2-1675-4EEE-A094-CB6F26AC360B}" dt="2022-04-26T06:54:46.658" v="3096"/>
          <ac:picMkLst>
            <pc:docMk/>
            <pc:sldMk cId="3907515650" sldId="574"/>
            <ac:picMk id="10" creationId="{3756D2F0-CB3F-4873-8C56-028D7AD00545}"/>
          </ac:picMkLst>
        </pc:picChg>
        <pc:picChg chg="del">
          <ac:chgData name="" userId="213e45b8a479442b" providerId="LiveId" clId="{4D8713A2-1675-4EEE-A094-CB6F26AC360B}" dt="2022-04-26T01:43:40.952" v="2898" actId="478"/>
          <ac:picMkLst>
            <pc:docMk/>
            <pc:sldMk cId="3907515650" sldId="574"/>
            <ac:picMk id="11" creationId="{371AC642-9BEE-4BB4-B1A0-D7DA97B64E7D}"/>
          </ac:picMkLst>
        </pc:picChg>
      </pc:sldChg>
      <pc:sldChg chg="addSp modSp add">
        <pc:chgData name="" userId="213e45b8a479442b" providerId="LiveId" clId="{4D8713A2-1675-4EEE-A094-CB6F26AC360B}" dt="2022-04-26T06:54:10.470" v="3078" actId="20577"/>
        <pc:sldMkLst>
          <pc:docMk/>
          <pc:sldMk cId="3494540078" sldId="575"/>
        </pc:sldMkLst>
        <pc:spChg chg="mod">
          <ac:chgData name="" userId="213e45b8a479442b" providerId="LiveId" clId="{4D8713A2-1675-4EEE-A094-CB6F26AC360B}" dt="2022-04-26T06:40:01.165" v="2942"/>
          <ac:spMkLst>
            <pc:docMk/>
            <pc:sldMk cId="3494540078" sldId="575"/>
            <ac:spMk id="3" creationId="{FC3DE994-F8E6-4715-916B-9859E1A19738}"/>
          </ac:spMkLst>
        </pc:spChg>
        <pc:spChg chg="add mod">
          <ac:chgData name="" userId="213e45b8a479442b" providerId="LiveId" clId="{4D8713A2-1675-4EEE-A094-CB6F26AC360B}" dt="2022-04-26T06:54:10.470" v="3078" actId="20577"/>
          <ac:spMkLst>
            <pc:docMk/>
            <pc:sldMk cId="3494540078" sldId="575"/>
            <ac:spMk id="6" creationId="{0AC16246-BA44-4434-969D-199B59C68E56}"/>
          </ac:spMkLst>
        </pc:spChg>
        <pc:graphicFrameChg chg="add mod modGraphic">
          <ac:chgData name="" userId="213e45b8a479442b" providerId="LiveId" clId="{4D8713A2-1675-4EEE-A094-CB6F26AC360B}" dt="2022-04-26T06:40:07.005" v="2943" actId="207"/>
          <ac:graphicFrameMkLst>
            <pc:docMk/>
            <pc:sldMk cId="3494540078" sldId="575"/>
            <ac:graphicFrameMk id="5" creationId="{6665AED4-7794-4517-82DB-FA5C22079214}"/>
          </ac:graphicFrameMkLst>
        </pc:graphicFrameChg>
        <pc:picChg chg="add mod">
          <ac:chgData name="" userId="213e45b8a479442b" providerId="LiveId" clId="{4D8713A2-1675-4EEE-A094-CB6F26AC360B}" dt="2022-04-26T01:49:11.402" v="2939" actId="1076"/>
          <ac:picMkLst>
            <pc:docMk/>
            <pc:sldMk cId="3494540078" sldId="575"/>
            <ac:picMk id="7" creationId="{D9238C7C-D7A0-4767-B101-CA5A8B4E8CE9}"/>
          </ac:picMkLst>
        </pc:picChg>
      </pc:sldChg>
      <pc:sldChg chg="add del">
        <pc:chgData name="" userId="213e45b8a479442b" providerId="LiveId" clId="{4D8713A2-1675-4EEE-A094-CB6F26AC360B}" dt="2022-04-26T01:49:00.664" v="2935" actId="2696"/>
        <pc:sldMkLst>
          <pc:docMk/>
          <pc:sldMk cId="696366770" sldId="576"/>
        </pc:sldMkLst>
      </pc:sldChg>
      <pc:sldChg chg="addSp delSp modSp add">
        <pc:chgData name="" userId="213e45b8a479442b" providerId="LiveId" clId="{4D8713A2-1675-4EEE-A094-CB6F26AC360B}" dt="2022-04-26T06:54:15.050" v="3082" actId="20577"/>
        <pc:sldMkLst>
          <pc:docMk/>
          <pc:sldMk cId="3147108984" sldId="576"/>
        </pc:sldMkLst>
        <pc:spChg chg="mod">
          <ac:chgData name="" userId="213e45b8a479442b" providerId="LiveId" clId="{4D8713A2-1675-4EEE-A094-CB6F26AC360B}" dt="2022-04-26T06:43:01.504" v="2966" actId="20577"/>
          <ac:spMkLst>
            <pc:docMk/>
            <pc:sldMk cId="3147108984" sldId="576"/>
            <ac:spMk id="3" creationId="{FC3DE994-F8E6-4715-916B-9859E1A19738}"/>
          </ac:spMkLst>
        </pc:spChg>
        <pc:spChg chg="mod">
          <ac:chgData name="" userId="213e45b8a479442b" providerId="LiveId" clId="{4D8713A2-1675-4EEE-A094-CB6F26AC360B}" dt="2022-04-26T06:54:15.050" v="3082" actId="20577"/>
          <ac:spMkLst>
            <pc:docMk/>
            <pc:sldMk cId="3147108984" sldId="576"/>
            <ac:spMk id="6" creationId="{0AC16246-BA44-4434-969D-199B59C68E56}"/>
          </ac:spMkLst>
        </pc:spChg>
        <pc:graphicFrameChg chg="mod modGraphic">
          <ac:chgData name="" userId="213e45b8a479442b" providerId="LiveId" clId="{4D8713A2-1675-4EEE-A094-CB6F26AC360B}" dt="2022-04-26T06:48:28.086" v="2976" actId="404"/>
          <ac:graphicFrameMkLst>
            <pc:docMk/>
            <pc:sldMk cId="3147108984" sldId="576"/>
            <ac:graphicFrameMk id="5" creationId="{6665AED4-7794-4517-82DB-FA5C22079214}"/>
          </ac:graphicFrameMkLst>
        </pc:graphicFrameChg>
        <pc:picChg chg="del">
          <ac:chgData name="" userId="213e45b8a479442b" providerId="LiveId" clId="{4D8713A2-1675-4EEE-A094-CB6F26AC360B}" dt="2022-04-26T06:47:10.604" v="2967" actId="478"/>
          <ac:picMkLst>
            <pc:docMk/>
            <pc:sldMk cId="3147108984" sldId="576"/>
            <ac:picMk id="7" creationId="{D9238C7C-D7A0-4767-B101-CA5A8B4E8CE9}"/>
          </ac:picMkLst>
        </pc:picChg>
        <pc:picChg chg="add mod">
          <ac:chgData name="" userId="213e45b8a479442b" providerId="LiveId" clId="{4D8713A2-1675-4EEE-A094-CB6F26AC360B}" dt="2022-04-26T06:48:40.533" v="2978" actId="1076"/>
          <ac:picMkLst>
            <pc:docMk/>
            <pc:sldMk cId="3147108984" sldId="576"/>
            <ac:picMk id="9" creationId="{4EB18C05-B212-42DD-B22F-AB58AF21656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604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D314487-0CE3-481E-A6CD-359E0D2485E7}" type="slidenum">
              <a:rPr lang="en-US" altLang="zh-CN"/>
              <a:pPr>
                <a:defRPr/>
              </a:pPr>
              <a:t>‹#›</a:t>
            </a:fld>
            <a:endParaRPr lang="en-US" altLang="zh-CN"/>
          </a:p>
        </p:txBody>
      </p:sp>
    </p:spTree>
    <p:extLst>
      <p:ext uri="{BB962C8B-B14F-4D97-AF65-F5344CB8AC3E}">
        <p14:creationId xmlns:p14="http://schemas.microsoft.com/office/powerpoint/2010/main" val="23433179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宋体" pitchFamily="2" charset="-122"/>
        <a:cs typeface="+mn-cs"/>
      </a:defRPr>
    </a:lvl1pPr>
    <a:lvl2pPr marL="492125" algn="l" rtl="0" eaLnBrk="0" fontAlgn="base" hangingPunct="0">
      <a:spcBef>
        <a:spcPct val="30000"/>
      </a:spcBef>
      <a:spcAft>
        <a:spcPct val="0"/>
      </a:spcAft>
      <a:defRPr sz="1300" kern="1200">
        <a:solidFill>
          <a:schemeClr val="tx1"/>
        </a:solidFill>
        <a:latin typeface="Arial" charset="0"/>
        <a:ea typeface="宋体" pitchFamily="2" charset="-122"/>
        <a:cs typeface="+mn-cs"/>
      </a:defRPr>
    </a:lvl2pPr>
    <a:lvl3pPr marL="985838" algn="l" rtl="0" eaLnBrk="0" fontAlgn="base" hangingPunct="0">
      <a:spcBef>
        <a:spcPct val="30000"/>
      </a:spcBef>
      <a:spcAft>
        <a:spcPct val="0"/>
      </a:spcAft>
      <a:defRPr sz="1300" kern="1200">
        <a:solidFill>
          <a:schemeClr val="tx1"/>
        </a:solidFill>
        <a:latin typeface="Arial" charset="0"/>
        <a:ea typeface="宋体" pitchFamily="2" charset="-122"/>
        <a:cs typeface="+mn-cs"/>
      </a:defRPr>
    </a:lvl3pPr>
    <a:lvl4pPr marL="1477963" algn="l" rtl="0" eaLnBrk="0" fontAlgn="base" hangingPunct="0">
      <a:spcBef>
        <a:spcPct val="30000"/>
      </a:spcBef>
      <a:spcAft>
        <a:spcPct val="0"/>
      </a:spcAft>
      <a:defRPr sz="1300" kern="1200">
        <a:solidFill>
          <a:schemeClr val="tx1"/>
        </a:solidFill>
        <a:latin typeface="Arial" charset="0"/>
        <a:ea typeface="宋体" pitchFamily="2" charset="-122"/>
        <a:cs typeface="+mn-cs"/>
      </a:defRPr>
    </a:lvl4pPr>
    <a:lvl5pPr marL="1971675" algn="l" rtl="0" eaLnBrk="0" fontAlgn="base" hangingPunct="0">
      <a:spcBef>
        <a:spcPct val="30000"/>
      </a:spcBef>
      <a:spcAft>
        <a:spcPct val="0"/>
      </a:spcAft>
      <a:defRPr sz="1300" kern="1200">
        <a:solidFill>
          <a:schemeClr val="tx1"/>
        </a:solidFill>
        <a:latin typeface="Arial" charset="0"/>
        <a:ea typeface="宋体" pitchFamily="2" charset="-122"/>
        <a:cs typeface="+mn-cs"/>
      </a:defRPr>
    </a:lvl5pPr>
    <a:lvl6pPr marL="2464677" algn="l" defTabSz="985871" rtl="0" eaLnBrk="1" latinLnBrk="0" hangingPunct="1">
      <a:defRPr sz="1300" kern="1200">
        <a:solidFill>
          <a:schemeClr val="tx1"/>
        </a:solidFill>
        <a:latin typeface="+mn-lt"/>
        <a:ea typeface="+mn-ea"/>
        <a:cs typeface="+mn-cs"/>
      </a:defRPr>
    </a:lvl6pPr>
    <a:lvl7pPr marL="2957612" algn="l" defTabSz="985871" rtl="0" eaLnBrk="1" latinLnBrk="0" hangingPunct="1">
      <a:defRPr sz="1300" kern="1200">
        <a:solidFill>
          <a:schemeClr val="tx1"/>
        </a:solidFill>
        <a:latin typeface="+mn-lt"/>
        <a:ea typeface="+mn-ea"/>
        <a:cs typeface="+mn-cs"/>
      </a:defRPr>
    </a:lvl7pPr>
    <a:lvl8pPr marL="3450547" algn="l" defTabSz="985871" rtl="0" eaLnBrk="1" latinLnBrk="0" hangingPunct="1">
      <a:defRPr sz="1300" kern="1200">
        <a:solidFill>
          <a:schemeClr val="tx1"/>
        </a:solidFill>
        <a:latin typeface="+mn-lt"/>
        <a:ea typeface="+mn-ea"/>
        <a:cs typeface="+mn-cs"/>
      </a:defRPr>
    </a:lvl8pPr>
    <a:lvl9pPr marL="3943482" algn="l" defTabSz="985871"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300" kern="1200" dirty="0">
                <a:solidFill>
                  <a:schemeClr val="tx1"/>
                </a:solidFill>
                <a:effectLst/>
                <a:latin typeface="Arial" charset="0"/>
                <a:ea typeface="宋体" pitchFamily="2" charset="-122"/>
                <a:cs typeface="+mn-cs"/>
              </a:rPr>
              <a:t>e1</a:t>
            </a:r>
            <a:r>
              <a:rPr lang="zh-CN" altLang="zh-CN" sz="1300" kern="1200" dirty="0">
                <a:solidFill>
                  <a:schemeClr val="tx1"/>
                </a:solidFill>
                <a:effectLst/>
                <a:latin typeface="Arial" charset="0"/>
                <a:ea typeface="宋体" pitchFamily="2" charset="-122"/>
                <a:cs typeface="+mn-cs"/>
              </a:rPr>
              <a:t>元素内部包含</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元素，</a:t>
            </a:r>
            <a:r>
              <a:rPr lang="en-US" altLang="zh-CN" sz="1300" kern="1200" dirty="0">
                <a:solidFill>
                  <a:schemeClr val="tx1"/>
                </a:solidFill>
                <a:effectLst/>
                <a:latin typeface="Arial" charset="0"/>
                <a:ea typeface="宋体" pitchFamily="2" charset="-122"/>
                <a:cs typeface="+mn-cs"/>
              </a:rPr>
              <a:t>e1</a:t>
            </a:r>
            <a:r>
              <a:rPr lang="zh-CN" altLang="zh-CN" sz="1300" kern="1200" dirty="0">
                <a:solidFill>
                  <a:schemeClr val="tx1"/>
                </a:solidFill>
                <a:effectLst/>
                <a:latin typeface="Arial" charset="0"/>
                <a:ea typeface="宋体" pitchFamily="2" charset="-122"/>
                <a:cs typeface="+mn-cs"/>
              </a:rPr>
              <a:t>是</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的父元素，</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是</a:t>
            </a:r>
            <a:r>
              <a:rPr lang="en-US" altLang="zh-CN" sz="1300" kern="1200" dirty="0">
                <a:solidFill>
                  <a:schemeClr val="tx1"/>
                </a:solidFill>
                <a:effectLst/>
                <a:latin typeface="Arial" charset="0"/>
                <a:ea typeface="宋体" pitchFamily="2" charset="-122"/>
                <a:cs typeface="+mn-cs"/>
              </a:rPr>
              <a:t>e1</a:t>
            </a:r>
            <a:r>
              <a:rPr lang="zh-CN" altLang="zh-CN" sz="1300" kern="1200" dirty="0">
                <a:solidFill>
                  <a:schemeClr val="tx1"/>
                </a:solidFill>
                <a:effectLst/>
                <a:latin typeface="Arial" charset="0"/>
                <a:ea typeface="宋体" pitchFamily="2" charset="-122"/>
                <a:cs typeface="+mn-cs"/>
              </a:rPr>
              <a:t>的子代元素。同理，</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e111</a:t>
            </a:r>
            <a:r>
              <a:rPr lang="zh-CN" altLang="zh-CN" sz="1300" kern="1200" dirty="0">
                <a:solidFill>
                  <a:schemeClr val="tx1"/>
                </a:solidFill>
                <a:effectLst/>
                <a:latin typeface="Arial" charset="0"/>
                <a:ea typeface="宋体" pitchFamily="2" charset="-122"/>
                <a:cs typeface="+mn-cs"/>
              </a:rPr>
              <a:t>是父子关系。</a:t>
            </a:r>
            <a:r>
              <a:rPr lang="en-US" altLang="zh-CN" sz="1300" kern="1200" dirty="0">
                <a:solidFill>
                  <a:schemeClr val="tx1"/>
                </a:solidFill>
                <a:effectLst/>
                <a:latin typeface="Arial" charset="0"/>
                <a:ea typeface="宋体" pitchFamily="2" charset="-122"/>
                <a:cs typeface="+mn-cs"/>
              </a:rPr>
              <a:t>e1</a:t>
            </a:r>
            <a:r>
              <a:rPr lang="zh-CN" altLang="zh-CN" sz="1300" kern="1200" dirty="0">
                <a:solidFill>
                  <a:schemeClr val="tx1"/>
                </a:solidFill>
                <a:effectLst/>
                <a:latin typeface="Arial" charset="0"/>
                <a:ea typeface="宋体" pitchFamily="2" charset="-122"/>
                <a:cs typeface="+mn-cs"/>
              </a:rPr>
              <a:t>内部的所有元素，即</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e111</a:t>
            </a:r>
            <a:r>
              <a:rPr lang="zh-CN" altLang="zh-CN" sz="1300" kern="1200" dirty="0">
                <a:solidFill>
                  <a:schemeClr val="tx1"/>
                </a:solidFill>
                <a:effectLst/>
                <a:latin typeface="Arial" charset="0"/>
                <a:ea typeface="宋体" pitchFamily="2" charset="-122"/>
                <a:cs typeface="+mn-cs"/>
              </a:rPr>
              <a:t>，均是</a:t>
            </a:r>
            <a:r>
              <a:rPr lang="en-US" altLang="zh-CN" sz="1300" kern="1200" dirty="0">
                <a:solidFill>
                  <a:schemeClr val="tx1"/>
                </a:solidFill>
                <a:effectLst/>
                <a:latin typeface="Arial" charset="0"/>
                <a:ea typeface="宋体" pitchFamily="2" charset="-122"/>
                <a:cs typeface="+mn-cs"/>
              </a:rPr>
              <a:t>e1</a:t>
            </a:r>
            <a:r>
              <a:rPr lang="zh-CN" altLang="zh-CN" sz="1300" kern="1200" dirty="0">
                <a:solidFill>
                  <a:schemeClr val="tx1"/>
                </a:solidFill>
                <a:effectLst/>
                <a:latin typeface="Arial" charset="0"/>
                <a:ea typeface="宋体" pitchFamily="2" charset="-122"/>
                <a:cs typeface="+mn-cs"/>
              </a:rPr>
              <a:t>的后代元素。</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互为兄弟元素（同代元素），其中</a:t>
            </a:r>
            <a:r>
              <a:rPr lang="en-US" altLang="zh-CN" sz="1300" kern="1200" dirty="0">
                <a:solidFill>
                  <a:schemeClr val="tx1"/>
                </a:solidFill>
                <a:effectLst/>
                <a:latin typeface="Arial" charset="0"/>
                <a:ea typeface="宋体" pitchFamily="2" charset="-122"/>
                <a:cs typeface="+mn-cs"/>
              </a:rPr>
              <a:t>e11</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是相邻元素，</a:t>
            </a:r>
            <a:r>
              <a:rPr lang="en-US" altLang="zh-CN" sz="1300" kern="1200" dirty="0">
                <a:solidFill>
                  <a:schemeClr val="tx1"/>
                </a:solidFill>
                <a:effectLst/>
                <a:latin typeface="Arial" charset="0"/>
                <a:ea typeface="宋体" pitchFamily="2" charset="-122"/>
                <a:cs typeface="+mn-cs"/>
              </a:rPr>
              <a:t>e12</a:t>
            </a:r>
            <a:r>
              <a:rPr lang="zh-CN" altLang="zh-CN" sz="1300" kern="1200" dirty="0">
                <a:solidFill>
                  <a:schemeClr val="tx1"/>
                </a:solidFill>
                <a:effectLst/>
                <a:latin typeface="Arial" charset="0"/>
                <a:ea typeface="宋体" pitchFamily="2" charset="-122"/>
                <a:cs typeface="+mn-cs"/>
              </a:rPr>
              <a:t>和</a:t>
            </a:r>
            <a:r>
              <a:rPr lang="en-US" altLang="zh-CN" sz="1300" kern="1200" dirty="0">
                <a:solidFill>
                  <a:schemeClr val="tx1"/>
                </a:solidFill>
                <a:effectLst/>
                <a:latin typeface="Arial" charset="0"/>
                <a:ea typeface="宋体" pitchFamily="2" charset="-122"/>
                <a:cs typeface="+mn-cs"/>
              </a:rPr>
              <a:t>e13</a:t>
            </a:r>
            <a:r>
              <a:rPr lang="zh-CN" altLang="zh-CN" sz="1300" kern="1200" dirty="0">
                <a:solidFill>
                  <a:schemeClr val="tx1"/>
                </a:solidFill>
                <a:effectLst/>
                <a:latin typeface="Arial" charset="0"/>
                <a:ea typeface="宋体" pitchFamily="2" charset="-122"/>
                <a:cs typeface="+mn-cs"/>
              </a:rPr>
              <a:t>是相邻元素</a:t>
            </a:r>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28</a:t>
            </a:fld>
            <a:endParaRPr lang="en-US" altLang="zh-CN"/>
          </a:p>
        </p:txBody>
      </p:sp>
    </p:spTree>
    <p:extLst>
      <p:ext uri="{BB962C8B-B14F-4D97-AF65-F5344CB8AC3E}">
        <p14:creationId xmlns:p14="http://schemas.microsoft.com/office/powerpoint/2010/main" val="784863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29</a:t>
            </a:fld>
            <a:endParaRPr lang="en-US" altLang="zh-CN"/>
          </a:p>
        </p:txBody>
      </p:sp>
    </p:spTree>
    <p:extLst>
      <p:ext uri="{BB962C8B-B14F-4D97-AF65-F5344CB8AC3E}">
        <p14:creationId xmlns:p14="http://schemas.microsoft.com/office/powerpoint/2010/main" val="274193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52</a:t>
            </a:fld>
            <a:endParaRPr lang="en-US" altLang="zh-CN"/>
          </a:p>
        </p:txBody>
      </p:sp>
    </p:spTree>
    <p:extLst>
      <p:ext uri="{BB962C8B-B14F-4D97-AF65-F5344CB8AC3E}">
        <p14:creationId xmlns:p14="http://schemas.microsoft.com/office/powerpoint/2010/main" val="3282998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D314487-0CE3-481E-A6CD-359E0D2485E7}" type="slidenum">
              <a:rPr lang="en-US" altLang="zh-CN" smtClean="0"/>
              <a:pPr>
                <a:defRPr/>
              </a:pPr>
              <a:t>65</a:t>
            </a:fld>
            <a:endParaRPr lang="en-US" altLang="zh-CN"/>
          </a:p>
        </p:txBody>
      </p:sp>
    </p:spTree>
    <p:extLst>
      <p:ext uri="{BB962C8B-B14F-4D97-AF65-F5344CB8AC3E}">
        <p14:creationId xmlns:p14="http://schemas.microsoft.com/office/powerpoint/2010/main" val="2606270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2026" y="2125012"/>
            <a:ext cx="10336213" cy="1466282"/>
          </a:xfrm>
        </p:spPr>
        <p:txBody>
          <a:bodyPr/>
          <a:lstStyle/>
          <a:p>
            <a:r>
              <a:rPr lang="zh-CN" altLang="en-US"/>
              <a:t>单击此处编辑母版标题样式</a:t>
            </a:r>
          </a:p>
        </p:txBody>
      </p:sp>
      <p:sp>
        <p:nvSpPr>
          <p:cNvPr id="3" name="副标题 2"/>
          <p:cNvSpPr>
            <a:spLocks noGrp="1"/>
          </p:cNvSpPr>
          <p:nvPr>
            <p:ph type="subTitle" idx="1"/>
          </p:nvPr>
        </p:nvSpPr>
        <p:spPr>
          <a:xfrm>
            <a:off x="1824038" y="3876308"/>
            <a:ext cx="8512175" cy="1748137"/>
          </a:xfrm>
        </p:spPr>
        <p:txBody>
          <a:bodyPr/>
          <a:lstStyle>
            <a:lvl1pPr marL="0" indent="0" algn="ctr">
              <a:buNone/>
              <a:defRPr/>
            </a:lvl1pPr>
            <a:lvl2pPr marL="492948" indent="0" algn="ctr">
              <a:buNone/>
              <a:defRPr/>
            </a:lvl2pPr>
            <a:lvl3pPr marL="985898" indent="0" algn="ctr">
              <a:buNone/>
              <a:defRPr/>
            </a:lvl3pPr>
            <a:lvl4pPr marL="1478845" indent="0" algn="ctr">
              <a:buNone/>
              <a:defRPr/>
            </a:lvl4pPr>
            <a:lvl5pPr marL="1971795" indent="0" algn="ctr">
              <a:buNone/>
              <a:defRPr/>
            </a:lvl5pPr>
            <a:lvl6pPr marL="2464745" indent="0" algn="ctr">
              <a:buNone/>
              <a:defRPr/>
            </a:lvl6pPr>
            <a:lvl7pPr marL="2957693" indent="0" algn="ctr">
              <a:buNone/>
              <a:defRPr/>
            </a:lvl7pPr>
            <a:lvl8pPr marL="3450642" indent="0" algn="ctr">
              <a:buNone/>
              <a:defRPr/>
            </a:lvl8pPr>
            <a:lvl9pPr marL="3943590" indent="0" algn="ctr">
              <a:buNone/>
              <a:defRPr/>
            </a:lvl9pPr>
          </a:lstStyle>
          <a:p>
            <a:r>
              <a:rPr lang="zh-CN" altLang="en-US"/>
              <a:t>单击此处编辑母版副标题样式</a:t>
            </a:r>
          </a:p>
        </p:txBody>
      </p:sp>
    </p:spTree>
    <p:extLst>
      <p:ext uri="{BB962C8B-B14F-4D97-AF65-F5344CB8AC3E}">
        <p14:creationId xmlns:p14="http://schemas.microsoft.com/office/powerpoint/2010/main" val="64794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7820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0580" y="4395683"/>
            <a:ext cx="10336213" cy="1358607"/>
          </a:xfrm>
        </p:spPr>
        <p:txBody>
          <a:bodyPr anchor="t"/>
          <a:lstStyle>
            <a:lvl1pPr algn="l">
              <a:defRPr sz="4400" b="1" cap="all"/>
            </a:lvl1pPr>
          </a:lstStyle>
          <a:p>
            <a:r>
              <a:rPr lang="zh-CN" altLang="en-US"/>
              <a:t>单击此处编辑母版标题样式</a:t>
            </a:r>
          </a:p>
        </p:txBody>
      </p:sp>
      <p:sp>
        <p:nvSpPr>
          <p:cNvPr id="3" name="文本占位符 2"/>
          <p:cNvSpPr>
            <a:spLocks noGrp="1"/>
          </p:cNvSpPr>
          <p:nvPr>
            <p:ph type="body" idx="1"/>
          </p:nvPr>
        </p:nvSpPr>
        <p:spPr>
          <a:xfrm>
            <a:off x="960580" y="2899314"/>
            <a:ext cx="10336213" cy="1496367"/>
          </a:xfrm>
        </p:spPr>
        <p:txBody>
          <a:bodyPr anchor="b"/>
          <a:lstStyle>
            <a:lvl1pPr marL="0" indent="0">
              <a:buNone/>
              <a:defRPr sz="2100"/>
            </a:lvl1pPr>
            <a:lvl2pPr marL="492948" indent="0">
              <a:buNone/>
              <a:defRPr sz="1900"/>
            </a:lvl2pPr>
            <a:lvl3pPr marL="985898" indent="0">
              <a:buNone/>
              <a:defRPr sz="1700"/>
            </a:lvl3pPr>
            <a:lvl4pPr marL="1478845" indent="0">
              <a:buNone/>
              <a:defRPr sz="1500"/>
            </a:lvl4pPr>
            <a:lvl5pPr marL="1971795" indent="0">
              <a:buNone/>
              <a:defRPr sz="1500"/>
            </a:lvl5pPr>
            <a:lvl6pPr marL="2464745" indent="0">
              <a:buNone/>
              <a:defRPr sz="1500"/>
            </a:lvl6pPr>
            <a:lvl7pPr marL="2957693" indent="0">
              <a:buNone/>
              <a:defRPr sz="1500"/>
            </a:lvl7pPr>
            <a:lvl8pPr marL="3450642" indent="0">
              <a:buNone/>
              <a:defRPr sz="1500"/>
            </a:lvl8pPr>
            <a:lvl9pPr marL="3943590" indent="0">
              <a:buNone/>
              <a:defRPr sz="1500"/>
            </a:lvl9pPr>
          </a:lstStyle>
          <a:p>
            <a:pPr lvl="0"/>
            <a:r>
              <a:rPr lang="zh-CN" altLang="en-US"/>
              <a:t>单击此处编辑母版文本样式</a:t>
            </a:r>
          </a:p>
        </p:txBody>
      </p:sp>
    </p:spTree>
    <p:extLst>
      <p:ext uri="{BB962C8B-B14F-4D97-AF65-F5344CB8AC3E}">
        <p14:creationId xmlns:p14="http://schemas.microsoft.com/office/powerpoint/2010/main" val="2105034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5369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5131" y="1748139"/>
            <a:ext cx="5218773" cy="4256335"/>
          </a:xfrm>
        </p:spPr>
        <p:txBody>
          <a:bodyPr/>
          <a:lstStyle>
            <a:lvl1pPr>
              <a:defRPr sz="3000"/>
            </a:lvl1pPr>
            <a:lvl2pPr>
              <a:defRPr sz="2600"/>
            </a:lvl2pPr>
            <a:lvl3pPr>
              <a:defRPr sz="2100"/>
            </a:lvl3pPr>
            <a:lvl4pPr>
              <a:defRPr sz="1900"/>
            </a:lvl4pPr>
            <a:lvl5pPr>
              <a:defRPr sz="1900"/>
            </a:lvl5pPr>
            <a:lvl6pPr>
              <a:defRPr sz="1900"/>
            </a:lvl6pPr>
            <a:lvl7pPr>
              <a:defRPr sz="1900"/>
            </a:lvl7pPr>
            <a:lvl8pPr>
              <a:defRPr sz="1900"/>
            </a:lvl8pPr>
            <a:lvl9pPr>
              <a:defRPr sz="19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7586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8020" y="273940"/>
            <a:ext cx="10944225" cy="114009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8014" y="1531208"/>
            <a:ext cx="537288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4" name="内容占位符 3"/>
          <p:cNvSpPr>
            <a:spLocks noGrp="1"/>
          </p:cNvSpPr>
          <p:nvPr>
            <p:ph sz="half" idx="2"/>
          </p:nvPr>
        </p:nvSpPr>
        <p:spPr>
          <a:xfrm>
            <a:off x="608014" y="2169338"/>
            <a:ext cx="537288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7259" y="1531208"/>
            <a:ext cx="5374999" cy="638134"/>
          </a:xfrm>
        </p:spPr>
        <p:txBody>
          <a:bodyPr anchor="b"/>
          <a:lstStyle>
            <a:lvl1pPr marL="0" indent="0">
              <a:buNone/>
              <a:defRPr sz="2600" b="1"/>
            </a:lvl1pPr>
            <a:lvl2pPr marL="492948" indent="0">
              <a:buNone/>
              <a:defRPr sz="2100" b="1"/>
            </a:lvl2pPr>
            <a:lvl3pPr marL="985898" indent="0">
              <a:buNone/>
              <a:defRPr sz="1900" b="1"/>
            </a:lvl3pPr>
            <a:lvl4pPr marL="1478845" indent="0">
              <a:buNone/>
              <a:defRPr sz="1700" b="1"/>
            </a:lvl4pPr>
            <a:lvl5pPr marL="1971795" indent="0">
              <a:buNone/>
              <a:defRPr sz="1700" b="1"/>
            </a:lvl5pPr>
            <a:lvl6pPr marL="2464745" indent="0">
              <a:buNone/>
              <a:defRPr sz="1700" b="1"/>
            </a:lvl6pPr>
            <a:lvl7pPr marL="2957693" indent="0">
              <a:buNone/>
              <a:defRPr sz="1700" b="1"/>
            </a:lvl7pPr>
            <a:lvl8pPr marL="3450642" indent="0">
              <a:buNone/>
              <a:defRPr sz="1700" b="1"/>
            </a:lvl8pPr>
            <a:lvl9pPr marL="3943590" indent="0">
              <a:buNone/>
              <a:defRPr sz="1700" b="1"/>
            </a:lvl9pPr>
          </a:lstStyle>
          <a:p>
            <a:pPr lvl="0"/>
            <a:r>
              <a:rPr lang="zh-CN" altLang="en-US"/>
              <a:t>单击此处编辑母版文本样式</a:t>
            </a:r>
          </a:p>
        </p:txBody>
      </p:sp>
      <p:sp>
        <p:nvSpPr>
          <p:cNvPr id="6" name="内容占位符 5"/>
          <p:cNvSpPr>
            <a:spLocks noGrp="1"/>
          </p:cNvSpPr>
          <p:nvPr>
            <p:ph sz="quarter" idx="4"/>
          </p:nvPr>
        </p:nvSpPr>
        <p:spPr>
          <a:xfrm>
            <a:off x="6177259" y="2169338"/>
            <a:ext cx="5374999" cy="3941227"/>
          </a:xfrm>
        </p:spPr>
        <p:txBody>
          <a:bodyPr/>
          <a:lstStyle>
            <a:lvl1pPr>
              <a:defRPr sz="2600"/>
            </a:lvl1pPr>
            <a:lvl2pPr>
              <a:defRPr sz="2100"/>
            </a:lvl2pPr>
            <a:lvl3pPr>
              <a:defRPr sz="19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73633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679120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25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8027" y="272356"/>
            <a:ext cx="4000638" cy="1159092"/>
          </a:xfrm>
        </p:spPr>
        <p:txBody>
          <a:bodyPr/>
          <a:lstStyle>
            <a:lvl1pPr algn="l">
              <a:defRPr sz="2100" b="1"/>
            </a:lvl1pPr>
          </a:lstStyle>
          <a:p>
            <a:r>
              <a:rPr lang="zh-CN" altLang="en-US"/>
              <a:t>单击此处编辑母版标题样式</a:t>
            </a:r>
          </a:p>
        </p:txBody>
      </p:sp>
      <p:sp>
        <p:nvSpPr>
          <p:cNvPr id="3" name="内容占位符 2"/>
          <p:cNvSpPr>
            <a:spLocks noGrp="1"/>
          </p:cNvSpPr>
          <p:nvPr>
            <p:ph idx="1"/>
          </p:nvPr>
        </p:nvSpPr>
        <p:spPr>
          <a:xfrm>
            <a:off x="4754326" y="272361"/>
            <a:ext cx="6797918" cy="5838210"/>
          </a:xfrm>
        </p:spPr>
        <p:txBody>
          <a:bodyPr/>
          <a:lstStyle>
            <a:lvl1pPr>
              <a:defRPr sz="3500"/>
            </a:lvl1pPr>
            <a:lvl2pPr>
              <a:defRPr sz="3000"/>
            </a:lvl2pPr>
            <a:lvl3pPr>
              <a:defRPr sz="26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8027" y="1431451"/>
            <a:ext cx="4000638" cy="4679120"/>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791523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3494" y="4788380"/>
            <a:ext cx="7296150" cy="565296"/>
          </a:xfrm>
        </p:spPr>
        <p:txBody>
          <a:bodyPr/>
          <a:lstStyle>
            <a:lvl1pPr algn="l">
              <a:defRPr sz="2100" b="1"/>
            </a:lvl1pPr>
          </a:lstStyle>
          <a:p>
            <a:r>
              <a:rPr lang="zh-CN" altLang="en-US"/>
              <a:t>单击此处编辑母版标题样式</a:t>
            </a:r>
          </a:p>
        </p:txBody>
      </p:sp>
      <p:sp>
        <p:nvSpPr>
          <p:cNvPr id="3" name="图片占位符 2"/>
          <p:cNvSpPr>
            <a:spLocks noGrp="1"/>
          </p:cNvSpPr>
          <p:nvPr>
            <p:ph type="pic" idx="1"/>
          </p:nvPr>
        </p:nvSpPr>
        <p:spPr>
          <a:xfrm>
            <a:off x="2383494" y="611219"/>
            <a:ext cx="7296150" cy="4104323"/>
          </a:xfrm>
        </p:spPr>
        <p:txBody>
          <a:bodyPr/>
          <a:lstStyle>
            <a:lvl1pPr marL="0" indent="0">
              <a:buNone/>
              <a:defRPr sz="3500"/>
            </a:lvl1pPr>
            <a:lvl2pPr marL="492948" indent="0">
              <a:buNone/>
              <a:defRPr sz="3000"/>
            </a:lvl2pPr>
            <a:lvl3pPr marL="985898" indent="0">
              <a:buNone/>
              <a:defRPr sz="2600"/>
            </a:lvl3pPr>
            <a:lvl4pPr marL="1478845" indent="0">
              <a:buNone/>
              <a:defRPr sz="2100"/>
            </a:lvl4pPr>
            <a:lvl5pPr marL="1971795" indent="0">
              <a:buNone/>
              <a:defRPr sz="2100"/>
            </a:lvl5pPr>
            <a:lvl6pPr marL="2464745" indent="0">
              <a:buNone/>
              <a:defRPr sz="2100"/>
            </a:lvl6pPr>
            <a:lvl7pPr marL="2957693" indent="0">
              <a:buNone/>
              <a:defRPr sz="2100"/>
            </a:lvl7pPr>
            <a:lvl8pPr marL="3450642" indent="0">
              <a:buNone/>
              <a:defRPr sz="2100"/>
            </a:lvl8pPr>
            <a:lvl9pPr marL="3943590" indent="0">
              <a:buNone/>
              <a:defRPr sz="2100"/>
            </a:lvl9pPr>
          </a:lstStyle>
          <a:p>
            <a:pPr lvl="0"/>
            <a:endParaRPr lang="zh-CN" altLang="en-US" noProof="0"/>
          </a:p>
        </p:txBody>
      </p:sp>
      <p:sp>
        <p:nvSpPr>
          <p:cNvPr id="4" name="文本占位符 3"/>
          <p:cNvSpPr>
            <a:spLocks noGrp="1"/>
          </p:cNvSpPr>
          <p:nvPr>
            <p:ph type="body" sz="half" idx="2"/>
          </p:nvPr>
        </p:nvSpPr>
        <p:spPr>
          <a:xfrm>
            <a:off x="2383494" y="5353683"/>
            <a:ext cx="7296150" cy="802814"/>
          </a:xfrm>
        </p:spPr>
        <p:txBody>
          <a:bodyPr/>
          <a:lstStyle>
            <a:lvl1pPr marL="0" indent="0">
              <a:buNone/>
              <a:defRPr sz="1500"/>
            </a:lvl1pPr>
            <a:lvl2pPr marL="492948" indent="0">
              <a:buNone/>
              <a:defRPr sz="1300"/>
            </a:lvl2pPr>
            <a:lvl3pPr marL="985898" indent="0">
              <a:buNone/>
              <a:defRPr sz="1100"/>
            </a:lvl3pPr>
            <a:lvl4pPr marL="1478845" indent="0">
              <a:buNone/>
              <a:defRPr sz="1000"/>
            </a:lvl4pPr>
            <a:lvl5pPr marL="1971795" indent="0">
              <a:buNone/>
              <a:defRPr sz="1000"/>
            </a:lvl5pPr>
            <a:lvl6pPr marL="2464745" indent="0">
              <a:buNone/>
              <a:defRPr sz="1000"/>
            </a:lvl6pPr>
            <a:lvl7pPr marL="2957693" indent="0">
              <a:buNone/>
              <a:defRPr sz="1000"/>
            </a:lvl7pPr>
            <a:lvl8pPr marL="3450642" indent="0">
              <a:buNone/>
              <a:defRPr sz="1000"/>
            </a:lvl8pPr>
            <a:lvl9pPr marL="394359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081641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0416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42310" y="304024"/>
            <a:ext cx="2662166" cy="570044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53686" y="304024"/>
            <a:ext cx="7785939" cy="570044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79287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4238" y="304032"/>
            <a:ext cx="10640219" cy="1212929"/>
          </a:xfrm>
        </p:spPr>
        <p:txBody>
          <a:bodyPr/>
          <a:lstStyle/>
          <a:p>
            <a:r>
              <a:rPr lang="zh-CN" altLang="en-US"/>
              <a:t>单击此处编辑母版标题样式</a:t>
            </a:r>
          </a:p>
        </p:txBody>
      </p:sp>
      <p:sp>
        <p:nvSpPr>
          <p:cNvPr id="3" name="表格占位符 2"/>
          <p:cNvSpPr>
            <a:spLocks noGrp="1"/>
          </p:cNvSpPr>
          <p:nvPr>
            <p:ph type="tbl" idx="1"/>
          </p:nvPr>
        </p:nvSpPr>
        <p:spPr>
          <a:xfrm>
            <a:off x="753683" y="1748139"/>
            <a:ext cx="10640219" cy="4256335"/>
          </a:xfrm>
        </p:spPr>
        <p:txBody>
          <a:bodyPr/>
          <a:lstStyle/>
          <a:p>
            <a:pPr lvl="0"/>
            <a:endParaRPr lang="zh-CN" altLang="en-US" noProof="0"/>
          </a:p>
        </p:txBody>
      </p:sp>
    </p:spTree>
    <p:extLst>
      <p:ext uri="{BB962C8B-B14F-4D97-AF65-F5344CB8AC3E}">
        <p14:creationId xmlns:p14="http://schemas.microsoft.com/office/powerpoint/2010/main" val="351820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4067" y="298329"/>
            <a:ext cx="10641057"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b"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752895" y="1049338"/>
            <a:ext cx="10641055" cy="510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587" tIns="49294" rIns="98587" bIns="49294"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AutoShape 4"/>
          <p:cNvSpPr>
            <a:spLocks noChangeArrowheads="1"/>
          </p:cNvSpPr>
          <p:nvPr/>
        </p:nvSpPr>
        <p:spPr bwMode="auto">
          <a:xfrm>
            <a:off x="810984" y="906463"/>
            <a:ext cx="10582968" cy="107950"/>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33CCCC"/>
          </a:solidFill>
          <a:ln w="9525">
            <a:solidFill>
              <a:srgbClr val="33CCCC"/>
            </a:solidFill>
            <a:round/>
            <a:headEnd/>
            <a:tailEnd/>
          </a:ln>
        </p:spPr>
        <p:txBody>
          <a:bodyPr lIns="98587" tIns="49294" rIns="98587" bIns="49294"/>
          <a:lstStyle/>
          <a:p>
            <a:endParaRPr lang="zh-CN" altLang="en-US" dirty="0">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Lst>
  <p:txStyles>
    <p:titleStyle>
      <a:lvl1pPr algn="l" rtl="0" eaLnBrk="0" fontAlgn="base" hangingPunct="0">
        <a:spcBef>
          <a:spcPct val="0"/>
        </a:spcBef>
        <a:spcAft>
          <a:spcPct val="0"/>
        </a:spcAft>
        <a:defRPr sz="4100">
          <a:solidFill>
            <a:schemeClr val="tx2"/>
          </a:solidFill>
          <a:latin typeface="宋体" panose="02010600030101010101" pitchFamily="2" charset="-122"/>
          <a:ea typeface="+mj-ea"/>
          <a:cs typeface="+mj-cs"/>
        </a:defRPr>
      </a:lvl1pPr>
      <a:lvl2pPr algn="l" rtl="0" eaLnBrk="0" fontAlgn="base" hangingPunct="0">
        <a:spcBef>
          <a:spcPct val="0"/>
        </a:spcBef>
        <a:spcAft>
          <a:spcPct val="0"/>
        </a:spcAft>
        <a:defRPr sz="4100">
          <a:solidFill>
            <a:schemeClr val="tx2"/>
          </a:solidFill>
          <a:latin typeface="Verdana" pitchFamily="34" charset="0"/>
          <a:ea typeface="宋体" pitchFamily="2" charset="-122"/>
        </a:defRPr>
      </a:lvl2pPr>
      <a:lvl3pPr algn="l" rtl="0" eaLnBrk="0" fontAlgn="base" hangingPunct="0">
        <a:spcBef>
          <a:spcPct val="0"/>
        </a:spcBef>
        <a:spcAft>
          <a:spcPct val="0"/>
        </a:spcAft>
        <a:defRPr sz="4100">
          <a:solidFill>
            <a:schemeClr val="tx2"/>
          </a:solidFill>
          <a:latin typeface="Verdana" pitchFamily="34" charset="0"/>
          <a:ea typeface="宋体" pitchFamily="2" charset="-122"/>
        </a:defRPr>
      </a:lvl3pPr>
      <a:lvl4pPr algn="l" rtl="0" eaLnBrk="0" fontAlgn="base" hangingPunct="0">
        <a:spcBef>
          <a:spcPct val="0"/>
        </a:spcBef>
        <a:spcAft>
          <a:spcPct val="0"/>
        </a:spcAft>
        <a:defRPr sz="4100">
          <a:solidFill>
            <a:schemeClr val="tx2"/>
          </a:solidFill>
          <a:latin typeface="Verdana" pitchFamily="34" charset="0"/>
          <a:ea typeface="宋体" pitchFamily="2" charset="-122"/>
        </a:defRPr>
      </a:lvl4pPr>
      <a:lvl5pPr algn="l" rtl="0" eaLnBrk="0" fontAlgn="base" hangingPunct="0">
        <a:spcBef>
          <a:spcPct val="0"/>
        </a:spcBef>
        <a:spcAft>
          <a:spcPct val="0"/>
        </a:spcAft>
        <a:defRPr sz="4100">
          <a:solidFill>
            <a:schemeClr val="tx2"/>
          </a:solidFill>
          <a:latin typeface="Verdana" pitchFamily="34" charset="0"/>
          <a:ea typeface="宋体" pitchFamily="2" charset="-122"/>
        </a:defRPr>
      </a:lvl5pPr>
      <a:lvl6pPr marL="492948" algn="l" rtl="0" fontAlgn="base">
        <a:spcBef>
          <a:spcPct val="0"/>
        </a:spcBef>
        <a:spcAft>
          <a:spcPct val="0"/>
        </a:spcAft>
        <a:defRPr sz="4100">
          <a:solidFill>
            <a:schemeClr val="tx2"/>
          </a:solidFill>
          <a:latin typeface="Verdana" pitchFamily="34" charset="0"/>
          <a:ea typeface="宋体" pitchFamily="2" charset="-122"/>
        </a:defRPr>
      </a:lvl6pPr>
      <a:lvl7pPr marL="985898" algn="l" rtl="0" fontAlgn="base">
        <a:spcBef>
          <a:spcPct val="0"/>
        </a:spcBef>
        <a:spcAft>
          <a:spcPct val="0"/>
        </a:spcAft>
        <a:defRPr sz="4100">
          <a:solidFill>
            <a:schemeClr val="tx2"/>
          </a:solidFill>
          <a:latin typeface="Verdana" pitchFamily="34" charset="0"/>
          <a:ea typeface="宋体" pitchFamily="2" charset="-122"/>
        </a:defRPr>
      </a:lvl7pPr>
      <a:lvl8pPr marL="1478845" algn="l" rtl="0" fontAlgn="base">
        <a:spcBef>
          <a:spcPct val="0"/>
        </a:spcBef>
        <a:spcAft>
          <a:spcPct val="0"/>
        </a:spcAft>
        <a:defRPr sz="4100">
          <a:solidFill>
            <a:schemeClr val="tx2"/>
          </a:solidFill>
          <a:latin typeface="Verdana" pitchFamily="34" charset="0"/>
          <a:ea typeface="宋体" pitchFamily="2" charset="-122"/>
        </a:defRPr>
      </a:lvl8pPr>
      <a:lvl9pPr marL="1971795" algn="l" rtl="0" fontAlgn="base">
        <a:spcBef>
          <a:spcPct val="0"/>
        </a:spcBef>
        <a:spcAft>
          <a:spcPct val="0"/>
        </a:spcAft>
        <a:defRPr sz="4100">
          <a:solidFill>
            <a:schemeClr val="tx2"/>
          </a:solidFill>
          <a:latin typeface="Verdana" pitchFamily="34" charset="0"/>
          <a:ea typeface="宋体" pitchFamily="2" charset="-122"/>
        </a:defRPr>
      </a:lvl9pPr>
    </p:titleStyle>
    <p:bodyStyle>
      <a:lvl1pPr marL="506427" indent="-506427" algn="l" rtl="0" eaLnBrk="0" fontAlgn="base" hangingPunct="0">
        <a:spcBef>
          <a:spcPct val="20000"/>
        </a:spcBef>
        <a:spcAft>
          <a:spcPct val="0"/>
        </a:spcAft>
        <a:buClr>
          <a:schemeClr val="accent2"/>
        </a:buClr>
        <a:buFont typeface="Wingdings" pitchFamily="2" charset="2"/>
        <a:buChar char="o"/>
        <a:defRPr sz="3200">
          <a:solidFill>
            <a:schemeClr val="tx1"/>
          </a:solidFill>
          <a:latin typeface="宋体" panose="02010600030101010101" pitchFamily="2" charset="-122"/>
          <a:ea typeface="+mn-ea"/>
          <a:cs typeface="+mn-cs"/>
        </a:defRPr>
      </a:lvl1pPr>
      <a:lvl2pPr marL="977927" indent="-469913" algn="l" rtl="0" eaLnBrk="0" fontAlgn="base" hangingPunct="0">
        <a:spcBef>
          <a:spcPct val="20000"/>
        </a:spcBef>
        <a:spcAft>
          <a:spcPct val="0"/>
        </a:spcAft>
        <a:buClr>
          <a:schemeClr val="accent2"/>
        </a:buClr>
        <a:buFont typeface="Wingdings" pitchFamily="2" charset="2"/>
        <a:buChar char="n"/>
        <a:defRPr sz="2800">
          <a:solidFill>
            <a:schemeClr val="tx1"/>
          </a:solidFill>
          <a:latin typeface="宋体" panose="02010600030101010101" pitchFamily="2" charset="-122"/>
          <a:ea typeface="+mn-ea"/>
        </a:defRPr>
      </a:lvl2pPr>
      <a:lvl3pPr marL="1406564" indent="-425462" algn="l" rtl="0" eaLnBrk="0" fontAlgn="base" hangingPunct="0">
        <a:spcBef>
          <a:spcPct val="20000"/>
        </a:spcBef>
        <a:spcAft>
          <a:spcPct val="0"/>
        </a:spcAft>
        <a:buClr>
          <a:schemeClr val="accent2"/>
        </a:buClr>
        <a:buFont typeface="Wingdings" pitchFamily="2" charset="2"/>
        <a:buChar char="o"/>
        <a:defRPr sz="2500">
          <a:solidFill>
            <a:schemeClr val="tx1"/>
          </a:solidFill>
          <a:latin typeface="宋体" panose="02010600030101010101" pitchFamily="2" charset="-122"/>
          <a:ea typeface="+mn-ea"/>
        </a:defRPr>
      </a:lvl3pPr>
      <a:lvl4pPr marL="1825675" indent="-417524" algn="l" rtl="0" eaLnBrk="0" fontAlgn="base" hangingPunct="0">
        <a:spcBef>
          <a:spcPct val="20000"/>
        </a:spcBef>
        <a:spcAft>
          <a:spcPct val="0"/>
        </a:spcAft>
        <a:buClr>
          <a:schemeClr val="accent2"/>
        </a:buClr>
        <a:buFont typeface="Wingdings" pitchFamily="2" charset="2"/>
        <a:buChar char="n"/>
        <a:defRPr sz="2100">
          <a:solidFill>
            <a:schemeClr val="tx1"/>
          </a:solidFill>
          <a:latin typeface="宋体" panose="02010600030101010101" pitchFamily="2" charset="-122"/>
          <a:ea typeface="+mn-ea"/>
        </a:defRPr>
      </a:lvl4pPr>
      <a:lvl5pPr marL="2257487" indent="-428637" algn="l" rtl="0" eaLnBrk="0" fontAlgn="base" hangingPunct="0">
        <a:spcBef>
          <a:spcPct val="25000"/>
        </a:spcBef>
        <a:spcAft>
          <a:spcPct val="0"/>
        </a:spcAft>
        <a:buClr>
          <a:schemeClr val="accent2"/>
        </a:buClr>
        <a:buFont typeface="Wingdings" pitchFamily="2" charset="2"/>
        <a:buChar char="§"/>
        <a:defRPr sz="2100">
          <a:solidFill>
            <a:schemeClr val="tx1"/>
          </a:solidFill>
          <a:latin typeface="宋体" panose="02010600030101010101" pitchFamily="2" charset="-122"/>
          <a:ea typeface="+mn-ea"/>
        </a:defRPr>
      </a:lvl5pPr>
      <a:lvl6pPr marL="2750588"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6pPr>
      <a:lvl7pPr marL="3243535"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7pPr>
      <a:lvl8pPr marL="373648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8pPr>
      <a:lvl9pPr marL="4229433" indent="-429620" algn="l" rtl="0" fontAlgn="base">
        <a:spcBef>
          <a:spcPct val="25000"/>
        </a:spcBef>
        <a:spcAft>
          <a:spcPct val="0"/>
        </a:spcAft>
        <a:buClr>
          <a:schemeClr val="accent2"/>
        </a:buClr>
        <a:buFont typeface="Wingdings" pitchFamily="2" charset="2"/>
        <a:buChar char="§"/>
        <a:defRPr sz="2100">
          <a:solidFill>
            <a:schemeClr val="tx1"/>
          </a:solidFill>
          <a:latin typeface="+mn-lt"/>
          <a:ea typeface="+mn-ea"/>
        </a:defRPr>
      </a:lvl9pPr>
    </p:bodyStyle>
    <p:otherStyle>
      <a:defPPr>
        <a:defRPr lang="zh-CN"/>
      </a:defPPr>
      <a:lvl1pPr marL="0" algn="l" defTabSz="985898" rtl="0" eaLnBrk="1" latinLnBrk="0" hangingPunct="1">
        <a:defRPr sz="1900" kern="1200">
          <a:solidFill>
            <a:schemeClr val="tx1"/>
          </a:solidFill>
          <a:latin typeface="+mn-lt"/>
          <a:ea typeface="+mn-ea"/>
          <a:cs typeface="+mn-cs"/>
        </a:defRPr>
      </a:lvl1pPr>
      <a:lvl2pPr marL="492948" algn="l" defTabSz="985898" rtl="0" eaLnBrk="1" latinLnBrk="0" hangingPunct="1">
        <a:defRPr sz="1900" kern="1200">
          <a:solidFill>
            <a:schemeClr val="tx1"/>
          </a:solidFill>
          <a:latin typeface="+mn-lt"/>
          <a:ea typeface="+mn-ea"/>
          <a:cs typeface="+mn-cs"/>
        </a:defRPr>
      </a:lvl2pPr>
      <a:lvl3pPr marL="985898" algn="l" defTabSz="985898" rtl="0" eaLnBrk="1" latinLnBrk="0" hangingPunct="1">
        <a:defRPr sz="1900" kern="1200">
          <a:solidFill>
            <a:schemeClr val="tx1"/>
          </a:solidFill>
          <a:latin typeface="+mn-lt"/>
          <a:ea typeface="+mn-ea"/>
          <a:cs typeface="+mn-cs"/>
        </a:defRPr>
      </a:lvl3pPr>
      <a:lvl4pPr marL="1478845" algn="l" defTabSz="985898" rtl="0" eaLnBrk="1" latinLnBrk="0" hangingPunct="1">
        <a:defRPr sz="1900" kern="1200">
          <a:solidFill>
            <a:schemeClr val="tx1"/>
          </a:solidFill>
          <a:latin typeface="+mn-lt"/>
          <a:ea typeface="+mn-ea"/>
          <a:cs typeface="+mn-cs"/>
        </a:defRPr>
      </a:lvl4pPr>
      <a:lvl5pPr marL="1971795" algn="l" defTabSz="985898" rtl="0" eaLnBrk="1" latinLnBrk="0" hangingPunct="1">
        <a:defRPr sz="1900" kern="1200">
          <a:solidFill>
            <a:schemeClr val="tx1"/>
          </a:solidFill>
          <a:latin typeface="+mn-lt"/>
          <a:ea typeface="+mn-ea"/>
          <a:cs typeface="+mn-cs"/>
        </a:defRPr>
      </a:lvl5pPr>
      <a:lvl6pPr marL="2464745" algn="l" defTabSz="985898" rtl="0" eaLnBrk="1" latinLnBrk="0" hangingPunct="1">
        <a:defRPr sz="1900" kern="1200">
          <a:solidFill>
            <a:schemeClr val="tx1"/>
          </a:solidFill>
          <a:latin typeface="+mn-lt"/>
          <a:ea typeface="+mn-ea"/>
          <a:cs typeface="+mn-cs"/>
        </a:defRPr>
      </a:lvl6pPr>
      <a:lvl7pPr marL="2957693" algn="l" defTabSz="985898" rtl="0" eaLnBrk="1" latinLnBrk="0" hangingPunct="1">
        <a:defRPr sz="1900" kern="1200">
          <a:solidFill>
            <a:schemeClr val="tx1"/>
          </a:solidFill>
          <a:latin typeface="+mn-lt"/>
          <a:ea typeface="+mn-ea"/>
          <a:cs typeface="+mn-cs"/>
        </a:defRPr>
      </a:lvl7pPr>
      <a:lvl8pPr marL="3450642" algn="l" defTabSz="985898" rtl="0" eaLnBrk="1" latinLnBrk="0" hangingPunct="1">
        <a:defRPr sz="1900" kern="1200">
          <a:solidFill>
            <a:schemeClr val="tx1"/>
          </a:solidFill>
          <a:latin typeface="+mn-lt"/>
          <a:ea typeface="+mn-ea"/>
          <a:cs typeface="+mn-cs"/>
        </a:defRPr>
      </a:lvl8pPr>
      <a:lvl9pPr marL="3943590" algn="l" defTabSz="985898"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p:txBody>
          <a:bodyPr/>
          <a:lstStyle/>
          <a:p>
            <a:pPr algn="ctr"/>
            <a:r>
              <a:rPr lang="zh-CN" altLang="en-US" b="1" dirty="0"/>
              <a:t>项目</a:t>
            </a:r>
            <a:r>
              <a:rPr lang="en-US" altLang="zh-CN" b="1" dirty="0"/>
              <a:t>3 </a:t>
            </a:r>
            <a:r>
              <a:rPr lang="zh-CN" altLang="en-US" b="1" dirty="0"/>
              <a:t>个人博客</a:t>
            </a:r>
          </a:p>
        </p:txBody>
      </p:sp>
      <p:sp>
        <p:nvSpPr>
          <p:cNvPr id="4" name="矩形 3">
            <a:extLst>
              <a:ext uri="{FF2B5EF4-FFF2-40B4-BE49-F238E27FC236}">
                <a16:creationId xmlns:a16="http://schemas.microsoft.com/office/drawing/2014/main" id="{4BE336E7-1B7A-4CD3-8250-6D8126346509}"/>
              </a:ext>
            </a:extLst>
          </p:cNvPr>
          <p:cNvSpPr/>
          <p:nvPr/>
        </p:nvSpPr>
        <p:spPr>
          <a:xfrm>
            <a:off x="751533" y="323925"/>
            <a:ext cx="3619324" cy="461665"/>
          </a:xfrm>
          <a:prstGeom prst="rect">
            <a:avLst/>
          </a:prstGeom>
        </p:spPr>
        <p:txBody>
          <a:bodyPr wrap="none">
            <a:spAutoFit/>
          </a:bodyPr>
          <a:lstStyle/>
          <a:p>
            <a:r>
              <a:rPr lang="en-US" altLang="zh-CN" sz="2400" dirty="0">
                <a:effectLst>
                  <a:outerShdw blurRad="38100" dist="38100" dir="2700000" algn="tl">
                    <a:srgbClr val="000000">
                      <a:alpha val="43137"/>
                    </a:srgbClr>
                  </a:outerShdw>
                </a:effectLst>
              </a:rPr>
              <a:t>Web</a:t>
            </a:r>
            <a:r>
              <a:rPr lang="zh-CN" altLang="en-US" sz="2400" dirty="0">
                <a:effectLst>
                  <a:outerShdw blurRad="38100" dist="38100" dir="2700000" algn="tl">
                    <a:srgbClr val="000000">
                      <a:alpha val="43137"/>
                    </a:srgbClr>
                  </a:outerShdw>
                </a:effectLst>
              </a:rPr>
              <a:t>前端开发与项目实践</a:t>
            </a:r>
            <a:endParaRPr lang="en-US" sz="2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597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项目</a:t>
            </a:r>
            <a:r>
              <a:rPr lang="en-US" altLang="zh-CN" b="1" dirty="0">
                <a:solidFill>
                  <a:srgbClr val="C00000"/>
                </a:solidFill>
                <a:latin typeface="黑体" panose="02010609060101010101" pitchFamily="49" charset="-122"/>
                <a:ea typeface="黑体" panose="02010609060101010101" pitchFamily="49" charset="-122"/>
              </a:rPr>
              <a:t>3 </a:t>
            </a:r>
            <a:r>
              <a:rPr lang="zh-CN" altLang="en-US" b="1" dirty="0">
                <a:solidFill>
                  <a:srgbClr val="C00000"/>
                </a:solidFill>
                <a:latin typeface="黑体" panose="02010609060101010101" pitchFamily="49" charset="-122"/>
                <a:ea typeface="黑体" panose="02010609060101010101" pitchFamily="49" charset="-122"/>
              </a:rPr>
              <a:t>个人博客</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3177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3-1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利用区块标签进行简单布局</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3-2  CSS</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样式基本概念（</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1</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3-3  CSS</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样式基本概念（</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2</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3-4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文本样式</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 </a:t>
            </a:r>
          </a:p>
          <a:p>
            <a:pPr eaLnBrk="1" hangingPunct="1">
              <a:spcBef>
                <a:spcPts val="1800"/>
              </a:spcBef>
            </a:pP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任务 </a:t>
            </a:r>
            <a:r>
              <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3-5~3-7  </a:t>
            </a:r>
            <a:r>
              <a:rPr lang="zh-CN" altLang="en-US"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个人博客页面</a:t>
            </a:r>
            <a:endParaRPr lang="en-US" altLang="zh-CN" sz="2800" b="1" dirty="0">
              <a:solidFill>
                <a:srgbClr val="0000FF"/>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2256634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项目</a:t>
            </a:r>
            <a:r>
              <a:rPr lang="en-US" altLang="zh-CN" b="1" dirty="0">
                <a:solidFill>
                  <a:srgbClr val="C00000"/>
                </a:solidFill>
                <a:latin typeface="黑体" panose="02010609060101010101" pitchFamily="49" charset="-122"/>
                <a:ea typeface="黑体" panose="02010609060101010101" pitchFamily="49" charset="-122"/>
              </a:rPr>
              <a:t>3 </a:t>
            </a:r>
            <a:r>
              <a:rPr lang="zh-CN" altLang="en-US" b="1" dirty="0">
                <a:solidFill>
                  <a:srgbClr val="C00000"/>
                </a:solidFill>
                <a:latin typeface="黑体" panose="02010609060101010101" pitchFamily="49" charset="-122"/>
                <a:ea typeface="黑体" panose="02010609060101010101" pitchFamily="49" charset="-122"/>
              </a:rPr>
              <a:t>个人博客</a:t>
            </a:r>
          </a:p>
        </p:txBody>
      </p:sp>
      <p:sp>
        <p:nvSpPr>
          <p:cNvPr id="3" name="矩形 2">
            <a:extLst>
              <a:ext uri="{FF2B5EF4-FFF2-40B4-BE49-F238E27FC236}">
                <a16:creationId xmlns:a16="http://schemas.microsoft.com/office/drawing/2014/main" id="{D423414B-884D-44D2-950C-D69CAF6027EC}"/>
              </a:ext>
            </a:extLst>
          </p:cNvPr>
          <p:cNvSpPr/>
          <p:nvPr/>
        </p:nvSpPr>
        <p:spPr>
          <a:xfrm>
            <a:off x="5430391" y="1259766"/>
            <a:ext cx="5134739" cy="461665"/>
          </a:xfrm>
          <a:prstGeom prst="rect">
            <a:avLst/>
          </a:prstGeom>
        </p:spPr>
        <p:txBody>
          <a:bodyPr wrap="none">
            <a:spAutoFit/>
          </a:bodyPr>
          <a:lstStyle/>
          <a:p>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本项目将介绍如何制作</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个人博客</a:t>
            </a:r>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页</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面</a:t>
            </a:r>
            <a:endParaRPr lang="zh-CN" altLang="en-US" sz="2400" b="1" dirty="0">
              <a:effectLst>
                <a:outerShdw blurRad="38100" dist="38100" dir="2700000" algn="tl">
                  <a:srgbClr val="000000">
                    <a:alpha val="43137"/>
                  </a:srgbClr>
                </a:outerShdw>
              </a:effectLst>
            </a:endParaRPr>
          </a:p>
        </p:txBody>
      </p:sp>
      <p:sp>
        <p:nvSpPr>
          <p:cNvPr id="5" name="矩形 4">
            <a:extLst>
              <a:ext uri="{FF2B5EF4-FFF2-40B4-BE49-F238E27FC236}">
                <a16:creationId xmlns:a16="http://schemas.microsoft.com/office/drawing/2014/main" id="{50818C01-AC85-4E74-B6C9-A4967A0A45EF}"/>
              </a:ext>
            </a:extLst>
          </p:cNvPr>
          <p:cNvSpPr/>
          <p:nvPr/>
        </p:nvSpPr>
        <p:spPr>
          <a:xfrm>
            <a:off x="5430391" y="1755899"/>
            <a:ext cx="6338366" cy="1130246"/>
          </a:xfrm>
          <a:prstGeom prst="rect">
            <a:avLst/>
          </a:prstGeom>
        </p:spPr>
        <p:txBody>
          <a:bodyPr wrap="square">
            <a:spAutoFit/>
          </a:bodyPr>
          <a:lstStyle/>
          <a:p>
            <a:pPr marL="342900" indent="-342900">
              <a:lnSpc>
                <a:spcPct val="150000"/>
              </a:lnSpc>
              <a:buFont typeface="Times New Roman" panose="02020603050405020304" pitchFamily="18" charset="0"/>
              <a:buChar cha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区块标签和表格标签实现分区分块</a:t>
            </a:r>
            <a:endPar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lnSpc>
                <a:spcPct val="150000"/>
              </a:lnSpc>
              <a:buFont typeface="Times New Roman" panose="02020603050405020304" pitchFamily="18" charset="0"/>
              <a:buChar cha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对文本、图片等内容元素进行美化</a:t>
            </a:r>
            <a:endParaRPr lang="zh-CN" altLang="en-US" sz="2400" b="1" dirty="0">
              <a:effectLst>
                <a:outerShdw blurRad="38100" dist="38100" dir="2700000" algn="tl">
                  <a:srgbClr val="000000">
                    <a:alpha val="43137"/>
                  </a:srgbClr>
                </a:outerShdw>
              </a:effectLst>
            </a:endParaRPr>
          </a:p>
        </p:txBody>
      </p:sp>
      <p:sp>
        <p:nvSpPr>
          <p:cNvPr id="6" name="矩形 5">
            <a:extLst>
              <a:ext uri="{FF2B5EF4-FFF2-40B4-BE49-F238E27FC236}">
                <a16:creationId xmlns:a16="http://schemas.microsoft.com/office/drawing/2014/main" id="{EFB4A61B-1058-4112-A6CF-0FCCFD2C4035}"/>
              </a:ext>
            </a:extLst>
          </p:cNvPr>
          <p:cNvSpPr/>
          <p:nvPr/>
        </p:nvSpPr>
        <p:spPr>
          <a:xfrm>
            <a:off x="5430391" y="3490983"/>
            <a:ext cx="6080125" cy="1972912"/>
          </a:xfrm>
          <a:prstGeom prst="rect">
            <a:avLst/>
          </a:prstGeom>
        </p:spPr>
        <p:txBody>
          <a:bodyPr>
            <a:spAutoFit/>
          </a:bodyPr>
          <a:lstStyle/>
          <a:p>
            <a:pPr marL="342900" indent="-342900">
              <a:lnSpc>
                <a:spcPct val="150000"/>
              </a:lnSpc>
              <a:buFont typeface="Wingdings" panose="05000000000000000000" pitchFamily="2" charset="2"/>
              <a:buChar char="Ø"/>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主要知识点</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627063" lvl="1" indent="-342900">
              <a:lnSpc>
                <a:spcPct val="150000"/>
              </a:lnSpc>
              <a:buFont typeface="Wingdings" panose="05000000000000000000" pitchFamily="2" charset="2"/>
              <a:buChar char="ü"/>
            </a:pPr>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区块标签</a:t>
            </a:r>
            <a:endPar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627063" lvl="1" indent="-342900">
              <a:lnSpc>
                <a:spcPct val="150000"/>
              </a:lnSpc>
              <a:buFont typeface="Wingdings" panose="05000000000000000000" pitchFamily="2" charset="2"/>
              <a:buChar char="ü"/>
            </a:pPr>
            <a:r>
              <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CSS</a:t>
            </a:r>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样式基本概念</a:t>
            </a:r>
            <a:endPar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627063" lvl="1" indent="-342900">
              <a:lnSpc>
                <a:spcPct val="150000"/>
              </a:lnSpc>
              <a:buFont typeface="Wingdings" panose="05000000000000000000" pitchFamily="2" charset="2"/>
              <a:buChar char="ü"/>
            </a:pPr>
            <a:r>
              <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CSS</a:t>
            </a:r>
            <a:r>
              <a:rPr lang="zh-CN" altLang="en-US"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文本样式</a:t>
            </a:r>
            <a:endParaRPr lang="en-US" altLang="zh-CN" sz="20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87809DA6-4985-4113-A63F-88B158D2B3A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51533" y="1259766"/>
            <a:ext cx="4678858" cy="4752791"/>
          </a:xfrm>
          <a:prstGeom prst="rect">
            <a:avLst/>
          </a:prstGeom>
        </p:spPr>
      </p:pic>
    </p:spTree>
    <p:extLst>
      <p:ext uri="{BB962C8B-B14F-4D97-AF65-F5344CB8AC3E}">
        <p14:creationId xmlns:p14="http://schemas.microsoft.com/office/powerpoint/2010/main" val="395886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3-1 </a:t>
            </a:r>
            <a:r>
              <a:rPr lang="zh-CN" altLang="en-US" b="1" dirty="0">
                <a:solidFill>
                  <a:srgbClr val="C00000"/>
                </a:solidFill>
                <a:latin typeface="黑体" panose="02010609060101010101" pitchFamily="49" charset="-122"/>
                <a:ea typeface="黑体" panose="02010609060101010101" pitchFamily="49" charset="-122"/>
              </a:rPr>
              <a:t>利用区块标签进行简单布局</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区块标签</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813023"/>
            <a:ext cx="9193542" cy="1113766"/>
          </a:xfrm>
          <a:prstGeom prst="rect">
            <a:avLst/>
          </a:prstGeom>
        </p:spPr>
        <p:txBody>
          <a:bodyPr wrap="none">
            <a:spAutoFit/>
          </a:bodyPr>
          <a:lstStyle/>
          <a:p>
            <a:pPr marL="342900" indent="-342900">
              <a:lnSpc>
                <a:spcPct val="150000"/>
              </a:lnSpc>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将一个页面分解成若干区域，每个区域还可以进一步划分成子域</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将页面划分为不通区域的元素称为</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区块元素</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，或称为容器</a:t>
            </a:r>
            <a:endPar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2378383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3-1 </a:t>
            </a:r>
            <a:r>
              <a:rPr lang="zh-CN" altLang="en-US" b="1" dirty="0">
                <a:solidFill>
                  <a:srgbClr val="C00000"/>
                </a:solidFill>
                <a:latin typeface="黑体" panose="02010609060101010101" pitchFamily="49" charset="-122"/>
                <a:ea typeface="黑体" panose="02010609060101010101" pitchFamily="49" charset="-122"/>
              </a:rPr>
              <a:t>利用区块标签进行简单布局</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区块标签</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813023"/>
            <a:ext cx="8666248"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&lt;div&gt;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块级元素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本身不包含额外样式</a:t>
            </a:r>
          </a:p>
        </p:txBody>
      </p:sp>
      <p:sp>
        <p:nvSpPr>
          <p:cNvPr id="5" name="矩形 4">
            <a:extLst>
              <a:ext uri="{FF2B5EF4-FFF2-40B4-BE49-F238E27FC236}">
                <a16:creationId xmlns:a16="http://schemas.microsoft.com/office/drawing/2014/main" id="{06906AC9-8BA4-408A-B726-271179BEAE78}"/>
              </a:ext>
            </a:extLst>
          </p:cNvPr>
          <p:cNvSpPr/>
          <p:nvPr/>
        </p:nvSpPr>
        <p:spPr>
          <a:xfrm>
            <a:off x="6080125" y="1813023"/>
            <a:ext cx="5472608"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&lt;span&gt;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内联元素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本身不包含额外样式</a:t>
            </a:r>
          </a:p>
        </p:txBody>
      </p:sp>
      <p:pic>
        <p:nvPicPr>
          <p:cNvPr id="4" name="图片 3">
            <a:extLst>
              <a:ext uri="{FF2B5EF4-FFF2-40B4-BE49-F238E27FC236}">
                <a16:creationId xmlns:a16="http://schemas.microsoft.com/office/drawing/2014/main" id="{55D179AE-3E4F-428F-A7DF-EF65D15DC251}"/>
              </a:ext>
            </a:extLst>
          </p:cNvPr>
          <p:cNvPicPr>
            <a:picLocks noChangeAspect="1"/>
          </p:cNvPicPr>
          <p:nvPr/>
        </p:nvPicPr>
        <p:blipFill>
          <a:blip r:embed="rId2"/>
          <a:stretch>
            <a:fillRect/>
          </a:stretch>
        </p:blipFill>
        <p:spPr>
          <a:xfrm>
            <a:off x="1759645" y="3780309"/>
            <a:ext cx="1421656" cy="2358143"/>
          </a:xfrm>
          <a:prstGeom prst="rect">
            <a:avLst/>
          </a:prstGeom>
        </p:spPr>
      </p:pic>
      <p:pic>
        <p:nvPicPr>
          <p:cNvPr id="6" name="图片 5">
            <a:extLst>
              <a:ext uri="{FF2B5EF4-FFF2-40B4-BE49-F238E27FC236}">
                <a16:creationId xmlns:a16="http://schemas.microsoft.com/office/drawing/2014/main" id="{6F4181DF-97F6-48A6-807F-D2246E745793}"/>
              </a:ext>
            </a:extLst>
          </p:cNvPr>
          <p:cNvPicPr>
            <a:picLocks noChangeAspect="1"/>
          </p:cNvPicPr>
          <p:nvPr/>
        </p:nvPicPr>
        <p:blipFill>
          <a:blip r:embed="rId3"/>
          <a:stretch>
            <a:fillRect/>
          </a:stretch>
        </p:blipFill>
        <p:spPr>
          <a:xfrm>
            <a:off x="6080125" y="4572397"/>
            <a:ext cx="3774545" cy="777589"/>
          </a:xfrm>
          <a:prstGeom prst="rect">
            <a:avLst/>
          </a:prstGeom>
        </p:spPr>
      </p:pic>
      <p:sp>
        <p:nvSpPr>
          <p:cNvPr id="7" name="矩形 6">
            <a:extLst>
              <a:ext uri="{FF2B5EF4-FFF2-40B4-BE49-F238E27FC236}">
                <a16:creationId xmlns:a16="http://schemas.microsoft.com/office/drawing/2014/main" id="{8231C153-0F32-4D8F-B16F-4DF50D40ED99}"/>
              </a:ext>
            </a:extLst>
          </p:cNvPr>
          <p:cNvSpPr/>
          <p:nvPr/>
        </p:nvSpPr>
        <p:spPr>
          <a:xfrm>
            <a:off x="2145704" y="6253308"/>
            <a:ext cx="854721" cy="369332"/>
          </a:xfrm>
          <a:prstGeom prst="rect">
            <a:avLst/>
          </a:prstGeom>
        </p:spPr>
        <p:txBody>
          <a:bodyPr wrap="none">
            <a:spAutoFit/>
          </a:bodyPr>
          <a:lstStyle/>
          <a:p>
            <a:r>
              <a:rPr lang="zh-CN" altLang="en-US" b="1" dirty="0">
                <a:solidFill>
                  <a:srgbClr val="0000FF"/>
                </a:solidFill>
              </a:rPr>
              <a:t>例</a:t>
            </a:r>
            <a:r>
              <a:rPr lang="en-US" altLang="zh-CN" b="1" dirty="0">
                <a:solidFill>
                  <a:srgbClr val="0000FF"/>
                </a:solidFill>
              </a:rPr>
              <a:t>3-1</a:t>
            </a:r>
            <a:endParaRPr lang="zh-CN" altLang="en-US" dirty="0"/>
          </a:p>
        </p:txBody>
      </p:sp>
      <p:sp>
        <p:nvSpPr>
          <p:cNvPr id="9" name="矩形 8">
            <a:extLst>
              <a:ext uri="{FF2B5EF4-FFF2-40B4-BE49-F238E27FC236}">
                <a16:creationId xmlns:a16="http://schemas.microsoft.com/office/drawing/2014/main" id="{C2F70A36-A00A-4892-9547-EC44B51C5701}"/>
              </a:ext>
            </a:extLst>
          </p:cNvPr>
          <p:cNvSpPr/>
          <p:nvPr/>
        </p:nvSpPr>
        <p:spPr>
          <a:xfrm>
            <a:off x="7540036" y="5609086"/>
            <a:ext cx="854721" cy="369332"/>
          </a:xfrm>
          <a:prstGeom prst="rect">
            <a:avLst/>
          </a:prstGeom>
        </p:spPr>
        <p:txBody>
          <a:bodyPr wrap="none">
            <a:spAutoFit/>
          </a:bodyPr>
          <a:lstStyle/>
          <a:p>
            <a:r>
              <a:rPr lang="zh-CN" altLang="en-US" b="1" dirty="0">
                <a:solidFill>
                  <a:srgbClr val="0000FF"/>
                </a:solidFill>
              </a:rPr>
              <a:t>例</a:t>
            </a:r>
            <a:r>
              <a:rPr lang="en-US" altLang="zh-CN" b="1" dirty="0">
                <a:solidFill>
                  <a:srgbClr val="0000FF"/>
                </a:solidFill>
              </a:rPr>
              <a:t>3-2</a:t>
            </a:r>
            <a:endParaRPr lang="zh-CN" altLang="en-US" dirty="0"/>
          </a:p>
        </p:txBody>
      </p:sp>
    </p:spTree>
    <p:extLst>
      <p:ext uri="{BB962C8B-B14F-4D97-AF65-F5344CB8AC3E}">
        <p14:creationId xmlns:p14="http://schemas.microsoft.com/office/powerpoint/2010/main" val="2108175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3-1 </a:t>
            </a:r>
            <a:r>
              <a:rPr lang="zh-CN" altLang="en-US" b="1" dirty="0">
                <a:solidFill>
                  <a:srgbClr val="C00000"/>
                </a:solidFill>
                <a:latin typeface="黑体" panose="02010609060101010101" pitchFamily="49" charset="-122"/>
                <a:ea typeface="黑体" panose="02010609060101010101" pitchFamily="49" charset="-122"/>
              </a:rPr>
              <a:t>利用区块标签进行简单布局</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HTML5</a:t>
            </a:r>
            <a:r>
              <a:rPr lang="zh-CN" altLang="en-US" sz="2800" b="1" dirty="0">
                <a:solidFill>
                  <a:srgbClr val="0000FF"/>
                </a:solidFill>
              </a:rPr>
              <a:t>新增分区分块标签</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98253" y="1813023"/>
            <a:ext cx="8666248" cy="2775760"/>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&lt;header&gt;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&lt;nav&gt;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&lt;section&gt;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&lt;article&gt;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&lt;footer&gt;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a:t>
            </a:r>
          </a:p>
        </p:txBody>
      </p:sp>
    </p:spTree>
    <p:extLst>
      <p:ext uri="{BB962C8B-B14F-4D97-AF65-F5344CB8AC3E}">
        <p14:creationId xmlns:p14="http://schemas.microsoft.com/office/powerpoint/2010/main" val="1220350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样式规则</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67706" y="1700329"/>
            <a:ext cx="8666248"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样式由若干条规则组成</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每一条规则用于描述一类元素的样式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一条</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规则由一个选择器和一个声明块构成</a:t>
            </a:r>
          </a:p>
        </p:txBody>
      </p:sp>
      <p:pic>
        <p:nvPicPr>
          <p:cNvPr id="25" name="图片 24">
            <a:extLst>
              <a:ext uri="{FF2B5EF4-FFF2-40B4-BE49-F238E27FC236}">
                <a16:creationId xmlns:a16="http://schemas.microsoft.com/office/drawing/2014/main" id="{2BA9FEA6-3245-4B38-8727-69EA7DE0B4CB}"/>
              </a:ext>
            </a:extLst>
          </p:cNvPr>
          <p:cNvPicPr>
            <a:picLocks noChangeAspect="1"/>
          </p:cNvPicPr>
          <p:nvPr/>
        </p:nvPicPr>
        <p:blipFill>
          <a:blip r:embed="rId2"/>
          <a:stretch>
            <a:fillRect/>
          </a:stretch>
        </p:blipFill>
        <p:spPr>
          <a:xfrm>
            <a:off x="2119685" y="3780309"/>
            <a:ext cx="8960263" cy="1684902"/>
          </a:xfrm>
          <a:prstGeom prst="rect">
            <a:avLst/>
          </a:prstGeom>
        </p:spPr>
      </p:pic>
    </p:spTree>
    <p:extLst>
      <p:ext uri="{BB962C8B-B14F-4D97-AF65-F5344CB8AC3E}">
        <p14:creationId xmlns:p14="http://schemas.microsoft.com/office/powerpoint/2010/main" val="312188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样式规则</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786008" y="1752505"/>
            <a:ext cx="8666248"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选择器是一种模式匹配规则，用于匹配文档树中的元素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声明块定义了被匹配上的元素的样式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一系列规则组成一张</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样式表</a:t>
            </a:r>
          </a:p>
        </p:txBody>
      </p:sp>
      <p:pic>
        <p:nvPicPr>
          <p:cNvPr id="25" name="图片 24">
            <a:extLst>
              <a:ext uri="{FF2B5EF4-FFF2-40B4-BE49-F238E27FC236}">
                <a16:creationId xmlns:a16="http://schemas.microsoft.com/office/drawing/2014/main" id="{2BA9FEA6-3245-4B38-8727-69EA7DE0B4CB}"/>
              </a:ext>
            </a:extLst>
          </p:cNvPr>
          <p:cNvPicPr>
            <a:picLocks noChangeAspect="1"/>
          </p:cNvPicPr>
          <p:nvPr/>
        </p:nvPicPr>
        <p:blipFill>
          <a:blip r:embed="rId2"/>
          <a:stretch>
            <a:fillRect/>
          </a:stretch>
        </p:blipFill>
        <p:spPr>
          <a:xfrm>
            <a:off x="1903661" y="3675863"/>
            <a:ext cx="8960263" cy="1684902"/>
          </a:xfrm>
          <a:prstGeom prst="rect">
            <a:avLst/>
          </a:prstGeom>
        </p:spPr>
      </p:pic>
      <p:sp>
        <p:nvSpPr>
          <p:cNvPr id="6" name="矩形 5">
            <a:extLst>
              <a:ext uri="{FF2B5EF4-FFF2-40B4-BE49-F238E27FC236}">
                <a16:creationId xmlns:a16="http://schemas.microsoft.com/office/drawing/2014/main" id="{0EED4570-1721-4DE6-A06C-204744149620}"/>
              </a:ext>
            </a:extLst>
          </p:cNvPr>
          <p:cNvSpPr/>
          <p:nvPr/>
        </p:nvSpPr>
        <p:spPr>
          <a:xfrm>
            <a:off x="806526" y="5616360"/>
            <a:ext cx="8828348"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选择器由一个或多个</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简单选择器序列</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构成</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多个选择器序列间需通过组合器实现复合</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spTree>
    <p:extLst>
      <p:ext uri="{BB962C8B-B14F-4D97-AF65-F5344CB8AC3E}">
        <p14:creationId xmlns:p14="http://schemas.microsoft.com/office/powerpoint/2010/main" val="2767152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55390"/>
            <a:ext cx="10491830" cy="2221762"/>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简单选择器，也称为基本选择器，是构成选择器的最基本单位</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CSS3</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定义的</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6</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种简单选择器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元素类型选择器、</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ID</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选择器、类选择器</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伪类选择器、属性选择器、通配符选择器</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4" name="矩形 3">
            <a:extLst>
              <a:ext uri="{FF2B5EF4-FFF2-40B4-BE49-F238E27FC236}">
                <a16:creationId xmlns:a16="http://schemas.microsoft.com/office/drawing/2014/main" id="{C2B22A09-BFA4-4C7E-A1C3-5E2018CBA24E}"/>
              </a:ext>
            </a:extLst>
          </p:cNvPr>
          <p:cNvSpPr/>
          <p:nvPr/>
        </p:nvSpPr>
        <p:spPr>
          <a:xfrm>
            <a:off x="7088237" y="5670647"/>
            <a:ext cx="4680520" cy="7078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just">
              <a:spcAft>
                <a:spcPts val="0"/>
              </a:spcAft>
            </a:pPr>
            <a:r>
              <a:rPr lang="zh-CN" altLang="zh-CN" sz="2000" kern="100" dirty="0">
                <a:latin typeface="Calibri" panose="020F0502020204030204" pitchFamily="34" charset="0"/>
                <a:cs typeface="Times New Roman" panose="02020603050405020304" pitchFamily="18" charset="0"/>
              </a:rPr>
              <a:t>注意：</a:t>
            </a:r>
          </a:p>
          <a:p>
            <a:r>
              <a:rPr lang="en-US" altLang="zh-CN" sz="2000" dirty="0">
                <a:latin typeface="Calibri" panose="020F0502020204030204" pitchFamily="34" charset="0"/>
                <a:cs typeface="Times New Roman" panose="02020603050405020304" pitchFamily="18" charset="0"/>
              </a:rPr>
              <a:t>CSS2</a:t>
            </a:r>
            <a:r>
              <a:rPr lang="zh-CN" altLang="zh-CN" sz="2000" dirty="0">
                <a:latin typeface="Calibri" panose="020F0502020204030204" pitchFamily="34" charset="0"/>
                <a:cs typeface="Times New Roman" panose="02020603050405020304" pitchFamily="18" charset="0"/>
              </a:rPr>
              <a:t>和</a:t>
            </a:r>
            <a:r>
              <a:rPr lang="en-US" altLang="zh-CN" sz="2000" dirty="0">
                <a:latin typeface="Calibri" panose="020F0502020204030204" pitchFamily="34" charset="0"/>
                <a:cs typeface="Times New Roman" panose="02020603050405020304" pitchFamily="18" charset="0"/>
              </a:rPr>
              <a:t>CSS3</a:t>
            </a:r>
            <a:r>
              <a:rPr lang="zh-CN" altLang="zh-CN" sz="2000" dirty="0">
                <a:latin typeface="Calibri" panose="020F0502020204030204" pitchFamily="34" charset="0"/>
                <a:cs typeface="Times New Roman" panose="02020603050405020304" pitchFamily="18" charset="0"/>
              </a:rPr>
              <a:t>对简单选择器的定义不相同</a:t>
            </a:r>
            <a:endParaRPr lang="zh-CN" altLang="en-US" sz="2000" dirty="0"/>
          </a:p>
        </p:txBody>
      </p:sp>
    </p:spTree>
    <p:extLst>
      <p:ext uri="{BB962C8B-B14F-4D97-AF65-F5344CB8AC3E}">
        <p14:creationId xmlns:p14="http://schemas.microsoft.com/office/powerpoint/2010/main" val="148662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元素类型选择器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选择器名称采用</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HTML</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标签名</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E0ACD17E-F159-4363-BAA9-B00BC5D29D2F}"/>
              </a:ext>
            </a:extLst>
          </p:cNvPr>
          <p:cNvGraphicFramePr>
            <a:graphicFrameLocks noGrp="1"/>
          </p:cNvGraphicFramePr>
          <p:nvPr>
            <p:extLst>
              <p:ext uri="{D42A27DB-BD31-4B8C-83A1-F6EECF244321}">
                <p14:modId xmlns:p14="http://schemas.microsoft.com/office/powerpoint/2010/main" val="808012323"/>
              </p:ext>
            </p:extLst>
          </p:nvPr>
        </p:nvGraphicFramePr>
        <p:xfrm>
          <a:off x="971367" y="2749812"/>
          <a:ext cx="8637149" cy="51816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8637149">
                  <a:extLst>
                    <a:ext uri="{9D8B030D-6E8A-4147-A177-3AD203B41FA5}">
                      <a16:colId xmlns:a16="http://schemas.microsoft.com/office/drawing/2014/main" val="4020043646"/>
                    </a:ext>
                  </a:extLst>
                </a:gridCol>
              </a:tblGrid>
              <a:tr h="309290">
                <a:tc>
                  <a:txBody>
                    <a:bodyPr/>
                    <a:lstStyle/>
                    <a:p>
                      <a:pPr algn="l"/>
                      <a:r>
                        <a:rPr kumimoji="1" lang="en-US" altLang="zh-CN" sz="2800" b="1" kern="1200" dirty="0">
                          <a:solidFill>
                            <a:schemeClr val="accent6"/>
                          </a:solidFill>
                          <a:latin typeface="Times New Roman" pitchFamily="18" charset="0"/>
                          <a:ea typeface="宋体" pitchFamily="2" charset="-122"/>
                          <a:cs typeface="+mn-cs"/>
                        </a:rPr>
                        <a:t>h1</a:t>
                      </a:r>
                      <a:r>
                        <a:rPr kumimoji="1" lang="en-US" altLang="zh-CN" sz="2000" b="1" kern="1200" dirty="0">
                          <a:solidFill>
                            <a:schemeClr val="tx1"/>
                          </a:solidFill>
                          <a:latin typeface="Times New Roman" pitchFamily="18" charset="0"/>
                          <a:ea typeface="宋体" pitchFamily="2" charset="-122"/>
                          <a:cs typeface="+mn-cs"/>
                        </a:rPr>
                        <a:t>   {</a:t>
                      </a:r>
                      <a:r>
                        <a:rPr kumimoji="1" lang="en-US" altLang="zh-CN" sz="2000" b="1" kern="1200" dirty="0" err="1">
                          <a:solidFill>
                            <a:schemeClr val="tx1"/>
                          </a:solidFill>
                          <a:latin typeface="Times New Roman" pitchFamily="18" charset="0"/>
                          <a:ea typeface="宋体" pitchFamily="2" charset="-122"/>
                          <a:cs typeface="+mn-cs"/>
                        </a:rPr>
                        <a:t>background-color:gray</a:t>
                      </a:r>
                      <a:r>
                        <a:rPr kumimoji="1" lang="en-US" altLang="zh-CN" sz="2000" b="1" kern="1200" dirty="0">
                          <a:solidFill>
                            <a:schemeClr val="tx1"/>
                          </a:solidFill>
                          <a:latin typeface="Times New Roman" pitchFamily="18" charset="0"/>
                          <a:ea typeface="宋体" pitchFamily="2" charset="-122"/>
                          <a:cs typeface="+mn-cs"/>
                        </a:rPr>
                        <a:t>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10" name="矩形 9">
            <a:extLst>
              <a:ext uri="{FF2B5EF4-FFF2-40B4-BE49-F238E27FC236}">
                <a16:creationId xmlns:a16="http://schemas.microsoft.com/office/drawing/2014/main" id="{29E09456-5022-4CE5-992E-9845A37E41DC}"/>
              </a:ext>
            </a:extLst>
          </p:cNvPr>
          <p:cNvSpPr/>
          <p:nvPr/>
        </p:nvSpPr>
        <p:spPr>
          <a:xfrm>
            <a:off x="834210" y="3368235"/>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ID</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选择器名称以“</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#ID”</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的方式描述</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11" name="表格 10">
            <a:extLst>
              <a:ext uri="{FF2B5EF4-FFF2-40B4-BE49-F238E27FC236}">
                <a16:creationId xmlns:a16="http://schemas.microsoft.com/office/drawing/2014/main" id="{0C9E49F4-D3FF-4673-AF83-8669B434003D}"/>
              </a:ext>
            </a:extLst>
          </p:cNvPr>
          <p:cNvGraphicFramePr>
            <a:graphicFrameLocks noGrp="1"/>
          </p:cNvGraphicFramePr>
          <p:nvPr>
            <p:extLst>
              <p:ext uri="{D42A27DB-BD31-4B8C-83A1-F6EECF244321}">
                <p14:modId xmlns:p14="http://schemas.microsoft.com/office/powerpoint/2010/main" val="2714436183"/>
              </p:ext>
            </p:extLst>
          </p:nvPr>
        </p:nvGraphicFramePr>
        <p:xfrm>
          <a:off x="962673" y="4500389"/>
          <a:ext cx="8637149" cy="530438"/>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8637149">
                  <a:extLst>
                    <a:ext uri="{9D8B030D-6E8A-4147-A177-3AD203B41FA5}">
                      <a16:colId xmlns:a16="http://schemas.microsoft.com/office/drawing/2014/main" val="4020043646"/>
                    </a:ext>
                  </a:extLst>
                </a:gridCol>
              </a:tblGrid>
              <a:tr h="530438">
                <a:tc>
                  <a:txBody>
                    <a:bodyPr/>
                    <a:lstStyle/>
                    <a:p>
                      <a:pPr algn="l"/>
                      <a:r>
                        <a:rPr kumimoji="1" lang="en-US" altLang="zh-CN" sz="2800" b="1" kern="1200" dirty="0">
                          <a:solidFill>
                            <a:schemeClr val="accent6"/>
                          </a:solidFill>
                          <a:latin typeface="Times New Roman" pitchFamily="18" charset="0"/>
                          <a:ea typeface="宋体" pitchFamily="2" charset="-122"/>
                          <a:cs typeface="+mn-cs"/>
                        </a:rPr>
                        <a:t>#title  </a:t>
                      </a:r>
                      <a:r>
                        <a:rPr kumimoji="1" lang="en-US" altLang="zh-CN" sz="2000" b="1" kern="1200" dirty="0">
                          <a:solidFill>
                            <a:schemeClr val="tx1"/>
                          </a:solidFill>
                          <a:latin typeface="Times New Roman" pitchFamily="18" charset="0"/>
                          <a:ea typeface="宋体" pitchFamily="2" charset="-122"/>
                          <a:cs typeface="+mn-cs"/>
                        </a:rPr>
                        <a:t>{ font-size: 30px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12" name="矩形 11">
            <a:extLst>
              <a:ext uri="{FF2B5EF4-FFF2-40B4-BE49-F238E27FC236}">
                <a16:creationId xmlns:a16="http://schemas.microsoft.com/office/drawing/2014/main" id="{588009C2-6D1F-4CEA-812C-98E3BF9EBA8D}"/>
              </a:ext>
            </a:extLst>
          </p:cNvPr>
          <p:cNvSpPr/>
          <p:nvPr/>
        </p:nvSpPr>
        <p:spPr>
          <a:xfrm>
            <a:off x="834210" y="4967261"/>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类选择器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选择器名称以“</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类名</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的方式描述</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90AD93E9-6C79-43EB-A357-6655DA636C22}"/>
              </a:ext>
            </a:extLst>
          </p:cNvPr>
          <p:cNvGraphicFramePr>
            <a:graphicFrameLocks noGrp="1"/>
          </p:cNvGraphicFramePr>
          <p:nvPr>
            <p:extLst>
              <p:ext uri="{D42A27DB-BD31-4B8C-83A1-F6EECF244321}">
                <p14:modId xmlns:p14="http://schemas.microsoft.com/office/powerpoint/2010/main" val="1604459976"/>
              </p:ext>
            </p:extLst>
          </p:nvPr>
        </p:nvGraphicFramePr>
        <p:xfrm>
          <a:off x="962673" y="6169012"/>
          <a:ext cx="8637149" cy="530438"/>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8637149">
                  <a:extLst>
                    <a:ext uri="{9D8B030D-6E8A-4147-A177-3AD203B41FA5}">
                      <a16:colId xmlns:a16="http://schemas.microsoft.com/office/drawing/2014/main" val="4020043646"/>
                    </a:ext>
                  </a:extLst>
                </a:gridCol>
              </a:tblGrid>
              <a:tr h="530438">
                <a:tc>
                  <a:txBody>
                    <a:bodyPr/>
                    <a:lstStyle/>
                    <a:p>
                      <a:pPr algn="l"/>
                      <a:r>
                        <a:rPr kumimoji="1" lang="en-US" altLang="zh-CN" sz="2800" b="1" kern="1200" dirty="0">
                          <a:solidFill>
                            <a:schemeClr val="accent6"/>
                          </a:solidFill>
                          <a:latin typeface="Times New Roman" pitchFamily="18" charset="0"/>
                          <a:ea typeface="宋体" pitchFamily="2" charset="-122"/>
                          <a:cs typeface="+mn-cs"/>
                        </a:rPr>
                        <a:t>.box  </a:t>
                      </a:r>
                      <a:r>
                        <a:rPr kumimoji="1" lang="en-US" altLang="zh-CN" sz="2000" b="1" kern="1200" dirty="0">
                          <a:solidFill>
                            <a:schemeClr val="tx1"/>
                          </a:solidFill>
                          <a:latin typeface="Times New Roman" pitchFamily="18" charset="0"/>
                          <a:ea typeface="宋体" pitchFamily="2" charset="-122"/>
                          <a:cs typeface="+mn-cs"/>
                        </a:rPr>
                        <a:t>{ font-style: italic;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3175297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2221762"/>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伪类选择器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专门用于匹配元素的特殊状态</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动态伪类、结构伪类、否定伪类、目标伪类、</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UI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元素声明伪类和语言伪类</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伪类使用“：伪类名”的语法格式书写</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12" name="圆角矩形标注 2">
            <a:extLst>
              <a:ext uri="{FF2B5EF4-FFF2-40B4-BE49-F238E27FC236}">
                <a16:creationId xmlns:a16="http://schemas.microsoft.com/office/drawing/2014/main" id="{E55EA4A1-1E96-42FA-88B6-BE637CC1F285}"/>
              </a:ext>
            </a:extLst>
          </p:cNvPr>
          <p:cNvSpPr/>
          <p:nvPr/>
        </p:nvSpPr>
        <p:spPr>
          <a:xfrm>
            <a:off x="6080125" y="1575984"/>
            <a:ext cx="5184576" cy="967525"/>
          </a:xfrm>
          <a:prstGeom prst="wedgeRoundRectCallout">
            <a:avLst>
              <a:gd name="adj1" fmla="val -65618"/>
              <a:gd name="adj2" fmla="val 44933"/>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000" b="1" dirty="0">
                <a:solidFill>
                  <a:srgbClr val="0000FF"/>
                </a:solidFill>
              </a:rPr>
              <a:t>例如项目</a:t>
            </a:r>
            <a:r>
              <a:rPr lang="en-US" altLang="zh-CN" sz="2000" b="1" dirty="0">
                <a:solidFill>
                  <a:srgbClr val="0000FF"/>
                </a:solidFill>
              </a:rPr>
              <a:t>2</a:t>
            </a:r>
            <a:r>
              <a:rPr lang="zh-CN" altLang="en-US" sz="2000" b="1" dirty="0">
                <a:solidFill>
                  <a:srgbClr val="0000FF"/>
                </a:solidFill>
              </a:rPr>
              <a:t>中介绍的超链接有已访问、未访问等四种状态</a:t>
            </a:r>
          </a:p>
        </p:txBody>
      </p:sp>
    </p:spTree>
    <p:extLst>
      <p:ext uri="{BB962C8B-B14F-4D97-AF65-F5344CB8AC3E}">
        <p14:creationId xmlns:p14="http://schemas.microsoft.com/office/powerpoint/2010/main" val="297517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55976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伪类选择器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24CE59B7-6CD6-4030-8D9B-E8F252C7A06C}"/>
              </a:ext>
            </a:extLst>
          </p:cNvPr>
          <p:cNvGraphicFramePr>
            <a:graphicFrameLocks noGrp="1"/>
          </p:cNvGraphicFramePr>
          <p:nvPr>
            <p:extLst>
              <p:ext uri="{D42A27DB-BD31-4B8C-83A1-F6EECF244321}">
                <p14:modId xmlns:p14="http://schemas.microsoft.com/office/powerpoint/2010/main" val="3243833417"/>
              </p:ext>
            </p:extLst>
          </p:nvPr>
        </p:nvGraphicFramePr>
        <p:xfrm>
          <a:off x="752475" y="2535713"/>
          <a:ext cx="10641013" cy="3764876"/>
        </p:xfrm>
        <a:graphic>
          <a:graphicData uri="http://schemas.openxmlformats.org/drawingml/2006/table">
            <a:tbl>
              <a:tblPr firstRow="1" firstCol="1" bandRow="1"/>
              <a:tblGrid>
                <a:gridCol w="1894100">
                  <a:extLst>
                    <a:ext uri="{9D8B030D-6E8A-4147-A177-3AD203B41FA5}">
                      <a16:colId xmlns:a16="http://schemas.microsoft.com/office/drawing/2014/main" val="3667847679"/>
                    </a:ext>
                  </a:extLst>
                </a:gridCol>
                <a:gridCol w="5190686">
                  <a:extLst>
                    <a:ext uri="{9D8B030D-6E8A-4147-A177-3AD203B41FA5}">
                      <a16:colId xmlns:a16="http://schemas.microsoft.com/office/drawing/2014/main" val="2539125062"/>
                    </a:ext>
                  </a:extLst>
                </a:gridCol>
                <a:gridCol w="2183536">
                  <a:extLst>
                    <a:ext uri="{9D8B030D-6E8A-4147-A177-3AD203B41FA5}">
                      <a16:colId xmlns:a16="http://schemas.microsoft.com/office/drawing/2014/main" val="3895504159"/>
                    </a:ext>
                  </a:extLst>
                </a:gridCol>
                <a:gridCol w="1372691">
                  <a:extLst>
                    <a:ext uri="{9D8B030D-6E8A-4147-A177-3AD203B41FA5}">
                      <a16:colId xmlns:a16="http://schemas.microsoft.com/office/drawing/2014/main" val="144946180"/>
                    </a:ext>
                  </a:extLst>
                </a:gridCol>
              </a:tblGrid>
              <a:tr h="292418">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伪类</a:t>
                      </a:r>
                      <a:r>
                        <a:rPr lang="en-US" sz="1800" b="1" kern="0">
                          <a:effectLst/>
                          <a:latin typeface="Calibri" panose="020F0502020204030204" pitchFamily="34" charset="0"/>
                          <a:ea typeface="宋体" panose="02010600030101010101" pitchFamily="2" charset="-122"/>
                          <a:cs typeface="Times New Roman" panose="02020603050405020304" pitchFamily="18" charset="0"/>
                        </a:rPr>
                        <a:t>/</a:t>
                      </a:r>
                      <a:r>
                        <a:rPr lang="zh-CN" sz="1800" b="1" kern="0">
                          <a:effectLst/>
                          <a:latin typeface="Calibri" panose="020F0502020204030204" pitchFamily="34" charset="0"/>
                          <a:ea typeface="宋体" panose="02010600030101010101" pitchFamily="2" charset="-122"/>
                          <a:cs typeface="Times New Roman" panose="02020603050405020304" pitchFamily="18" charset="0"/>
                        </a:rPr>
                        <a:t>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样例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类别</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10684974"/>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:link</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匹配未访问的链接</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a:link</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5">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动态伪类</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6752296"/>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:hover</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匹配鼠标悬停在其上的元素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a:hover</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638743661"/>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:visited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匹配已访问的链接</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a:visited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1189499894"/>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:active</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匹配激活（处于选中状态）的链接</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a:active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1522149214"/>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:focus</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匹配获得焦点的表单元素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input:focus</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2088010155"/>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:first-child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匹配父元素的首个子元素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div:first-child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结构伪类</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1140832"/>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:last-child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匹配父元素的最后一个子元素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div:last-child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61529039"/>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:checked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匹配被选中的</a:t>
                      </a:r>
                      <a:r>
                        <a:rPr lang="en-US" sz="1800" kern="0" dirty="0">
                          <a:effectLst/>
                          <a:latin typeface="Calibri" panose="020F0502020204030204" pitchFamily="34" charset="0"/>
                          <a:ea typeface="宋体" panose="02010600030101010101" pitchFamily="2" charset="-122"/>
                          <a:cs typeface="Times New Roman" panose="02020603050405020304" pitchFamily="18" charset="0"/>
                        </a:rPr>
                        <a:t>radio</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或</a:t>
                      </a:r>
                      <a:r>
                        <a:rPr lang="en-US" sz="1800" kern="0" dirty="0">
                          <a:effectLst/>
                          <a:latin typeface="Calibri" panose="020F0502020204030204" pitchFamily="34" charset="0"/>
                          <a:ea typeface="宋体" panose="02010600030101010101" pitchFamily="2" charset="-122"/>
                          <a:cs typeface="Times New Roman" panose="02020603050405020304" pitchFamily="18" charset="0"/>
                        </a:rPr>
                        <a:t>checkbox</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类</a:t>
                      </a:r>
                      <a:r>
                        <a:rPr lang="zh-CN" altLang="en-US" sz="1800" kern="0" dirty="0">
                          <a:effectLst/>
                          <a:latin typeface="Calibri" panose="020F0502020204030204" pitchFamily="34" charset="0"/>
                          <a:ea typeface="宋体" panose="02010600030101010101" pitchFamily="2" charset="-122"/>
                          <a:cs typeface="Times New Roman" panose="02020603050405020304" pitchFamily="18" charset="0"/>
                        </a:rPr>
                        <a:t>的</a:t>
                      </a:r>
                      <a:r>
                        <a:rPr lang="en-US" sz="1800" kern="0" dirty="0">
                          <a:effectLst/>
                          <a:latin typeface="Calibri" panose="020F0502020204030204" pitchFamily="34" charset="0"/>
                          <a:ea typeface="宋体" panose="02010600030101010101" pitchFamily="2" charset="-122"/>
                          <a:cs typeface="Times New Roman" panose="02020603050405020304" pitchFamily="18" charset="0"/>
                        </a:rPr>
                        <a:t>&lt;input&gt;</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元素</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input:checked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UI</a:t>
                      </a:r>
                      <a:r>
                        <a:rPr lang="zh-CN" sz="1800" kern="0">
                          <a:effectLst/>
                          <a:latin typeface="Calibri" panose="020F0502020204030204" pitchFamily="34" charset="0"/>
                          <a:ea typeface="宋体" panose="02010600030101010101" pitchFamily="2" charset="-122"/>
                          <a:cs typeface="Times New Roman" panose="02020603050405020304" pitchFamily="18" charset="0"/>
                        </a:rPr>
                        <a:t>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声明伪类</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7616929"/>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:disabled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匹配禁用的表单元素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input:disabled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1726250100"/>
                  </a:ext>
                </a:extLst>
              </a:tr>
              <a:tr h="31567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:enabled</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匹配启用的表单元素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input:enabled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extLst>
                  <a:ext uri="{0D108BD9-81ED-4DB2-BD59-A6C34878D82A}">
                    <a16:rowId xmlns:a16="http://schemas.microsoft.com/office/drawing/2014/main" val="295160636"/>
                  </a:ext>
                </a:extLst>
              </a:tr>
              <a:tr h="315678">
                <a:tc>
                  <a:txBody>
                    <a:bodyPr/>
                    <a:lstStyle/>
                    <a:p>
                      <a:pPr algn="just">
                        <a:spcAft>
                          <a:spcPts val="0"/>
                        </a:spcAft>
                      </a:pPr>
                      <a:r>
                        <a:rPr lang="en-US" sz="1800" b="1" kern="0" dirty="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:not(selector)</a:t>
                      </a:r>
                      <a:endParaRPr lang="zh-CN" sz="1800" b="1"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匹配非括号内的选择器所匹配的元素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:not(div)</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否定伪类</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8228205"/>
                  </a:ext>
                </a:extLst>
              </a:tr>
            </a:tbl>
          </a:graphicData>
        </a:graphic>
      </p:graphicFrame>
    </p:spTree>
    <p:extLst>
      <p:ext uri="{BB962C8B-B14F-4D97-AF65-F5344CB8AC3E}">
        <p14:creationId xmlns:p14="http://schemas.microsoft.com/office/powerpoint/2010/main" val="157009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伪类选择器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5" name="矩形 4">
            <a:extLst>
              <a:ext uri="{FF2B5EF4-FFF2-40B4-BE49-F238E27FC236}">
                <a16:creationId xmlns:a16="http://schemas.microsoft.com/office/drawing/2014/main" id="{7787200D-7EC0-49F8-ACC0-5A270B2D66CC}"/>
              </a:ext>
            </a:extLst>
          </p:cNvPr>
          <p:cNvSpPr/>
          <p:nvPr/>
        </p:nvSpPr>
        <p:spPr>
          <a:xfrm>
            <a:off x="895549" y="2455791"/>
            <a:ext cx="723275" cy="369332"/>
          </a:xfrm>
          <a:prstGeom prst="rect">
            <a:avLst/>
          </a:prstGeom>
        </p:spPr>
        <p:txBody>
          <a:bodyPr wrap="none">
            <a:spAutoFit/>
          </a:bodyPr>
          <a:lstStyle/>
          <a:p>
            <a:r>
              <a:rPr lang="zh-CN" altLang="zh-CN" b="1" dirty="0">
                <a:solidFill>
                  <a:srgbClr val="0000FF"/>
                </a:solidFill>
                <a:latin typeface="Times New Roman" panose="02020603050405020304" pitchFamily="18" charset="0"/>
                <a:cs typeface="Times New Roman" panose="02020603050405020304" pitchFamily="18" charset="0"/>
              </a:rPr>
              <a:t>例</a:t>
            </a:r>
            <a:r>
              <a:rPr lang="en-US" altLang="zh-CN" b="1" dirty="0">
                <a:solidFill>
                  <a:srgbClr val="0000FF"/>
                </a:solidFill>
                <a:latin typeface="Times New Roman" panose="02020603050405020304" pitchFamily="18" charset="0"/>
              </a:rPr>
              <a:t>3-4</a:t>
            </a:r>
            <a:endParaRPr lang="zh-CN" altLang="en-US" b="1" dirty="0">
              <a:solidFill>
                <a:srgbClr val="0000FF"/>
              </a:solidFill>
            </a:endParaRPr>
          </a:p>
        </p:txBody>
      </p:sp>
      <p:graphicFrame>
        <p:nvGraphicFramePr>
          <p:cNvPr id="9" name="表格 8">
            <a:extLst>
              <a:ext uri="{FF2B5EF4-FFF2-40B4-BE49-F238E27FC236}">
                <a16:creationId xmlns:a16="http://schemas.microsoft.com/office/drawing/2014/main" id="{646BD325-B6C6-44F0-A4EA-B1E6F6F01D32}"/>
              </a:ext>
            </a:extLst>
          </p:cNvPr>
          <p:cNvGraphicFramePr>
            <a:graphicFrameLocks noGrp="1"/>
          </p:cNvGraphicFramePr>
          <p:nvPr>
            <p:extLst>
              <p:ext uri="{D42A27DB-BD31-4B8C-83A1-F6EECF244321}">
                <p14:modId xmlns:p14="http://schemas.microsoft.com/office/powerpoint/2010/main" val="1238622593"/>
              </p:ext>
            </p:extLst>
          </p:nvPr>
        </p:nvGraphicFramePr>
        <p:xfrm>
          <a:off x="895549" y="3060229"/>
          <a:ext cx="6117158" cy="28346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117158">
                  <a:extLst>
                    <a:ext uri="{9D8B030D-6E8A-4147-A177-3AD203B41FA5}">
                      <a16:colId xmlns:a16="http://schemas.microsoft.com/office/drawing/2014/main" val="4020043646"/>
                    </a:ext>
                  </a:extLst>
                </a:gridCol>
              </a:tblGrid>
              <a:tr h="530438">
                <a:tc>
                  <a:txBody>
                    <a:bodyPr/>
                    <a:lstStyle/>
                    <a:p>
                      <a:pPr algn="l"/>
                      <a:r>
                        <a:rPr kumimoji="1" lang="en-US" altLang="zh-CN" sz="1800" b="1" kern="1200" dirty="0">
                          <a:solidFill>
                            <a:schemeClr val="tx1"/>
                          </a:solidFill>
                          <a:latin typeface="Times New Roman" pitchFamily="18" charset="0"/>
                          <a:ea typeface="宋体" pitchFamily="2" charset="-122"/>
                          <a:cs typeface="+mn-cs"/>
                        </a:rPr>
                        <a:t>&lt;style type="text/</a:t>
                      </a:r>
                      <a:r>
                        <a:rPr kumimoji="1" lang="en-US" altLang="zh-CN" sz="1800" b="1" kern="1200" dirty="0" err="1">
                          <a:solidFill>
                            <a:schemeClr val="tx1"/>
                          </a:solidFill>
                          <a:latin typeface="Times New Roman" pitchFamily="18" charset="0"/>
                          <a:ea typeface="宋体" pitchFamily="2" charset="-122"/>
                          <a:cs typeface="+mn-cs"/>
                        </a:rPr>
                        <a:t>css</a:t>
                      </a:r>
                      <a:r>
                        <a:rPr kumimoji="1" lang="en-US" altLang="zh-CN" sz="1800" b="1" kern="1200" dirty="0">
                          <a:solidFill>
                            <a:schemeClr val="tx1"/>
                          </a:solidFill>
                          <a:latin typeface="Times New Roman" pitchFamily="18" charset="0"/>
                          <a:ea typeface="宋体" pitchFamily="2" charset="-122"/>
                          <a:cs typeface="+mn-cs"/>
                        </a:rPr>
                        <a:t>"&gt;</a:t>
                      </a:r>
                    </a:p>
                    <a:p>
                      <a:pPr algn="l"/>
                      <a:r>
                        <a:rPr kumimoji="1" lang="en-US" altLang="zh-CN" sz="1800" b="1" kern="1200" dirty="0">
                          <a:solidFill>
                            <a:schemeClr val="tx1"/>
                          </a:solidFill>
                          <a:latin typeface="Times New Roman" pitchFamily="18" charset="0"/>
                          <a:ea typeface="宋体" pitchFamily="2" charset="-122"/>
                          <a:cs typeface="+mn-cs"/>
                        </a:rPr>
                        <a:t>  a{ </a:t>
                      </a:r>
                      <a:r>
                        <a:rPr kumimoji="1" lang="en-US" altLang="zh-CN" sz="1800" b="1" kern="1200" dirty="0" err="1">
                          <a:solidFill>
                            <a:schemeClr val="tx1"/>
                          </a:solidFill>
                          <a:latin typeface="Times New Roman" pitchFamily="18" charset="0"/>
                          <a:ea typeface="宋体" pitchFamily="2" charset="-122"/>
                          <a:cs typeface="+mn-cs"/>
                        </a:rPr>
                        <a:t>text-decoration:none</a:t>
                      </a:r>
                      <a:r>
                        <a:rPr kumimoji="1" lang="en-US" altLang="zh-CN" sz="1800" b="1" kern="1200" dirty="0">
                          <a:solidFill>
                            <a:schemeClr val="tx1"/>
                          </a:solidFill>
                          <a:latin typeface="Times New Roman" pitchFamily="18" charset="0"/>
                          <a:ea typeface="宋体" pitchFamily="2" charset="-122"/>
                          <a:cs typeface="+mn-cs"/>
                        </a:rPr>
                        <a:t>; }/* </a:t>
                      </a:r>
                      <a:r>
                        <a:rPr kumimoji="1" lang="zh-CN" altLang="en-US" sz="1800" b="1" kern="1200" dirty="0">
                          <a:solidFill>
                            <a:schemeClr val="tx1"/>
                          </a:solidFill>
                          <a:latin typeface="Times New Roman" pitchFamily="18" charset="0"/>
                          <a:ea typeface="宋体" pitchFamily="2" charset="-122"/>
                          <a:cs typeface="+mn-cs"/>
                        </a:rPr>
                        <a:t>取消超链接默认的下划线*</a:t>
                      </a:r>
                      <a:r>
                        <a:rPr kumimoji="1" lang="en-US" altLang="zh-CN" sz="1800" b="1" kern="1200" dirty="0">
                          <a:solidFill>
                            <a:schemeClr val="tx1"/>
                          </a:solidFill>
                          <a:latin typeface="Times New Roman" pitchFamily="18" charset="0"/>
                          <a:ea typeface="宋体" pitchFamily="2" charset="-122"/>
                          <a:cs typeface="+mn-cs"/>
                        </a:rPr>
                        <a:t>/</a:t>
                      </a:r>
                    </a:p>
                    <a:p>
                      <a:pPr algn="l"/>
                      <a:r>
                        <a:rPr kumimoji="1" lang="en-US" altLang="zh-CN" sz="1800" b="1" kern="1200" dirty="0">
                          <a:solidFill>
                            <a:schemeClr val="tx1"/>
                          </a:solidFill>
                          <a:latin typeface="Times New Roman" pitchFamily="18" charset="0"/>
                          <a:ea typeface="宋体" pitchFamily="2" charset="-122"/>
                          <a:cs typeface="+mn-cs"/>
                        </a:rPr>
                        <a:t>  a:hover{</a:t>
                      </a:r>
                    </a:p>
                    <a:p>
                      <a:pPr algn="l"/>
                      <a:r>
                        <a:rPr kumimoji="1" lang="en-US" altLang="zh-CN" sz="1800" b="1" kern="1200" dirty="0">
                          <a:solidFill>
                            <a:schemeClr val="tx1"/>
                          </a:solidFill>
                          <a:latin typeface="Times New Roman" pitchFamily="18" charset="0"/>
                          <a:ea typeface="宋体" pitchFamily="2" charset="-122"/>
                          <a:cs typeface="+mn-cs"/>
                        </a:rPr>
                        <a:t>    font-weight: bold;</a:t>
                      </a:r>
                    </a:p>
                    <a:p>
                      <a:pPr algn="l"/>
                      <a:r>
                        <a:rPr kumimoji="1" lang="en-US" altLang="zh-CN" sz="1800" b="1" kern="1200" dirty="0">
                          <a:solidFill>
                            <a:schemeClr val="tx1"/>
                          </a:solidFill>
                          <a:latin typeface="Times New Roman" pitchFamily="18" charset="0"/>
                          <a:ea typeface="宋体" pitchFamily="2" charset="-122"/>
                          <a:cs typeface="+mn-cs"/>
                        </a:rPr>
                        <a:t>    </a:t>
                      </a:r>
                      <a:r>
                        <a:rPr kumimoji="1" lang="en-US" altLang="zh-CN" sz="1800" b="1" kern="1200" dirty="0" err="1">
                          <a:solidFill>
                            <a:schemeClr val="tx1"/>
                          </a:solidFill>
                          <a:latin typeface="Times New Roman" pitchFamily="18" charset="0"/>
                          <a:ea typeface="宋体" pitchFamily="2" charset="-122"/>
                          <a:cs typeface="+mn-cs"/>
                        </a:rPr>
                        <a:t>text-decoration:underline</a:t>
                      </a:r>
                      <a:r>
                        <a:rPr kumimoji="1" lang="en-US" altLang="zh-CN" sz="1800" b="1" kern="1200" dirty="0">
                          <a:solidFill>
                            <a:schemeClr val="tx1"/>
                          </a:solidFill>
                          <a:latin typeface="Times New Roman" pitchFamily="18" charset="0"/>
                          <a:ea typeface="宋体" pitchFamily="2" charset="-122"/>
                          <a:cs typeface="+mn-cs"/>
                        </a:rPr>
                        <a:t>;</a:t>
                      </a:r>
                    </a:p>
                    <a:p>
                      <a:pPr algn="l"/>
                      <a:r>
                        <a:rPr kumimoji="1" lang="en-US" altLang="zh-CN" sz="1800" b="1" kern="1200" dirty="0">
                          <a:solidFill>
                            <a:schemeClr val="tx1"/>
                          </a:solidFill>
                          <a:latin typeface="Times New Roman" pitchFamily="18" charset="0"/>
                          <a:ea typeface="宋体" pitchFamily="2" charset="-122"/>
                          <a:cs typeface="+mn-cs"/>
                        </a:rPr>
                        <a:t>  }</a:t>
                      </a:r>
                    </a:p>
                    <a:p>
                      <a:pPr algn="l"/>
                      <a:r>
                        <a:rPr kumimoji="1" lang="en-US" altLang="zh-CN" sz="1800" b="1" kern="1200" dirty="0">
                          <a:solidFill>
                            <a:schemeClr val="tx1"/>
                          </a:solidFill>
                          <a:latin typeface="Times New Roman" pitchFamily="18" charset="0"/>
                          <a:ea typeface="宋体" pitchFamily="2" charset="-122"/>
                          <a:cs typeface="+mn-cs"/>
                        </a:rPr>
                        <a:t>&lt;/style&gt;</a:t>
                      </a:r>
                    </a:p>
                    <a:p>
                      <a:pPr algn="l"/>
                      <a:r>
                        <a:rPr kumimoji="1" lang="en-US" altLang="zh-CN" sz="1800" b="1" kern="1200" dirty="0">
                          <a:solidFill>
                            <a:schemeClr val="tx1"/>
                          </a:solidFill>
                          <a:latin typeface="Times New Roman" pitchFamily="18" charset="0"/>
                          <a:ea typeface="宋体" pitchFamily="2" charset="-122"/>
                          <a:cs typeface="+mn-cs"/>
                        </a:rPr>
                        <a:t>&lt;body&gt;</a:t>
                      </a:r>
                    </a:p>
                    <a:p>
                      <a:pPr algn="l"/>
                      <a:r>
                        <a:rPr kumimoji="1" lang="en-US" altLang="zh-CN" sz="1800" b="1" kern="1200" dirty="0">
                          <a:solidFill>
                            <a:schemeClr val="tx1"/>
                          </a:solidFill>
                          <a:latin typeface="Times New Roman" pitchFamily="18" charset="0"/>
                          <a:ea typeface="宋体" pitchFamily="2" charset="-122"/>
                          <a:cs typeface="+mn-cs"/>
                        </a:rPr>
                        <a:t>  &lt;a </a:t>
                      </a:r>
                      <a:r>
                        <a:rPr kumimoji="1" lang="en-US" altLang="zh-CN" sz="1800" b="1" kern="1200" dirty="0" err="1">
                          <a:solidFill>
                            <a:schemeClr val="tx1"/>
                          </a:solidFill>
                          <a:latin typeface="Times New Roman" pitchFamily="18" charset="0"/>
                          <a:ea typeface="宋体" pitchFamily="2" charset="-122"/>
                          <a:cs typeface="+mn-cs"/>
                        </a:rPr>
                        <a:t>href</a:t>
                      </a:r>
                      <a:r>
                        <a:rPr kumimoji="1" lang="en-US" altLang="zh-CN" sz="1800" b="1" kern="1200" dirty="0">
                          <a:solidFill>
                            <a:schemeClr val="tx1"/>
                          </a:solidFill>
                          <a:latin typeface="Times New Roman" pitchFamily="18" charset="0"/>
                          <a:ea typeface="宋体" pitchFamily="2" charset="-122"/>
                          <a:cs typeface="+mn-cs"/>
                        </a:rPr>
                        <a:t>="#"&gt;</a:t>
                      </a:r>
                      <a:r>
                        <a:rPr kumimoji="1" lang="zh-CN" altLang="en-US" sz="1800" b="1" kern="1200" dirty="0">
                          <a:solidFill>
                            <a:schemeClr val="tx1"/>
                          </a:solidFill>
                          <a:latin typeface="Times New Roman" pitchFamily="18" charset="0"/>
                          <a:ea typeface="宋体" pitchFamily="2" charset="-122"/>
                          <a:cs typeface="+mn-cs"/>
                        </a:rPr>
                        <a:t>试试将鼠标移到超链接上</a:t>
                      </a:r>
                      <a:r>
                        <a:rPr kumimoji="1" lang="en-US" altLang="zh-CN" sz="1800" b="1" kern="1200" dirty="0">
                          <a:solidFill>
                            <a:schemeClr val="tx1"/>
                          </a:solidFill>
                          <a:latin typeface="Times New Roman" pitchFamily="18" charset="0"/>
                          <a:ea typeface="宋体" pitchFamily="2" charset="-122"/>
                          <a:cs typeface="+mn-cs"/>
                        </a:rPr>
                        <a:t>&lt;/a&gt;</a:t>
                      </a:r>
                    </a:p>
                    <a:p>
                      <a:pPr algn="l"/>
                      <a:r>
                        <a:rPr kumimoji="1" lang="en-US" altLang="zh-CN" sz="1800" b="1" kern="1200" dirty="0">
                          <a:solidFill>
                            <a:schemeClr val="tx1"/>
                          </a:solidFill>
                          <a:latin typeface="Times New Roman" pitchFamily="18" charset="0"/>
                          <a:ea typeface="宋体" pitchFamily="2" charset="-122"/>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7" name="图片 6">
            <a:extLst>
              <a:ext uri="{FF2B5EF4-FFF2-40B4-BE49-F238E27FC236}">
                <a16:creationId xmlns:a16="http://schemas.microsoft.com/office/drawing/2014/main" id="{716BDF4F-80D9-46E7-89D2-F25A26D21F16}"/>
              </a:ext>
            </a:extLst>
          </p:cNvPr>
          <p:cNvPicPr>
            <a:picLocks noChangeAspect="1"/>
          </p:cNvPicPr>
          <p:nvPr/>
        </p:nvPicPr>
        <p:blipFill>
          <a:blip r:embed="rId2"/>
          <a:stretch>
            <a:fillRect/>
          </a:stretch>
        </p:blipFill>
        <p:spPr>
          <a:xfrm>
            <a:off x="7664301" y="3348261"/>
            <a:ext cx="2905125" cy="1733550"/>
          </a:xfrm>
          <a:prstGeom prst="rect">
            <a:avLst/>
          </a:prstGeom>
        </p:spPr>
      </p:pic>
    </p:spTree>
    <p:extLst>
      <p:ext uri="{BB962C8B-B14F-4D97-AF65-F5344CB8AC3E}">
        <p14:creationId xmlns:p14="http://schemas.microsoft.com/office/powerpoint/2010/main" val="2585753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2221762"/>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属性选择器</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通过元素的属性及属性值来匹配元素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属性选择器使用一对或多对“</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进行标记，在“</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内部采用表达式来描述属性和属性值之间的关系</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3012968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10491830" cy="55976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属性选择器</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49AB8E9E-F46C-4762-8303-997C5B7B39D5}"/>
              </a:ext>
            </a:extLst>
          </p:cNvPr>
          <p:cNvGraphicFramePr>
            <a:graphicFrameLocks noGrp="1"/>
          </p:cNvGraphicFramePr>
          <p:nvPr>
            <p:extLst>
              <p:ext uri="{D42A27DB-BD31-4B8C-83A1-F6EECF244321}">
                <p14:modId xmlns:p14="http://schemas.microsoft.com/office/powerpoint/2010/main" val="1282971671"/>
              </p:ext>
            </p:extLst>
          </p:nvPr>
        </p:nvGraphicFramePr>
        <p:xfrm>
          <a:off x="455907" y="2198835"/>
          <a:ext cx="11528874" cy="4533799"/>
        </p:xfrm>
        <a:graphic>
          <a:graphicData uri="http://schemas.openxmlformats.org/drawingml/2006/table">
            <a:tbl>
              <a:tblPr firstRow="1" firstCol="1" bandRow="1"/>
              <a:tblGrid>
                <a:gridCol w="3535986">
                  <a:extLst>
                    <a:ext uri="{9D8B030D-6E8A-4147-A177-3AD203B41FA5}">
                      <a16:colId xmlns:a16="http://schemas.microsoft.com/office/drawing/2014/main" val="2871222349"/>
                    </a:ext>
                  </a:extLst>
                </a:gridCol>
                <a:gridCol w="4391077">
                  <a:extLst>
                    <a:ext uri="{9D8B030D-6E8A-4147-A177-3AD203B41FA5}">
                      <a16:colId xmlns:a16="http://schemas.microsoft.com/office/drawing/2014/main" val="4102709807"/>
                    </a:ext>
                  </a:extLst>
                </a:gridCol>
                <a:gridCol w="3601811">
                  <a:extLst>
                    <a:ext uri="{9D8B030D-6E8A-4147-A177-3AD203B41FA5}">
                      <a16:colId xmlns:a16="http://schemas.microsoft.com/office/drawing/2014/main" val="2801864954"/>
                    </a:ext>
                  </a:extLst>
                </a:gridCol>
              </a:tblGrid>
              <a:tr h="352285">
                <a:tc>
                  <a:txBody>
                    <a:bodyPr/>
                    <a:lstStyle/>
                    <a:p>
                      <a:pPr algn="ctr">
                        <a:spcAft>
                          <a:spcPts val="0"/>
                        </a:spcAft>
                      </a:pPr>
                      <a:r>
                        <a:rPr lang="zh-CN" sz="1600" b="1" kern="0" dirty="0">
                          <a:effectLst/>
                          <a:latin typeface="+mn-ea"/>
                          <a:ea typeface="+mn-ea"/>
                          <a:cs typeface="Times New Roman" panose="02020603050405020304" pitchFamily="18" charset="0"/>
                        </a:rPr>
                        <a:t>表示方法</a:t>
                      </a:r>
                      <a:endParaRPr lang="zh-CN" sz="20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zh-CN" sz="1600" b="1" kern="0" dirty="0">
                          <a:effectLst/>
                          <a:latin typeface="+mn-ea"/>
                          <a:ea typeface="+mn-ea"/>
                          <a:cs typeface="Times New Roman" panose="02020603050405020304" pitchFamily="18" charset="0"/>
                        </a:rPr>
                        <a:t>含义</a:t>
                      </a:r>
                      <a:endParaRPr lang="zh-CN" sz="20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zh-CN" sz="1600" b="1" kern="0" dirty="0">
                          <a:effectLst/>
                          <a:latin typeface="+mn-ea"/>
                          <a:ea typeface="+mn-ea"/>
                          <a:cs typeface="Times New Roman" panose="02020603050405020304" pitchFamily="18" charset="0"/>
                        </a:rPr>
                        <a:t>示例</a:t>
                      </a:r>
                      <a:endParaRPr lang="zh-CN" sz="2000" kern="100" dirty="0">
                        <a:effectLst/>
                        <a:latin typeface="+mn-ea"/>
                        <a:ea typeface="+mn-ea"/>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366728156"/>
                  </a:ext>
                </a:extLst>
              </a:tr>
              <a:tr h="396320">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属性的元素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input[value]</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5399443"/>
                  </a:ext>
                </a:extLst>
              </a:tr>
              <a:tr h="457597">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属性且属性值等于</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的元素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p[id=”p1”]</a:t>
                      </a:r>
                      <a:r>
                        <a:rPr lang="zh-CN" sz="1800" kern="0" dirty="0">
                          <a:effectLst/>
                          <a:latin typeface="+mn-ea"/>
                          <a:ea typeface="+mn-ea"/>
                          <a:cs typeface="Times New Roman" panose="02020603050405020304" pitchFamily="18" charset="0"/>
                        </a:rPr>
                        <a:t>，等同于</a:t>
                      </a:r>
                      <a:r>
                        <a:rPr lang="en-US" sz="1800" kern="0" dirty="0">
                          <a:effectLst/>
                          <a:latin typeface="+mn-ea"/>
                          <a:ea typeface="+mn-ea"/>
                          <a:cs typeface="Times New Roman" panose="02020603050405020304" pitchFamily="18" charset="0"/>
                        </a:rPr>
                        <a:t>#p1</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4259547"/>
                  </a:ext>
                </a:extLst>
              </a:tr>
              <a:tr h="457597">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属性且属性值包含</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的元素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a[</a:t>
                      </a:r>
                      <a:r>
                        <a:rPr lang="en-US" sz="1800" kern="0" dirty="0" err="1">
                          <a:effectLst/>
                          <a:latin typeface="+mn-ea"/>
                          <a:ea typeface="+mn-ea"/>
                          <a:cs typeface="Times New Roman" panose="02020603050405020304" pitchFamily="18" charset="0"/>
                        </a:rPr>
                        <a:t>href</a:t>
                      </a:r>
                      <a:r>
                        <a:rPr lang="en-US" sz="1800" kern="0" dirty="0">
                          <a:effectLst/>
                          <a:latin typeface="+mn-ea"/>
                          <a:ea typeface="+mn-ea"/>
                          <a:cs typeface="Times New Roman" panose="02020603050405020304" pitchFamily="18" charset="0"/>
                        </a:rPr>
                        <a:t>*=”</a:t>
                      </a:r>
                      <a:r>
                        <a:rPr lang="en-US" sz="1800" kern="0" dirty="0" err="1">
                          <a:effectLst/>
                          <a:latin typeface="+mn-ea"/>
                          <a:ea typeface="+mn-ea"/>
                          <a:cs typeface="Times New Roman" panose="02020603050405020304" pitchFamily="18" charset="0"/>
                        </a:rPr>
                        <a:t>tel</a:t>
                      </a:r>
                      <a:r>
                        <a:rPr lang="en-US" sz="1800" kern="0" dirty="0">
                          <a:effectLst/>
                          <a:latin typeface="+mn-ea"/>
                          <a:ea typeface="+mn-ea"/>
                          <a:cs typeface="Times New Roman" panose="02020603050405020304" pitchFamily="18" charset="0"/>
                        </a:rPr>
                        <a:t>”]</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917177"/>
                  </a:ext>
                </a:extLst>
              </a:tr>
              <a:tr h="792640">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属性且属性值包含</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的元素，匹配的部分必须是单词</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a[class~=”good”]</a:t>
                      </a:r>
                      <a:r>
                        <a:rPr lang="zh-CN" sz="1800" kern="0" dirty="0">
                          <a:effectLst/>
                          <a:latin typeface="+mn-ea"/>
                          <a:ea typeface="+mn-ea"/>
                          <a:cs typeface="Times New Roman" panose="02020603050405020304" pitchFamily="18" charset="0"/>
                        </a:rPr>
                        <a:t>，等同于</a:t>
                      </a:r>
                      <a:r>
                        <a:rPr lang="en-US" sz="1800" kern="0" dirty="0">
                          <a:effectLst/>
                          <a:latin typeface="+mn-ea"/>
                          <a:ea typeface="+mn-ea"/>
                          <a:cs typeface="Times New Roman" panose="02020603050405020304" pitchFamily="18" charset="0"/>
                        </a:rPr>
                        <a:t>.good</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3151998"/>
                  </a:ext>
                </a:extLst>
              </a:tr>
              <a:tr h="457597">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属性且属性值以</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开头的元素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a[</a:t>
                      </a:r>
                      <a:r>
                        <a:rPr lang="en-US" sz="1800" kern="0" dirty="0" err="1">
                          <a:effectLst/>
                          <a:latin typeface="+mn-ea"/>
                          <a:ea typeface="+mn-ea"/>
                          <a:cs typeface="Times New Roman" panose="02020603050405020304" pitchFamily="18" charset="0"/>
                        </a:rPr>
                        <a:t>href</a:t>
                      </a:r>
                      <a:r>
                        <a:rPr lang="en-US" sz="1800" kern="0" dirty="0">
                          <a:effectLst/>
                          <a:latin typeface="+mn-ea"/>
                          <a:ea typeface="+mn-ea"/>
                          <a:cs typeface="Times New Roman" panose="02020603050405020304" pitchFamily="18" charset="0"/>
                        </a:rPr>
                        <a:t>~=”happy”]</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1160061"/>
                  </a:ext>
                </a:extLst>
              </a:tr>
              <a:tr h="704569">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属性且属性值以</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开头的元素，匹配的部分必须是单词</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a[</a:t>
                      </a:r>
                      <a:r>
                        <a:rPr lang="en-US" sz="1800" kern="0" dirty="0" err="1">
                          <a:effectLst/>
                          <a:latin typeface="+mn-ea"/>
                          <a:ea typeface="+mn-ea"/>
                          <a:cs typeface="Times New Roman" panose="02020603050405020304" pitchFamily="18" charset="0"/>
                        </a:rPr>
                        <a:t>href</a:t>
                      </a:r>
                      <a:r>
                        <a:rPr lang="en-US" sz="1800" kern="0" dirty="0">
                          <a:effectLst/>
                          <a:latin typeface="+mn-ea"/>
                          <a:ea typeface="+mn-ea"/>
                          <a:cs typeface="Times New Roman" panose="02020603050405020304" pitchFamily="18" charset="0"/>
                        </a:rPr>
                        <a:t>|=”word”]</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8684141"/>
                  </a:ext>
                </a:extLst>
              </a:tr>
              <a:tr h="457597">
                <a:tc>
                  <a:txBody>
                    <a:bodyPr/>
                    <a:lstStyle/>
                    <a:p>
                      <a:pPr algn="just">
                        <a:spcAft>
                          <a:spcPts val="0"/>
                        </a:spcAft>
                      </a:pPr>
                      <a:r>
                        <a:rPr lang="en-US" sz="1600" b="1" kern="0" dirty="0">
                          <a:solidFill>
                            <a:srgbClr val="0000FF"/>
                          </a:solidFill>
                          <a:effectLst/>
                          <a:latin typeface="+mn-ea"/>
                          <a:ea typeface="+mn-ea"/>
                          <a:cs typeface="Times New Roman" panose="02020603050405020304" pitchFamily="18" charset="0"/>
                        </a:rPr>
                        <a:t>[</a:t>
                      </a:r>
                      <a:r>
                        <a:rPr lang="en-US" sz="1600" b="1" kern="0" dirty="0" err="1">
                          <a:solidFill>
                            <a:srgbClr val="0000FF"/>
                          </a:solidFill>
                          <a:effectLst/>
                          <a:latin typeface="+mn-ea"/>
                          <a:ea typeface="+mn-ea"/>
                          <a:cs typeface="Times New Roman" panose="02020603050405020304" pitchFamily="18" charset="0"/>
                        </a:rPr>
                        <a:t>attr</a:t>
                      </a:r>
                      <a:r>
                        <a:rPr lang="en-US" sz="1600" b="1" kern="0" dirty="0">
                          <a:solidFill>
                            <a:srgbClr val="0000FF"/>
                          </a:solidFill>
                          <a:effectLst/>
                          <a:latin typeface="+mn-ea"/>
                          <a:ea typeface="+mn-ea"/>
                          <a:cs typeface="Times New Roman" panose="02020603050405020304" pitchFamily="18" charset="0"/>
                        </a:rPr>
                        <a:t> $= value]</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0" dirty="0">
                          <a:effectLst/>
                          <a:latin typeface="+mn-ea"/>
                          <a:ea typeface="+mn-ea"/>
                          <a:cs typeface="Times New Roman" panose="02020603050405020304" pitchFamily="18" charset="0"/>
                        </a:rPr>
                        <a:t>匹配具有</a:t>
                      </a:r>
                      <a:r>
                        <a:rPr lang="en-US" sz="1600" kern="0" dirty="0" err="1">
                          <a:effectLst/>
                          <a:latin typeface="+mn-ea"/>
                          <a:ea typeface="+mn-ea"/>
                          <a:cs typeface="Times New Roman" panose="02020603050405020304" pitchFamily="18" charset="0"/>
                        </a:rPr>
                        <a:t>attr</a:t>
                      </a:r>
                      <a:r>
                        <a:rPr lang="zh-CN" sz="1600" kern="0" dirty="0">
                          <a:effectLst/>
                          <a:latin typeface="+mn-ea"/>
                          <a:ea typeface="+mn-ea"/>
                          <a:cs typeface="Times New Roman" panose="02020603050405020304" pitchFamily="18" charset="0"/>
                        </a:rPr>
                        <a:t>属性且属性值以</a:t>
                      </a:r>
                      <a:r>
                        <a:rPr lang="en-US" sz="1600" kern="0" dirty="0">
                          <a:effectLst/>
                          <a:latin typeface="+mn-ea"/>
                          <a:ea typeface="+mn-ea"/>
                          <a:cs typeface="Times New Roman" panose="02020603050405020304" pitchFamily="18" charset="0"/>
                        </a:rPr>
                        <a:t>value</a:t>
                      </a:r>
                      <a:r>
                        <a:rPr lang="zh-CN" sz="1600" kern="0" dirty="0">
                          <a:effectLst/>
                          <a:latin typeface="+mn-ea"/>
                          <a:ea typeface="+mn-ea"/>
                          <a:cs typeface="Times New Roman" panose="02020603050405020304" pitchFamily="18" charset="0"/>
                        </a:rPr>
                        <a:t>结尾的元素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a:effectLst/>
                          <a:latin typeface="+mn-ea"/>
                          <a:ea typeface="+mn-ea"/>
                          <a:cs typeface="Times New Roman" panose="02020603050405020304" pitchFamily="18" charset="0"/>
                        </a:rPr>
                        <a:t>a[</a:t>
                      </a:r>
                      <a:r>
                        <a:rPr lang="en-US" sz="1800" kern="0" dirty="0" err="1">
                          <a:effectLst/>
                          <a:latin typeface="+mn-ea"/>
                          <a:ea typeface="+mn-ea"/>
                          <a:cs typeface="Times New Roman" panose="02020603050405020304" pitchFamily="18" charset="0"/>
                        </a:rPr>
                        <a:t>href</a:t>
                      </a:r>
                      <a:r>
                        <a:rPr lang="en-US" sz="1800" kern="0" dirty="0">
                          <a:effectLst/>
                          <a:latin typeface="+mn-ea"/>
                          <a:ea typeface="+mn-ea"/>
                          <a:cs typeface="Times New Roman" panose="02020603050405020304" pitchFamily="18" charset="0"/>
                        </a:rPr>
                        <a:t>$=”</a:t>
                      </a:r>
                      <a:r>
                        <a:rPr lang="en-US" sz="1800" kern="0" dirty="0" err="1">
                          <a:effectLst/>
                          <a:latin typeface="+mn-ea"/>
                          <a:ea typeface="+mn-ea"/>
                          <a:cs typeface="Times New Roman" panose="02020603050405020304" pitchFamily="18" charset="0"/>
                        </a:rPr>
                        <a:t>edu</a:t>
                      </a:r>
                      <a:r>
                        <a:rPr lang="en-US" sz="1800" kern="0" dirty="0">
                          <a:effectLst/>
                          <a:latin typeface="+mn-ea"/>
                          <a:ea typeface="+mn-ea"/>
                          <a:cs typeface="Times New Roman" panose="02020603050405020304" pitchFamily="18" charset="0"/>
                        </a:rPr>
                        <a:t>”]</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6030886"/>
                  </a:ext>
                </a:extLst>
              </a:tr>
              <a:tr h="457597">
                <a:tc>
                  <a:txBody>
                    <a:bodyPr/>
                    <a:lstStyle/>
                    <a:p>
                      <a:pPr indent="13970" algn="l">
                        <a:spcAft>
                          <a:spcPts val="0"/>
                        </a:spcAft>
                      </a:pPr>
                      <a:r>
                        <a:rPr lang="en-US" sz="1600" b="1" kern="0" dirty="0">
                          <a:solidFill>
                            <a:srgbClr val="0000FF"/>
                          </a:solidFill>
                          <a:effectLst/>
                          <a:latin typeface="+mn-ea"/>
                          <a:ea typeface="+mn-ea"/>
                          <a:cs typeface="Times New Roman" panose="02020603050405020304" pitchFamily="18" charset="0"/>
                        </a:rPr>
                        <a:t>[attr1=value1][attr2=value2]</a:t>
                      </a:r>
                      <a:endParaRPr lang="zh-CN" sz="2000" b="1" kern="100" dirty="0">
                        <a:solidFill>
                          <a:srgbClr val="0000FF"/>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zh-CN" sz="1600" kern="0" dirty="0">
                          <a:effectLst/>
                          <a:latin typeface="+mn-ea"/>
                          <a:ea typeface="+mn-ea"/>
                          <a:cs typeface="Times New Roman" panose="02020603050405020304" pitchFamily="18" charset="0"/>
                        </a:rPr>
                        <a:t>匹配同时满足</a:t>
                      </a:r>
                      <a:r>
                        <a:rPr lang="en-US" sz="1600" kern="0" dirty="0">
                          <a:effectLst/>
                          <a:latin typeface="+mn-ea"/>
                          <a:ea typeface="+mn-ea"/>
                          <a:cs typeface="Times New Roman" panose="02020603050405020304" pitchFamily="18" charset="0"/>
                        </a:rPr>
                        <a:t>2</a:t>
                      </a:r>
                      <a:r>
                        <a:rPr lang="zh-CN" sz="1600" kern="0" dirty="0">
                          <a:effectLst/>
                          <a:latin typeface="+mn-ea"/>
                          <a:ea typeface="+mn-ea"/>
                          <a:cs typeface="Times New Roman" panose="02020603050405020304" pitchFamily="18" charset="0"/>
                        </a:rPr>
                        <a:t>组属性的</a:t>
                      </a:r>
                      <a:r>
                        <a:rPr lang="en-US" sz="1600" kern="0" dirty="0">
                          <a:effectLst/>
                          <a:latin typeface="+mn-ea"/>
                          <a:ea typeface="+mn-ea"/>
                          <a:cs typeface="Times New Roman" panose="02020603050405020304" pitchFamily="18" charset="0"/>
                        </a:rPr>
                        <a:t>E</a:t>
                      </a:r>
                      <a:r>
                        <a:rPr lang="zh-CN" sz="1600" kern="0" dirty="0">
                          <a:effectLst/>
                          <a:latin typeface="+mn-ea"/>
                          <a:ea typeface="+mn-ea"/>
                          <a:cs typeface="Times New Roman" panose="02020603050405020304" pitchFamily="18" charset="0"/>
                        </a:rPr>
                        <a:t>元素</a:t>
                      </a:r>
                      <a:endParaRPr lang="zh-CN" sz="20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970" algn="just">
                        <a:spcAft>
                          <a:spcPts val="0"/>
                        </a:spcAft>
                      </a:pPr>
                      <a:r>
                        <a:rPr lang="en-US" sz="1800" kern="0" dirty="0" err="1">
                          <a:effectLst/>
                          <a:latin typeface="+mn-ea"/>
                          <a:ea typeface="+mn-ea"/>
                          <a:cs typeface="Times New Roman" panose="02020603050405020304" pitchFamily="18" charset="0"/>
                        </a:rPr>
                        <a:t>img</a:t>
                      </a:r>
                      <a:r>
                        <a:rPr lang="en-US" sz="1800" kern="0" dirty="0">
                          <a:effectLst/>
                          <a:latin typeface="+mn-ea"/>
                          <a:ea typeface="+mn-ea"/>
                          <a:cs typeface="Times New Roman" panose="02020603050405020304" pitchFamily="18" charset="0"/>
                        </a:rPr>
                        <a:t>[</a:t>
                      </a:r>
                      <a:r>
                        <a:rPr lang="en-US" sz="1800" kern="0" dirty="0" err="1">
                          <a:effectLst/>
                          <a:latin typeface="+mn-ea"/>
                          <a:ea typeface="+mn-ea"/>
                          <a:cs typeface="Times New Roman" panose="02020603050405020304" pitchFamily="18" charset="0"/>
                        </a:rPr>
                        <a:t>src</a:t>
                      </a:r>
                      <a:r>
                        <a:rPr lang="en-US" sz="1800" kern="0" dirty="0">
                          <a:effectLst/>
                          <a:latin typeface="+mn-ea"/>
                          <a:ea typeface="+mn-ea"/>
                          <a:cs typeface="Times New Roman" panose="02020603050405020304" pitchFamily="18" charset="0"/>
                        </a:rPr>
                        <a:t>=”a.jpg”][alt=”a”]</a:t>
                      </a:r>
                      <a:endParaRPr lang="zh-CN" sz="2400" kern="100" dirty="0">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8355250"/>
                  </a:ext>
                </a:extLst>
              </a:tr>
            </a:tbl>
          </a:graphicData>
        </a:graphic>
      </p:graphicFrame>
    </p:spTree>
    <p:extLst>
      <p:ext uri="{BB962C8B-B14F-4D97-AF65-F5344CB8AC3E}">
        <p14:creationId xmlns:p14="http://schemas.microsoft.com/office/powerpoint/2010/main" val="3238138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55976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5" name="矩形 4">
            <a:extLst>
              <a:ext uri="{FF2B5EF4-FFF2-40B4-BE49-F238E27FC236}">
                <a16:creationId xmlns:a16="http://schemas.microsoft.com/office/drawing/2014/main" id="{7787200D-7EC0-49F8-ACC0-5A270B2D66CC}"/>
              </a:ext>
            </a:extLst>
          </p:cNvPr>
          <p:cNvSpPr/>
          <p:nvPr/>
        </p:nvSpPr>
        <p:spPr>
          <a:xfrm>
            <a:off x="834210" y="2271126"/>
            <a:ext cx="723275" cy="369332"/>
          </a:xfrm>
          <a:prstGeom prst="rect">
            <a:avLst/>
          </a:prstGeom>
        </p:spPr>
        <p:txBody>
          <a:bodyPr wrap="none">
            <a:spAutoFit/>
          </a:bodyPr>
          <a:lstStyle/>
          <a:p>
            <a:r>
              <a:rPr lang="zh-CN" altLang="zh-CN" dirty="0">
                <a:solidFill>
                  <a:srgbClr val="0000FF"/>
                </a:solidFill>
                <a:latin typeface="Times New Roman" panose="02020603050405020304" pitchFamily="18" charset="0"/>
                <a:cs typeface="Times New Roman" panose="02020603050405020304" pitchFamily="18" charset="0"/>
              </a:rPr>
              <a:t>例</a:t>
            </a:r>
            <a:r>
              <a:rPr lang="en-US" altLang="zh-CN" dirty="0">
                <a:solidFill>
                  <a:srgbClr val="0000FF"/>
                </a:solidFill>
                <a:latin typeface="Times New Roman" panose="02020603050405020304" pitchFamily="18" charset="0"/>
              </a:rPr>
              <a:t>3-5</a:t>
            </a:r>
            <a:endParaRPr lang="zh-CN" altLang="en-US" dirty="0">
              <a:solidFill>
                <a:srgbClr val="0000FF"/>
              </a:solidFill>
            </a:endParaRPr>
          </a:p>
        </p:txBody>
      </p:sp>
      <p:graphicFrame>
        <p:nvGraphicFramePr>
          <p:cNvPr id="9" name="表格 8">
            <a:extLst>
              <a:ext uri="{FF2B5EF4-FFF2-40B4-BE49-F238E27FC236}">
                <a16:creationId xmlns:a16="http://schemas.microsoft.com/office/drawing/2014/main" id="{646BD325-B6C6-44F0-A4EA-B1E6F6F01D32}"/>
              </a:ext>
            </a:extLst>
          </p:cNvPr>
          <p:cNvGraphicFramePr>
            <a:graphicFrameLocks noGrp="1"/>
          </p:cNvGraphicFramePr>
          <p:nvPr>
            <p:extLst>
              <p:ext uri="{D42A27DB-BD31-4B8C-83A1-F6EECF244321}">
                <p14:modId xmlns:p14="http://schemas.microsoft.com/office/powerpoint/2010/main" val="3496119998"/>
              </p:ext>
            </p:extLst>
          </p:nvPr>
        </p:nvGraphicFramePr>
        <p:xfrm>
          <a:off x="535509" y="2815924"/>
          <a:ext cx="8136904" cy="3244682"/>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8136904">
                  <a:extLst>
                    <a:ext uri="{9D8B030D-6E8A-4147-A177-3AD203B41FA5}">
                      <a16:colId xmlns:a16="http://schemas.microsoft.com/office/drawing/2014/main" val="4020043646"/>
                    </a:ext>
                  </a:extLst>
                </a:gridCol>
              </a:tblGrid>
              <a:tr h="3244682">
                <a:tc>
                  <a:txBody>
                    <a:bodyPr/>
                    <a:lstStyle/>
                    <a:p>
                      <a:pPr algn="l">
                        <a:lnSpc>
                          <a:spcPct val="114000"/>
                        </a:lnSpc>
                      </a:pPr>
                      <a:r>
                        <a:rPr kumimoji="1" lang="en-US" altLang="zh-CN" sz="1800" b="1" kern="1200" dirty="0">
                          <a:solidFill>
                            <a:schemeClr val="tx1"/>
                          </a:solidFill>
                          <a:latin typeface="Times New Roman" pitchFamily="18" charset="0"/>
                          <a:ea typeface="宋体" pitchFamily="2" charset="-122"/>
                          <a:cs typeface="+mn-cs"/>
                        </a:rPr>
                        <a:t>&lt;style type="text/</a:t>
                      </a:r>
                      <a:r>
                        <a:rPr kumimoji="1" lang="en-US" altLang="zh-CN" sz="1800" b="1" kern="1200" dirty="0" err="1">
                          <a:solidFill>
                            <a:schemeClr val="tx1"/>
                          </a:solidFill>
                          <a:latin typeface="Times New Roman" pitchFamily="18" charset="0"/>
                          <a:ea typeface="宋体" pitchFamily="2" charset="-122"/>
                          <a:cs typeface="+mn-cs"/>
                        </a:rPr>
                        <a:t>css</a:t>
                      </a:r>
                      <a:r>
                        <a:rPr kumimoji="1" lang="en-US" altLang="zh-CN" sz="1800" b="1" kern="1200" dirty="0">
                          <a:solidFill>
                            <a:schemeClr val="tx1"/>
                          </a:solidFill>
                          <a:latin typeface="Times New Roman" pitchFamily="18" charset="0"/>
                          <a:ea typeface="宋体" pitchFamily="2" charset="-122"/>
                          <a:cs typeface="+mn-cs"/>
                        </a:rPr>
                        <a:t>"&gt;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 </a:t>
                      </a:r>
                      <a:r>
                        <a:rPr kumimoji="1" lang="zh-CN" altLang="en-US" sz="1800" b="1" kern="1200" dirty="0">
                          <a:solidFill>
                            <a:schemeClr val="tx1"/>
                          </a:solidFill>
                          <a:latin typeface="Times New Roman" pitchFamily="18" charset="0"/>
                          <a:ea typeface="宋体" pitchFamily="2" charset="-122"/>
                          <a:cs typeface="+mn-cs"/>
                        </a:rPr>
                        <a:t>匹配具有</a:t>
                      </a:r>
                      <a:r>
                        <a:rPr kumimoji="1" lang="en-US" altLang="zh-CN" sz="1800" b="1" kern="1200" dirty="0">
                          <a:solidFill>
                            <a:schemeClr val="tx1"/>
                          </a:solidFill>
                          <a:latin typeface="Times New Roman" pitchFamily="18" charset="0"/>
                          <a:ea typeface="宋体" pitchFamily="2" charset="-122"/>
                          <a:cs typeface="+mn-cs"/>
                        </a:rPr>
                        <a:t>class</a:t>
                      </a:r>
                      <a:r>
                        <a:rPr kumimoji="1" lang="zh-CN" altLang="en-US" sz="1800" b="1" kern="1200" dirty="0">
                          <a:solidFill>
                            <a:schemeClr val="tx1"/>
                          </a:solidFill>
                          <a:latin typeface="Times New Roman" pitchFamily="18" charset="0"/>
                          <a:ea typeface="宋体" pitchFamily="2" charset="-122"/>
                          <a:cs typeface="+mn-cs"/>
                        </a:rPr>
                        <a:t>属性且值包含“</a:t>
                      </a:r>
                      <a:r>
                        <a:rPr kumimoji="1" lang="en-US" altLang="zh-CN" sz="1800" b="1" kern="1200" dirty="0">
                          <a:solidFill>
                            <a:schemeClr val="tx1"/>
                          </a:solidFill>
                          <a:latin typeface="Times New Roman" pitchFamily="18" charset="0"/>
                          <a:ea typeface="宋体" pitchFamily="2" charset="-122"/>
                          <a:cs typeface="+mn-cs"/>
                        </a:rPr>
                        <a:t>good”</a:t>
                      </a:r>
                      <a:r>
                        <a:rPr kumimoji="1" lang="zh-CN" altLang="en-US" sz="1800" b="1" kern="1200" dirty="0">
                          <a:solidFill>
                            <a:schemeClr val="tx1"/>
                          </a:solidFill>
                          <a:latin typeface="Times New Roman" pitchFamily="18" charset="0"/>
                          <a:ea typeface="宋体" pitchFamily="2" charset="-122"/>
                          <a:cs typeface="+mn-cs"/>
                        </a:rPr>
                        <a:t>单词的</a:t>
                      </a:r>
                      <a:r>
                        <a:rPr kumimoji="1" lang="en-US" altLang="zh-CN" sz="1800" b="1" kern="1200" dirty="0">
                          <a:solidFill>
                            <a:schemeClr val="tx1"/>
                          </a:solidFill>
                          <a:latin typeface="Times New Roman" pitchFamily="18" charset="0"/>
                          <a:ea typeface="宋体" pitchFamily="2" charset="-122"/>
                          <a:cs typeface="+mn-cs"/>
                        </a:rPr>
                        <a:t>a</a:t>
                      </a:r>
                      <a:r>
                        <a:rPr kumimoji="1" lang="zh-CN" altLang="en-US" sz="1800" b="1" kern="1200" dirty="0">
                          <a:solidFill>
                            <a:schemeClr val="tx1"/>
                          </a:solidFill>
                          <a:latin typeface="Times New Roman" pitchFamily="18" charset="0"/>
                          <a:ea typeface="宋体" pitchFamily="2" charset="-122"/>
                          <a:cs typeface="+mn-cs"/>
                        </a:rPr>
                        <a:t>元素，将其文字设置为红色 *</a:t>
                      </a:r>
                      <a:r>
                        <a:rPr kumimoji="1" lang="en-US" altLang="zh-CN" sz="1800" b="1" kern="1200" dirty="0">
                          <a:solidFill>
                            <a:schemeClr val="tx1"/>
                          </a:solidFill>
                          <a:latin typeface="Times New Roman" pitchFamily="18" charset="0"/>
                          <a:ea typeface="宋体" pitchFamily="2" charset="-122"/>
                          <a:cs typeface="+mn-cs"/>
                        </a:rPr>
                        <a: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a:t>
                      </a:r>
                      <a:r>
                        <a:rPr kumimoji="1" lang="en-US" altLang="zh-CN" sz="1800" b="1" kern="1200" dirty="0">
                          <a:solidFill>
                            <a:schemeClr val="accent6"/>
                          </a:solidFill>
                          <a:latin typeface="Times New Roman" pitchFamily="18" charset="0"/>
                          <a:ea typeface="宋体" pitchFamily="2" charset="-122"/>
                          <a:cs typeface="+mn-cs"/>
                        </a:rPr>
                        <a:t>a[class~="good"] </a:t>
                      </a:r>
                      <a:r>
                        <a:rPr kumimoji="1" lang="en-US" altLang="zh-CN" sz="1800" b="1" kern="1200" dirty="0">
                          <a:solidFill>
                            <a:schemeClr val="tx1"/>
                          </a:solidFill>
                          <a:latin typeface="Times New Roman" pitchFamily="18" charset="0"/>
                          <a:ea typeface="宋体" pitchFamily="2" charset="-122"/>
                          <a:cs typeface="+mn-cs"/>
                        </a:rPr>
                        <a:t>{   color: red;   }</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&lt;/style&gt;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&lt;body&gt;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&lt;h4&gt;</a:t>
                      </a:r>
                      <a:r>
                        <a:rPr kumimoji="1" lang="zh-CN" altLang="en-US" sz="1800" b="1" kern="1200" dirty="0">
                          <a:solidFill>
                            <a:schemeClr val="tx1"/>
                          </a:solidFill>
                          <a:latin typeface="Times New Roman" pitchFamily="18" charset="0"/>
                          <a:ea typeface="宋体" pitchFamily="2" charset="-122"/>
                          <a:cs typeface="+mn-cs"/>
                        </a:rPr>
                        <a:t>演示</a:t>
                      </a:r>
                      <a:r>
                        <a:rPr kumimoji="1" lang="en-US" altLang="zh-CN" sz="1800" b="1" kern="1200" dirty="0">
                          <a:solidFill>
                            <a:schemeClr val="tx1"/>
                          </a:solidFill>
                          <a:latin typeface="Times New Roman" pitchFamily="18" charset="0"/>
                          <a:ea typeface="宋体" pitchFamily="2" charset="-122"/>
                          <a:cs typeface="+mn-cs"/>
                        </a:rPr>
                        <a:t>[</a:t>
                      </a:r>
                      <a:r>
                        <a:rPr kumimoji="1" lang="en-US" altLang="zh-CN" sz="1800" b="1" kern="1200" dirty="0" err="1">
                          <a:solidFill>
                            <a:schemeClr val="tx1"/>
                          </a:solidFill>
                          <a:latin typeface="Times New Roman" pitchFamily="18" charset="0"/>
                          <a:ea typeface="宋体" pitchFamily="2" charset="-122"/>
                          <a:cs typeface="+mn-cs"/>
                        </a:rPr>
                        <a:t>attr</a:t>
                      </a:r>
                      <a:r>
                        <a:rPr kumimoji="1" lang="en-US" altLang="zh-CN" sz="1800" b="1" kern="1200" dirty="0">
                          <a:solidFill>
                            <a:schemeClr val="tx1"/>
                          </a:solidFill>
                          <a:latin typeface="Times New Roman" pitchFamily="18" charset="0"/>
                          <a:ea typeface="宋体" pitchFamily="2" charset="-122"/>
                          <a:cs typeface="+mn-cs"/>
                        </a:rPr>
                        <a:t> ~= value]&lt;/h4&gt;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&lt;a </a:t>
                      </a:r>
                      <a:r>
                        <a:rPr kumimoji="1" lang="en-US" altLang="zh-CN" sz="1800" b="1" kern="1200" dirty="0" err="1">
                          <a:solidFill>
                            <a:schemeClr val="tx1"/>
                          </a:solidFill>
                          <a:latin typeface="Times New Roman" pitchFamily="18" charset="0"/>
                          <a:ea typeface="宋体" pitchFamily="2" charset="-122"/>
                          <a:cs typeface="+mn-cs"/>
                        </a:rPr>
                        <a:t>href</a:t>
                      </a:r>
                      <a:r>
                        <a:rPr kumimoji="1" lang="en-US" altLang="zh-CN" sz="1800" b="1" kern="1200" dirty="0">
                          <a:solidFill>
                            <a:schemeClr val="tx1"/>
                          </a:solidFill>
                          <a:latin typeface="Times New Roman" pitchFamily="18" charset="0"/>
                          <a:ea typeface="宋体" pitchFamily="2" charset="-122"/>
                          <a:cs typeface="+mn-cs"/>
                        </a:rPr>
                        <a:t>="#" class="good green"&gt;class="good green"&lt;/a&gt;&lt;</a:t>
                      </a:r>
                      <a:r>
                        <a:rPr kumimoji="1" lang="en-US" altLang="zh-CN" sz="1800" b="1" kern="1200" dirty="0" err="1">
                          <a:solidFill>
                            <a:schemeClr val="tx1"/>
                          </a:solidFill>
                          <a:latin typeface="Times New Roman" pitchFamily="18" charset="0"/>
                          <a:ea typeface="宋体" pitchFamily="2" charset="-122"/>
                          <a:cs typeface="+mn-cs"/>
                        </a:rPr>
                        <a:t>br</a:t>
                      </a:r>
                      <a:r>
                        <a:rPr kumimoji="1" lang="en-US" altLang="zh-CN" sz="1800" b="1" kern="1200" dirty="0">
                          <a:solidFill>
                            <a:schemeClr val="tx1"/>
                          </a:solidFill>
                          <a:latin typeface="Times New Roman" pitchFamily="18" charset="0"/>
                          <a:ea typeface="宋体" pitchFamily="2" charset="-122"/>
                          <a:cs typeface="+mn-cs"/>
                        </a:rPr>
                        <a:t>&gt;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&lt;a </a:t>
                      </a:r>
                      <a:r>
                        <a:rPr kumimoji="1" lang="en-US" altLang="zh-CN" sz="1800" b="1" kern="1200" dirty="0" err="1">
                          <a:solidFill>
                            <a:schemeClr val="tx1"/>
                          </a:solidFill>
                          <a:latin typeface="Times New Roman" pitchFamily="18" charset="0"/>
                          <a:ea typeface="宋体" pitchFamily="2" charset="-122"/>
                          <a:cs typeface="+mn-cs"/>
                        </a:rPr>
                        <a:t>href</a:t>
                      </a:r>
                      <a:r>
                        <a:rPr kumimoji="1" lang="en-US" altLang="zh-CN" sz="1800" b="1" kern="1200" dirty="0">
                          <a:solidFill>
                            <a:schemeClr val="tx1"/>
                          </a:solidFill>
                          <a:latin typeface="Times New Roman" pitchFamily="18" charset="0"/>
                          <a:ea typeface="宋体" pitchFamily="2" charset="-122"/>
                          <a:cs typeface="+mn-cs"/>
                        </a:rPr>
                        <a:t>="#" class="goodnight blue"&gt;class="goodnight blue"&lt;/a&gt;&lt;</a:t>
                      </a:r>
                      <a:r>
                        <a:rPr kumimoji="1" lang="en-US" altLang="zh-CN" sz="1800" b="1" kern="1200" dirty="0" err="1">
                          <a:solidFill>
                            <a:schemeClr val="tx1"/>
                          </a:solidFill>
                          <a:latin typeface="Times New Roman" pitchFamily="18" charset="0"/>
                          <a:ea typeface="宋体" pitchFamily="2" charset="-122"/>
                          <a:cs typeface="+mn-cs"/>
                        </a:rPr>
                        <a:t>br</a:t>
                      </a:r>
                      <a:r>
                        <a:rPr kumimoji="1" lang="en-US" altLang="zh-CN" sz="1800" b="1" kern="1200" dirty="0">
                          <a:solidFill>
                            <a:schemeClr val="tx1"/>
                          </a:solidFill>
                          <a:latin typeface="Times New Roman" pitchFamily="18" charset="0"/>
                          <a:ea typeface="宋体" pitchFamily="2" charset="-122"/>
                          <a:cs typeface="+mn-cs"/>
                        </a:rPr>
                        <a:t>&gt;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  &lt;a </a:t>
                      </a:r>
                      <a:r>
                        <a:rPr kumimoji="1" lang="en-US" altLang="zh-CN" sz="1800" b="1" kern="1200" dirty="0" err="1">
                          <a:solidFill>
                            <a:schemeClr val="tx1"/>
                          </a:solidFill>
                          <a:latin typeface="Times New Roman" pitchFamily="18" charset="0"/>
                          <a:ea typeface="宋体" pitchFamily="2" charset="-122"/>
                          <a:cs typeface="+mn-cs"/>
                        </a:rPr>
                        <a:t>href</a:t>
                      </a:r>
                      <a:r>
                        <a:rPr kumimoji="1" lang="en-US" altLang="zh-CN" sz="1800" b="1" kern="1200" dirty="0">
                          <a:solidFill>
                            <a:schemeClr val="tx1"/>
                          </a:solidFill>
                          <a:latin typeface="Times New Roman" pitchFamily="18" charset="0"/>
                          <a:ea typeface="宋体" pitchFamily="2" charset="-122"/>
                          <a:cs typeface="+mn-cs"/>
                        </a:rPr>
                        <a:t>="#" class="blue good"&gt;class="blue good"&lt;/a&gt;</a:t>
                      </a:r>
                    </a:p>
                    <a:p>
                      <a:pPr algn="l">
                        <a:lnSpc>
                          <a:spcPct val="114000"/>
                        </a:lnSpc>
                      </a:pPr>
                      <a:r>
                        <a:rPr kumimoji="1" lang="en-US" altLang="zh-CN" sz="1800" b="1" kern="1200" dirty="0">
                          <a:solidFill>
                            <a:schemeClr val="tx1"/>
                          </a:solidFill>
                          <a:latin typeface="Times New Roman" pitchFamily="18" charset="0"/>
                          <a:ea typeface="宋体" pitchFamily="2" charset="-122"/>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10" name="图片 9">
            <a:extLst>
              <a:ext uri="{FF2B5EF4-FFF2-40B4-BE49-F238E27FC236}">
                <a16:creationId xmlns:a16="http://schemas.microsoft.com/office/drawing/2014/main" id="{D0656BC6-1151-457E-9F56-34BD00242AE5}"/>
              </a:ext>
            </a:extLst>
          </p:cNvPr>
          <p:cNvPicPr/>
          <p:nvPr/>
        </p:nvPicPr>
        <p:blipFill>
          <a:blip r:embed="rId2"/>
          <a:stretch>
            <a:fillRect/>
          </a:stretch>
        </p:blipFill>
        <p:spPr>
          <a:xfrm>
            <a:off x="8816429" y="3708301"/>
            <a:ext cx="2448272" cy="940644"/>
          </a:xfrm>
          <a:prstGeom prst="rect">
            <a:avLst/>
          </a:prstGeom>
        </p:spPr>
      </p:pic>
    </p:spTree>
    <p:extLst>
      <p:ext uri="{BB962C8B-B14F-4D97-AF65-F5344CB8AC3E}">
        <p14:creationId xmlns:p14="http://schemas.microsoft.com/office/powerpoint/2010/main" val="1835571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0718523" cy="2221762"/>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通配符选择器</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表示文档树中任何命名空间（包括没有命名空间的元素）中的任何单个元素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配符选择器使用“*”号进行表示</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一般情况，很少使用通配符选择器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1AE68E36-5FD9-4272-8942-9C604DE44181}"/>
              </a:ext>
            </a:extLst>
          </p:cNvPr>
          <p:cNvGraphicFramePr>
            <a:graphicFrameLocks noGrp="1"/>
          </p:cNvGraphicFramePr>
          <p:nvPr>
            <p:extLst>
              <p:ext uri="{D42A27DB-BD31-4B8C-83A1-F6EECF244321}">
                <p14:modId xmlns:p14="http://schemas.microsoft.com/office/powerpoint/2010/main" val="3688115010"/>
              </p:ext>
            </p:extLst>
          </p:nvPr>
        </p:nvGraphicFramePr>
        <p:xfrm>
          <a:off x="860274" y="4284365"/>
          <a:ext cx="10945216" cy="1224136"/>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45216">
                  <a:extLst>
                    <a:ext uri="{9D8B030D-6E8A-4147-A177-3AD203B41FA5}">
                      <a16:colId xmlns:a16="http://schemas.microsoft.com/office/drawing/2014/main" val="4020043646"/>
                    </a:ext>
                  </a:extLst>
                </a:gridCol>
              </a:tblGrid>
              <a:tr h="1224136">
                <a:tc>
                  <a:txBody>
                    <a:bodyPr/>
                    <a:lstStyle/>
                    <a:p>
                      <a:pPr algn="l">
                        <a:lnSpc>
                          <a:spcPct val="114000"/>
                        </a:lnSpc>
                      </a:pPr>
                      <a:r>
                        <a:rPr kumimoji="1" lang="zh-CN" altLang="en-US" sz="1800" b="1" kern="1200" dirty="0">
                          <a:solidFill>
                            <a:schemeClr val="tx1"/>
                          </a:solidFill>
                          <a:latin typeface="+mn-ea"/>
                          <a:ea typeface="+mn-ea"/>
                          <a:cs typeface="+mn-cs"/>
                        </a:rPr>
                        <a:t>*</a:t>
                      </a:r>
                      <a:r>
                        <a:rPr kumimoji="1" lang="en-US" altLang="zh-CN" sz="1800" b="1" kern="1200" dirty="0">
                          <a:solidFill>
                            <a:schemeClr val="tx1"/>
                          </a:solidFill>
                          <a:latin typeface="+mn-ea"/>
                          <a:ea typeface="+mn-ea"/>
                          <a:cs typeface="+mn-cs"/>
                        </a:rPr>
                        <a:t>{ ……}                  /* </a:t>
                      </a:r>
                      <a:r>
                        <a:rPr kumimoji="1" lang="zh-CN" altLang="en-US" sz="1800" b="1" kern="1200" dirty="0">
                          <a:solidFill>
                            <a:schemeClr val="tx1"/>
                          </a:solidFill>
                          <a:latin typeface="+mn-ea"/>
                          <a:ea typeface="+mn-ea"/>
                          <a:cs typeface="+mn-cs"/>
                        </a:rPr>
                        <a:t>为所有元素添加</a:t>
                      </a:r>
                      <a:r>
                        <a:rPr kumimoji="1" lang="en-US" altLang="zh-CN" sz="1800" b="1" kern="1200" dirty="0">
                          <a:solidFill>
                            <a:schemeClr val="tx1"/>
                          </a:solidFill>
                          <a:latin typeface="+mn-ea"/>
                          <a:ea typeface="+mn-ea"/>
                          <a:cs typeface="+mn-cs"/>
                        </a:rPr>
                        <a:t>CSS</a:t>
                      </a:r>
                      <a:r>
                        <a:rPr kumimoji="1" lang="zh-CN" altLang="en-US" sz="1800" b="1" kern="1200" dirty="0">
                          <a:solidFill>
                            <a:schemeClr val="tx1"/>
                          </a:solidFill>
                          <a:latin typeface="+mn-ea"/>
                          <a:ea typeface="+mn-ea"/>
                          <a:cs typeface="+mn-cs"/>
                        </a:rPr>
                        <a:t>规则  *</a:t>
                      </a:r>
                      <a:r>
                        <a:rPr kumimoji="1" lang="en-US" altLang="zh-CN" sz="1800" b="1" kern="1200" dirty="0">
                          <a:solidFill>
                            <a:schemeClr val="tx1"/>
                          </a:solidFill>
                          <a:latin typeface="+mn-ea"/>
                          <a:ea typeface="+mn-ea"/>
                          <a:cs typeface="+mn-cs"/>
                        </a:rPr>
                        <a:t>/</a:t>
                      </a:r>
                    </a:p>
                    <a:p>
                      <a:pPr algn="l">
                        <a:lnSpc>
                          <a:spcPct val="114000"/>
                        </a:lnSpc>
                      </a:pPr>
                      <a:r>
                        <a:rPr kumimoji="1" lang="en-US" altLang="zh-CN" sz="1800" b="1" kern="1200" dirty="0">
                          <a:solidFill>
                            <a:schemeClr val="tx1"/>
                          </a:solidFill>
                          <a:latin typeface="+mn-ea"/>
                          <a:ea typeface="+mn-ea"/>
                          <a:cs typeface="+mn-cs"/>
                        </a:rPr>
                        <a:t>*.text{ …… }            /* </a:t>
                      </a:r>
                      <a:r>
                        <a:rPr kumimoji="1" lang="zh-CN" altLang="en-US" sz="1800" b="1" kern="1200" dirty="0">
                          <a:solidFill>
                            <a:schemeClr val="tx1"/>
                          </a:solidFill>
                          <a:latin typeface="+mn-ea"/>
                          <a:ea typeface="+mn-ea"/>
                          <a:cs typeface="+mn-cs"/>
                        </a:rPr>
                        <a:t>为所有类名为</a:t>
                      </a:r>
                      <a:r>
                        <a:rPr kumimoji="1" lang="en-US" altLang="zh-CN" sz="1800" b="1" kern="1200" dirty="0">
                          <a:solidFill>
                            <a:schemeClr val="tx1"/>
                          </a:solidFill>
                          <a:latin typeface="+mn-ea"/>
                          <a:ea typeface="+mn-ea"/>
                          <a:cs typeface="+mn-cs"/>
                        </a:rPr>
                        <a:t>text</a:t>
                      </a:r>
                      <a:r>
                        <a:rPr kumimoji="1" lang="zh-CN" altLang="en-US" sz="1800" b="1" kern="1200" dirty="0">
                          <a:solidFill>
                            <a:schemeClr val="tx1"/>
                          </a:solidFill>
                          <a:latin typeface="+mn-ea"/>
                          <a:ea typeface="+mn-ea"/>
                          <a:cs typeface="+mn-cs"/>
                        </a:rPr>
                        <a:t>的元素添加规则，等同于</a:t>
                      </a:r>
                      <a:r>
                        <a:rPr kumimoji="1" lang="en-US" altLang="zh-CN" sz="1800" b="1" kern="1200" dirty="0">
                          <a:solidFill>
                            <a:schemeClr val="tx1"/>
                          </a:solidFill>
                          <a:latin typeface="+mn-ea"/>
                          <a:ea typeface="+mn-ea"/>
                          <a:cs typeface="+mn-cs"/>
                        </a:rPr>
                        <a:t>.text{ …… } */</a:t>
                      </a:r>
                    </a:p>
                    <a:p>
                      <a:pPr algn="l">
                        <a:lnSpc>
                          <a:spcPct val="114000"/>
                        </a:lnSpc>
                      </a:pPr>
                      <a:r>
                        <a:rPr kumimoji="1" lang="en-US" altLang="zh-CN" sz="1800" b="1" kern="1200" dirty="0">
                          <a:solidFill>
                            <a:schemeClr val="tx1"/>
                          </a:solidFill>
                          <a:latin typeface="+mn-ea"/>
                          <a:ea typeface="+mn-ea"/>
                          <a:cs typeface="+mn-cs"/>
                        </a:rPr>
                        <a:t>*[</a:t>
                      </a:r>
                      <a:r>
                        <a:rPr kumimoji="1" lang="en-US" altLang="zh-CN" sz="1800" b="1" kern="1200" dirty="0" err="1">
                          <a:solidFill>
                            <a:schemeClr val="tx1"/>
                          </a:solidFill>
                          <a:latin typeface="+mn-ea"/>
                          <a:ea typeface="+mn-ea"/>
                          <a:cs typeface="+mn-cs"/>
                        </a:rPr>
                        <a:t>attr</a:t>
                      </a:r>
                      <a:r>
                        <a:rPr kumimoji="1" lang="en-US" altLang="zh-CN" sz="1800" b="1" kern="1200" dirty="0">
                          <a:solidFill>
                            <a:schemeClr val="tx1"/>
                          </a:solidFill>
                          <a:latin typeface="+mn-ea"/>
                          <a:ea typeface="+mn-ea"/>
                          <a:cs typeface="+mn-cs"/>
                        </a:rPr>
                        <a:t>=value]{ ……}      /* </a:t>
                      </a:r>
                      <a:r>
                        <a:rPr kumimoji="1" lang="zh-CN" altLang="en-US" sz="1800" b="1" kern="1200" dirty="0">
                          <a:solidFill>
                            <a:schemeClr val="tx1"/>
                          </a:solidFill>
                          <a:latin typeface="+mn-ea"/>
                          <a:ea typeface="+mn-ea"/>
                          <a:cs typeface="+mn-cs"/>
                        </a:rPr>
                        <a:t>为所有</a:t>
                      </a:r>
                      <a:r>
                        <a:rPr kumimoji="1" lang="en-US" altLang="zh-CN" sz="1800" b="1" kern="1200" dirty="0" err="1">
                          <a:solidFill>
                            <a:schemeClr val="tx1"/>
                          </a:solidFill>
                          <a:latin typeface="+mn-ea"/>
                          <a:ea typeface="+mn-ea"/>
                          <a:cs typeface="+mn-cs"/>
                        </a:rPr>
                        <a:t>attr</a:t>
                      </a:r>
                      <a:r>
                        <a:rPr kumimoji="1" lang="zh-CN" altLang="en-US" sz="1800" b="1" kern="1200" dirty="0">
                          <a:solidFill>
                            <a:schemeClr val="tx1"/>
                          </a:solidFill>
                          <a:latin typeface="+mn-ea"/>
                          <a:ea typeface="+mn-ea"/>
                          <a:cs typeface="+mn-cs"/>
                        </a:rPr>
                        <a:t>属性为</a:t>
                      </a:r>
                      <a:r>
                        <a:rPr kumimoji="1" lang="en-US" altLang="zh-CN" sz="1800" b="1" kern="1200" dirty="0">
                          <a:solidFill>
                            <a:schemeClr val="tx1"/>
                          </a:solidFill>
                          <a:latin typeface="+mn-ea"/>
                          <a:ea typeface="+mn-ea"/>
                          <a:cs typeface="+mn-cs"/>
                        </a:rPr>
                        <a:t>value</a:t>
                      </a:r>
                      <a:r>
                        <a:rPr kumimoji="1" lang="zh-CN" altLang="en-US" sz="1800" b="1" kern="1200" dirty="0">
                          <a:solidFill>
                            <a:schemeClr val="tx1"/>
                          </a:solidFill>
                          <a:latin typeface="+mn-ea"/>
                          <a:ea typeface="+mn-ea"/>
                          <a:cs typeface="+mn-cs"/>
                        </a:rPr>
                        <a:t>的元素添加规则，等同于</a:t>
                      </a:r>
                      <a:r>
                        <a:rPr kumimoji="1" lang="en-US" altLang="zh-CN" sz="1800" b="1" kern="1200" dirty="0">
                          <a:solidFill>
                            <a:schemeClr val="tx1"/>
                          </a:solidFill>
                          <a:latin typeface="+mn-ea"/>
                          <a:ea typeface="+mn-ea"/>
                          <a:cs typeface="+mn-cs"/>
                        </a:rPr>
                        <a:t>[</a:t>
                      </a:r>
                      <a:r>
                        <a:rPr kumimoji="1" lang="en-US" altLang="zh-CN" sz="1800" b="1" kern="1200" dirty="0" err="1">
                          <a:solidFill>
                            <a:schemeClr val="tx1"/>
                          </a:solidFill>
                          <a:latin typeface="+mn-ea"/>
                          <a:ea typeface="+mn-ea"/>
                          <a:cs typeface="+mn-cs"/>
                        </a:rPr>
                        <a:t>attr</a:t>
                      </a:r>
                      <a:r>
                        <a:rPr kumimoji="1" lang="en-US" altLang="zh-CN" sz="1800" b="1" kern="1200" dirty="0">
                          <a:solidFill>
                            <a:schemeClr val="tx1"/>
                          </a:solidFill>
                          <a:latin typeface="+mn-ea"/>
                          <a:ea typeface="+mn-ea"/>
                          <a:cs typeface="+mn-cs"/>
                        </a:rPr>
                        <a:t>=value]{ ……. }</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3138006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652621"/>
            <a:ext cx="10491830" cy="2775760"/>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规则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内联样式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内部文档引用</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外部样式表文件</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浏览器默认样式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spTree>
    <p:extLst>
      <p:ext uri="{BB962C8B-B14F-4D97-AF65-F5344CB8AC3E}">
        <p14:creationId xmlns:p14="http://schemas.microsoft.com/office/powerpoint/2010/main" val="3166662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205152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规则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内联样式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将样式内嵌到</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HTML</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元素的</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style</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属性中</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由于样式直接位于元素内部，所以只需要编写</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样式规则的声明部分，不需要再指定选择器</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AA02CC20-97AD-46FC-93CC-00273CF8711E}"/>
              </a:ext>
            </a:extLst>
          </p:cNvPr>
          <p:cNvGraphicFramePr>
            <a:graphicFrameLocks noGrp="1"/>
          </p:cNvGraphicFramePr>
          <p:nvPr>
            <p:extLst>
              <p:ext uri="{D42A27DB-BD31-4B8C-83A1-F6EECF244321}">
                <p14:modId xmlns:p14="http://schemas.microsoft.com/office/powerpoint/2010/main" val="3355376067"/>
              </p:ext>
            </p:extLst>
          </p:nvPr>
        </p:nvGraphicFramePr>
        <p:xfrm>
          <a:off x="895549" y="3996333"/>
          <a:ext cx="10945216" cy="180020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45216">
                  <a:extLst>
                    <a:ext uri="{9D8B030D-6E8A-4147-A177-3AD203B41FA5}">
                      <a16:colId xmlns:a16="http://schemas.microsoft.com/office/drawing/2014/main" val="4020043646"/>
                    </a:ext>
                  </a:extLst>
                </a:gridCol>
              </a:tblGrid>
              <a:tr h="1800200">
                <a:tc>
                  <a:txBody>
                    <a:bodyPr/>
                    <a:lstStyle/>
                    <a:p>
                      <a:pPr algn="l">
                        <a:lnSpc>
                          <a:spcPct val="114000"/>
                        </a:lnSpc>
                      </a:pPr>
                      <a:r>
                        <a:rPr kumimoji="1" lang="en-US" altLang="zh-CN" sz="1800" b="1" kern="1200" dirty="0">
                          <a:solidFill>
                            <a:schemeClr val="tx1"/>
                          </a:solidFill>
                          <a:latin typeface="+mn-ea"/>
                          <a:ea typeface="+mn-ea"/>
                          <a:cs typeface="+mn-cs"/>
                        </a:rPr>
                        <a:t>&lt;p style="font-size:10pt; </a:t>
                      </a:r>
                      <a:r>
                        <a:rPr kumimoji="1" lang="en-US" altLang="zh-CN" sz="1800" b="1" kern="1200" dirty="0" err="1">
                          <a:solidFill>
                            <a:schemeClr val="tx1"/>
                          </a:solidFill>
                          <a:latin typeface="+mn-ea"/>
                          <a:ea typeface="+mn-ea"/>
                          <a:cs typeface="+mn-cs"/>
                        </a:rPr>
                        <a:t>font-weight:bold</a:t>
                      </a:r>
                      <a:r>
                        <a:rPr kumimoji="1" lang="en-US" altLang="zh-CN" sz="1800" b="1" kern="1200" dirty="0">
                          <a:solidFill>
                            <a:schemeClr val="tx1"/>
                          </a:solidFill>
                          <a:latin typeface="+mn-ea"/>
                          <a:ea typeface="+mn-ea"/>
                          <a:cs typeface="+mn-cs"/>
                        </a:rPr>
                        <a:t>"&gt;</a:t>
                      </a:r>
                      <a:r>
                        <a:rPr kumimoji="1" lang="zh-CN" altLang="en-US" sz="1800" b="1" kern="1200" dirty="0">
                          <a:solidFill>
                            <a:schemeClr val="tx1"/>
                          </a:solidFill>
                          <a:latin typeface="+mn-ea"/>
                          <a:ea typeface="+mn-ea"/>
                          <a:cs typeface="+mn-cs"/>
                        </a:rPr>
                        <a:t>内联样式</a:t>
                      </a:r>
                      <a:r>
                        <a:rPr kumimoji="1" lang="en-US" altLang="zh-CN" sz="1800" b="1" kern="1200" dirty="0">
                          <a:solidFill>
                            <a:schemeClr val="tx1"/>
                          </a:solidFill>
                          <a:latin typeface="+mn-ea"/>
                          <a:ea typeface="+mn-ea"/>
                          <a:cs typeface="+mn-cs"/>
                        </a:rPr>
                        <a:t>&lt;/p&gt;</a:t>
                      </a:r>
                    </a:p>
                    <a:p>
                      <a:pPr algn="l">
                        <a:lnSpc>
                          <a:spcPct val="114000"/>
                        </a:lnSpc>
                      </a:pPr>
                      <a:r>
                        <a:rPr kumimoji="1" lang="en-US" altLang="zh-CN" sz="1800" b="1" kern="1200" dirty="0">
                          <a:solidFill>
                            <a:schemeClr val="tx1"/>
                          </a:solidFill>
                          <a:latin typeface="+mn-ea"/>
                          <a:ea typeface="+mn-ea"/>
                          <a:cs typeface="+mn-cs"/>
                        </a:rPr>
                        <a:t>&lt;p&gt;</a:t>
                      </a:r>
                      <a:r>
                        <a:rPr kumimoji="1" lang="zh-CN" altLang="en-US" sz="1800" b="1" kern="1200" dirty="0">
                          <a:solidFill>
                            <a:schemeClr val="tx1"/>
                          </a:solidFill>
                          <a:latin typeface="+mn-ea"/>
                          <a:ea typeface="+mn-ea"/>
                          <a:cs typeface="+mn-cs"/>
                        </a:rPr>
                        <a:t>普通段落</a:t>
                      </a:r>
                      <a:r>
                        <a:rPr kumimoji="1" lang="en-US" altLang="zh-CN" sz="1800" b="1" kern="1200" dirty="0">
                          <a:solidFill>
                            <a:schemeClr val="tx1"/>
                          </a:solidFill>
                          <a:latin typeface="+mn-ea"/>
                          <a:ea typeface="+mn-ea"/>
                          <a:cs typeface="+mn-cs"/>
                        </a:rPr>
                        <a:t>&lt;/p&gt;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7" name="图片 6">
            <a:extLst>
              <a:ext uri="{FF2B5EF4-FFF2-40B4-BE49-F238E27FC236}">
                <a16:creationId xmlns:a16="http://schemas.microsoft.com/office/drawing/2014/main" id="{02554919-9C9C-40BD-991A-BD2855C8A100}"/>
              </a:ext>
            </a:extLst>
          </p:cNvPr>
          <p:cNvPicPr/>
          <p:nvPr/>
        </p:nvPicPr>
        <p:blipFill>
          <a:blip r:embed="rId2"/>
          <a:stretch>
            <a:fillRect/>
          </a:stretch>
        </p:blipFill>
        <p:spPr>
          <a:xfrm>
            <a:off x="9248477" y="4356373"/>
            <a:ext cx="1512168" cy="1194234"/>
          </a:xfrm>
          <a:prstGeom prst="rect">
            <a:avLst/>
          </a:prstGeom>
        </p:spPr>
      </p:pic>
    </p:spTree>
    <p:extLst>
      <p:ext uri="{BB962C8B-B14F-4D97-AF65-F5344CB8AC3E}">
        <p14:creationId xmlns:p14="http://schemas.microsoft.com/office/powerpoint/2010/main" val="3455881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158985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规则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内部文档引用</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将</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样式的规则编写在</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HTML</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文档中的</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&lt;style&gt;</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标签中，其作用范围仅限当前</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HTML</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文档</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AA02CC20-97AD-46FC-93CC-00273CF8711E}"/>
              </a:ext>
            </a:extLst>
          </p:cNvPr>
          <p:cNvGraphicFramePr>
            <a:graphicFrameLocks noGrp="1"/>
          </p:cNvGraphicFramePr>
          <p:nvPr>
            <p:extLst>
              <p:ext uri="{D42A27DB-BD31-4B8C-83A1-F6EECF244321}">
                <p14:modId xmlns:p14="http://schemas.microsoft.com/office/powerpoint/2010/main" val="1573372624"/>
              </p:ext>
            </p:extLst>
          </p:nvPr>
        </p:nvGraphicFramePr>
        <p:xfrm>
          <a:off x="751533" y="3445196"/>
          <a:ext cx="10945216" cy="2553716"/>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45216">
                  <a:extLst>
                    <a:ext uri="{9D8B030D-6E8A-4147-A177-3AD203B41FA5}">
                      <a16:colId xmlns:a16="http://schemas.microsoft.com/office/drawing/2014/main" val="4020043646"/>
                    </a:ext>
                  </a:extLst>
                </a:gridCol>
              </a:tblGrid>
              <a:tr h="576064">
                <a:tc>
                  <a:txBody>
                    <a:bodyPr/>
                    <a:lstStyle/>
                    <a:p>
                      <a:pPr algn="l">
                        <a:lnSpc>
                          <a:spcPct val="114000"/>
                        </a:lnSpc>
                      </a:pPr>
                      <a:r>
                        <a:rPr kumimoji="1" lang="en-US" altLang="zh-CN" sz="1800" b="1" kern="1200" dirty="0">
                          <a:solidFill>
                            <a:schemeClr val="tx1"/>
                          </a:solidFill>
                          <a:latin typeface="+mn-ea"/>
                          <a:ea typeface="+mn-ea"/>
                          <a:cs typeface="+mn-cs"/>
                        </a:rPr>
                        <a:t>&lt;style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14000"/>
                        </a:lnSpc>
                      </a:pPr>
                      <a:r>
                        <a:rPr kumimoji="1" lang="en-US" altLang="zh-CN" sz="1800" b="1" kern="1200" dirty="0">
                          <a:solidFill>
                            <a:schemeClr val="tx1"/>
                          </a:solidFill>
                          <a:latin typeface="+mn-ea"/>
                          <a:ea typeface="+mn-ea"/>
                          <a:cs typeface="+mn-cs"/>
                        </a:rPr>
                        <a:t>  p{</a:t>
                      </a:r>
                    </a:p>
                    <a:p>
                      <a:pPr algn="l">
                        <a:lnSpc>
                          <a:spcPct val="114000"/>
                        </a:lnSpc>
                      </a:pPr>
                      <a:r>
                        <a:rPr kumimoji="1" lang="en-US" altLang="zh-CN" sz="1800" b="1" kern="1200" dirty="0">
                          <a:solidFill>
                            <a:schemeClr val="tx1"/>
                          </a:solidFill>
                          <a:latin typeface="+mn-ea"/>
                          <a:ea typeface="+mn-ea"/>
                          <a:cs typeface="+mn-cs"/>
                        </a:rPr>
                        <a:t>    font-size:20px;</a:t>
                      </a:r>
                    </a:p>
                    <a:p>
                      <a:pPr algn="l">
                        <a:lnSpc>
                          <a:spcPct val="114000"/>
                        </a:lnSpc>
                      </a:pPr>
                      <a:r>
                        <a:rPr kumimoji="1" lang="en-US" altLang="zh-CN" sz="1800" b="1" kern="1200" dirty="0">
                          <a:solidFill>
                            <a:schemeClr val="tx1"/>
                          </a:solidFill>
                          <a:latin typeface="+mn-ea"/>
                          <a:ea typeface="+mn-ea"/>
                          <a:cs typeface="+mn-cs"/>
                        </a:rPr>
                        <a:t>    font-weight: bold;}</a:t>
                      </a:r>
                    </a:p>
                    <a:p>
                      <a:pPr algn="l">
                        <a:lnSpc>
                          <a:spcPct val="114000"/>
                        </a:lnSpc>
                      </a:pPr>
                      <a:r>
                        <a:rPr kumimoji="1" lang="en-US" altLang="zh-CN" sz="1800" b="1" kern="1200" dirty="0">
                          <a:solidFill>
                            <a:schemeClr val="tx1"/>
                          </a:solidFill>
                          <a:latin typeface="+mn-ea"/>
                          <a:ea typeface="+mn-ea"/>
                          <a:cs typeface="+mn-cs"/>
                        </a:rPr>
                        <a:t>&lt;/style&gt;</a:t>
                      </a:r>
                    </a:p>
                    <a:p>
                      <a:pPr algn="l">
                        <a:lnSpc>
                          <a:spcPct val="114000"/>
                        </a:lnSpc>
                      </a:pPr>
                      <a:r>
                        <a:rPr kumimoji="1" lang="en-US" altLang="zh-CN" sz="1800" b="1" kern="1200" dirty="0">
                          <a:solidFill>
                            <a:schemeClr val="tx1"/>
                          </a:solidFill>
                          <a:latin typeface="+mn-ea"/>
                          <a:ea typeface="+mn-ea"/>
                          <a:cs typeface="+mn-cs"/>
                        </a:rPr>
                        <a:t>&lt;p style="font-size:10pt; </a:t>
                      </a:r>
                      <a:r>
                        <a:rPr kumimoji="1" lang="en-US" altLang="zh-CN" sz="1800" b="1" kern="1200" dirty="0" err="1">
                          <a:solidFill>
                            <a:schemeClr val="tx1"/>
                          </a:solidFill>
                          <a:latin typeface="+mn-ea"/>
                          <a:ea typeface="+mn-ea"/>
                          <a:cs typeface="+mn-cs"/>
                        </a:rPr>
                        <a:t>font-weight:bold</a:t>
                      </a:r>
                      <a:r>
                        <a:rPr kumimoji="1" lang="en-US" altLang="zh-CN" sz="1800" b="1" kern="1200" dirty="0">
                          <a:solidFill>
                            <a:schemeClr val="tx1"/>
                          </a:solidFill>
                          <a:latin typeface="+mn-ea"/>
                          <a:ea typeface="+mn-ea"/>
                          <a:cs typeface="+mn-cs"/>
                        </a:rPr>
                        <a:t>"&gt;</a:t>
                      </a:r>
                      <a:r>
                        <a:rPr kumimoji="1" lang="zh-CN" altLang="en-US" sz="1800" b="1" kern="1200" dirty="0">
                          <a:solidFill>
                            <a:schemeClr val="tx1"/>
                          </a:solidFill>
                          <a:latin typeface="+mn-ea"/>
                          <a:ea typeface="+mn-ea"/>
                          <a:cs typeface="+mn-cs"/>
                        </a:rPr>
                        <a:t>内联样式</a:t>
                      </a:r>
                      <a:r>
                        <a:rPr kumimoji="1" lang="en-US" altLang="zh-CN" sz="1800" b="1" kern="1200" dirty="0">
                          <a:solidFill>
                            <a:schemeClr val="tx1"/>
                          </a:solidFill>
                          <a:latin typeface="+mn-ea"/>
                          <a:ea typeface="+mn-ea"/>
                          <a:cs typeface="+mn-cs"/>
                        </a:rPr>
                        <a:t>&lt;/p&gt;</a:t>
                      </a:r>
                    </a:p>
                    <a:p>
                      <a:pPr algn="l">
                        <a:lnSpc>
                          <a:spcPct val="114000"/>
                        </a:lnSpc>
                      </a:pPr>
                      <a:r>
                        <a:rPr kumimoji="1" lang="en-US" altLang="zh-CN" sz="1800" b="1" kern="1200" dirty="0">
                          <a:solidFill>
                            <a:schemeClr val="tx1"/>
                          </a:solidFill>
                          <a:latin typeface="+mn-ea"/>
                          <a:ea typeface="+mn-ea"/>
                          <a:cs typeface="+mn-cs"/>
                        </a:rPr>
                        <a:t>&lt;p&gt;</a:t>
                      </a:r>
                      <a:r>
                        <a:rPr kumimoji="1" lang="zh-CN" altLang="en-US" sz="1800" b="1" kern="1200" dirty="0">
                          <a:solidFill>
                            <a:schemeClr val="tx1"/>
                          </a:solidFill>
                          <a:latin typeface="+mn-ea"/>
                          <a:ea typeface="+mn-ea"/>
                          <a:cs typeface="+mn-cs"/>
                        </a:rPr>
                        <a:t>普通段落</a:t>
                      </a:r>
                      <a:r>
                        <a:rPr kumimoji="1" lang="en-US" altLang="zh-CN" sz="1800" b="1" kern="1200" dirty="0">
                          <a:solidFill>
                            <a:schemeClr val="tx1"/>
                          </a:solidFill>
                          <a:latin typeface="+mn-ea"/>
                          <a:ea typeface="+mn-ea"/>
                          <a:cs typeface="+mn-cs"/>
                        </a:rPr>
                        <a:t>&lt;/p&gt;</a:t>
                      </a:r>
                    </a:p>
                    <a:p>
                      <a:pPr algn="l">
                        <a:lnSpc>
                          <a:spcPct val="114000"/>
                        </a:lnSpc>
                      </a:pPr>
                      <a:endParaRPr kumimoji="1" lang="en-US" altLang="zh-CN" sz="1800" b="1" kern="1200" dirty="0">
                        <a:solidFill>
                          <a:schemeClr val="tx1"/>
                        </a:solidFill>
                        <a:latin typeface="+mn-ea"/>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7" name="图片 6">
            <a:extLst>
              <a:ext uri="{FF2B5EF4-FFF2-40B4-BE49-F238E27FC236}">
                <a16:creationId xmlns:a16="http://schemas.microsoft.com/office/drawing/2014/main" id="{0F15D4BF-5350-4979-BE37-CCF666DD79B7}"/>
              </a:ext>
            </a:extLst>
          </p:cNvPr>
          <p:cNvPicPr/>
          <p:nvPr/>
        </p:nvPicPr>
        <p:blipFill>
          <a:blip r:embed="rId2"/>
          <a:stretch>
            <a:fillRect/>
          </a:stretch>
        </p:blipFill>
        <p:spPr>
          <a:xfrm>
            <a:off x="9104461" y="3924325"/>
            <a:ext cx="1368152" cy="1354998"/>
          </a:xfrm>
          <a:prstGeom prst="rect">
            <a:avLst/>
          </a:prstGeom>
        </p:spPr>
      </p:pic>
    </p:spTree>
    <p:extLst>
      <p:ext uri="{BB962C8B-B14F-4D97-AF65-F5344CB8AC3E}">
        <p14:creationId xmlns:p14="http://schemas.microsoft.com/office/powerpoint/2010/main" val="204555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2513188"/>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规则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外部样式表文件</a:t>
            </a:r>
          </a:p>
          <a:p>
            <a:pPr marL="342900" indent="-3429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样式编写在扩展名为</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000" dirty="0" err="1">
                <a:effectLst>
                  <a:outerShdw blurRad="38100" dist="38100" dir="2700000" algn="tl">
                    <a:srgbClr val="000000">
                      <a:alpha val="43137"/>
                    </a:srgbClr>
                  </a:outerShdw>
                </a:effectLst>
                <a:latin typeface="+mn-ea"/>
                <a:cs typeface="Times New Roman" panose="02020603050405020304" pitchFamily="18" charset="0"/>
              </a:rPr>
              <a:t>css</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的单独文件中</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需要引用外部样式表的文档通过链接或导入同一个外部样式表文件</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AA02CC20-97AD-46FC-93CC-00273CF8711E}"/>
              </a:ext>
            </a:extLst>
          </p:cNvPr>
          <p:cNvGraphicFramePr>
            <a:graphicFrameLocks noGrp="1"/>
          </p:cNvGraphicFramePr>
          <p:nvPr>
            <p:extLst>
              <p:ext uri="{D42A27DB-BD31-4B8C-83A1-F6EECF244321}">
                <p14:modId xmlns:p14="http://schemas.microsoft.com/office/powerpoint/2010/main" val="2791974564"/>
              </p:ext>
            </p:extLst>
          </p:nvPr>
        </p:nvGraphicFramePr>
        <p:xfrm>
          <a:off x="735634" y="3870074"/>
          <a:ext cx="10945216" cy="2240979"/>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45216">
                  <a:extLst>
                    <a:ext uri="{9D8B030D-6E8A-4147-A177-3AD203B41FA5}">
                      <a16:colId xmlns:a16="http://schemas.microsoft.com/office/drawing/2014/main" val="4020043646"/>
                    </a:ext>
                  </a:extLst>
                </a:gridCol>
              </a:tblGrid>
              <a:tr h="576064">
                <a:tc>
                  <a:txBody>
                    <a:bodyPr/>
                    <a:lstStyle/>
                    <a:p>
                      <a:pPr algn="l">
                        <a:lnSpc>
                          <a:spcPct val="114000"/>
                        </a:lnSpc>
                      </a:pPr>
                      <a:r>
                        <a:rPr kumimoji="1" lang="en-US" altLang="zh-CN" sz="1800" b="1" kern="1200" dirty="0">
                          <a:solidFill>
                            <a:schemeClr val="tx1"/>
                          </a:solidFill>
                          <a:latin typeface="+mn-ea"/>
                          <a:ea typeface="+mn-ea"/>
                          <a:cs typeface="+mn-cs"/>
                        </a:rPr>
                        <a:t>&lt;! -- </a:t>
                      </a:r>
                      <a:r>
                        <a:rPr kumimoji="1" lang="zh-CN" altLang="en-US" sz="1800" b="1" kern="1200" dirty="0">
                          <a:solidFill>
                            <a:schemeClr val="tx1"/>
                          </a:solidFill>
                          <a:latin typeface="+mn-ea"/>
                          <a:ea typeface="+mn-ea"/>
                          <a:cs typeface="+mn-cs"/>
                        </a:rPr>
                        <a:t>方式一 链接</a:t>
                      </a:r>
                      <a:r>
                        <a:rPr kumimoji="1" lang="en-US" altLang="zh-CN" sz="1800" b="1" kern="1200" dirty="0">
                          <a:solidFill>
                            <a:schemeClr val="tx1"/>
                          </a:solidFill>
                          <a:latin typeface="+mn-ea"/>
                          <a:ea typeface="+mn-ea"/>
                          <a:cs typeface="+mn-cs"/>
                        </a:rPr>
                        <a:t>CSS</a:t>
                      </a:r>
                      <a:r>
                        <a:rPr kumimoji="1" lang="zh-CN" altLang="en-US" sz="1800" b="1" kern="1200" dirty="0">
                          <a:solidFill>
                            <a:schemeClr val="tx1"/>
                          </a:solidFill>
                          <a:latin typeface="+mn-ea"/>
                          <a:ea typeface="+mn-ea"/>
                          <a:cs typeface="+mn-cs"/>
                        </a:rPr>
                        <a:t>文件</a:t>
                      </a:r>
                      <a:r>
                        <a:rPr kumimoji="1" lang="en-US" altLang="zh-CN" sz="1800" b="1" kern="1200" dirty="0">
                          <a:solidFill>
                            <a:schemeClr val="tx1"/>
                          </a:solidFill>
                          <a:latin typeface="+mn-ea"/>
                          <a:ea typeface="+mn-ea"/>
                          <a:cs typeface="+mn-cs"/>
                        </a:rPr>
                        <a:t>--&gt;</a:t>
                      </a:r>
                    </a:p>
                    <a:p>
                      <a:pPr algn="l">
                        <a:lnSpc>
                          <a:spcPct val="114000"/>
                        </a:lnSpc>
                      </a:pPr>
                      <a:r>
                        <a:rPr kumimoji="1" lang="en-US" altLang="zh-CN" sz="1800" b="1" kern="1200" dirty="0">
                          <a:solidFill>
                            <a:schemeClr val="tx1"/>
                          </a:solidFill>
                          <a:latin typeface="+mn-ea"/>
                          <a:ea typeface="+mn-ea"/>
                          <a:cs typeface="+mn-cs"/>
                        </a:rPr>
                        <a:t>&lt;link </a:t>
                      </a:r>
                      <a:r>
                        <a:rPr kumimoji="1" lang="en-US" altLang="zh-CN" sz="1800" b="1" kern="1200" dirty="0" err="1">
                          <a:solidFill>
                            <a:schemeClr val="tx1"/>
                          </a:solidFill>
                          <a:latin typeface="+mn-ea"/>
                          <a:ea typeface="+mn-ea"/>
                          <a:cs typeface="+mn-cs"/>
                        </a:rPr>
                        <a:t>rel</a:t>
                      </a:r>
                      <a:r>
                        <a:rPr kumimoji="1" lang="en-US" altLang="zh-CN" sz="1800" b="1" kern="1200" dirty="0">
                          <a:solidFill>
                            <a:schemeClr val="tx1"/>
                          </a:solidFill>
                          <a:latin typeface="+mn-ea"/>
                          <a:ea typeface="+mn-ea"/>
                          <a:cs typeface="+mn-cs"/>
                        </a:rPr>
                        <a:t>="stylesheet"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 </a:t>
                      </a:r>
                      <a:r>
                        <a:rPr kumimoji="1" lang="en-US" altLang="zh-CN" sz="1800" b="1" kern="1200" dirty="0" err="1">
                          <a:solidFill>
                            <a:schemeClr val="tx1"/>
                          </a:solidFill>
                          <a:latin typeface="+mn-ea"/>
                          <a:ea typeface="+mn-ea"/>
                          <a:cs typeface="+mn-cs"/>
                        </a:rPr>
                        <a:t>href</a:t>
                      </a:r>
                      <a:r>
                        <a:rPr kumimoji="1" lang="en-US" altLang="zh-CN" sz="1800" b="1" kern="1200" dirty="0">
                          <a:solidFill>
                            <a:schemeClr val="tx1"/>
                          </a:solidFill>
                          <a:latin typeface="+mn-ea"/>
                          <a:ea typeface="+mn-ea"/>
                          <a:cs typeface="+mn-cs"/>
                        </a:rPr>
                        <a: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/style.css"/&gt;</a:t>
                      </a:r>
                    </a:p>
                    <a:p>
                      <a:pPr algn="l">
                        <a:lnSpc>
                          <a:spcPct val="114000"/>
                        </a:lnSpc>
                      </a:pPr>
                      <a:r>
                        <a:rPr kumimoji="1" lang="en-US" altLang="zh-CN" sz="1800" b="1" kern="1200" dirty="0">
                          <a:solidFill>
                            <a:schemeClr val="tx1"/>
                          </a:solidFill>
                          <a:latin typeface="+mn-ea"/>
                          <a:ea typeface="+mn-ea"/>
                          <a:cs typeface="+mn-cs"/>
                        </a:rPr>
                        <a:t>&lt;! -- </a:t>
                      </a:r>
                      <a:r>
                        <a:rPr kumimoji="1" lang="zh-CN" altLang="en-US" sz="1800" b="1" kern="1200" dirty="0">
                          <a:solidFill>
                            <a:schemeClr val="tx1"/>
                          </a:solidFill>
                          <a:latin typeface="+mn-ea"/>
                          <a:ea typeface="+mn-ea"/>
                          <a:cs typeface="+mn-cs"/>
                        </a:rPr>
                        <a:t>方式二 导入</a:t>
                      </a:r>
                      <a:r>
                        <a:rPr kumimoji="1" lang="en-US" altLang="zh-CN" sz="1800" b="1" kern="1200" dirty="0">
                          <a:solidFill>
                            <a:schemeClr val="tx1"/>
                          </a:solidFill>
                          <a:latin typeface="+mn-ea"/>
                          <a:ea typeface="+mn-ea"/>
                          <a:cs typeface="+mn-cs"/>
                        </a:rPr>
                        <a:t>CSS</a:t>
                      </a:r>
                      <a:r>
                        <a:rPr kumimoji="1" lang="zh-CN" altLang="en-US" sz="1800" b="1" kern="1200" dirty="0">
                          <a:solidFill>
                            <a:schemeClr val="tx1"/>
                          </a:solidFill>
                          <a:latin typeface="+mn-ea"/>
                          <a:ea typeface="+mn-ea"/>
                          <a:cs typeface="+mn-cs"/>
                        </a:rPr>
                        <a:t>文件</a:t>
                      </a:r>
                      <a:r>
                        <a:rPr kumimoji="1" lang="en-US" altLang="zh-CN" sz="1800" b="1" kern="1200" dirty="0">
                          <a:solidFill>
                            <a:schemeClr val="tx1"/>
                          </a:solidFill>
                          <a:latin typeface="+mn-ea"/>
                          <a:ea typeface="+mn-ea"/>
                          <a:cs typeface="+mn-cs"/>
                        </a:rPr>
                        <a:t>--&gt;</a:t>
                      </a:r>
                    </a:p>
                    <a:p>
                      <a:pPr algn="l">
                        <a:lnSpc>
                          <a:spcPct val="114000"/>
                        </a:lnSpc>
                      </a:pPr>
                      <a:r>
                        <a:rPr kumimoji="1" lang="en-US" altLang="zh-CN" sz="1800" b="1" kern="1200" dirty="0">
                          <a:solidFill>
                            <a:schemeClr val="tx1"/>
                          </a:solidFill>
                          <a:latin typeface="+mn-ea"/>
                          <a:ea typeface="+mn-ea"/>
                          <a:cs typeface="+mn-cs"/>
                        </a:rPr>
                        <a:t>&lt;style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14000"/>
                        </a:lnSpc>
                      </a:pPr>
                      <a:r>
                        <a:rPr kumimoji="1" lang="en-US" altLang="zh-CN" sz="1800" b="1" kern="1200" dirty="0">
                          <a:solidFill>
                            <a:schemeClr val="tx1"/>
                          </a:solidFill>
                          <a:latin typeface="+mn-ea"/>
                          <a:ea typeface="+mn-ea"/>
                          <a:cs typeface="+mn-cs"/>
                        </a:rPr>
                        <a:t>    @import </a:t>
                      </a:r>
                      <a:r>
                        <a:rPr kumimoji="1" lang="en-US" altLang="zh-CN" sz="1800" b="1" kern="1200" dirty="0" err="1">
                          <a:solidFill>
                            <a:schemeClr val="tx1"/>
                          </a:solidFill>
                          <a:latin typeface="+mn-ea"/>
                          <a:ea typeface="+mn-ea"/>
                          <a:cs typeface="+mn-cs"/>
                        </a:rPr>
                        <a:t>url</a:t>
                      </a:r>
                      <a:r>
                        <a:rPr kumimoji="1" lang="en-US" altLang="zh-CN" sz="1800" b="1" kern="1200" dirty="0">
                          <a:solidFill>
                            <a:schemeClr val="tx1"/>
                          </a:solidFill>
                          <a:latin typeface="+mn-ea"/>
                          <a:ea typeface="+mn-ea"/>
                          <a:cs typeface="+mn-cs"/>
                        </a:rPr>
                        <a: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/style.css");</a:t>
                      </a:r>
                    </a:p>
                    <a:p>
                      <a:pPr algn="l">
                        <a:lnSpc>
                          <a:spcPct val="114000"/>
                        </a:lnSpc>
                      </a:pPr>
                      <a:r>
                        <a:rPr kumimoji="1" lang="en-US" altLang="zh-CN" sz="1800" b="1" kern="1200" dirty="0">
                          <a:solidFill>
                            <a:schemeClr val="tx1"/>
                          </a:solidFill>
                          <a:latin typeface="+mn-ea"/>
                          <a:ea typeface="+mn-ea"/>
                          <a:cs typeface="+mn-cs"/>
                        </a:rPr>
                        <a:t>&lt;/style&gt;</a:t>
                      </a:r>
                    </a:p>
                    <a:p>
                      <a:pPr algn="l">
                        <a:lnSpc>
                          <a:spcPct val="114000"/>
                        </a:lnSpc>
                      </a:pPr>
                      <a:endParaRPr kumimoji="1" lang="en-US" altLang="zh-CN" sz="1800" b="1" kern="1200" dirty="0">
                        <a:solidFill>
                          <a:schemeClr val="tx1"/>
                        </a:solidFill>
                        <a:latin typeface="+mn-ea"/>
                        <a:ea typeface="+mn-ea"/>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圆角矩形标注 2">
            <a:extLst>
              <a:ext uri="{FF2B5EF4-FFF2-40B4-BE49-F238E27FC236}">
                <a16:creationId xmlns:a16="http://schemas.microsoft.com/office/drawing/2014/main" id="{89DF572B-2588-487C-B1AB-59780957C54B}"/>
              </a:ext>
            </a:extLst>
          </p:cNvPr>
          <p:cNvSpPr/>
          <p:nvPr/>
        </p:nvSpPr>
        <p:spPr>
          <a:xfrm>
            <a:off x="6080125" y="1575984"/>
            <a:ext cx="5184576" cy="967525"/>
          </a:xfrm>
          <a:prstGeom prst="wedgeRoundRectCallout">
            <a:avLst>
              <a:gd name="adj1" fmla="val -65618"/>
              <a:gd name="adj2" fmla="val 44933"/>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000" b="1" dirty="0">
                <a:solidFill>
                  <a:srgbClr val="0000FF"/>
                </a:solidFill>
              </a:rPr>
              <a:t>内部样式表中的样式仅作用于其所在的页面，如果其他页面也希望复用该样式处理？</a:t>
            </a:r>
          </a:p>
        </p:txBody>
      </p:sp>
    </p:spTree>
    <p:extLst>
      <p:ext uri="{BB962C8B-B14F-4D97-AF65-F5344CB8AC3E}">
        <p14:creationId xmlns:p14="http://schemas.microsoft.com/office/powerpoint/2010/main" val="118708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3-2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1</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a:t>
            </a:r>
            <a:r>
              <a:rPr lang="en-US" altLang="zh-CN" sz="2800" b="1" dirty="0">
                <a:solidFill>
                  <a:srgbClr val="0000FF"/>
                </a:solidFill>
              </a:rPr>
              <a:t>CSS</a:t>
            </a:r>
            <a:r>
              <a:rPr lang="zh-CN" altLang="en-US" sz="2800" b="1" dirty="0">
                <a:solidFill>
                  <a:srgbClr val="0000FF"/>
                </a:solidFill>
              </a:rPr>
              <a:t>简单选择器</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3436518"/>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应用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规则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浏览器默认样式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由浏览器自动设置的样式称为浏览器默认样式</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需要引用外部样式表的文档通过链接或导入同一个外部样式表文件</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Arial" panose="020B0604020202020204" pitchFamily="34" charset="0"/>
              <a:buChar char="•"/>
            </a:pPr>
            <a:r>
              <a:rPr lang="en-US" altLang="zh-CN" sz="2000" dirty="0">
                <a:effectLst>
                  <a:outerShdw blurRad="38100" dist="38100" dir="2700000" algn="tl">
                    <a:srgbClr val="000000">
                      <a:alpha val="43137"/>
                    </a:srgbClr>
                  </a:outerShdw>
                </a:effectLst>
                <a:latin typeface="+mn-ea"/>
                <a:cs typeface="Times New Roman" panose="02020603050405020304" pitchFamily="18" charset="0"/>
              </a:rPr>
              <a:t>HTML</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文档中，任何没有定义</a:t>
            </a:r>
            <a:r>
              <a:rPr lang="en-US" altLang="zh-CN" sz="2000"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000" dirty="0">
                <a:effectLst>
                  <a:outerShdw blurRad="38100" dist="38100" dir="2700000" algn="tl">
                    <a:srgbClr val="000000">
                      <a:alpha val="43137"/>
                    </a:srgbClr>
                  </a:outerShdw>
                </a:effectLst>
                <a:latin typeface="+mn-ea"/>
                <a:cs typeface="Times New Roman" panose="02020603050405020304" pitchFamily="18" charset="0"/>
              </a:rPr>
              <a:t>样式的元素，在浏览器渲染过程中，都会应用浏览器默认样式</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457200" indent="-457200">
              <a:lnSpc>
                <a:spcPct val="150000"/>
              </a:lnSpc>
              <a:buClr>
                <a:schemeClr val="accent6"/>
              </a:buClr>
              <a:buFont typeface="Arial" panose="020B0604020202020204" pitchFamily="34" charset="0"/>
              <a:buChar char="•"/>
            </a:pPr>
            <a:r>
              <a:rPr lang="zh-CN" altLang="en-US" sz="2000" dirty="0">
                <a:effectLst>
                  <a:outerShdw blurRad="38100" dist="38100" dir="2700000" algn="tl">
                    <a:srgbClr val="000000">
                      <a:alpha val="43137"/>
                    </a:srgbClr>
                  </a:outerShdw>
                </a:effectLst>
                <a:latin typeface="+mn-ea"/>
                <a:cs typeface="Times New Roman" panose="02020603050405020304" pitchFamily="18" charset="0"/>
              </a:rPr>
              <a:t>不同的浏览器定义的默认样式略有不同</a:t>
            </a: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endParaRPr lang="en-US" altLang="zh-CN" sz="2000" dirty="0">
              <a:effectLst>
                <a:outerShdw blurRad="38100" dist="38100" dir="2700000" algn="tl">
                  <a:srgbClr val="000000">
                    <a:alpha val="43137"/>
                  </a:srgbClr>
                </a:outerShdw>
              </a:effectLst>
              <a:latin typeface="+mn-ea"/>
              <a:cs typeface="Times New Roman" panose="02020603050405020304" pitchFamily="18" charset="0"/>
            </a:endParaRPr>
          </a:p>
        </p:txBody>
      </p:sp>
    </p:spTree>
    <p:extLst>
      <p:ext uri="{BB962C8B-B14F-4D97-AF65-F5344CB8AC3E}">
        <p14:creationId xmlns:p14="http://schemas.microsoft.com/office/powerpoint/2010/main" val="4092836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、伪元素选择器</a:t>
            </a: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2775760"/>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元素两字表示在选择器所匹配的元素内，会添加</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额外的“元素”</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选择器内申明的</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CSS</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样式将应用在这个“元素”上</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被额外添加的“元素”</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并不存在于</a:t>
            </a: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DOM</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文档树</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中</a:t>
            </a:r>
            <a:endParaRPr lang="en-US" altLang="zh-CN" sz="20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伪元素使用“</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伪元素名”的语法格式进行书写</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选择器</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只能包含一个伪元素</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，且伪元素只能</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跟在最后一个简单选择器序列后方</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p:txBody>
      </p:sp>
    </p:spTree>
    <p:extLst>
      <p:ext uri="{BB962C8B-B14F-4D97-AF65-F5344CB8AC3E}">
        <p14:creationId xmlns:p14="http://schemas.microsoft.com/office/powerpoint/2010/main" val="2306374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、伪元素选择器</a:t>
            </a:r>
          </a:p>
        </p:txBody>
      </p:sp>
      <p:graphicFrame>
        <p:nvGraphicFramePr>
          <p:cNvPr id="4" name="表格 3">
            <a:extLst>
              <a:ext uri="{FF2B5EF4-FFF2-40B4-BE49-F238E27FC236}">
                <a16:creationId xmlns:a16="http://schemas.microsoft.com/office/drawing/2014/main" id="{655E18F8-EBE2-424C-A16B-5011D89BFEB3}"/>
              </a:ext>
            </a:extLst>
          </p:cNvPr>
          <p:cNvGraphicFramePr>
            <a:graphicFrameLocks noGrp="1"/>
          </p:cNvGraphicFramePr>
          <p:nvPr>
            <p:extLst>
              <p:ext uri="{D42A27DB-BD31-4B8C-83A1-F6EECF244321}">
                <p14:modId xmlns:p14="http://schemas.microsoft.com/office/powerpoint/2010/main" val="3483113822"/>
              </p:ext>
            </p:extLst>
          </p:nvPr>
        </p:nvGraphicFramePr>
        <p:xfrm>
          <a:off x="767706" y="1807106"/>
          <a:ext cx="10641013" cy="2837298"/>
        </p:xfrm>
        <a:graphic>
          <a:graphicData uri="http://schemas.openxmlformats.org/drawingml/2006/table">
            <a:tbl>
              <a:tblPr firstRow="1" firstCol="1" bandRow="1"/>
              <a:tblGrid>
                <a:gridCol w="1994525">
                  <a:extLst>
                    <a:ext uri="{9D8B030D-6E8A-4147-A177-3AD203B41FA5}">
                      <a16:colId xmlns:a16="http://schemas.microsoft.com/office/drawing/2014/main" val="1351708331"/>
                    </a:ext>
                  </a:extLst>
                </a:gridCol>
                <a:gridCol w="4544622">
                  <a:extLst>
                    <a:ext uri="{9D8B030D-6E8A-4147-A177-3AD203B41FA5}">
                      <a16:colId xmlns:a16="http://schemas.microsoft.com/office/drawing/2014/main" val="3986838875"/>
                    </a:ext>
                  </a:extLst>
                </a:gridCol>
                <a:gridCol w="4101866">
                  <a:extLst>
                    <a:ext uri="{9D8B030D-6E8A-4147-A177-3AD203B41FA5}">
                      <a16:colId xmlns:a16="http://schemas.microsoft.com/office/drawing/2014/main" val="650315193"/>
                    </a:ext>
                  </a:extLst>
                </a:gridCol>
              </a:tblGrid>
              <a:tr h="405328">
                <a:tc>
                  <a:txBody>
                    <a:bodyPr/>
                    <a:lstStyle/>
                    <a:p>
                      <a:pPr indent="229235"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常用伪元素</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29235" algn="ctr">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29235" algn="ctr">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样例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76673935"/>
                  </a:ext>
                </a:extLst>
              </a:tr>
              <a:tr h="40532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::first-line</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匹配元素的第一行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p::first-line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653003"/>
                  </a:ext>
                </a:extLst>
              </a:tr>
              <a:tr h="405328">
                <a:tc>
                  <a:txBody>
                    <a:bodyPr/>
                    <a:lstStyle/>
                    <a:p>
                      <a:pPr algn="just">
                        <a:spcAft>
                          <a:spcPts val="0"/>
                        </a:spcAft>
                      </a:pPr>
                      <a:r>
                        <a:rPr lang="en-US" sz="1800" b="1" kern="0" dirty="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::first-letter</a:t>
                      </a:r>
                      <a:endParaRPr lang="zh-CN" sz="1800" b="1"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匹配元素的第一个字母</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p::first-letter</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985117"/>
                  </a:ext>
                </a:extLst>
              </a:tr>
              <a:tr h="40532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::before</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在匹配的元素之前插入内容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div::before{content:</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0">
                          <a:effectLst/>
                          <a:latin typeface="宋体" panose="02010600030101010101" pitchFamily="2" charset="-122"/>
                          <a:ea typeface="宋体" panose="02010600030101010101" pitchFamily="2" charset="-122"/>
                          <a:cs typeface="Times New Roman" panose="02020603050405020304" pitchFamily="18" charset="0"/>
                        </a:rPr>
                        <a:t>start</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0">
                          <a:effectLst/>
                          <a:latin typeface="宋体" panose="02010600030101010101" pitchFamily="2" charset="-122"/>
                          <a:ea typeface="宋体" panose="02010600030101010101" pitchFamily="2" charset="-122"/>
                          <a:cs typeface="Times New Roman" panose="02020603050405020304" pitchFamily="18" charset="0"/>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5327072"/>
                  </a:ext>
                </a:extLst>
              </a:tr>
              <a:tr h="405328">
                <a:tc>
                  <a:txBody>
                    <a:bodyPr/>
                    <a:lstStyle/>
                    <a:p>
                      <a:pPr algn="just">
                        <a:spcAft>
                          <a:spcPts val="0"/>
                        </a:spcAft>
                      </a:pPr>
                      <a:r>
                        <a:rPr lang="en-US" sz="1800" b="1" kern="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::after</a:t>
                      </a:r>
                      <a:endParaRPr lang="zh-CN" sz="1800" b="1" kern="10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在匹配的元素之后插入内容</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div::after{content:</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0">
                          <a:effectLst/>
                          <a:latin typeface="宋体" panose="02010600030101010101" pitchFamily="2" charset="-122"/>
                          <a:ea typeface="宋体" panose="02010600030101010101" pitchFamily="2" charset="-122"/>
                          <a:cs typeface="Times New Roman" panose="02020603050405020304" pitchFamily="18" charset="0"/>
                        </a:rPr>
                        <a:t>end</a:t>
                      </a:r>
                      <a:r>
                        <a:rPr lang="en-US" sz="1800" kern="0">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0">
                          <a:effectLst/>
                          <a:latin typeface="宋体" panose="02010600030101010101" pitchFamily="2" charset="-122"/>
                          <a:ea typeface="宋体" panose="02010600030101010101" pitchFamily="2" charset="-122"/>
                          <a:cs typeface="Times New Roman" panose="02020603050405020304" pitchFamily="18" charset="0"/>
                        </a:rPr>
                        <a: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0957708"/>
                  </a:ext>
                </a:extLst>
              </a:tr>
              <a:tr h="810658">
                <a:tc>
                  <a:txBody>
                    <a:bodyPr/>
                    <a:lstStyle/>
                    <a:p>
                      <a:pPr algn="just">
                        <a:spcAft>
                          <a:spcPts val="0"/>
                        </a:spcAft>
                      </a:pPr>
                      <a:r>
                        <a:rPr lang="en-US" sz="1800" b="1" kern="0" dirty="0">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::selection</a:t>
                      </a:r>
                      <a:endParaRPr lang="zh-CN" sz="1800" b="1"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0">
                          <a:effectLst/>
                          <a:latin typeface="Calibri" panose="020F0502020204030204" pitchFamily="34" charset="0"/>
                          <a:ea typeface="宋体" panose="02010600030101010101" pitchFamily="2" charset="-122"/>
                          <a:cs typeface="Times New Roman" panose="02020603050405020304" pitchFamily="18" charset="0"/>
                        </a:rPr>
                        <a:t>匹配用户当前选中的元素，只有</a:t>
                      </a:r>
                      <a:r>
                        <a:rPr lang="en-US" sz="1800" kern="0">
                          <a:effectLst/>
                          <a:latin typeface="Calibri" panose="020F0502020204030204" pitchFamily="34" charset="0"/>
                          <a:ea typeface="宋体" panose="02010600030101010101" pitchFamily="2" charset="-122"/>
                          <a:cs typeface="Times New Roman" panose="02020603050405020304" pitchFamily="18" charset="0"/>
                        </a:rPr>
                        <a:t>color</a:t>
                      </a:r>
                      <a:r>
                        <a:rPr lang="zh-CN" sz="1800" kern="0">
                          <a:effectLst/>
                          <a:latin typeface="Calibri" panose="020F0502020204030204" pitchFamily="34" charset="0"/>
                          <a:ea typeface="宋体" panose="02010600030101010101" pitchFamily="2" charset="-122"/>
                          <a:cs typeface="Times New Roman" panose="02020603050405020304" pitchFamily="18" charset="0"/>
                        </a:rPr>
                        <a:t>、</a:t>
                      </a:r>
                      <a:r>
                        <a:rPr lang="en-US" sz="1800" kern="0">
                          <a:effectLst/>
                          <a:latin typeface="Calibri" panose="020F0502020204030204" pitchFamily="34" charset="0"/>
                          <a:ea typeface="宋体" panose="02010600030101010101" pitchFamily="2" charset="-122"/>
                          <a:cs typeface="Times New Roman" panose="02020603050405020304" pitchFamily="18" charset="0"/>
                        </a:rPr>
                        <a:t>background</a:t>
                      </a:r>
                      <a:r>
                        <a:rPr lang="zh-CN" sz="1800" kern="0">
                          <a:effectLst/>
                          <a:latin typeface="Calibri" panose="020F0502020204030204" pitchFamily="34" charset="0"/>
                          <a:ea typeface="宋体" panose="02010600030101010101" pitchFamily="2" charset="-122"/>
                          <a:cs typeface="Times New Roman" panose="02020603050405020304" pitchFamily="18" charset="0"/>
                        </a:rPr>
                        <a:t>等少数</a:t>
                      </a:r>
                      <a:r>
                        <a:rPr lang="en-US" sz="1800" kern="0">
                          <a:effectLst/>
                          <a:latin typeface="Calibri" panose="020F0502020204030204" pitchFamily="34" charset="0"/>
                          <a:ea typeface="宋体" panose="02010600030101010101" pitchFamily="2" charset="-122"/>
                          <a:cs typeface="Times New Roman" panose="02020603050405020304" pitchFamily="18" charset="0"/>
                        </a:rPr>
                        <a:t>CSS</a:t>
                      </a:r>
                      <a:r>
                        <a:rPr lang="zh-CN" sz="1800" kern="0">
                          <a:effectLst/>
                          <a:latin typeface="Calibri" panose="020F0502020204030204" pitchFamily="34" charset="0"/>
                          <a:ea typeface="宋体" panose="02010600030101010101" pitchFamily="2" charset="-122"/>
                          <a:cs typeface="Times New Roman" panose="02020603050405020304" pitchFamily="18" charset="0"/>
                        </a:rPr>
                        <a:t>属性支持该选择器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dirty="0">
                          <a:effectLst/>
                          <a:latin typeface="宋体" panose="02010600030101010101" pitchFamily="2" charset="-122"/>
                          <a:ea typeface="宋体" panose="02010600030101010101" pitchFamily="2" charset="-122"/>
                          <a:cs typeface="Times New Roman" panose="02020603050405020304" pitchFamily="18" charset="0"/>
                        </a:rPr>
                        <a:t>div::selection{</a:t>
                      </a:r>
                      <a:r>
                        <a:rPr lang="en-US" sz="1800" kern="0" dirty="0" err="1">
                          <a:effectLst/>
                          <a:latin typeface="宋体" panose="02010600030101010101" pitchFamily="2" charset="-122"/>
                          <a:ea typeface="宋体" panose="02010600030101010101" pitchFamily="2" charset="-122"/>
                          <a:cs typeface="Times New Roman" panose="02020603050405020304" pitchFamily="18" charset="0"/>
                        </a:rPr>
                        <a:t>color:red</a:t>
                      </a:r>
                      <a:r>
                        <a:rPr lang="en-US" sz="1800" kern="0" dirty="0">
                          <a:effectLst/>
                          <a:latin typeface="宋体" panose="02010600030101010101" pitchFamily="2" charset="-122"/>
                          <a:ea typeface="宋体" panose="02010600030101010101" pitchFamily="2" charset="-122"/>
                          <a:cs typeface="Times New Roman" panose="02020603050405020304" pitchFamily="18" charset="0"/>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1948365"/>
                  </a:ext>
                </a:extLst>
              </a:tr>
            </a:tbl>
          </a:graphicData>
        </a:graphic>
      </p:graphicFrame>
    </p:spTree>
    <p:extLst>
      <p:ext uri="{BB962C8B-B14F-4D97-AF65-F5344CB8AC3E}">
        <p14:creationId xmlns:p14="http://schemas.microsoft.com/office/powerpoint/2010/main" val="235865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4880371"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、伪元素选择器</a:t>
            </a: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481863"/>
          </a:xfrm>
          <a:prstGeom prst="rect">
            <a:avLst/>
          </a:prstGeom>
        </p:spPr>
        <p:txBody>
          <a:bodyPr wrap="square">
            <a:spAutoFit/>
          </a:bodyPr>
          <a:lstStyle/>
          <a:p>
            <a:pPr>
              <a:lnSpc>
                <a:spcPct val="150000"/>
              </a:lnSpc>
              <a:buClr>
                <a:schemeClr val="accent6"/>
              </a:buClr>
            </a:pPr>
            <a:r>
              <a:rPr lang="zh-CN" altLang="en-US"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例</a:t>
            </a:r>
            <a:r>
              <a:rPr lang="en-US" altLang="zh-CN"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3-6</a:t>
            </a:r>
          </a:p>
        </p:txBody>
      </p:sp>
      <p:graphicFrame>
        <p:nvGraphicFramePr>
          <p:cNvPr id="5" name="表格 4">
            <a:extLst>
              <a:ext uri="{FF2B5EF4-FFF2-40B4-BE49-F238E27FC236}">
                <a16:creationId xmlns:a16="http://schemas.microsoft.com/office/drawing/2014/main" id="{AA02CC20-97AD-46FC-93CC-00273CF8711E}"/>
              </a:ext>
            </a:extLst>
          </p:cNvPr>
          <p:cNvGraphicFramePr>
            <a:graphicFrameLocks noGrp="1"/>
          </p:cNvGraphicFramePr>
          <p:nvPr>
            <p:extLst>
              <p:ext uri="{D42A27DB-BD31-4B8C-83A1-F6EECF244321}">
                <p14:modId xmlns:p14="http://schemas.microsoft.com/office/powerpoint/2010/main" val="2279125405"/>
              </p:ext>
            </p:extLst>
          </p:nvPr>
        </p:nvGraphicFramePr>
        <p:xfrm>
          <a:off x="751533" y="2412157"/>
          <a:ext cx="10945216" cy="358675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45216">
                  <a:extLst>
                    <a:ext uri="{9D8B030D-6E8A-4147-A177-3AD203B41FA5}">
                      <a16:colId xmlns:a16="http://schemas.microsoft.com/office/drawing/2014/main" val="4020043646"/>
                    </a:ext>
                  </a:extLst>
                </a:gridCol>
              </a:tblGrid>
              <a:tr h="3586755">
                <a:tc>
                  <a:txBody>
                    <a:bodyPr/>
                    <a:lstStyle/>
                    <a:p>
                      <a:pPr algn="l">
                        <a:lnSpc>
                          <a:spcPct val="114000"/>
                        </a:lnSpc>
                      </a:pPr>
                      <a:r>
                        <a:rPr kumimoji="1" lang="en-US" altLang="zh-CN" sz="1800" b="1" kern="1200" dirty="0">
                          <a:solidFill>
                            <a:schemeClr val="tx1"/>
                          </a:solidFill>
                          <a:latin typeface="+mn-ea"/>
                          <a:ea typeface="+mn-ea"/>
                          <a:cs typeface="+mn-cs"/>
                        </a:rPr>
                        <a:t>&lt;style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14000"/>
                        </a:lnSpc>
                      </a:pPr>
                      <a:r>
                        <a:rPr kumimoji="1" lang="en-US" altLang="zh-CN" sz="1800" b="1" kern="1200" dirty="0">
                          <a:solidFill>
                            <a:schemeClr val="tx1"/>
                          </a:solidFill>
                          <a:latin typeface="+mn-ea"/>
                          <a:ea typeface="+mn-ea"/>
                          <a:cs typeface="+mn-cs"/>
                        </a:rPr>
                        <a:t>  /* ::before */</a:t>
                      </a:r>
                    </a:p>
                    <a:p>
                      <a:pPr algn="l">
                        <a:lnSpc>
                          <a:spcPct val="114000"/>
                        </a:lnSpc>
                      </a:pPr>
                      <a:r>
                        <a:rPr kumimoji="1" lang="en-US" altLang="zh-CN" sz="1800" b="1" kern="1200" dirty="0">
                          <a:solidFill>
                            <a:schemeClr val="tx1"/>
                          </a:solidFill>
                          <a:latin typeface="+mn-ea"/>
                          <a:ea typeface="+mn-ea"/>
                          <a:cs typeface="+mn-cs"/>
                        </a:rPr>
                        <a:t>  </a:t>
                      </a:r>
                      <a:r>
                        <a:rPr kumimoji="1" lang="en-US" altLang="zh-CN" sz="1800" b="1" kern="1200" dirty="0">
                          <a:solidFill>
                            <a:schemeClr val="accent6"/>
                          </a:solidFill>
                          <a:latin typeface="+mn-ea"/>
                          <a:ea typeface="+mn-ea"/>
                          <a:cs typeface="+mn-cs"/>
                        </a:rPr>
                        <a:t>#box::before</a:t>
                      </a:r>
                      <a:r>
                        <a:rPr kumimoji="1" lang="en-US" altLang="zh-CN" sz="1800" b="1" kern="1200" dirty="0">
                          <a:solidFill>
                            <a:schemeClr val="tx1"/>
                          </a:solidFill>
                          <a:latin typeface="+mn-ea"/>
                          <a:ea typeface="+mn-ea"/>
                          <a:cs typeface="+mn-cs"/>
                        </a:rPr>
                        <a:t>{  content: "start"; }</a:t>
                      </a:r>
                    </a:p>
                    <a:p>
                      <a:pPr algn="l">
                        <a:lnSpc>
                          <a:spcPct val="114000"/>
                        </a:lnSpc>
                      </a:pPr>
                      <a:r>
                        <a:rPr kumimoji="1" lang="en-US" altLang="zh-CN" sz="1800" b="1" kern="1200" dirty="0">
                          <a:solidFill>
                            <a:schemeClr val="tx1"/>
                          </a:solidFill>
                          <a:latin typeface="+mn-ea"/>
                          <a:ea typeface="+mn-ea"/>
                          <a:cs typeface="+mn-cs"/>
                        </a:rPr>
                        <a:t>  /* ::after */</a:t>
                      </a:r>
                    </a:p>
                    <a:p>
                      <a:pPr algn="l">
                        <a:lnSpc>
                          <a:spcPct val="114000"/>
                        </a:lnSpc>
                      </a:pPr>
                      <a:r>
                        <a:rPr kumimoji="1" lang="en-US" altLang="zh-CN" sz="1800" b="1" kern="1200" dirty="0">
                          <a:solidFill>
                            <a:schemeClr val="tx1"/>
                          </a:solidFill>
                          <a:latin typeface="+mn-ea"/>
                          <a:ea typeface="+mn-ea"/>
                          <a:cs typeface="+mn-cs"/>
                        </a:rPr>
                        <a:t>  </a:t>
                      </a:r>
                      <a:r>
                        <a:rPr kumimoji="1" lang="en-US" altLang="zh-CN" sz="1800" b="1" kern="1200" dirty="0">
                          <a:solidFill>
                            <a:schemeClr val="accent6"/>
                          </a:solidFill>
                          <a:latin typeface="+mn-ea"/>
                          <a:ea typeface="+mn-ea"/>
                          <a:cs typeface="+mn-cs"/>
                        </a:rPr>
                        <a:t>#box::after </a:t>
                      </a:r>
                      <a:r>
                        <a:rPr kumimoji="1" lang="en-US" altLang="zh-CN" sz="1800" b="1" kern="1200" dirty="0">
                          <a:solidFill>
                            <a:schemeClr val="tx1"/>
                          </a:solidFill>
                          <a:latin typeface="+mn-ea"/>
                          <a:ea typeface="+mn-ea"/>
                          <a:cs typeface="+mn-cs"/>
                        </a:rPr>
                        <a:t>{  content: "end";  }</a:t>
                      </a:r>
                    </a:p>
                    <a:p>
                      <a:pPr algn="l">
                        <a:lnSpc>
                          <a:spcPct val="114000"/>
                        </a:lnSpc>
                      </a:pPr>
                      <a:r>
                        <a:rPr kumimoji="1" lang="en-US" altLang="zh-CN" sz="1800" b="1" kern="1200" dirty="0">
                          <a:solidFill>
                            <a:schemeClr val="tx1"/>
                          </a:solidFill>
                          <a:latin typeface="+mn-ea"/>
                          <a:ea typeface="+mn-ea"/>
                          <a:cs typeface="+mn-cs"/>
                        </a:rPr>
                        <a:t>&lt;/style&gt;</a:t>
                      </a:r>
                    </a:p>
                    <a:p>
                      <a:pPr algn="l">
                        <a:lnSpc>
                          <a:spcPct val="114000"/>
                        </a:lnSpc>
                      </a:pPr>
                      <a:r>
                        <a:rPr kumimoji="1" lang="en-US" altLang="zh-CN" sz="1800" b="1" kern="1200" dirty="0">
                          <a:solidFill>
                            <a:schemeClr val="tx1"/>
                          </a:solidFill>
                          <a:latin typeface="+mn-ea"/>
                          <a:ea typeface="+mn-ea"/>
                          <a:cs typeface="+mn-cs"/>
                        </a:rPr>
                        <a:t>&lt;body&gt;</a:t>
                      </a:r>
                    </a:p>
                    <a:p>
                      <a:pPr algn="l">
                        <a:lnSpc>
                          <a:spcPct val="114000"/>
                        </a:lnSpc>
                      </a:pPr>
                      <a:r>
                        <a:rPr kumimoji="1" lang="en-US" altLang="zh-CN" sz="1800" b="1" kern="1200" dirty="0">
                          <a:solidFill>
                            <a:schemeClr val="tx1"/>
                          </a:solidFill>
                          <a:latin typeface="+mn-ea"/>
                          <a:ea typeface="+mn-ea"/>
                          <a:cs typeface="+mn-cs"/>
                        </a:rPr>
                        <a:t>  &lt;div id="box"&gt;</a:t>
                      </a:r>
                      <a:r>
                        <a:rPr kumimoji="1" lang="zh-CN" altLang="en-US" sz="1800" b="1" kern="1200" dirty="0">
                          <a:solidFill>
                            <a:schemeClr val="tx1"/>
                          </a:solidFill>
                          <a:latin typeface="+mn-ea"/>
                          <a:ea typeface="+mn-ea"/>
                          <a:cs typeface="+mn-cs"/>
                        </a:rPr>
                        <a:t>这是正文</a:t>
                      </a:r>
                      <a:r>
                        <a:rPr kumimoji="1" lang="en-US" altLang="zh-CN" sz="1800" b="1" kern="1200" dirty="0">
                          <a:solidFill>
                            <a:schemeClr val="tx1"/>
                          </a:solidFill>
                          <a:latin typeface="+mn-ea"/>
                          <a:ea typeface="+mn-ea"/>
                          <a:cs typeface="+mn-cs"/>
                        </a:rPr>
                        <a:t>&lt;/div&gt;</a:t>
                      </a:r>
                    </a:p>
                    <a:p>
                      <a:pPr algn="l">
                        <a:lnSpc>
                          <a:spcPct val="114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9" name="图片 8">
            <a:extLst>
              <a:ext uri="{FF2B5EF4-FFF2-40B4-BE49-F238E27FC236}">
                <a16:creationId xmlns:a16="http://schemas.microsoft.com/office/drawing/2014/main" id="{99807999-0B78-40D4-8311-B2044C0A14F8}"/>
              </a:ext>
            </a:extLst>
          </p:cNvPr>
          <p:cNvPicPr/>
          <p:nvPr/>
        </p:nvPicPr>
        <p:blipFill>
          <a:blip r:embed="rId2"/>
          <a:stretch>
            <a:fillRect/>
          </a:stretch>
        </p:blipFill>
        <p:spPr>
          <a:xfrm>
            <a:off x="5473246" y="1958635"/>
            <a:ext cx="5852795" cy="4262914"/>
          </a:xfrm>
          <a:prstGeom prst="rect">
            <a:avLst/>
          </a:prstGeom>
        </p:spPr>
      </p:pic>
      <p:cxnSp>
        <p:nvCxnSpPr>
          <p:cNvPr id="6" name="直接箭头连接符 5">
            <a:extLst>
              <a:ext uri="{FF2B5EF4-FFF2-40B4-BE49-F238E27FC236}">
                <a16:creationId xmlns:a16="http://schemas.microsoft.com/office/drawing/2014/main" id="{27FE105F-B2F4-40B9-93D8-03D8FB11D6FF}"/>
              </a:ext>
            </a:extLst>
          </p:cNvPr>
          <p:cNvCxnSpPr/>
          <p:nvPr/>
        </p:nvCxnSpPr>
        <p:spPr>
          <a:xfrm flipV="1">
            <a:off x="5792093" y="3348261"/>
            <a:ext cx="0" cy="432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直接箭头连接符 9">
            <a:extLst>
              <a:ext uri="{FF2B5EF4-FFF2-40B4-BE49-F238E27FC236}">
                <a16:creationId xmlns:a16="http://schemas.microsoft.com/office/drawing/2014/main" id="{DDD90E6D-2784-48B0-AA4E-A7CA4E1AAE6C}"/>
              </a:ext>
            </a:extLst>
          </p:cNvPr>
          <p:cNvCxnSpPr/>
          <p:nvPr/>
        </p:nvCxnSpPr>
        <p:spPr>
          <a:xfrm flipV="1">
            <a:off x="6872213" y="3348261"/>
            <a:ext cx="0" cy="432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直接箭头连接符 10">
            <a:extLst>
              <a:ext uri="{FF2B5EF4-FFF2-40B4-BE49-F238E27FC236}">
                <a16:creationId xmlns:a16="http://schemas.microsoft.com/office/drawing/2014/main" id="{2B56401E-8DA5-4C01-8B3D-7FC01B81AAE2}"/>
              </a:ext>
            </a:extLst>
          </p:cNvPr>
          <p:cNvCxnSpPr>
            <a:cxnSpLocks/>
          </p:cNvCxnSpPr>
          <p:nvPr/>
        </p:nvCxnSpPr>
        <p:spPr>
          <a:xfrm>
            <a:off x="8145859" y="4572397"/>
            <a:ext cx="79742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直接箭头连接符 16">
            <a:extLst>
              <a:ext uri="{FF2B5EF4-FFF2-40B4-BE49-F238E27FC236}">
                <a16:creationId xmlns:a16="http://schemas.microsoft.com/office/drawing/2014/main" id="{E013AC31-2B2B-4040-B669-25DC00082365}"/>
              </a:ext>
            </a:extLst>
          </p:cNvPr>
          <p:cNvCxnSpPr>
            <a:cxnSpLocks/>
          </p:cNvCxnSpPr>
          <p:nvPr/>
        </p:nvCxnSpPr>
        <p:spPr>
          <a:xfrm>
            <a:off x="8145859" y="5004445"/>
            <a:ext cx="79742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4639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、选择器的复合</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2775760"/>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选择器的复合是指</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将不同的简单选择器和其他选择器进行组合</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复合后的选择器可以</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更为精确地匹配目标元素</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复合的两种形式</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835025" lvl="1" indent="-342900">
              <a:lnSpc>
                <a:spcPct val="150000"/>
              </a:lnSpc>
              <a:buClr>
                <a:schemeClr val="accent6"/>
              </a:buClr>
              <a:buFont typeface="Wingdings" panose="05000000000000000000"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多个简单选择器串联</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835025" lvl="1" indent="-342900">
              <a:lnSpc>
                <a:spcPct val="150000"/>
              </a:lnSpc>
              <a:buClr>
                <a:schemeClr val="accent6"/>
              </a:buClr>
              <a:buFont typeface="Wingdings" panose="05000000000000000000"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利用组合器将多个简单选择器序列进行连接</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3130703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、选择器的复合</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2221762"/>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简单选择器序列</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以元素类型选择器或通配符选择器开头</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后面紧跟零个或多个其他简单选择器</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简单选择器序列中，相邻的选择器紧密连接，没有空隙</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05ABCB66-743D-40CE-B52C-28476B8E9143}"/>
              </a:ext>
            </a:extLst>
          </p:cNvPr>
          <p:cNvGraphicFramePr>
            <a:graphicFrameLocks noGrp="1"/>
          </p:cNvGraphicFramePr>
          <p:nvPr>
            <p:extLst>
              <p:ext uri="{D42A27DB-BD31-4B8C-83A1-F6EECF244321}">
                <p14:modId xmlns:p14="http://schemas.microsoft.com/office/powerpoint/2010/main" val="881690591"/>
              </p:ext>
            </p:extLst>
          </p:nvPr>
        </p:nvGraphicFramePr>
        <p:xfrm>
          <a:off x="834607" y="3996333"/>
          <a:ext cx="10945216" cy="268459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3384376">
                  <a:extLst>
                    <a:ext uri="{9D8B030D-6E8A-4147-A177-3AD203B41FA5}">
                      <a16:colId xmlns:a16="http://schemas.microsoft.com/office/drawing/2014/main" val="4020043646"/>
                    </a:ext>
                  </a:extLst>
                </a:gridCol>
                <a:gridCol w="7560840">
                  <a:extLst>
                    <a:ext uri="{9D8B030D-6E8A-4147-A177-3AD203B41FA5}">
                      <a16:colId xmlns:a16="http://schemas.microsoft.com/office/drawing/2014/main" val="848787266"/>
                    </a:ext>
                  </a:extLst>
                </a:gridCol>
              </a:tblGrid>
              <a:tr h="2012505">
                <a:tc>
                  <a:txBody>
                    <a:bodyPr/>
                    <a:lstStyle/>
                    <a:p>
                      <a:pPr algn="just">
                        <a:lnSpc>
                          <a:spcPct val="150000"/>
                        </a:lnSpc>
                        <a:spcAft>
                          <a:spcPts val="0"/>
                        </a:spcAft>
                      </a:pPr>
                      <a:r>
                        <a:rPr lang="en-US" sz="2400" kern="0" dirty="0" err="1">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p.title</a:t>
                      </a:r>
                      <a:endParaRPr lang="zh-CN" sz="2400"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en-US" sz="2400" kern="0" dirty="0" err="1">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p#title</a:t>
                      </a:r>
                      <a:endParaRPr lang="zh-CN" sz="2400"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en-US" sz="2400" kern="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a:visited</a:t>
                      </a:r>
                      <a:endParaRPr lang="zh-CN" sz="2400"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en-US" sz="2400" kern="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div::before</a:t>
                      </a:r>
                      <a:endParaRPr lang="zh-CN" sz="2400"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en-US" sz="2400" kern="0" dirty="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#d1</a:t>
                      </a:r>
                      <a:endParaRPr lang="zh-CN" sz="2400" kern="100" dirty="0">
                        <a:solidFill>
                          <a:srgbClr val="0000FF"/>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just">
                        <a:lnSpc>
                          <a:spcPct val="150000"/>
                        </a:lnSpc>
                        <a:spcAft>
                          <a:spcPts val="0"/>
                        </a:spcAft>
                      </a:pP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匹配</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class</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属性值为</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title</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&lt;p&gt;</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标记标签</a:t>
                      </a:r>
                      <a:endParaRPr lang="zh-CN" sz="2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匹配</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id</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属性值为</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title</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&lt;p&gt;</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标记标签</a:t>
                      </a:r>
                      <a:endParaRPr lang="zh-CN" sz="2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匹配激活（处于选中状态）的</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&lt;a&gt;</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标签</a:t>
                      </a:r>
                      <a:endParaRPr lang="zh-CN" sz="2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匹配</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&lt;div&gt;</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标签，并在其内部最前方添加伪元素</a:t>
                      </a:r>
                      <a:endParaRPr lang="zh-CN" sz="2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spcAft>
                          <a:spcPts val="0"/>
                        </a:spcAft>
                      </a:pP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匹配</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id</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a:t>
                      </a:r>
                      <a:r>
                        <a:rPr lang="en-US"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r>
                        <a:rPr lang="zh-CN" sz="24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的元素</a:t>
                      </a:r>
                      <a:endParaRPr lang="zh-CN" sz="2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4204574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anose="05000000000000000000" pitchFamily="2" charset="2"/>
              <a:buChar char="Ø"/>
            </a:pPr>
            <a:r>
              <a:rPr lang="en-US" altLang="zh-CN" sz="2800" b="1" dirty="0">
                <a:solidFill>
                  <a:srgbClr val="0000FF"/>
                </a:solidFill>
              </a:rPr>
              <a:t>2</a:t>
            </a:r>
            <a:r>
              <a:rPr lang="zh-CN" altLang="en-US" sz="2800" b="1" dirty="0">
                <a:solidFill>
                  <a:srgbClr val="0000FF"/>
                </a:solidFill>
              </a:rPr>
              <a:t>、选择器的复合</a:t>
            </a: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文档元素的层次关系</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父子、后代、兄弟</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和</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毗邻</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pic>
        <p:nvPicPr>
          <p:cNvPr id="7" name="图片 6">
            <a:extLst>
              <a:ext uri="{FF2B5EF4-FFF2-40B4-BE49-F238E27FC236}">
                <a16:creationId xmlns:a16="http://schemas.microsoft.com/office/drawing/2014/main" id="{B8C47F63-69AC-482B-A845-AF86BF0889CC}"/>
              </a:ext>
            </a:extLst>
          </p:cNvPr>
          <p:cNvPicPr/>
          <p:nvPr/>
        </p:nvPicPr>
        <p:blipFill>
          <a:blip r:embed="rId3"/>
          <a:stretch>
            <a:fillRect/>
          </a:stretch>
        </p:blipFill>
        <p:spPr>
          <a:xfrm>
            <a:off x="463501" y="3188462"/>
            <a:ext cx="5245915" cy="2145188"/>
          </a:xfrm>
          <a:prstGeom prst="rect">
            <a:avLst/>
          </a:prstGeom>
        </p:spPr>
      </p:pic>
      <p:graphicFrame>
        <p:nvGraphicFramePr>
          <p:cNvPr id="9" name="表格 8">
            <a:extLst>
              <a:ext uri="{FF2B5EF4-FFF2-40B4-BE49-F238E27FC236}">
                <a16:creationId xmlns:a16="http://schemas.microsoft.com/office/drawing/2014/main" id="{E877CED4-6B68-4474-A935-F8CD3AD2FFF5}"/>
              </a:ext>
            </a:extLst>
          </p:cNvPr>
          <p:cNvGraphicFramePr>
            <a:graphicFrameLocks noGrp="1"/>
          </p:cNvGraphicFramePr>
          <p:nvPr>
            <p:extLst>
              <p:ext uri="{D42A27DB-BD31-4B8C-83A1-F6EECF244321}">
                <p14:modId xmlns:p14="http://schemas.microsoft.com/office/powerpoint/2010/main" val="3961830421"/>
              </p:ext>
            </p:extLst>
          </p:nvPr>
        </p:nvGraphicFramePr>
        <p:xfrm>
          <a:off x="6379626" y="2395838"/>
          <a:ext cx="5344491" cy="373043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5344491">
                  <a:extLst>
                    <a:ext uri="{9D8B030D-6E8A-4147-A177-3AD203B41FA5}">
                      <a16:colId xmlns:a16="http://schemas.microsoft.com/office/drawing/2014/main" val="4020043646"/>
                    </a:ext>
                  </a:extLst>
                </a:gridCol>
              </a:tblGrid>
              <a:tr h="576064">
                <a:tc>
                  <a:txBody>
                    <a:bodyPr/>
                    <a:lstStyle/>
                    <a:p>
                      <a:pPr algn="l">
                        <a:lnSpc>
                          <a:spcPct val="150000"/>
                        </a:lnSpc>
                      </a:pPr>
                      <a:r>
                        <a:rPr kumimoji="1" lang="en-US" altLang="zh-CN" sz="1800" b="1" kern="1200" dirty="0">
                          <a:solidFill>
                            <a:schemeClr val="tx1"/>
                          </a:solidFill>
                          <a:latin typeface="+mn-ea"/>
                          <a:ea typeface="+mn-ea"/>
                          <a:cs typeface="+mn-cs"/>
                        </a:rPr>
                        <a:t>&lt;div id="e1"&gt;</a:t>
                      </a:r>
                    </a:p>
                    <a:p>
                      <a:pPr algn="l">
                        <a:lnSpc>
                          <a:spcPct val="150000"/>
                        </a:lnSpc>
                      </a:pPr>
                      <a:r>
                        <a:rPr kumimoji="1" lang="en-US" altLang="zh-CN" sz="1800" b="1" kern="1200" dirty="0">
                          <a:solidFill>
                            <a:schemeClr val="tx1"/>
                          </a:solidFill>
                          <a:latin typeface="+mn-ea"/>
                          <a:ea typeface="+mn-ea"/>
                          <a:cs typeface="+mn-cs"/>
                        </a:rPr>
                        <a:t>  e1</a:t>
                      </a:r>
                    </a:p>
                    <a:p>
                      <a:pPr algn="l">
                        <a:lnSpc>
                          <a:spcPct val="150000"/>
                        </a:lnSpc>
                      </a:pPr>
                      <a:r>
                        <a:rPr kumimoji="1" lang="en-US" altLang="zh-CN" sz="1800" b="1" kern="1200" dirty="0">
                          <a:solidFill>
                            <a:schemeClr val="tx1"/>
                          </a:solidFill>
                          <a:latin typeface="+mn-ea"/>
                          <a:ea typeface="+mn-ea"/>
                          <a:cs typeface="+mn-cs"/>
                        </a:rPr>
                        <a:t>  &lt;div id="e11"&gt;</a:t>
                      </a:r>
                    </a:p>
                    <a:p>
                      <a:pPr algn="l">
                        <a:lnSpc>
                          <a:spcPct val="150000"/>
                        </a:lnSpc>
                      </a:pPr>
                      <a:r>
                        <a:rPr kumimoji="1" lang="en-US" altLang="zh-CN" sz="1800" b="1" kern="1200" dirty="0">
                          <a:solidFill>
                            <a:schemeClr val="tx1"/>
                          </a:solidFill>
                          <a:latin typeface="+mn-ea"/>
                          <a:ea typeface="+mn-ea"/>
                          <a:cs typeface="+mn-cs"/>
                        </a:rPr>
                        <a:t>    e11</a:t>
                      </a:r>
                    </a:p>
                    <a:p>
                      <a:pPr algn="l">
                        <a:lnSpc>
                          <a:spcPct val="150000"/>
                        </a:lnSpc>
                      </a:pPr>
                      <a:r>
                        <a:rPr kumimoji="1" lang="en-US" altLang="zh-CN" sz="1800" b="1" kern="1200" dirty="0">
                          <a:solidFill>
                            <a:schemeClr val="tx1"/>
                          </a:solidFill>
                          <a:latin typeface="+mn-ea"/>
                          <a:ea typeface="+mn-ea"/>
                          <a:cs typeface="+mn-cs"/>
                        </a:rPr>
                        <a:t>    &lt;div id="e111"&gt;e111&lt;/div&gt;</a:t>
                      </a:r>
                    </a:p>
                    <a:p>
                      <a:pPr algn="l">
                        <a:lnSpc>
                          <a:spcPct val="150000"/>
                        </a:lnSpc>
                      </a:pPr>
                      <a:r>
                        <a:rPr kumimoji="1" lang="en-US" altLang="zh-CN" sz="1800" b="1" kern="1200" dirty="0">
                          <a:solidFill>
                            <a:schemeClr val="tx1"/>
                          </a:solidFill>
                          <a:latin typeface="+mn-ea"/>
                          <a:ea typeface="+mn-ea"/>
                          <a:cs typeface="+mn-cs"/>
                        </a:rPr>
                        <a:t>  &lt;/div&gt;</a:t>
                      </a:r>
                    </a:p>
                    <a:p>
                      <a:pPr algn="l">
                        <a:lnSpc>
                          <a:spcPct val="150000"/>
                        </a:lnSpc>
                      </a:pPr>
                      <a:r>
                        <a:rPr kumimoji="1" lang="en-US" altLang="zh-CN" sz="1800" b="1" kern="1200" dirty="0">
                          <a:solidFill>
                            <a:schemeClr val="tx1"/>
                          </a:solidFill>
                          <a:latin typeface="+mn-ea"/>
                          <a:ea typeface="+mn-ea"/>
                          <a:cs typeface="+mn-cs"/>
                        </a:rPr>
                        <a:t>  &lt;div id="e12"&gt;e12&lt;/div&gt;</a:t>
                      </a:r>
                    </a:p>
                    <a:p>
                      <a:pPr algn="l">
                        <a:lnSpc>
                          <a:spcPct val="150000"/>
                        </a:lnSpc>
                      </a:pPr>
                      <a:r>
                        <a:rPr kumimoji="1" lang="en-US" altLang="zh-CN" sz="1800" b="1" kern="1200" dirty="0">
                          <a:solidFill>
                            <a:schemeClr val="tx1"/>
                          </a:solidFill>
                          <a:latin typeface="+mn-ea"/>
                          <a:ea typeface="+mn-ea"/>
                          <a:cs typeface="+mn-cs"/>
                        </a:rPr>
                        <a:t>  &lt;div id="e13"&gt;e13&lt;/div&gt;</a:t>
                      </a:r>
                    </a:p>
                    <a:p>
                      <a:pPr algn="l">
                        <a:lnSpc>
                          <a:spcPct val="150000"/>
                        </a:lnSpc>
                      </a:pPr>
                      <a:r>
                        <a:rPr kumimoji="1" lang="en-US" altLang="zh-CN" sz="1800" b="1" kern="1200" dirty="0">
                          <a:solidFill>
                            <a:schemeClr val="tx1"/>
                          </a:solidFill>
                          <a:latin typeface="+mn-ea"/>
                          <a:ea typeface="+mn-ea"/>
                          <a:cs typeface="+mn-cs"/>
                        </a:rPr>
                        <a:t>&lt;/div&gt;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10" name="矩形 9">
            <a:extLst>
              <a:ext uri="{FF2B5EF4-FFF2-40B4-BE49-F238E27FC236}">
                <a16:creationId xmlns:a16="http://schemas.microsoft.com/office/drawing/2014/main" id="{D5BA2A08-7792-48A1-9E3A-DFD10D10DD0A}"/>
              </a:ext>
            </a:extLst>
          </p:cNvPr>
          <p:cNvSpPr/>
          <p:nvPr/>
        </p:nvSpPr>
        <p:spPr>
          <a:xfrm>
            <a:off x="1975669" y="5272922"/>
            <a:ext cx="3733747" cy="481863"/>
          </a:xfrm>
          <a:prstGeom prst="rect">
            <a:avLst/>
          </a:prstGeom>
        </p:spPr>
        <p:txBody>
          <a:bodyPr wrap="square">
            <a:spAutoFit/>
          </a:bodyPr>
          <a:lstStyle/>
          <a:p>
            <a:pPr>
              <a:lnSpc>
                <a:spcPct val="150000"/>
              </a:lnSpc>
              <a:buClr>
                <a:schemeClr val="accent6"/>
              </a:buClr>
            </a:pPr>
            <a:r>
              <a:rPr lang="zh-CN" altLang="en-US"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例</a:t>
            </a:r>
            <a:r>
              <a:rPr lang="en-US" altLang="zh-CN"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3-7a</a:t>
            </a:r>
          </a:p>
        </p:txBody>
      </p:sp>
    </p:spTree>
    <p:extLst>
      <p:ext uri="{BB962C8B-B14F-4D97-AF65-F5344CB8AC3E}">
        <p14:creationId xmlns:p14="http://schemas.microsoft.com/office/powerpoint/2010/main" val="2512393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anose="05000000000000000000" pitchFamily="2" charset="2"/>
              <a:buChar char="ü"/>
            </a:pPr>
            <a:r>
              <a:rPr lang="zh-CN" altLang="en-US" sz="2800" b="1" dirty="0">
                <a:solidFill>
                  <a:schemeClr val="accent6"/>
                </a:solidFill>
              </a:rPr>
              <a:t>组合器</a:t>
            </a:r>
            <a:endParaRPr lang="en-US" altLang="zh-CN" sz="2800" b="1" dirty="0">
              <a:solidFill>
                <a:schemeClr val="accent6"/>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559769"/>
          </a:xfrm>
          <a:prstGeom prst="rect">
            <a:avLst/>
          </a:prstGeom>
        </p:spPr>
        <p:txBody>
          <a:bodyPr wrap="square">
            <a:spAutoFit/>
          </a:bodyPr>
          <a:lstStyle/>
          <a:p>
            <a:pPr marL="342900" indent="-342900">
              <a:lnSpc>
                <a:spcPct val="150000"/>
              </a:lnSpc>
              <a:buClr>
                <a:schemeClr val="accent6"/>
              </a:buClr>
              <a:buFont typeface="Arial" panose="020B0604020202020204" pitchFamily="34" charset="0"/>
              <a:buChar cha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一个选择器可以使用若干个组合器将不同的简单选择器序列进行复合</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9366E42D-B754-404A-9E26-27D038E532B9}"/>
              </a:ext>
            </a:extLst>
          </p:cNvPr>
          <p:cNvGraphicFramePr>
            <a:graphicFrameLocks noGrp="1"/>
          </p:cNvGraphicFramePr>
          <p:nvPr>
            <p:extLst>
              <p:ext uri="{D42A27DB-BD31-4B8C-83A1-F6EECF244321}">
                <p14:modId xmlns:p14="http://schemas.microsoft.com/office/powerpoint/2010/main" val="2969915235"/>
              </p:ext>
            </p:extLst>
          </p:nvPr>
        </p:nvGraphicFramePr>
        <p:xfrm>
          <a:off x="859924" y="2464387"/>
          <a:ext cx="10641013" cy="4210050"/>
        </p:xfrm>
        <a:graphic>
          <a:graphicData uri="http://schemas.openxmlformats.org/drawingml/2006/table">
            <a:tbl>
              <a:tblPr/>
              <a:tblGrid>
                <a:gridCol w="1625947">
                  <a:extLst>
                    <a:ext uri="{9D8B030D-6E8A-4147-A177-3AD203B41FA5}">
                      <a16:colId xmlns:a16="http://schemas.microsoft.com/office/drawing/2014/main" val="1518211314"/>
                    </a:ext>
                  </a:extLst>
                </a:gridCol>
                <a:gridCol w="1455691">
                  <a:extLst>
                    <a:ext uri="{9D8B030D-6E8A-4147-A177-3AD203B41FA5}">
                      <a16:colId xmlns:a16="http://schemas.microsoft.com/office/drawing/2014/main" val="4280064570"/>
                    </a:ext>
                  </a:extLst>
                </a:gridCol>
                <a:gridCol w="7559375">
                  <a:extLst>
                    <a:ext uri="{9D8B030D-6E8A-4147-A177-3AD203B41FA5}">
                      <a16:colId xmlns:a16="http://schemas.microsoft.com/office/drawing/2014/main" val="78519084"/>
                    </a:ext>
                  </a:extLst>
                </a:gridCol>
              </a:tblGrid>
              <a:tr h="356339">
                <a:tc>
                  <a:txBody>
                    <a:bodyPr/>
                    <a:lstStyle/>
                    <a:p>
                      <a:pPr algn="ctr">
                        <a:spcAft>
                          <a:spcPts val="0"/>
                        </a:spcAft>
                      </a:pPr>
                      <a:r>
                        <a:rPr lang="zh-CN" sz="1800" b="1" kern="100">
                          <a:effectLst/>
                          <a:latin typeface="Calibri" panose="020F0502020204030204" pitchFamily="34" charset="0"/>
                          <a:ea typeface="宋体" panose="02010600030101010101" pitchFamily="2" charset="-122"/>
                          <a:cs typeface="Times New Roman" panose="02020603050405020304" pitchFamily="18" charset="0"/>
                        </a:rPr>
                        <a:t>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3345" marR="93345" marT="93345" marB="933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DDD"/>
                    </a:solidFill>
                  </a:tcPr>
                </a:tc>
                <a:tc>
                  <a:txBody>
                    <a:bodyPr/>
                    <a:lstStyle/>
                    <a:p>
                      <a:pPr algn="ctr">
                        <a:spcAft>
                          <a:spcPts val="0"/>
                        </a:spcAft>
                      </a:pPr>
                      <a:r>
                        <a:rPr lang="zh-CN" sz="1800" b="1" kern="100">
                          <a:effectLst/>
                          <a:latin typeface="Calibri" panose="020F0502020204030204" pitchFamily="34" charset="0"/>
                          <a:ea typeface="宋体" panose="02010600030101010101" pitchFamily="2" charset="-122"/>
                          <a:cs typeface="Times New Roman" panose="02020603050405020304" pitchFamily="18" charset="0"/>
                        </a:rPr>
                        <a:t>表示方法</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3345" marR="93345" marT="93345" marB="933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DDD"/>
                    </a:solidFill>
                  </a:tcPr>
                </a:tc>
                <a:tc>
                  <a:txBody>
                    <a:bodyPr/>
                    <a:lstStyle/>
                    <a:p>
                      <a:pPr algn="ctr">
                        <a:spcAft>
                          <a:spcPts val="0"/>
                        </a:spcAft>
                      </a:pPr>
                      <a:r>
                        <a:rPr lang="zh-CN" sz="1800" b="1" kern="100" dirty="0">
                          <a:effectLst/>
                          <a:latin typeface="Calibri" panose="020F0502020204030204" pitchFamily="34" charset="0"/>
                          <a:ea typeface="宋体" panose="02010600030101010101" pitchFamily="2" charset="-122"/>
                          <a:cs typeface="Times New Roman" panose="02020603050405020304" pitchFamily="18" charset="0"/>
                        </a:rPr>
                        <a:t>描述</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3345" marR="93345" marT="93345" marB="933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DDD"/>
                    </a:solidFill>
                  </a:tcPr>
                </a:tc>
                <a:extLst>
                  <a:ext uri="{0D108BD9-81ED-4DB2-BD59-A6C34878D82A}">
                    <a16:rowId xmlns:a16="http://schemas.microsoft.com/office/drawing/2014/main" val="4018291499"/>
                  </a:ext>
                </a:extLst>
              </a:tr>
              <a:tr h="706788">
                <a:tc>
                  <a:txBody>
                    <a:bodyPr/>
                    <a:lstStyle/>
                    <a:p>
                      <a:pPr indent="-4445" algn="just">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并集组合器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en-US" sz="2000" b="1" kern="100">
                          <a:solidFill>
                            <a:srgbClr val="0000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 , F</a:t>
                      </a:r>
                      <a:endParaRPr lang="zh-CN" sz="2000" b="1" kern="100">
                        <a:solidFill>
                          <a:srgbClr val="0000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同时匹配所有列出的选择器，不区分层次，选择器之间用逗号分隔。允许超过</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个元素进行合并，通常用于匹配同代但不毗邻的若干元素。</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#e1, #e11 {color: black;}</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2321180"/>
                  </a:ext>
                </a:extLst>
              </a:tr>
              <a:tr h="494751">
                <a:tc>
                  <a:txBody>
                    <a:bodyPr/>
                    <a:lstStyle/>
                    <a:p>
                      <a:pPr indent="-4445" algn="just">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后代组合器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en-US" sz="2000" b="1" kern="100">
                          <a:solidFill>
                            <a:srgbClr val="0000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  F</a:t>
                      </a:r>
                      <a:endParaRPr lang="zh-CN" sz="2000" b="1" kern="100">
                        <a:solidFill>
                          <a:srgbClr val="0000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匹配所有属于</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元素后代中的</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元素，</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之间用空格分隔。</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#e1 a {color: red;}</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361949"/>
                  </a:ext>
                </a:extLst>
              </a:tr>
              <a:tr h="706788">
                <a:tc>
                  <a:txBody>
                    <a:bodyPr/>
                    <a:lstStyle/>
                    <a:p>
                      <a:pPr indent="-4445" algn="just">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子代组合器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en-US" sz="2000" b="1" kern="100">
                          <a:solidFill>
                            <a:srgbClr val="0000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 &gt; F</a:t>
                      </a:r>
                      <a:endParaRPr lang="zh-CN" sz="2000" b="1" kern="100">
                        <a:solidFill>
                          <a:srgbClr val="0000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元素的所有</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子元素。因为继承的原因，对于可继承属性（</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color</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font-size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等），后代选择器和子代选择器的效果完全相同。</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#e1&gt;div {color: green;}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927106"/>
                  </a:ext>
                </a:extLst>
              </a:tr>
              <a:tr h="494751">
                <a:tc>
                  <a:txBody>
                    <a:bodyPr/>
                    <a:lstStyle/>
                    <a:p>
                      <a:pPr indent="-4445" algn="just">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毗邻组合器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en-US" sz="2000" b="1" kern="100">
                          <a:solidFill>
                            <a:srgbClr val="0000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 + F</a:t>
                      </a:r>
                      <a:endParaRPr lang="zh-CN" sz="2000" b="1" kern="100">
                        <a:solidFill>
                          <a:srgbClr val="0000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匹配紧随</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元素之后的同级元素</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#e11+p {text-align: center;}</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0847490"/>
                  </a:ext>
                </a:extLst>
              </a:tr>
              <a:tr h="494751">
                <a:tc>
                  <a:txBody>
                    <a:bodyPr/>
                    <a:lstStyle/>
                    <a:p>
                      <a:pPr indent="-4445" algn="just">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同代组合器</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en-US" sz="2000" b="1" kern="100" dirty="0">
                          <a:solidFill>
                            <a:srgbClr val="0000FF"/>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E ~ F</a:t>
                      </a:r>
                      <a:endParaRPr lang="zh-CN" sz="2000" b="1" kern="100" dirty="0">
                        <a:solidFill>
                          <a:srgbClr val="0000FF"/>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匹配所有</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a:t>
                      </a: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元素后面的同级元素</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F</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4445" algn="just">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例如：</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#e11~.lv2 {text-align: center;}</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0638128"/>
                  </a:ext>
                </a:extLst>
              </a:tr>
            </a:tbl>
          </a:graphicData>
        </a:graphic>
      </p:graphicFrame>
    </p:spTree>
    <p:extLst>
      <p:ext uri="{BB962C8B-B14F-4D97-AF65-F5344CB8AC3E}">
        <p14:creationId xmlns:p14="http://schemas.microsoft.com/office/powerpoint/2010/main" val="3459637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3" name="矩形 2">
            <a:extLst>
              <a:ext uri="{FF2B5EF4-FFF2-40B4-BE49-F238E27FC236}">
                <a16:creationId xmlns:a16="http://schemas.microsoft.com/office/drawing/2014/main" id="{FC3DE994-F8E6-4715-916B-9859E1A19738}"/>
              </a:ext>
            </a:extLst>
          </p:cNvPr>
          <p:cNvSpPr/>
          <p:nvPr/>
        </p:nvSpPr>
        <p:spPr>
          <a:xfrm>
            <a:off x="834209" y="1652621"/>
            <a:ext cx="11150571" cy="481863"/>
          </a:xfrm>
          <a:prstGeom prst="rect">
            <a:avLst/>
          </a:prstGeom>
        </p:spPr>
        <p:txBody>
          <a:bodyPr wrap="square">
            <a:spAutoFit/>
          </a:bodyPr>
          <a:lstStyle/>
          <a:p>
            <a:pPr>
              <a:lnSpc>
                <a:spcPct val="150000"/>
              </a:lnSpc>
              <a:buClr>
                <a:schemeClr val="accent6"/>
              </a:buClr>
            </a:pPr>
            <a:r>
              <a:rPr lang="zh-CN" altLang="en-US"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例</a:t>
            </a:r>
            <a:r>
              <a:rPr lang="en-US" altLang="zh-CN"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3-7b</a:t>
            </a:r>
          </a:p>
        </p:txBody>
      </p:sp>
      <p:pic>
        <p:nvPicPr>
          <p:cNvPr id="12" name="图片 11">
            <a:extLst>
              <a:ext uri="{FF2B5EF4-FFF2-40B4-BE49-F238E27FC236}">
                <a16:creationId xmlns:a16="http://schemas.microsoft.com/office/drawing/2014/main" id="{D0529A43-BF81-4060-AC79-E9280EC5FF81}"/>
              </a:ext>
            </a:extLst>
          </p:cNvPr>
          <p:cNvPicPr/>
          <p:nvPr/>
        </p:nvPicPr>
        <p:blipFill>
          <a:blip r:embed="rId2"/>
          <a:stretch>
            <a:fillRect/>
          </a:stretch>
        </p:blipFill>
        <p:spPr>
          <a:xfrm>
            <a:off x="562014" y="2640073"/>
            <a:ext cx="5529844" cy="2654970"/>
          </a:xfrm>
          <a:prstGeom prst="rect">
            <a:avLst/>
          </a:prstGeom>
        </p:spPr>
      </p:pic>
      <p:graphicFrame>
        <p:nvGraphicFramePr>
          <p:cNvPr id="13" name="表格 12">
            <a:extLst>
              <a:ext uri="{FF2B5EF4-FFF2-40B4-BE49-F238E27FC236}">
                <a16:creationId xmlns:a16="http://schemas.microsoft.com/office/drawing/2014/main" id="{CF3CE2DA-8993-4355-9D71-E10F74CA335B}"/>
              </a:ext>
            </a:extLst>
          </p:cNvPr>
          <p:cNvGraphicFramePr>
            <a:graphicFrameLocks noGrp="1"/>
          </p:cNvGraphicFramePr>
          <p:nvPr>
            <p:extLst>
              <p:ext uri="{D42A27DB-BD31-4B8C-83A1-F6EECF244321}">
                <p14:modId xmlns:p14="http://schemas.microsoft.com/office/powerpoint/2010/main" val="3565879231"/>
              </p:ext>
            </p:extLst>
          </p:nvPr>
        </p:nvGraphicFramePr>
        <p:xfrm>
          <a:off x="6409494" y="2902441"/>
          <a:ext cx="5344491" cy="213023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5344491">
                  <a:extLst>
                    <a:ext uri="{9D8B030D-6E8A-4147-A177-3AD203B41FA5}">
                      <a16:colId xmlns:a16="http://schemas.microsoft.com/office/drawing/2014/main" val="4020043646"/>
                    </a:ext>
                  </a:extLst>
                </a:gridCol>
              </a:tblGrid>
              <a:tr h="576064">
                <a:tc>
                  <a:txBody>
                    <a:bodyPr/>
                    <a:lstStyle/>
                    <a:p>
                      <a:pPr algn="l">
                        <a:lnSpc>
                          <a:spcPct val="150000"/>
                        </a:lnSpc>
                      </a:pPr>
                      <a:r>
                        <a:rPr kumimoji="1" lang="en-US" altLang="zh-CN" sz="1800" b="1" kern="1200" dirty="0">
                          <a:solidFill>
                            <a:schemeClr val="tx1"/>
                          </a:solidFill>
                          <a:latin typeface="+mn-ea"/>
                          <a:ea typeface="+mn-ea"/>
                          <a:cs typeface="+mn-cs"/>
                        </a:rPr>
                        <a:t>/* </a:t>
                      </a:r>
                      <a:r>
                        <a:rPr kumimoji="1" lang="zh-CN" altLang="en-US" sz="1800" b="1" kern="1200" dirty="0">
                          <a:solidFill>
                            <a:schemeClr val="tx1"/>
                          </a:solidFill>
                          <a:latin typeface="+mn-ea"/>
                          <a:ea typeface="+mn-ea"/>
                          <a:cs typeface="+mn-cs"/>
                        </a:rPr>
                        <a:t>后代组合器 *</a:t>
                      </a:r>
                      <a:r>
                        <a:rPr kumimoji="1" lang="en-US" altLang="zh-CN" sz="1800" b="1" kern="1200" dirty="0">
                          <a:solidFill>
                            <a:schemeClr val="tx1"/>
                          </a:solidFill>
                          <a:latin typeface="+mn-ea"/>
                          <a:ea typeface="+mn-ea"/>
                          <a:cs typeface="+mn-cs"/>
                        </a:rPr>
                        <a:t>/</a:t>
                      </a:r>
                    </a:p>
                    <a:p>
                      <a:pPr algn="l">
                        <a:lnSpc>
                          <a:spcPct val="150000"/>
                        </a:lnSpc>
                      </a:pPr>
                      <a:r>
                        <a:rPr kumimoji="1" lang="en-US" altLang="zh-CN" sz="2000" b="1" kern="1200" dirty="0">
                          <a:solidFill>
                            <a:schemeClr val="accent6"/>
                          </a:solidFill>
                          <a:latin typeface="+mn-ea"/>
                          <a:ea typeface="+mn-ea"/>
                          <a:cs typeface="+mn-cs"/>
                        </a:rPr>
                        <a:t>#e1 div</a:t>
                      </a:r>
                      <a:r>
                        <a:rPr kumimoji="1" lang="en-US" altLang="zh-CN" sz="1800" b="1" kern="1200" dirty="0">
                          <a:solidFill>
                            <a:schemeClr val="tx1"/>
                          </a:solidFill>
                          <a:latin typeface="+mn-ea"/>
                          <a:ea typeface="+mn-ea"/>
                          <a:cs typeface="+mn-cs"/>
                        </a:rPr>
                        <a:t>{</a:t>
                      </a:r>
                    </a:p>
                    <a:p>
                      <a:pPr algn="l">
                        <a:lnSpc>
                          <a:spcPct val="150000"/>
                        </a:lnSpc>
                      </a:pPr>
                      <a:r>
                        <a:rPr kumimoji="1" lang="en-US" altLang="zh-CN" sz="1800" b="1" kern="1200" dirty="0">
                          <a:solidFill>
                            <a:schemeClr val="tx1"/>
                          </a:solidFill>
                          <a:latin typeface="+mn-ea"/>
                          <a:ea typeface="+mn-ea"/>
                          <a:cs typeface="+mn-cs"/>
                        </a:rPr>
                        <a:t>  border:2px dashed blue;</a:t>
                      </a:r>
                    </a:p>
                    <a:p>
                      <a:pPr algn="l">
                        <a:lnSpc>
                          <a:spcPct val="150000"/>
                        </a:lnSpc>
                      </a:pPr>
                      <a:r>
                        <a:rPr kumimoji="1" lang="en-US" altLang="zh-CN" sz="1800" b="1" kern="1200" dirty="0">
                          <a:solidFill>
                            <a:schemeClr val="tx1"/>
                          </a:solidFill>
                          <a:latin typeface="+mn-ea"/>
                          <a:ea typeface="+mn-ea"/>
                          <a:cs typeface="+mn-cs"/>
                        </a:rPr>
                        <a:t>  </a:t>
                      </a:r>
                      <a:r>
                        <a:rPr kumimoji="1" lang="en-US" altLang="zh-CN" sz="1800" b="1" kern="1200" dirty="0" err="1">
                          <a:solidFill>
                            <a:schemeClr val="tx1"/>
                          </a:solidFill>
                          <a:latin typeface="+mn-ea"/>
                          <a:ea typeface="+mn-ea"/>
                          <a:cs typeface="+mn-cs"/>
                        </a:rPr>
                        <a:t>color:red</a:t>
                      </a:r>
                      <a:r>
                        <a:rPr kumimoji="1" lang="en-US" altLang="zh-CN" sz="1800" b="1" kern="1200" dirty="0">
                          <a:solidFill>
                            <a:schemeClr val="tx1"/>
                          </a:solidFill>
                          <a:latin typeface="+mn-ea"/>
                          <a:ea typeface="+mn-ea"/>
                          <a:cs typeface="+mn-cs"/>
                        </a:rPr>
                        <a:t>;</a:t>
                      </a:r>
                    </a:p>
                    <a:p>
                      <a:pPr algn="l">
                        <a:lnSpc>
                          <a:spcPct val="150000"/>
                        </a:lnSpc>
                      </a:pPr>
                      <a:r>
                        <a:rPr kumimoji="1" lang="en-US" altLang="zh-CN" sz="1800" b="1" kern="1200" dirty="0">
                          <a:solidFill>
                            <a:schemeClr val="tx1"/>
                          </a:solidFill>
                          <a:latin typeface="+mn-ea"/>
                          <a:ea typeface="+mn-ea"/>
                          <a:cs typeface="+mn-cs"/>
                        </a:rPr>
                        <a: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Text Box 7">
            <a:extLst>
              <a:ext uri="{FF2B5EF4-FFF2-40B4-BE49-F238E27FC236}">
                <a16:creationId xmlns:a16="http://schemas.microsoft.com/office/drawing/2014/main" id="{22A67930-E647-4050-AF02-F61705D3EDF0}"/>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anose="05000000000000000000" pitchFamily="2" charset="2"/>
              <a:buChar char="ü"/>
            </a:pPr>
            <a:r>
              <a:rPr lang="zh-CN" altLang="en-US" sz="2800" b="1" dirty="0">
                <a:solidFill>
                  <a:schemeClr val="accent6"/>
                </a:solidFill>
              </a:rPr>
              <a:t>组合器</a:t>
            </a:r>
            <a:endParaRPr lang="en-US" altLang="zh-CN" sz="2800" b="1" dirty="0">
              <a:solidFill>
                <a:schemeClr val="accent6"/>
              </a:solidFill>
            </a:endParaRPr>
          </a:p>
        </p:txBody>
      </p:sp>
    </p:spTree>
    <p:extLst>
      <p:ext uri="{BB962C8B-B14F-4D97-AF65-F5344CB8AC3E}">
        <p14:creationId xmlns:p14="http://schemas.microsoft.com/office/powerpoint/2010/main" val="3692695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711357"/>
            <a:ext cx="10491830"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样式具有继承性，类似面向对象程序设计语言</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B9F40BF4-3B7F-4B1E-833E-BFF1CFD2878D}"/>
              </a:ext>
            </a:extLst>
          </p:cNvPr>
          <p:cNvGraphicFramePr>
            <a:graphicFrameLocks noGrp="1"/>
          </p:cNvGraphicFramePr>
          <p:nvPr>
            <p:extLst>
              <p:ext uri="{D42A27DB-BD31-4B8C-83A1-F6EECF244321}">
                <p14:modId xmlns:p14="http://schemas.microsoft.com/office/powerpoint/2010/main" val="322118408"/>
              </p:ext>
            </p:extLst>
          </p:nvPr>
        </p:nvGraphicFramePr>
        <p:xfrm>
          <a:off x="834209" y="2931021"/>
          <a:ext cx="10934547" cy="338328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3053530">
                <a:tc>
                  <a:txBody>
                    <a:bodyPr/>
                    <a:lstStyle/>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  &lt;style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00000"/>
                        </a:lnSpc>
                      </a:pPr>
                      <a:r>
                        <a:rPr kumimoji="1" lang="en-US" altLang="zh-CN" sz="1800" b="1" kern="1200" dirty="0">
                          <a:solidFill>
                            <a:schemeClr val="accent6"/>
                          </a:solidFill>
                          <a:latin typeface="+mn-ea"/>
                          <a:ea typeface="+mn-ea"/>
                          <a:cs typeface="+mn-cs"/>
                        </a:rPr>
                        <a:t>    body{</a:t>
                      </a:r>
                    </a:p>
                    <a:p>
                      <a:pPr algn="l">
                        <a:lnSpc>
                          <a:spcPct val="100000"/>
                        </a:lnSpc>
                      </a:pPr>
                      <a:r>
                        <a:rPr kumimoji="1" lang="en-US" altLang="zh-CN" sz="1800" b="1" kern="1200" dirty="0">
                          <a:solidFill>
                            <a:schemeClr val="accent6"/>
                          </a:solidFill>
                          <a:latin typeface="+mn-ea"/>
                          <a:ea typeface="+mn-ea"/>
                          <a:cs typeface="+mn-cs"/>
                        </a:rPr>
                        <a:t>      font-family: "</a:t>
                      </a:r>
                      <a:r>
                        <a:rPr kumimoji="1" lang="zh-CN" altLang="en-US" sz="1800" b="1" kern="1200" dirty="0">
                          <a:solidFill>
                            <a:schemeClr val="accent6"/>
                          </a:solidFill>
                          <a:latin typeface="+mn-ea"/>
                          <a:ea typeface="+mn-ea"/>
                          <a:cs typeface="+mn-cs"/>
                        </a:rPr>
                        <a:t>黑体</a:t>
                      </a:r>
                      <a:r>
                        <a:rPr kumimoji="1" lang="en-US" altLang="zh-CN" sz="1800" b="1" kern="1200" dirty="0">
                          <a:solidFill>
                            <a:schemeClr val="accent6"/>
                          </a:solidFill>
                          <a:latin typeface="+mn-ea"/>
                          <a:ea typeface="+mn-ea"/>
                          <a:cs typeface="+mn-cs"/>
                        </a:rPr>
                        <a:t>";</a:t>
                      </a:r>
                    </a:p>
                    <a:p>
                      <a:pPr algn="l">
                        <a:lnSpc>
                          <a:spcPct val="100000"/>
                        </a:lnSpc>
                      </a:pPr>
                      <a:r>
                        <a:rPr kumimoji="1" lang="en-US" altLang="zh-CN" sz="1800" b="1" kern="1200" dirty="0">
                          <a:solidFill>
                            <a:schemeClr val="accent6"/>
                          </a:solidFill>
                          <a:latin typeface="+mn-ea"/>
                          <a:ea typeface="+mn-ea"/>
                          <a:cs typeface="+mn-cs"/>
                        </a:rPr>
                        <a:t>      color: #000000;</a:t>
                      </a:r>
                    </a:p>
                    <a:p>
                      <a:pPr algn="l">
                        <a:lnSpc>
                          <a:spcPct val="100000"/>
                        </a:lnSpc>
                      </a:pPr>
                      <a:r>
                        <a:rPr kumimoji="1" lang="en-US" altLang="zh-CN" sz="1800" b="1" kern="1200" dirty="0">
                          <a:solidFill>
                            <a:schemeClr val="accent6"/>
                          </a:solidFill>
                          <a:latin typeface="+mn-ea"/>
                          <a:ea typeface="+mn-ea"/>
                          <a:cs typeface="+mn-cs"/>
                        </a:rPr>
                        <a:t>    }</a:t>
                      </a:r>
                    </a:p>
                    <a:p>
                      <a:pPr algn="l">
                        <a:lnSpc>
                          <a:spcPct val="100000"/>
                        </a:lnSpc>
                      </a:pPr>
                      <a:r>
                        <a:rPr kumimoji="1" lang="en-US" altLang="zh-CN" sz="1800" b="1" kern="1200" dirty="0">
                          <a:solidFill>
                            <a:schemeClr val="tx1"/>
                          </a:solidFill>
                          <a:latin typeface="+mn-ea"/>
                          <a:ea typeface="+mn-ea"/>
                          <a:cs typeface="+mn-cs"/>
                        </a:rPr>
                        <a:t>  &lt;/style&gt;</a:t>
                      </a:r>
                    </a:p>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&lt;body&gt;</a:t>
                      </a:r>
                    </a:p>
                    <a:p>
                      <a:pPr algn="l">
                        <a:lnSpc>
                          <a:spcPct val="100000"/>
                        </a:lnSpc>
                      </a:pPr>
                      <a:r>
                        <a:rPr kumimoji="1" lang="en-US" altLang="zh-CN" sz="1800" b="1" kern="1200" dirty="0">
                          <a:solidFill>
                            <a:schemeClr val="tx1"/>
                          </a:solidFill>
                          <a:latin typeface="+mn-ea"/>
                          <a:ea typeface="+mn-ea"/>
                          <a:cs typeface="+mn-cs"/>
                        </a:rPr>
                        <a:t>  </a:t>
                      </a:r>
                      <a:r>
                        <a:rPr kumimoji="1" lang="en-US" altLang="zh-CN" sz="1800" b="1" kern="1200" dirty="0">
                          <a:solidFill>
                            <a:srgbClr val="0000FF"/>
                          </a:solidFill>
                          <a:latin typeface="+mn-ea"/>
                          <a:ea typeface="+mn-ea"/>
                          <a:cs typeface="+mn-cs"/>
                        </a:rPr>
                        <a:t>&lt;h1&gt;</a:t>
                      </a:r>
                      <a:r>
                        <a:rPr kumimoji="1" lang="zh-CN" altLang="en-US" sz="1800" b="1" kern="1200" dirty="0">
                          <a:solidFill>
                            <a:srgbClr val="0000FF"/>
                          </a:solidFill>
                          <a:latin typeface="+mn-ea"/>
                          <a:ea typeface="+mn-ea"/>
                          <a:cs typeface="+mn-cs"/>
                        </a:rPr>
                        <a:t>继承</a:t>
                      </a:r>
                      <a:r>
                        <a:rPr kumimoji="1" lang="en-US" altLang="zh-CN" sz="1800" b="1" kern="1200" dirty="0">
                          <a:solidFill>
                            <a:srgbClr val="0000FF"/>
                          </a:solidFill>
                          <a:latin typeface="+mn-ea"/>
                          <a:ea typeface="+mn-ea"/>
                          <a:cs typeface="+mn-cs"/>
                        </a:rPr>
                        <a:t>&lt;/h1&gt;</a:t>
                      </a:r>
                    </a:p>
                    <a:p>
                      <a:pPr algn="l">
                        <a:lnSpc>
                          <a:spcPct val="100000"/>
                        </a:lnSpc>
                      </a:pPr>
                      <a:r>
                        <a:rPr kumimoji="1" lang="en-US" altLang="zh-CN" sz="1800" b="1" kern="1200" dirty="0">
                          <a:solidFill>
                            <a:srgbClr val="0000FF"/>
                          </a:solidFill>
                          <a:latin typeface="+mn-ea"/>
                          <a:ea typeface="+mn-ea"/>
                          <a:cs typeface="+mn-cs"/>
                        </a:rPr>
                        <a:t>  &lt;p&gt;&lt;span&gt;CSS</a:t>
                      </a:r>
                      <a:r>
                        <a:rPr kumimoji="1" lang="zh-CN" altLang="en-US" sz="1800" b="1" kern="1200" dirty="0">
                          <a:solidFill>
                            <a:srgbClr val="0000FF"/>
                          </a:solidFill>
                          <a:latin typeface="+mn-ea"/>
                          <a:ea typeface="+mn-ea"/>
                          <a:cs typeface="+mn-cs"/>
                        </a:rPr>
                        <a:t>样式</a:t>
                      </a:r>
                      <a:r>
                        <a:rPr kumimoji="1" lang="en-US" altLang="zh-CN" sz="1800" b="1" kern="1200" dirty="0">
                          <a:solidFill>
                            <a:srgbClr val="0000FF"/>
                          </a:solidFill>
                          <a:latin typeface="+mn-ea"/>
                          <a:ea typeface="+mn-ea"/>
                          <a:cs typeface="+mn-cs"/>
                        </a:rPr>
                        <a:t>&lt;/span&gt;</a:t>
                      </a:r>
                      <a:r>
                        <a:rPr kumimoji="1" lang="zh-CN" altLang="en-US" sz="1800" b="1" kern="1200" dirty="0">
                          <a:solidFill>
                            <a:srgbClr val="0000FF"/>
                          </a:solidFill>
                          <a:latin typeface="+mn-ea"/>
                          <a:ea typeface="+mn-ea"/>
                          <a:cs typeface="+mn-cs"/>
                        </a:rPr>
                        <a:t>的继承性是指子元素可以继承父元素的某些样式。</a:t>
                      </a:r>
                      <a:r>
                        <a:rPr kumimoji="1" lang="en-US" altLang="zh-CN" sz="1800" b="1" kern="1200" dirty="0">
                          <a:solidFill>
                            <a:srgbClr val="0000FF"/>
                          </a:solidFill>
                          <a:latin typeface="+mn-ea"/>
                          <a:ea typeface="+mn-ea"/>
                          <a:cs typeface="+mn-cs"/>
                        </a:rPr>
                        <a:t>&lt;/p&gt; </a:t>
                      </a:r>
                    </a:p>
                    <a:p>
                      <a:pPr algn="l">
                        <a:lnSpc>
                          <a:spcPct val="100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9" name="图片 8">
            <a:extLst>
              <a:ext uri="{FF2B5EF4-FFF2-40B4-BE49-F238E27FC236}">
                <a16:creationId xmlns:a16="http://schemas.microsoft.com/office/drawing/2014/main" id="{7ACA231A-2C22-4000-92AF-0A29D16364D3}"/>
              </a:ext>
            </a:extLst>
          </p:cNvPr>
          <p:cNvPicPr/>
          <p:nvPr/>
        </p:nvPicPr>
        <p:blipFill>
          <a:blip r:embed="rId2"/>
          <a:stretch>
            <a:fillRect/>
          </a:stretch>
        </p:blipFill>
        <p:spPr>
          <a:xfrm>
            <a:off x="5297996" y="3452778"/>
            <a:ext cx="6055742" cy="1707248"/>
          </a:xfrm>
          <a:prstGeom prst="rect">
            <a:avLst/>
          </a:prstGeom>
        </p:spPr>
      </p:pic>
      <p:sp>
        <p:nvSpPr>
          <p:cNvPr id="10" name="矩形 9">
            <a:extLst>
              <a:ext uri="{FF2B5EF4-FFF2-40B4-BE49-F238E27FC236}">
                <a16:creationId xmlns:a16="http://schemas.microsoft.com/office/drawing/2014/main" id="{2C3A200E-2B31-4596-B43A-AE427133B058}"/>
              </a:ext>
            </a:extLst>
          </p:cNvPr>
          <p:cNvSpPr/>
          <p:nvPr/>
        </p:nvSpPr>
        <p:spPr>
          <a:xfrm>
            <a:off x="7896498" y="2869880"/>
            <a:ext cx="1296144" cy="481863"/>
          </a:xfrm>
          <a:prstGeom prst="rect">
            <a:avLst/>
          </a:prstGeom>
        </p:spPr>
        <p:txBody>
          <a:bodyPr wrap="square">
            <a:spAutoFit/>
          </a:bodyPr>
          <a:lstStyle/>
          <a:p>
            <a:pPr>
              <a:lnSpc>
                <a:spcPct val="150000"/>
              </a:lnSpc>
              <a:buClr>
                <a:schemeClr val="accent6"/>
              </a:buClr>
            </a:pPr>
            <a:r>
              <a:rPr lang="zh-CN" altLang="en-US"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例</a:t>
            </a:r>
            <a:r>
              <a:rPr lang="en-US" altLang="zh-CN" sz="20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3-8</a:t>
            </a:r>
          </a:p>
        </p:txBody>
      </p:sp>
    </p:spTree>
    <p:extLst>
      <p:ext uri="{BB962C8B-B14F-4D97-AF65-F5344CB8AC3E}">
        <p14:creationId xmlns:p14="http://schemas.microsoft.com/office/powerpoint/2010/main" val="31204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58985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不是所有属性都能直接继承</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例如：</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border</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边框属性、</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padding</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内边距属性，</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margin</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外边距属性、</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background</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背景属性等</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6CCFD73E-FEE0-4622-90EC-386583FE7F57}"/>
              </a:ext>
            </a:extLst>
          </p:cNvPr>
          <p:cNvGraphicFramePr>
            <a:graphicFrameLocks noGrp="1"/>
          </p:cNvGraphicFramePr>
          <p:nvPr>
            <p:extLst>
              <p:ext uri="{D42A27DB-BD31-4B8C-83A1-F6EECF244321}">
                <p14:modId xmlns:p14="http://schemas.microsoft.com/office/powerpoint/2010/main" val="3288450622"/>
              </p:ext>
            </p:extLst>
          </p:nvPr>
        </p:nvGraphicFramePr>
        <p:xfrm>
          <a:off x="767706" y="3320198"/>
          <a:ext cx="10934547" cy="305353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3053530">
                <a:tc>
                  <a:txBody>
                    <a:bodyPr/>
                    <a:lstStyle/>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  &lt;style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00000"/>
                        </a:lnSpc>
                      </a:pPr>
                      <a:r>
                        <a:rPr kumimoji="1" lang="en-US" altLang="zh-CN" sz="1800" b="1" kern="1200" dirty="0">
                          <a:solidFill>
                            <a:schemeClr val="accent6"/>
                          </a:solidFill>
                          <a:latin typeface="+mn-ea"/>
                          <a:ea typeface="+mn-ea"/>
                          <a:cs typeface="+mn-cs"/>
                        </a:rPr>
                        <a:t>    </a:t>
                      </a:r>
                      <a:r>
                        <a:rPr kumimoji="1" lang="en-US" altLang="zh-CN" sz="1800" b="1" kern="1200" dirty="0">
                          <a:solidFill>
                            <a:schemeClr val="tx1"/>
                          </a:solidFill>
                          <a:latin typeface="+mn-ea"/>
                          <a:ea typeface="+mn-ea"/>
                          <a:cs typeface="+mn-cs"/>
                        </a:rPr>
                        <a:t>body{ font-family: "</a:t>
                      </a:r>
                      <a:r>
                        <a:rPr kumimoji="1" lang="zh-CN" altLang="en-US" sz="1800" b="1" kern="1200" dirty="0">
                          <a:solidFill>
                            <a:schemeClr val="tx1"/>
                          </a:solidFill>
                          <a:latin typeface="+mn-ea"/>
                          <a:ea typeface="+mn-ea"/>
                          <a:cs typeface="+mn-cs"/>
                        </a:rPr>
                        <a:t>黑体</a:t>
                      </a:r>
                      <a:r>
                        <a:rPr kumimoji="1" lang="en-US" altLang="zh-CN" sz="1800" b="1" kern="1200" dirty="0">
                          <a:solidFill>
                            <a:schemeClr val="tx1"/>
                          </a:solidFill>
                          <a:latin typeface="+mn-ea"/>
                          <a:ea typeface="+mn-ea"/>
                          <a:cs typeface="+mn-cs"/>
                        </a:rPr>
                        <a:t>"; color: #000000;}</a:t>
                      </a:r>
                    </a:p>
                    <a:p>
                      <a:pPr algn="l">
                        <a:lnSpc>
                          <a:spcPct val="100000"/>
                        </a:lnSpc>
                      </a:pPr>
                      <a:r>
                        <a:rPr kumimoji="1" lang="en-US" altLang="zh-CN" sz="2400" b="1" kern="1200" dirty="0">
                          <a:solidFill>
                            <a:schemeClr val="accent6"/>
                          </a:solidFill>
                          <a:latin typeface="+mn-ea"/>
                          <a:ea typeface="+mn-ea"/>
                          <a:cs typeface="+mn-cs"/>
                        </a:rPr>
                        <a:t>   p{border:1px solid #000000;}</a:t>
                      </a:r>
                    </a:p>
                    <a:p>
                      <a:pPr algn="l">
                        <a:lnSpc>
                          <a:spcPct val="100000"/>
                        </a:lnSpc>
                      </a:pPr>
                      <a:r>
                        <a:rPr kumimoji="1" lang="en-US" altLang="zh-CN" sz="1800" b="1" kern="1200" dirty="0">
                          <a:solidFill>
                            <a:schemeClr val="tx1"/>
                          </a:solidFill>
                          <a:latin typeface="+mn-ea"/>
                          <a:ea typeface="+mn-ea"/>
                          <a:cs typeface="+mn-cs"/>
                        </a:rPr>
                        <a:t>  &lt;/style&gt;</a:t>
                      </a:r>
                    </a:p>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&lt;body&gt;</a:t>
                      </a:r>
                    </a:p>
                    <a:p>
                      <a:pPr algn="l">
                        <a:lnSpc>
                          <a:spcPct val="100000"/>
                        </a:lnSpc>
                      </a:pPr>
                      <a:r>
                        <a:rPr kumimoji="1" lang="en-US" altLang="zh-CN" sz="1800" b="1" kern="1200" dirty="0">
                          <a:solidFill>
                            <a:schemeClr val="tx1"/>
                          </a:solidFill>
                          <a:latin typeface="+mn-ea"/>
                          <a:ea typeface="+mn-ea"/>
                          <a:cs typeface="+mn-cs"/>
                        </a:rPr>
                        <a:t>  </a:t>
                      </a:r>
                      <a:r>
                        <a:rPr kumimoji="1" lang="en-US" altLang="zh-CN" sz="1800" b="1" kern="1200" dirty="0">
                          <a:solidFill>
                            <a:srgbClr val="0000FF"/>
                          </a:solidFill>
                          <a:latin typeface="+mn-ea"/>
                          <a:ea typeface="+mn-ea"/>
                          <a:cs typeface="+mn-cs"/>
                        </a:rPr>
                        <a:t>&lt;h1&gt;</a:t>
                      </a:r>
                      <a:r>
                        <a:rPr kumimoji="1" lang="zh-CN" altLang="en-US" sz="1800" b="1" kern="1200" dirty="0">
                          <a:solidFill>
                            <a:srgbClr val="0000FF"/>
                          </a:solidFill>
                          <a:latin typeface="+mn-ea"/>
                          <a:ea typeface="+mn-ea"/>
                          <a:cs typeface="+mn-cs"/>
                        </a:rPr>
                        <a:t>继承</a:t>
                      </a:r>
                      <a:r>
                        <a:rPr kumimoji="1" lang="en-US" altLang="zh-CN" sz="1800" b="1" kern="1200" dirty="0">
                          <a:solidFill>
                            <a:srgbClr val="0000FF"/>
                          </a:solidFill>
                          <a:latin typeface="+mn-ea"/>
                          <a:ea typeface="+mn-ea"/>
                          <a:cs typeface="+mn-cs"/>
                        </a:rPr>
                        <a:t>&lt;/h1&gt;</a:t>
                      </a:r>
                    </a:p>
                    <a:p>
                      <a:pPr algn="l">
                        <a:lnSpc>
                          <a:spcPct val="100000"/>
                        </a:lnSpc>
                      </a:pPr>
                      <a:r>
                        <a:rPr kumimoji="1" lang="en-US" altLang="zh-CN" sz="1800" b="1" kern="1200" dirty="0">
                          <a:solidFill>
                            <a:srgbClr val="0000FF"/>
                          </a:solidFill>
                          <a:latin typeface="+mn-ea"/>
                          <a:ea typeface="+mn-ea"/>
                          <a:cs typeface="+mn-cs"/>
                        </a:rPr>
                        <a:t>  &lt;p&gt;&lt;span&gt;CSS</a:t>
                      </a:r>
                      <a:r>
                        <a:rPr kumimoji="1" lang="zh-CN" altLang="en-US" sz="1800" b="1" kern="1200" dirty="0">
                          <a:solidFill>
                            <a:srgbClr val="0000FF"/>
                          </a:solidFill>
                          <a:latin typeface="+mn-ea"/>
                          <a:ea typeface="+mn-ea"/>
                          <a:cs typeface="+mn-cs"/>
                        </a:rPr>
                        <a:t>样式</a:t>
                      </a:r>
                      <a:r>
                        <a:rPr kumimoji="1" lang="en-US" altLang="zh-CN" sz="1800" b="1" kern="1200" dirty="0">
                          <a:solidFill>
                            <a:srgbClr val="0000FF"/>
                          </a:solidFill>
                          <a:latin typeface="+mn-ea"/>
                          <a:ea typeface="+mn-ea"/>
                          <a:cs typeface="+mn-cs"/>
                        </a:rPr>
                        <a:t>&lt;/span&gt;</a:t>
                      </a:r>
                      <a:r>
                        <a:rPr kumimoji="1" lang="zh-CN" altLang="en-US" sz="1800" b="1" kern="1200" dirty="0">
                          <a:solidFill>
                            <a:srgbClr val="0000FF"/>
                          </a:solidFill>
                          <a:latin typeface="+mn-ea"/>
                          <a:ea typeface="+mn-ea"/>
                          <a:cs typeface="+mn-cs"/>
                        </a:rPr>
                        <a:t>的继承性是指子元素可以继承父元素的某些样式。</a:t>
                      </a:r>
                      <a:r>
                        <a:rPr kumimoji="1" lang="en-US" altLang="zh-CN" sz="1800" b="1" kern="1200" dirty="0">
                          <a:solidFill>
                            <a:srgbClr val="0000FF"/>
                          </a:solidFill>
                          <a:latin typeface="+mn-ea"/>
                          <a:ea typeface="+mn-ea"/>
                          <a:cs typeface="+mn-cs"/>
                        </a:rPr>
                        <a:t>&lt;/p&gt; </a:t>
                      </a:r>
                    </a:p>
                    <a:p>
                      <a:pPr algn="l">
                        <a:lnSpc>
                          <a:spcPct val="100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6" name="图片 5">
            <a:extLst>
              <a:ext uri="{FF2B5EF4-FFF2-40B4-BE49-F238E27FC236}">
                <a16:creationId xmlns:a16="http://schemas.microsoft.com/office/drawing/2014/main" id="{EC6E2999-45CC-4A49-BBF3-DFE9810BCBE0}"/>
              </a:ext>
            </a:extLst>
          </p:cNvPr>
          <p:cNvPicPr/>
          <p:nvPr/>
        </p:nvPicPr>
        <p:blipFill>
          <a:blip r:embed="rId2"/>
          <a:stretch>
            <a:fillRect/>
          </a:stretch>
        </p:blipFill>
        <p:spPr>
          <a:xfrm>
            <a:off x="6488870" y="3983890"/>
            <a:ext cx="5213383" cy="1106213"/>
          </a:xfrm>
          <a:prstGeom prst="rect">
            <a:avLst/>
          </a:prstGeom>
        </p:spPr>
      </p:pic>
      <p:sp>
        <p:nvSpPr>
          <p:cNvPr id="9" name="矩形 8">
            <a:extLst>
              <a:ext uri="{FF2B5EF4-FFF2-40B4-BE49-F238E27FC236}">
                <a16:creationId xmlns:a16="http://schemas.microsoft.com/office/drawing/2014/main" id="{FCE48D5A-966A-41A1-B040-40ADA74AE897}"/>
              </a:ext>
            </a:extLst>
          </p:cNvPr>
          <p:cNvSpPr/>
          <p:nvPr/>
        </p:nvSpPr>
        <p:spPr>
          <a:xfrm>
            <a:off x="4478805" y="4924419"/>
            <a:ext cx="1114408" cy="369332"/>
          </a:xfrm>
          <a:prstGeom prst="rect">
            <a:avLst/>
          </a:prstGeom>
        </p:spPr>
        <p:txBody>
          <a:bodyPr wrap="none">
            <a:spAutoFit/>
          </a:bodyPr>
          <a:lstStyle/>
          <a:p>
            <a:r>
              <a:rPr lang="zh-CN" altLang="en-US"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没有继承</a:t>
            </a:r>
            <a:endParaRPr lang="zh-CN" altLang="en-US" dirty="0"/>
          </a:p>
        </p:txBody>
      </p:sp>
      <p:cxnSp>
        <p:nvCxnSpPr>
          <p:cNvPr id="10" name="直接箭头连接符 9">
            <a:extLst>
              <a:ext uri="{FF2B5EF4-FFF2-40B4-BE49-F238E27FC236}">
                <a16:creationId xmlns:a16="http://schemas.microsoft.com/office/drawing/2014/main" id="{85B39D96-1742-48FA-B051-D3DAD200F6BE}"/>
              </a:ext>
            </a:extLst>
          </p:cNvPr>
          <p:cNvCxnSpPr>
            <a:cxnSpLocks/>
          </p:cNvCxnSpPr>
          <p:nvPr/>
        </p:nvCxnSpPr>
        <p:spPr>
          <a:xfrm flipH="1">
            <a:off x="3271813" y="5109085"/>
            <a:ext cx="3528392" cy="554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125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3329758"/>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不是所有属性都能直接继承</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样式中设置元素继承关系的关键字</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inherit</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（继承）</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initial</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（初始化）</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Arial" panose="020B0604020202020204" pitchFamily="34" charset="0"/>
              <a:buChar char="•"/>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unset</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（不设置）</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1400935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不是所有属性都能直接继承</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在子元素上为需要继承的规则设置“</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inherit”</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值，明示继承父元素的某一属性</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6CCFD73E-FEE0-4622-90EC-386583FE7F57}"/>
              </a:ext>
            </a:extLst>
          </p:cNvPr>
          <p:cNvGraphicFramePr>
            <a:graphicFrameLocks noGrp="1"/>
          </p:cNvGraphicFramePr>
          <p:nvPr>
            <p:extLst>
              <p:ext uri="{D42A27DB-BD31-4B8C-83A1-F6EECF244321}">
                <p14:modId xmlns:p14="http://schemas.microsoft.com/office/powerpoint/2010/main" val="1436477267"/>
              </p:ext>
            </p:extLst>
          </p:nvPr>
        </p:nvGraphicFramePr>
        <p:xfrm>
          <a:off x="730307" y="3420269"/>
          <a:ext cx="10934547" cy="32918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3191769">
                <a:tc>
                  <a:txBody>
                    <a:bodyPr/>
                    <a:lstStyle/>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  &lt;style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00000"/>
                        </a:lnSpc>
                      </a:pPr>
                      <a:r>
                        <a:rPr kumimoji="1" lang="en-US" altLang="zh-CN" sz="1800" b="1" kern="1200" dirty="0">
                          <a:solidFill>
                            <a:schemeClr val="accent6"/>
                          </a:solidFill>
                          <a:latin typeface="+mn-ea"/>
                          <a:ea typeface="+mn-ea"/>
                          <a:cs typeface="+mn-cs"/>
                        </a:rPr>
                        <a:t>    </a:t>
                      </a:r>
                      <a:r>
                        <a:rPr kumimoji="1" lang="en-US" altLang="zh-CN" sz="1800" b="1" kern="1200" dirty="0">
                          <a:solidFill>
                            <a:schemeClr val="tx1"/>
                          </a:solidFill>
                          <a:latin typeface="+mn-ea"/>
                          <a:ea typeface="+mn-ea"/>
                          <a:cs typeface="+mn-cs"/>
                        </a:rPr>
                        <a:t>body{ font-family: "</a:t>
                      </a:r>
                      <a:r>
                        <a:rPr kumimoji="1" lang="zh-CN" altLang="en-US" sz="1800" b="1" kern="1200" dirty="0">
                          <a:solidFill>
                            <a:schemeClr val="tx1"/>
                          </a:solidFill>
                          <a:latin typeface="+mn-ea"/>
                          <a:ea typeface="+mn-ea"/>
                          <a:cs typeface="+mn-cs"/>
                        </a:rPr>
                        <a:t>黑体</a:t>
                      </a:r>
                      <a:r>
                        <a:rPr kumimoji="1" lang="en-US" altLang="zh-CN" sz="1800" b="1" kern="1200" dirty="0">
                          <a:solidFill>
                            <a:schemeClr val="tx1"/>
                          </a:solidFill>
                          <a:latin typeface="+mn-ea"/>
                          <a:ea typeface="+mn-ea"/>
                          <a:cs typeface="+mn-cs"/>
                        </a:rPr>
                        <a:t>"; color: #000000;}</a:t>
                      </a:r>
                    </a:p>
                    <a:p>
                      <a:pPr algn="l">
                        <a:lnSpc>
                          <a:spcPct val="100000"/>
                        </a:lnSpc>
                      </a:pPr>
                      <a:r>
                        <a:rPr kumimoji="1" lang="en-US" altLang="zh-CN" sz="2400" b="1" kern="1200" dirty="0">
                          <a:solidFill>
                            <a:schemeClr val="tx1"/>
                          </a:solidFill>
                          <a:latin typeface="+mn-ea"/>
                          <a:ea typeface="+mn-ea"/>
                          <a:cs typeface="+mn-cs"/>
                        </a:rPr>
                        <a:t>   p{border:1px solid #000000;}</a:t>
                      </a:r>
                    </a:p>
                    <a:p>
                      <a:pPr algn="l">
                        <a:lnSpc>
                          <a:spcPct val="100000"/>
                        </a:lnSpc>
                      </a:pPr>
                      <a:r>
                        <a:rPr kumimoji="1" lang="en-US" altLang="zh-CN" sz="2400" b="1" kern="1200" dirty="0">
                          <a:solidFill>
                            <a:schemeClr val="accent6"/>
                          </a:solidFill>
                          <a:latin typeface="+mn-ea"/>
                          <a:ea typeface="+mn-ea"/>
                          <a:cs typeface="+mn-cs"/>
                        </a:rPr>
                        <a:t>   p span{  </a:t>
                      </a:r>
                      <a:r>
                        <a:rPr kumimoji="1" lang="en-US" altLang="zh-CN" sz="2400" b="1" kern="1200" dirty="0" err="1">
                          <a:solidFill>
                            <a:schemeClr val="accent6"/>
                          </a:solidFill>
                          <a:latin typeface="+mn-ea"/>
                          <a:ea typeface="+mn-ea"/>
                          <a:cs typeface="+mn-cs"/>
                        </a:rPr>
                        <a:t>border:inherit</a:t>
                      </a:r>
                      <a:r>
                        <a:rPr kumimoji="1" lang="en-US" altLang="zh-CN" sz="2400" b="1" kern="1200" dirty="0">
                          <a:solidFill>
                            <a:schemeClr val="accent6"/>
                          </a:solidFill>
                          <a:latin typeface="+mn-ea"/>
                          <a:ea typeface="+mn-ea"/>
                          <a:cs typeface="+mn-cs"/>
                        </a:rPr>
                        <a:t>;  }</a:t>
                      </a:r>
                    </a:p>
                    <a:p>
                      <a:pPr algn="l">
                        <a:lnSpc>
                          <a:spcPct val="100000"/>
                        </a:lnSpc>
                      </a:pPr>
                      <a:r>
                        <a:rPr kumimoji="1" lang="en-US" altLang="zh-CN" sz="1800" b="1" kern="1200" dirty="0">
                          <a:solidFill>
                            <a:schemeClr val="tx1"/>
                          </a:solidFill>
                          <a:latin typeface="+mn-ea"/>
                          <a:ea typeface="+mn-ea"/>
                          <a:cs typeface="+mn-cs"/>
                        </a:rPr>
                        <a:t>  &lt;/style&gt;</a:t>
                      </a:r>
                    </a:p>
                    <a:p>
                      <a:pPr algn="l">
                        <a:lnSpc>
                          <a:spcPct val="100000"/>
                        </a:lnSpc>
                      </a:pPr>
                      <a:r>
                        <a:rPr kumimoji="1" lang="en-US" altLang="zh-CN" sz="1800" b="1" kern="1200" dirty="0">
                          <a:solidFill>
                            <a:schemeClr val="tx1"/>
                          </a:solidFill>
                          <a:latin typeface="+mn-ea"/>
                          <a:ea typeface="+mn-ea"/>
                          <a:cs typeface="+mn-cs"/>
                        </a:rPr>
                        <a:t>&lt;/head&gt;</a:t>
                      </a:r>
                    </a:p>
                    <a:p>
                      <a:pPr algn="l">
                        <a:lnSpc>
                          <a:spcPct val="100000"/>
                        </a:lnSpc>
                      </a:pPr>
                      <a:r>
                        <a:rPr kumimoji="1" lang="en-US" altLang="zh-CN" sz="1800" b="1" kern="1200" dirty="0">
                          <a:solidFill>
                            <a:schemeClr val="tx1"/>
                          </a:solidFill>
                          <a:latin typeface="+mn-ea"/>
                          <a:ea typeface="+mn-ea"/>
                          <a:cs typeface="+mn-cs"/>
                        </a:rPr>
                        <a:t>&lt;body&gt;</a:t>
                      </a:r>
                    </a:p>
                    <a:p>
                      <a:pPr algn="l">
                        <a:lnSpc>
                          <a:spcPct val="100000"/>
                        </a:lnSpc>
                      </a:pPr>
                      <a:r>
                        <a:rPr kumimoji="1" lang="en-US" altLang="zh-CN" sz="1800" b="1" kern="1200" dirty="0">
                          <a:solidFill>
                            <a:schemeClr val="tx1"/>
                          </a:solidFill>
                          <a:latin typeface="+mn-ea"/>
                          <a:ea typeface="+mn-ea"/>
                          <a:cs typeface="+mn-cs"/>
                        </a:rPr>
                        <a:t>  </a:t>
                      </a:r>
                      <a:r>
                        <a:rPr kumimoji="1" lang="en-US" altLang="zh-CN" sz="1800" b="1" kern="1200" dirty="0">
                          <a:solidFill>
                            <a:srgbClr val="0000FF"/>
                          </a:solidFill>
                          <a:latin typeface="+mn-ea"/>
                          <a:ea typeface="+mn-ea"/>
                          <a:cs typeface="+mn-cs"/>
                        </a:rPr>
                        <a:t>&lt;h1&gt;</a:t>
                      </a:r>
                      <a:r>
                        <a:rPr kumimoji="1" lang="zh-CN" altLang="en-US" sz="1800" b="1" kern="1200" dirty="0">
                          <a:solidFill>
                            <a:srgbClr val="0000FF"/>
                          </a:solidFill>
                          <a:latin typeface="+mn-ea"/>
                          <a:ea typeface="+mn-ea"/>
                          <a:cs typeface="+mn-cs"/>
                        </a:rPr>
                        <a:t>继承</a:t>
                      </a:r>
                      <a:r>
                        <a:rPr kumimoji="1" lang="en-US" altLang="zh-CN" sz="1800" b="1" kern="1200" dirty="0">
                          <a:solidFill>
                            <a:srgbClr val="0000FF"/>
                          </a:solidFill>
                          <a:latin typeface="+mn-ea"/>
                          <a:ea typeface="+mn-ea"/>
                          <a:cs typeface="+mn-cs"/>
                        </a:rPr>
                        <a:t>&lt;/h1&gt;</a:t>
                      </a:r>
                    </a:p>
                    <a:p>
                      <a:pPr algn="l">
                        <a:lnSpc>
                          <a:spcPct val="100000"/>
                        </a:lnSpc>
                      </a:pPr>
                      <a:r>
                        <a:rPr kumimoji="1" lang="en-US" altLang="zh-CN" sz="1800" b="1" kern="1200" dirty="0">
                          <a:solidFill>
                            <a:srgbClr val="0000FF"/>
                          </a:solidFill>
                          <a:latin typeface="+mn-ea"/>
                          <a:ea typeface="+mn-ea"/>
                          <a:cs typeface="+mn-cs"/>
                        </a:rPr>
                        <a:t>  &lt;p&gt;&lt;span&gt;CSS</a:t>
                      </a:r>
                      <a:r>
                        <a:rPr kumimoji="1" lang="zh-CN" altLang="en-US" sz="1800" b="1" kern="1200" dirty="0">
                          <a:solidFill>
                            <a:srgbClr val="0000FF"/>
                          </a:solidFill>
                          <a:latin typeface="+mn-ea"/>
                          <a:ea typeface="+mn-ea"/>
                          <a:cs typeface="+mn-cs"/>
                        </a:rPr>
                        <a:t>样式</a:t>
                      </a:r>
                      <a:r>
                        <a:rPr kumimoji="1" lang="en-US" altLang="zh-CN" sz="1800" b="1" kern="1200" dirty="0">
                          <a:solidFill>
                            <a:srgbClr val="0000FF"/>
                          </a:solidFill>
                          <a:latin typeface="+mn-ea"/>
                          <a:ea typeface="+mn-ea"/>
                          <a:cs typeface="+mn-cs"/>
                        </a:rPr>
                        <a:t>&lt;/span&gt;</a:t>
                      </a:r>
                      <a:r>
                        <a:rPr kumimoji="1" lang="zh-CN" altLang="en-US" sz="1800" b="1" kern="1200" dirty="0">
                          <a:solidFill>
                            <a:srgbClr val="0000FF"/>
                          </a:solidFill>
                          <a:latin typeface="+mn-ea"/>
                          <a:ea typeface="+mn-ea"/>
                          <a:cs typeface="+mn-cs"/>
                        </a:rPr>
                        <a:t>的继承性是指子元素可以继承父元素的某些样式。</a:t>
                      </a:r>
                      <a:r>
                        <a:rPr kumimoji="1" lang="en-US" altLang="zh-CN" sz="1800" b="1" kern="1200" dirty="0">
                          <a:solidFill>
                            <a:srgbClr val="0000FF"/>
                          </a:solidFill>
                          <a:latin typeface="+mn-ea"/>
                          <a:ea typeface="+mn-ea"/>
                          <a:cs typeface="+mn-cs"/>
                        </a:rPr>
                        <a:t>&lt;/p&gt; </a:t>
                      </a:r>
                    </a:p>
                    <a:p>
                      <a:pPr algn="l">
                        <a:lnSpc>
                          <a:spcPct val="100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FCE48D5A-966A-41A1-B040-40ADA74AE897}"/>
              </a:ext>
            </a:extLst>
          </p:cNvPr>
          <p:cNvSpPr/>
          <p:nvPr/>
        </p:nvSpPr>
        <p:spPr>
          <a:xfrm>
            <a:off x="4855256" y="5314913"/>
            <a:ext cx="649537" cy="369332"/>
          </a:xfrm>
          <a:prstGeom prst="rect">
            <a:avLst/>
          </a:prstGeom>
        </p:spPr>
        <p:txBody>
          <a:bodyPr wrap="none">
            <a:spAutoFit/>
          </a:bodyPr>
          <a:lstStyle/>
          <a:p>
            <a:r>
              <a:rPr lang="zh-CN" altLang="en-US"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继承</a:t>
            </a:r>
            <a:endParaRPr lang="zh-CN" altLang="en-US" dirty="0"/>
          </a:p>
        </p:txBody>
      </p:sp>
      <p:cxnSp>
        <p:nvCxnSpPr>
          <p:cNvPr id="10" name="直接箭头连接符 9">
            <a:extLst>
              <a:ext uri="{FF2B5EF4-FFF2-40B4-BE49-F238E27FC236}">
                <a16:creationId xmlns:a16="http://schemas.microsoft.com/office/drawing/2014/main" id="{85B39D96-1742-48FA-B051-D3DAD200F6BE}"/>
              </a:ext>
            </a:extLst>
          </p:cNvPr>
          <p:cNvCxnSpPr>
            <a:cxnSpLocks/>
          </p:cNvCxnSpPr>
          <p:nvPr/>
        </p:nvCxnSpPr>
        <p:spPr>
          <a:xfrm flipH="1">
            <a:off x="3271813" y="4966118"/>
            <a:ext cx="3383646" cy="69759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C28C287F-F4E9-4BFA-A17E-B1748FABC065}"/>
              </a:ext>
            </a:extLst>
          </p:cNvPr>
          <p:cNvPicPr/>
          <p:nvPr/>
        </p:nvPicPr>
        <p:blipFill>
          <a:blip r:embed="rId2"/>
          <a:stretch>
            <a:fillRect/>
          </a:stretch>
        </p:blipFill>
        <p:spPr>
          <a:xfrm>
            <a:off x="6337486" y="3941728"/>
            <a:ext cx="5637717" cy="1026677"/>
          </a:xfrm>
          <a:prstGeom prst="rect">
            <a:avLst/>
          </a:prstGeom>
        </p:spPr>
      </p:pic>
    </p:spTree>
    <p:extLst>
      <p:ext uri="{BB962C8B-B14F-4D97-AF65-F5344CB8AC3E}">
        <p14:creationId xmlns:p14="http://schemas.microsoft.com/office/powerpoint/2010/main" val="3061945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312053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有些元素会采用浏览器默认属性，忽略父元素的可继承属性</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例如 超链接</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&lt;a&gt;</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标签</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只能通过单独设置元素样式来实现所需的样式效果</a:t>
            </a:r>
            <a:endPar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例如</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endParaRPr lang="en-US" altLang="zh-CN"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21A243C0-BC5A-4735-8050-E6C2F357982B}"/>
              </a:ext>
            </a:extLst>
          </p:cNvPr>
          <p:cNvGraphicFramePr>
            <a:graphicFrameLocks noGrp="1"/>
          </p:cNvGraphicFramePr>
          <p:nvPr>
            <p:extLst>
              <p:ext uri="{D42A27DB-BD31-4B8C-83A1-F6EECF244321}">
                <p14:modId xmlns:p14="http://schemas.microsoft.com/office/powerpoint/2010/main" val="3460508100"/>
              </p:ext>
            </p:extLst>
          </p:nvPr>
        </p:nvGraphicFramePr>
        <p:xfrm>
          <a:off x="870213" y="4577699"/>
          <a:ext cx="10419824" cy="530439"/>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19824">
                  <a:extLst>
                    <a:ext uri="{9D8B030D-6E8A-4147-A177-3AD203B41FA5}">
                      <a16:colId xmlns:a16="http://schemas.microsoft.com/office/drawing/2014/main" val="4020043646"/>
                    </a:ext>
                  </a:extLst>
                </a:gridCol>
              </a:tblGrid>
              <a:tr h="530439">
                <a:tc>
                  <a:txBody>
                    <a:bodyPr/>
                    <a:lstStyle/>
                    <a:p>
                      <a:pPr algn="l">
                        <a:lnSpc>
                          <a:spcPct val="100000"/>
                        </a:lnSpc>
                      </a:pPr>
                      <a:r>
                        <a:rPr kumimoji="1" lang="en-US" altLang="zh-CN" sz="2400" b="1" kern="1200" dirty="0">
                          <a:solidFill>
                            <a:schemeClr val="accent6"/>
                          </a:solidFill>
                          <a:latin typeface="+mn-ea"/>
                          <a:ea typeface="+mn-ea"/>
                          <a:cs typeface="+mn-cs"/>
                        </a:rPr>
                        <a:t>a{</a:t>
                      </a:r>
                      <a:r>
                        <a:rPr kumimoji="1" lang="en-US" altLang="zh-CN" sz="2400" b="1" kern="1200" dirty="0" err="1">
                          <a:solidFill>
                            <a:schemeClr val="accent6"/>
                          </a:solidFill>
                          <a:latin typeface="+mn-ea"/>
                          <a:ea typeface="+mn-ea"/>
                          <a:cs typeface="+mn-cs"/>
                        </a:rPr>
                        <a:t>color:inherit</a:t>
                      </a:r>
                      <a:r>
                        <a:rPr kumimoji="1" lang="en-US" altLang="zh-CN" sz="2400" b="1" kern="1200" dirty="0">
                          <a:solidFill>
                            <a:schemeClr val="accent6"/>
                          </a:solidFill>
                          <a:latin typeface="+mn-ea"/>
                          <a:ea typeface="+mn-ea"/>
                          <a:cs typeface="+mn-cs"/>
                        </a:rPr>
                        <a: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Tree>
    <p:extLst>
      <p:ext uri="{BB962C8B-B14F-4D97-AF65-F5344CB8AC3E}">
        <p14:creationId xmlns:p14="http://schemas.microsoft.com/office/powerpoint/2010/main" val="48284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58985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继承性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还有一些属性本身就不支持继承</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例如</a:t>
            </a:r>
            <a:endParaRPr lang="en-US" altLang="zh-CN"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5F8EF356-78E1-4618-9D92-144C089D1E9B}"/>
              </a:ext>
            </a:extLst>
          </p:cNvPr>
          <p:cNvGraphicFramePr>
            <a:graphicFrameLocks noGrp="1"/>
          </p:cNvGraphicFramePr>
          <p:nvPr>
            <p:extLst>
              <p:ext uri="{D42A27DB-BD31-4B8C-83A1-F6EECF244321}">
                <p14:modId xmlns:p14="http://schemas.microsoft.com/office/powerpoint/2010/main" val="3132525477"/>
              </p:ext>
            </p:extLst>
          </p:nvPr>
        </p:nvGraphicFramePr>
        <p:xfrm>
          <a:off x="391494" y="3420269"/>
          <a:ext cx="11449270" cy="3084189"/>
        </p:xfrm>
        <a:graphic>
          <a:graphicData uri="http://schemas.openxmlformats.org/drawingml/2006/table">
            <a:tbl>
              <a:tblPr firstRow="1" firstCol="1" bandRow="1"/>
              <a:tblGrid>
                <a:gridCol w="2086225">
                  <a:extLst>
                    <a:ext uri="{9D8B030D-6E8A-4147-A177-3AD203B41FA5}">
                      <a16:colId xmlns:a16="http://schemas.microsoft.com/office/drawing/2014/main" val="3033532825"/>
                    </a:ext>
                  </a:extLst>
                </a:gridCol>
                <a:gridCol w="9363045">
                  <a:extLst>
                    <a:ext uri="{9D8B030D-6E8A-4147-A177-3AD203B41FA5}">
                      <a16:colId xmlns:a16="http://schemas.microsoft.com/office/drawing/2014/main" val="1398106089"/>
                    </a:ext>
                  </a:extLst>
                </a:gridCol>
              </a:tblGrid>
              <a:tr h="440598">
                <a:tc>
                  <a:txBody>
                    <a:bodyPr/>
                    <a:lstStyle/>
                    <a:p>
                      <a:pPr indent="229235" algn="l">
                        <a:spcAft>
                          <a:spcPts val="0"/>
                        </a:spcAft>
                      </a:pPr>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类别</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29235" algn="l">
                        <a:spcAft>
                          <a:spcPts val="0"/>
                        </a:spcAft>
                      </a:pPr>
                      <a:r>
                        <a:rPr lang="zh-CN" sz="2000" b="1" kern="0" dirty="0">
                          <a:effectLst/>
                          <a:latin typeface="Calibri" panose="020F0502020204030204" pitchFamily="34" charset="0"/>
                          <a:ea typeface="宋体" panose="02010600030101010101" pitchFamily="2" charset="-122"/>
                          <a:cs typeface="Times New Roman" panose="02020603050405020304" pitchFamily="18" charset="0"/>
                        </a:rPr>
                        <a:t>元素</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82853570"/>
                  </a:ext>
                </a:extLst>
              </a:tr>
              <a:tr h="528718">
                <a:tc>
                  <a:txBody>
                    <a:bodyPr/>
                    <a:lstStyle/>
                    <a:p>
                      <a:pPr indent="13970" algn="l">
                        <a:spcAft>
                          <a:spcPts val="0"/>
                        </a:spcAft>
                      </a:pPr>
                      <a:r>
                        <a:rPr lang="zh-CN" sz="2000" kern="0" dirty="0">
                          <a:effectLst/>
                          <a:latin typeface="Times New Roman" panose="02020603050405020304" pitchFamily="18" charset="0"/>
                          <a:ea typeface="宋体" panose="02010600030101010101" pitchFamily="2" charset="-122"/>
                          <a:cs typeface="Times New Roman" panose="02020603050405020304" pitchFamily="18" charset="0"/>
                        </a:rPr>
                        <a:t>定位布局</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display</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position</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float</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top</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right</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bottom</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left</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z-index</a:t>
                      </a:r>
                      <a:endParaRPr lang="zh-CN" sz="3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6621940"/>
                  </a:ext>
                </a:extLst>
              </a:tr>
              <a:tr h="528718">
                <a:tc>
                  <a:txBody>
                    <a:bodyPr/>
                    <a:lstStyle/>
                    <a:p>
                      <a:pPr indent="13970" algn="l">
                        <a:spcAft>
                          <a:spcPts val="0"/>
                        </a:spcAft>
                      </a:pPr>
                      <a:r>
                        <a:rPr lang="zh-CN" sz="2000" kern="0" dirty="0">
                          <a:effectLst/>
                          <a:latin typeface="Times New Roman" panose="02020603050405020304" pitchFamily="18" charset="0"/>
                          <a:ea typeface="宋体" panose="02010600030101010101" pitchFamily="2" charset="-122"/>
                          <a:cs typeface="Times New Roman" panose="02020603050405020304" pitchFamily="18" charset="0"/>
                        </a:rPr>
                        <a:t>尺寸（盒模型）</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width</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height</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margin</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border</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padding</a:t>
                      </a:r>
                      <a:endParaRPr lang="zh-CN" sz="3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2223195"/>
                  </a:ext>
                </a:extLst>
              </a:tr>
              <a:tr h="1057437">
                <a:tc>
                  <a:txBody>
                    <a:bodyPr/>
                    <a:lstStyle/>
                    <a:p>
                      <a:pPr indent="13970" algn="l">
                        <a:spcAft>
                          <a:spcPts val="0"/>
                        </a:spcAft>
                      </a:pPr>
                      <a:r>
                        <a:rPr lang="zh-CN" sz="2000" kern="0" dirty="0">
                          <a:effectLst/>
                          <a:latin typeface="Times New Roman" panose="02020603050405020304" pitchFamily="18" charset="0"/>
                          <a:ea typeface="宋体" panose="02010600030101010101" pitchFamily="2" charset="-122"/>
                          <a:cs typeface="Times New Roman" panose="02020603050405020304" pitchFamily="18" charset="0"/>
                        </a:rPr>
                        <a:t>背景</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background-color</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background-image</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background-repeat</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background-position</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background-attachment</a:t>
                      </a:r>
                      <a:endParaRPr lang="zh-CN" sz="3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6118726"/>
                  </a:ext>
                </a:extLst>
              </a:tr>
              <a:tr h="528718">
                <a:tc>
                  <a:txBody>
                    <a:bodyPr/>
                    <a:lstStyle/>
                    <a:p>
                      <a:pPr indent="13970" algn="l">
                        <a:spcAft>
                          <a:spcPts val="0"/>
                        </a:spcAft>
                      </a:pPr>
                      <a:r>
                        <a:rPr lang="zh-CN" sz="2000" kern="0" dirty="0">
                          <a:effectLst/>
                          <a:latin typeface="Times New Roman" panose="02020603050405020304" pitchFamily="18" charset="0"/>
                          <a:ea typeface="宋体" panose="02010600030101010101" pitchFamily="2" charset="-122"/>
                          <a:cs typeface="Times New Roman" panose="02020603050405020304" pitchFamily="18" charset="0"/>
                        </a:rPr>
                        <a:t>特殊文本属性</a:t>
                      </a:r>
                      <a:endParaRPr lang="zh-CN" sz="2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vertical-align</a:t>
                      </a:r>
                      <a:r>
                        <a:rPr lang="zh-CN" sz="24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sz="2400" kern="0" dirty="0">
                          <a:effectLst/>
                          <a:latin typeface="Times New Roman" panose="02020603050405020304" pitchFamily="18" charset="0"/>
                          <a:ea typeface="宋体" panose="02010600030101010101" pitchFamily="2" charset="-122"/>
                          <a:cs typeface="Times New Roman" panose="02020603050405020304" pitchFamily="18" charset="0"/>
                        </a:rPr>
                        <a:t>text-decoration</a:t>
                      </a:r>
                      <a:endParaRPr lang="zh-CN" sz="3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7080597"/>
                  </a:ext>
                </a:extLst>
              </a:tr>
            </a:tbl>
          </a:graphicData>
        </a:graphic>
      </p:graphicFrame>
    </p:spTree>
    <p:extLst>
      <p:ext uri="{BB962C8B-B14F-4D97-AF65-F5344CB8AC3E}">
        <p14:creationId xmlns:p14="http://schemas.microsoft.com/office/powerpoint/2010/main" val="368160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2775760"/>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层叠性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在</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样式设计时，可能出现</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多条</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选择器同时匹配到相同的元素</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  此时就出现了样式的层叠</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当这些选择器中设置的</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规则</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没有重复或者属性间没有冲突</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则元素的样式会</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进行叠加</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2919666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3</a:t>
            </a:r>
            <a:r>
              <a:rPr lang="zh-CN" altLang="en-US" sz="2800" b="1" dirty="0">
                <a:solidFill>
                  <a:srgbClr val="0000FF"/>
                </a:solidFill>
              </a:rPr>
              <a:t>、继承和层叠</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559769"/>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层叠性</a:t>
            </a:r>
          </a:p>
        </p:txBody>
      </p:sp>
      <p:graphicFrame>
        <p:nvGraphicFramePr>
          <p:cNvPr id="5" name="表格 4">
            <a:extLst>
              <a:ext uri="{FF2B5EF4-FFF2-40B4-BE49-F238E27FC236}">
                <a16:creationId xmlns:a16="http://schemas.microsoft.com/office/drawing/2014/main" id="{6CCFD73E-FEE0-4622-90EC-386583FE7F57}"/>
              </a:ext>
            </a:extLst>
          </p:cNvPr>
          <p:cNvGraphicFramePr>
            <a:graphicFrameLocks noGrp="1"/>
          </p:cNvGraphicFramePr>
          <p:nvPr>
            <p:extLst>
              <p:ext uri="{D42A27DB-BD31-4B8C-83A1-F6EECF244321}">
                <p14:modId xmlns:p14="http://schemas.microsoft.com/office/powerpoint/2010/main" val="1230382843"/>
              </p:ext>
            </p:extLst>
          </p:nvPr>
        </p:nvGraphicFramePr>
        <p:xfrm>
          <a:off x="702600" y="2844205"/>
          <a:ext cx="10934547" cy="3191769"/>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3191769">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 </a:t>
                      </a:r>
                    </a:p>
                    <a:p>
                      <a:pPr algn="l">
                        <a:lnSpc>
                          <a:spcPct val="100000"/>
                        </a:lnSpc>
                      </a:pPr>
                      <a:r>
                        <a:rPr kumimoji="1" lang="en-US" altLang="zh-CN" sz="2000" b="1" kern="1200" dirty="0">
                          <a:solidFill>
                            <a:schemeClr val="accent6"/>
                          </a:solidFill>
                          <a:latin typeface="+mn-ea"/>
                          <a:ea typeface="+mn-ea"/>
                          <a:cs typeface="+mn-cs"/>
                        </a:rPr>
                        <a:t>  body{font-family: "</a:t>
                      </a:r>
                      <a:r>
                        <a:rPr kumimoji="1" lang="zh-CN" altLang="en-US" sz="2000" b="1" kern="1200" dirty="0">
                          <a:solidFill>
                            <a:schemeClr val="accent6"/>
                          </a:solidFill>
                          <a:latin typeface="+mn-ea"/>
                          <a:ea typeface="+mn-ea"/>
                          <a:cs typeface="+mn-cs"/>
                        </a:rPr>
                        <a:t>宋体</a:t>
                      </a:r>
                      <a:r>
                        <a:rPr kumimoji="1" lang="en-US" altLang="zh-CN" sz="2000" b="1" kern="1200" dirty="0">
                          <a:solidFill>
                            <a:schemeClr val="accent6"/>
                          </a:solidFill>
                          <a:latin typeface="+mn-ea"/>
                          <a:ea typeface="+mn-ea"/>
                          <a:cs typeface="+mn-cs"/>
                        </a:rPr>
                        <a:t>";}</a:t>
                      </a:r>
                    </a:p>
                    <a:p>
                      <a:pPr algn="l">
                        <a:lnSpc>
                          <a:spcPct val="100000"/>
                        </a:lnSpc>
                      </a:pPr>
                      <a:r>
                        <a:rPr kumimoji="1" lang="en-US" altLang="zh-CN" sz="2000" b="1" kern="1200" dirty="0">
                          <a:solidFill>
                            <a:schemeClr val="accent6"/>
                          </a:solidFill>
                          <a:latin typeface="+mn-ea"/>
                          <a:ea typeface="+mn-ea"/>
                          <a:cs typeface="+mn-cs"/>
                        </a:rPr>
                        <a:t>  p{font-size:18px;}</a:t>
                      </a:r>
                    </a:p>
                    <a:p>
                      <a:pPr algn="l">
                        <a:lnSpc>
                          <a:spcPct val="100000"/>
                        </a:lnSpc>
                      </a:pPr>
                      <a:r>
                        <a:rPr kumimoji="1" lang="en-US" altLang="zh-CN" sz="2000" b="1" kern="1200" dirty="0">
                          <a:solidFill>
                            <a:schemeClr val="accent6"/>
                          </a:solidFill>
                          <a:latin typeface="+mn-ea"/>
                          <a:ea typeface="+mn-ea"/>
                          <a:cs typeface="+mn-cs"/>
                        </a:rPr>
                        <a:t>  p span{font-weight: bold;}</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&lt;h1&gt;</a:t>
                      </a:r>
                      <a:r>
                        <a:rPr kumimoji="1" lang="zh-CN" altLang="en-US" sz="2000" b="1" kern="1200" dirty="0">
                          <a:solidFill>
                            <a:schemeClr val="tx1"/>
                          </a:solidFill>
                          <a:latin typeface="+mn-ea"/>
                          <a:ea typeface="+mn-ea"/>
                          <a:cs typeface="+mn-cs"/>
                        </a:rPr>
                        <a:t>层叠</a:t>
                      </a:r>
                      <a:r>
                        <a:rPr kumimoji="1" lang="en-US" altLang="zh-CN" sz="2000" b="1" kern="1200" dirty="0">
                          <a:solidFill>
                            <a:schemeClr val="tx1"/>
                          </a:solidFill>
                          <a:latin typeface="+mn-ea"/>
                          <a:ea typeface="+mn-ea"/>
                          <a:cs typeface="+mn-cs"/>
                        </a:rPr>
                        <a:t>&lt;/h1&gt;</a:t>
                      </a:r>
                    </a:p>
                    <a:p>
                      <a:pPr algn="l">
                        <a:lnSpc>
                          <a:spcPct val="100000"/>
                        </a:lnSpc>
                      </a:pPr>
                      <a:r>
                        <a:rPr kumimoji="1" lang="en-US" altLang="zh-CN" sz="2000" b="1" kern="1200" dirty="0">
                          <a:solidFill>
                            <a:schemeClr val="tx1"/>
                          </a:solidFill>
                          <a:latin typeface="+mn-ea"/>
                          <a:ea typeface="+mn-ea"/>
                          <a:cs typeface="+mn-cs"/>
                        </a:rPr>
                        <a:t>  &lt;p&gt;&lt;span&gt;CSS</a:t>
                      </a:r>
                      <a:r>
                        <a:rPr kumimoji="1" lang="zh-CN" altLang="en-US" sz="2000" b="1" kern="1200" dirty="0">
                          <a:solidFill>
                            <a:schemeClr val="tx1"/>
                          </a:solidFill>
                          <a:latin typeface="+mn-ea"/>
                          <a:ea typeface="+mn-ea"/>
                          <a:cs typeface="+mn-cs"/>
                        </a:rPr>
                        <a:t>样式</a:t>
                      </a:r>
                      <a:r>
                        <a:rPr kumimoji="1" lang="en-US" altLang="zh-CN" sz="2000" b="1" kern="1200" dirty="0">
                          <a:solidFill>
                            <a:schemeClr val="tx1"/>
                          </a:solidFill>
                          <a:latin typeface="+mn-ea"/>
                          <a:ea typeface="+mn-ea"/>
                          <a:cs typeface="+mn-cs"/>
                        </a:rPr>
                        <a:t>&lt;/span&gt;</a:t>
                      </a:r>
                      <a:r>
                        <a:rPr kumimoji="1" lang="zh-CN" altLang="en-US" sz="2000" b="1" kern="1200" dirty="0">
                          <a:solidFill>
                            <a:schemeClr val="tx1"/>
                          </a:solidFill>
                          <a:latin typeface="+mn-ea"/>
                          <a:ea typeface="+mn-ea"/>
                          <a:cs typeface="+mn-cs"/>
                        </a:rPr>
                        <a:t>的层叠性是指当多条规则作用于一个元素时，若样式无冲突，则这些样式叠加后作用于该元素。</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12" name="图片 11" descr="C:\Users\ADMINI~1\AppData\Local\Temp\1610092890(1).png">
            <a:extLst>
              <a:ext uri="{FF2B5EF4-FFF2-40B4-BE49-F238E27FC236}">
                <a16:creationId xmlns:a16="http://schemas.microsoft.com/office/drawing/2014/main" id="{2AD12464-6060-4BEF-9C28-C57D36988B3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779302" y="3103505"/>
            <a:ext cx="6831161" cy="1667764"/>
          </a:xfrm>
          <a:prstGeom prst="rect">
            <a:avLst/>
          </a:prstGeom>
          <a:noFill/>
          <a:ln>
            <a:noFill/>
          </a:ln>
        </p:spPr>
      </p:pic>
      <p:sp>
        <p:nvSpPr>
          <p:cNvPr id="4" name="矩形 3">
            <a:extLst>
              <a:ext uri="{FF2B5EF4-FFF2-40B4-BE49-F238E27FC236}">
                <a16:creationId xmlns:a16="http://schemas.microsoft.com/office/drawing/2014/main" id="{263BF9A1-5552-4282-BBA2-124EDF714DCB}"/>
              </a:ext>
            </a:extLst>
          </p:cNvPr>
          <p:cNvSpPr/>
          <p:nvPr/>
        </p:nvSpPr>
        <p:spPr>
          <a:xfrm>
            <a:off x="7801418" y="3477479"/>
            <a:ext cx="840295" cy="369332"/>
          </a:xfrm>
          <a:prstGeom prst="rect">
            <a:avLst/>
          </a:prstGeom>
        </p:spPr>
        <p:txBody>
          <a:bodyPr wrap="none">
            <a:spAutoFit/>
          </a:bodyPr>
          <a:lstStyle/>
          <a:p>
            <a:r>
              <a:rPr lang="zh-CN" altLang="zh-CN" b="1" dirty="0">
                <a:solidFill>
                  <a:srgbClr val="0000FF"/>
                </a:solidFill>
                <a:latin typeface="Times New Roman" panose="02020603050405020304" pitchFamily="18" charset="0"/>
                <a:cs typeface="Times New Roman" panose="02020603050405020304" pitchFamily="18" charset="0"/>
              </a:rPr>
              <a:t>例</a:t>
            </a:r>
            <a:r>
              <a:rPr lang="en-US" altLang="zh-CN" b="1" dirty="0">
                <a:solidFill>
                  <a:srgbClr val="0000FF"/>
                </a:solidFill>
                <a:latin typeface="Times New Roman" panose="02020603050405020304" pitchFamily="18" charset="0"/>
              </a:rPr>
              <a:t>3-9a</a:t>
            </a:r>
            <a:endParaRPr lang="zh-CN" altLang="en-US" dirty="0">
              <a:solidFill>
                <a:srgbClr val="0000FF"/>
              </a:solidFill>
            </a:endParaRPr>
          </a:p>
        </p:txBody>
      </p:sp>
    </p:spTree>
    <p:extLst>
      <p:ext uri="{BB962C8B-B14F-4D97-AF65-F5344CB8AC3E}">
        <p14:creationId xmlns:p14="http://schemas.microsoft.com/office/powerpoint/2010/main" val="2497559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667764"/>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规则的优先级主要涉及两方面</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首先是规则定义的位置</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其次是选择器的优先级</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5" name="圆角矩形标注 2">
            <a:extLst>
              <a:ext uri="{FF2B5EF4-FFF2-40B4-BE49-F238E27FC236}">
                <a16:creationId xmlns:a16="http://schemas.microsoft.com/office/drawing/2014/main" id="{4E427FB8-A6DF-4244-93F6-34BEF237CF3B}"/>
              </a:ext>
            </a:extLst>
          </p:cNvPr>
          <p:cNvSpPr/>
          <p:nvPr/>
        </p:nvSpPr>
        <p:spPr>
          <a:xfrm>
            <a:off x="6337486" y="1169891"/>
            <a:ext cx="5312419" cy="1098249"/>
          </a:xfrm>
          <a:prstGeom prst="wedgeRoundRectCallout">
            <a:avLst>
              <a:gd name="adj1" fmla="val -40756"/>
              <a:gd name="adj2" fmla="val 85021"/>
              <a:gd name="adj3" fmla="val 16667"/>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3000"/>
              </a:lnSpc>
            </a:pPr>
            <a:r>
              <a:rPr lang="zh-CN" altLang="en-US" sz="2400" b="1" dirty="0">
                <a:solidFill>
                  <a:srgbClr val="0000FF"/>
                </a:solidFill>
              </a:rPr>
              <a:t>层叠的前提之一是不能有重复的规则</a:t>
            </a:r>
            <a:endParaRPr lang="en-US" altLang="zh-CN" sz="2400" b="1" dirty="0">
              <a:solidFill>
                <a:srgbClr val="0000FF"/>
              </a:solidFill>
            </a:endParaRPr>
          </a:p>
          <a:p>
            <a:pPr>
              <a:lnSpc>
                <a:spcPts val="3000"/>
              </a:lnSpc>
            </a:pPr>
            <a:r>
              <a:rPr lang="zh-CN" altLang="en-US" sz="2400" b="1" dirty="0">
                <a:solidFill>
                  <a:srgbClr val="0000FF"/>
                </a:solidFill>
              </a:rPr>
              <a:t>如果出现冲突时怎么办？</a:t>
            </a:r>
            <a:endParaRPr lang="zh-CN" altLang="en-US" sz="2000" b="1" dirty="0">
              <a:solidFill>
                <a:srgbClr val="0000FF"/>
              </a:solidFill>
            </a:endParaRPr>
          </a:p>
        </p:txBody>
      </p:sp>
    </p:spTree>
    <p:extLst>
      <p:ext uri="{BB962C8B-B14F-4D97-AF65-F5344CB8AC3E}">
        <p14:creationId xmlns:p14="http://schemas.microsoft.com/office/powerpoint/2010/main" val="3072383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4068421"/>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）根据规则定义的位置确定优先级首先是规则定义的位置</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200000"/>
              </a:lnSpc>
              <a:buClr>
                <a:schemeClr val="accent6"/>
              </a:buClr>
            </a:pPr>
            <a:r>
              <a:rPr lang="zh-CN" altLang="zh-CN" sz="2400" b="1" dirty="0">
                <a:effectLst>
                  <a:outerShdw blurRad="38100" dist="38100" dir="2700000" algn="tl">
                    <a:srgbClr val="000000">
                      <a:alpha val="43137"/>
                    </a:srgbClr>
                  </a:outerShdw>
                </a:effectLst>
              </a:rPr>
              <a:t>内联样式</a:t>
            </a:r>
            <a:endParaRPr lang="en-US" altLang="zh-CN" sz="2400" b="1" dirty="0">
              <a:effectLst>
                <a:outerShdw blurRad="38100" dist="38100" dir="2700000" algn="tl">
                  <a:srgbClr val="000000">
                    <a:alpha val="43137"/>
                  </a:srgbClr>
                </a:outerShdw>
              </a:effectLst>
            </a:endParaRPr>
          </a:p>
          <a:p>
            <a:pPr>
              <a:lnSpc>
                <a:spcPct val="20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内部样式文档</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20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外部样式文档</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20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浏览器默认样式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
        <p:nvSpPr>
          <p:cNvPr id="4" name="箭头: 下 3">
            <a:extLst>
              <a:ext uri="{FF2B5EF4-FFF2-40B4-BE49-F238E27FC236}">
                <a16:creationId xmlns:a16="http://schemas.microsoft.com/office/drawing/2014/main" id="{8A1D42E9-EE5C-4B7E-9FF7-CBCF550DD0F1}"/>
              </a:ext>
            </a:extLst>
          </p:cNvPr>
          <p:cNvSpPr/>
          <p:nvPr/>
        </p:nvSpPr>
        <p:spPr>
          <a:xfrm>
            <a:off x="4351933" y="3060229"/>
            <a:ext cx="432048" cy="1656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33AA606-3914-4B2A-A790-B99B9CA9688A}"/>
              </a:ext>
            </a:extLst>
          </p:cNvPr>
          <p:cNvSpPr/>
          <p:nvPr/>
        </p:nvSpPr>
        <p:spPr>
          <a:xfrm>
            <a:off x="4054962" y="2572725"/>
            <a:ext cx="1114408" cy="369332"/>
          </a:xfrm>
          <a:prstGeom prst="rect">
            <a:avLst/>
          </a:prstGeom>
        </p:spPr>
        <p:txBody>
          <a:bodyPr wrap="none">
            <a:spAutoFit/>
          </a:bodyPr>
          <a:lstStyle/>
          <a:p>
            <a:r>
              <a:rPr lang="zh-CN" altLang="en-US" b="1" dirty="0">
                <a:solidFill>
                  <a:srgbClr val="0000FF"/>
                </a:solidFill>
              </a:rPr>
              <a:t>优先级高</a:t>
            </a:r>
            <a:endParaRPr lang="zh-CN" altLang="en-US" dirty="0"/>
          </a:p>
        </p:txBody>
      </p:sp>
      <p:sp>
        <p:nvSpPr>
          <p:cNvPr id="9" name="矩形 8">
            <a:extLst>
              <a:ext uri="{FF2B5EF4-FFF2-40B4-BE49-F238E27FC236}">
                <a16:creationId xmlns:a16="http://schemas.microsoft.com/office/drawing/2014/main" id="{A1F7DBC2-C2CA-47AD-A748-0EAC3ABAE118}"/>
              </a:ext>
            </a:extLst>
          </p:cNvPr>
          <p:cNvSpPr/>
          <p:nvPr/>
        </p:nvSpPr>
        <p:spPr>
          <a:xfrm>
            <a:off x="4006745" y="4878763"/>
            <a:ext cx="1122423" cy="369332"/>
          </a:xfrm>
          <a:prstGeom prst="rect">
            <a:avLst/>
          </a:prstGeom>
        </p:spPr>
        <p:txBody>
          <a:bodyPr wrap="none">
            <a:spAutoFit/>
          </a:bodyPr>
          <a:lstStyle/>
          <a:p>
            <a:r>
              <a:rPr lang="zh-CN" altLang="en-US" b="1" dirty="0">
                <a:solidFill>
                  <a:srgbClr val="0000FF"/>
                </a:solidFill>
              </a:rPr>
              <a:t>优先级低</a:t>
            </a:r>
            <a:endParaRPr lang="zh-CN" altLang="en-US" dirty="0"/>
          </a:p>
        </p:txBody>
      </p:sp>
      <p:sp>
        <p:nvSpPr>
          <p:cNvPr id="7" name="矩形 6">
            <a:extLst>
              <a:ext uri="{FF2B5EF4-FFF2-40B4-BE49-F238E27FC236}">
                <a16:creationId xmlns:a16="http://schemas.microsoft.com/office/drawing/2014/main" id="{C5FF09BA-A2FD-4357-8E8E-82DCF41EB1BF}"/>
              </a:ext>
            </a:extLst>
          </p:cNvPr>
          <p:cNvSpPr/>
          <p:nvPr/>
        </p:nvSpPr>
        <p:spPr>
          <a:xfrm>
            <a:off x="1227671" y="5526629"/>
            <a:ext cx="9704907" cy="83099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r>
              <a:rPr lang="zh-CN" altLang="en-US" sz="2400" dirty="0">
                <a:solidFill>
                  <a:schemeClr val="bg1"/>
                </a:solidFill>
                <a:effectLst>
                  <a:outerShdw blurRad="38100" dist="38100" dir="2700000" algn="tl">
                    <a:srgbClr val="000000">
                      <a:alpha val="43137"/>
                    </a:srgbClr>
                  </a:outerShdw>
                </a:effectLst>
              </a:rPr>
              <a:t>优先级相同时，后在文档中定义的规则比先定义的规则优先级高</a:t>
            </a:r>
            <a:endParaRPr lang="en-US" altLang="zh-CN" sz="2400" dirty="0">
              <a:solidFill>
                <a:schemeClr val="bg1"/>
              </a:solidFill>
              <a:effectLst>
                <a:outerShdw blurRad="38100" dist="38100" dir="2700000" algn="tl">
                  <a:srgbClr val="000000">
                    <a:alpha val="43137"/>
                  </a:srgbClr>
                </a:outerShdw>
              </a:effectLst>
            </a:endParaRPr>
          </a:p>
          <a:p>
            <a:pPr algn="ctr"/>
            <a:r>
              <a:rPr lang="zh-CN" altLang="en-US" sz="2400" dirty="0">
                <a:solidFill>
                  <a:schemeClr val="bg1"/>
                </a:solidFill>
                <a:effectLst>
                  <a:outerShdw blurRad="38100" dist="38100" dir="2700000" algn="tl">
                    <a:srgbClr val="000000">
                      <a:alpha val="43137"/>
                    </a:srgbClr>
                  </a:outerShdw>
                </a:effectLst>
              </a:rPr>
              <a:t>可以简单认为离要匹配的元素越远，优先级越低</a:t>
            </a:r>
          </a:p>
        </p:txBody>
      </p:sp>
    </p:spTree>
    <p:extLst>
      <p:ext uri="{BB962C8B-B14F-4D97-AF65-F5344CB8AC3E}">
        <p14:creationId xmlns:p14="http://schemas.microsoft.com/office/powerpoint/2010/main" val="3369132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3329758"/>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）根据选择器确定优先级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首先，按照要求统计</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ID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选择器的数量，</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记为</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a:t>
            </a:r>
            <a:endPar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类选择器、属性选择器和伪类的数量，</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记为</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b</a:t>
            </a:r>
            <a:endPar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类型选择器和伪元素的数量，</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记为</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c</a:t>
            </a:r>
          </a:p>
          <a:p>
            <a:pPr>
              <a:lnSpc>
                <a:spcPct val="150000"/>
              </a:lnSpc>
              <a:buClr>
                <a:schemeClr val="accent6"/>
              </a:buClr>
            </a:pP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10037784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3883755"/>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）根据选择器确定优先级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按照</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a-&gt;b-&gt;c</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的顺序进行比较</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同类型选择器数量进行别比较时，</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数量多的优先级高</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  如果同类型选择器数量相同，则再比较下一类的选择器数量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如果出现所有级别的选择器数量都相等的情况，则由定义的顺序决定优先级，</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后定义的比先定义的优先级更高</a:t>
            </a:r>
          </a:p>
          <a:p>
            <a:pPr>
              <a:lnSpc>
                <a:spcPct val="150000"/>
              </a:lnSpc>
              <a:buClr>
                <a:schemeClr val="accent6"/>
              </a:buClr>
            </a:pP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200599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113766"/>
          </a:xfrm>
          <a:prstGeom prst="rect">
            <a:avLst/>
          </a:prstGeom>
        </p:spPr>
        <p:txBody>
          <a:bodyPr wrap="square">
            <a:spAutoFit/>
          </a:bodyPr>
          <a:lstStyle/>
          <a:p>
            <a:pPr>
              <a:lnSpc>
                <a:spcPct val="150000"/>
              </a:lnSpc>
              <a:buClr>
                <a:schemeClr val="accent6"/>
              </a:buClr>
            </a:pPr>
            <a:r>
              <a:rPr lang="zh-CN" altLang="en-US" sz="2400" b="1">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a:effectLst>
                  <a:outerShdw blurRad="38100" dist="38100" dir="2700000" algn="tl">
                    <a:srgbClr val="000000">
                      <a:alpha val="43137"/>
                    </a:srgbClr>
                  </a:outerShdw>
                </a:effectLst>
                <a:latin typeface="+mn-ea"/>
                <a:ea typeface="+mn-ea"/>
                <a:cs typeface="Times New Roman" panose="02020603050405020304" pitchFamily="18" charset="0"/>
              </a:rPr>
              <a:t>）根据选择器确定优先级</a:t>
            </a:r>
            <a:endParaRPr lang="en-US" altLang="zh-CN" sz="2400" b="1">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B5E98A50-577F-401F-9FEA-99E91F00646B}"/>
              </a:ext>
            </a:extLst>
          </p:cNvPr>
          <p:cNvGraphicFramePr>
            <a:graphicFrameLocks noGrp="1"/>
          </p:cNvGraphicFramePr>
          <p:nvPr>
            <p:extLst>
              <p:ext uri="{D42A27DB-BD31-4B8C-83A1-F6EECF244321}">
                <p14:modId xmlns:p14="http://schemas.microsoft.com/office/powerpoint/2010/main" val="1210944662"/>
              </p:ext>
            </p:extLst>
          </p:nvPr>
        </p:nvGraphicFramePr>
        <p:xfrm>
          <a:off x="767706" y="2988221"/>
          <a:ext cx="10934547" cy="3191769"/>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3191769">
                <a:tc>
                  <a:txBody>
                    <a:bodyPr/>
                    <a:lstStyle/>
                    <a:p>
                      <a:pPr algn="l">
                        <a:lnSpc>
                          <a:spcPct val="150000"/>
                        </a:lnSpc>
                      </a:pPr>
                      <a:r>
                        <a:rPr kumimoji="1" lang="en-US" altLang="zh-CN" sz="2400" b="1" kern="1200" dirty="0">
                          <a:solidFill>
                            <a:schemeClr val="tx1"/>
                          </a:solidFill>
                          <a:latin typeface="+mn-ea"/>
                          <a:ea typeface="+mn-ea"/>
                          <a:cs typeface="+mn-cs"/>
                        </a:rPr>
                        <a:t>&lt;style type="text/</a:t>
                      </a:r>
                      <a:r>
                        <a:rPr kumimoji="1" lang="en-US" altLang="zh-CN" sz="2400" b="1" kern="1200" dirty="0" err="1">
                          <a:solidFill>
                            <a:schemeClr val="tx1"/>
                          </a:solidFill>
                          <a:latin typeface="+mn-ea"/>
                          <a:ea typeface="+mn-ea"/>
                          <a:cs typeface="+mn-cs"/>
                        </a:rPr>
                        <a:t>css</a:t>
                      </a:r>
                      <a:r>
                        <a:rPr kumimoji="1" lang="en-US" altLang="zh-CN" sz="2400" b="1" kern="1200" dirty="0">
                          <a:solidFill>
                            <a:schemeClr val="tx1"/>
                          </a:solidFill>
                          <a:latin typeface="+mn-ea"/>
                          <a:ea typeface="+mn-ea"/>
                          <a:cs typeface="+mn-cs"/>
                        </a:rPr>
                        <a:t>"&gt; </a:t>
                      </a:r>
                    </a:p>
                    <a:p>
                      <a:pPr algn="l">
                        <a:lnSpc>
                          <a:spcPct val="150000"/>
                        </a:lnSpc>
                      </a:pPr>
                      <a:r>
                        <a:rPr kumimoji="1" lang="en-US" altLang="zh-CN" sz="2400" b="1" kern="1200" dirty="0">
                          <a:solidFill>
                            <a:schemeClr val="tx1"/>
                          </a:solidFill>
                          <a:latin typeface="+mn-ea"/>
                          <a:ea typeface="+mn-ea"/>
                          <a:cs typeface="+mn-cs"/>
                        </a:rPr>
                        <a:t>  body{font-family: "</a:t>
                      </a:r>
                      <a:r>
                        <a:rPr kumimoji="1" lang="zh-CN" altLang="en-US" sz="2400" b="1" kern="1200" dirty="0">
                          <a:solidFill>
                            <a:schemeClr val="tx1"/>
                          </a:solidFill>
                          <a:latin typeface="+mn-ea"/>
                          <a:ea typeface="+mn-ea"/>
                          <a:cs typeface="+mn-cs"/>
                        </a:rPr>
                        <a:t>宋体</a:t>
                      </a:r>
                      <a:r>
                        <a:rPr kumimoji="1" lang="en-US" altLang="zh-CN" sz="2400" b="1" kern="1200" dirty="0">
                          <a:solidFill>
                            <a:schemeClr val="tx1"/>
                          </a:solidFill>
                          <a:latin typeface="+mn-ea"/>
                          <a:ea typeface="+mn-ea"/>
                          <a:cs typeface="+mn-cs"/>
                        </a:rPr>
                        <a:t>";}</a:t>
                      </a:r>
                    </a:p>
                    <a:p>
                      <a:pPr algn="l">
                        <a:lnSpc>
                          <a:spcPct val="150000"/>
                        </a:lnSpc>
                      </a:pPr>
                      <a:r>
                        <a:rPr kumimoji="1" lang="en-US" altLang="zh-CN" sz="2400" b="1" kern="1200" dirty="0">
                          <a:solidFill>
                            <a:schemeClr val="tx1"/>
                          </a:solidFill>
                          <a:latin typeface="+mn-ea"/>
                          <a:ea typeface="+mn-ea"/>
                          <a:cs typeface="+mn-cs"/>
                        </a:rPr>
                        <a:t>  </a:t>
                      </a:r>
                      <a:r>
                        <a:rPr kumimoji="1" lang="en-US" altLang="zh-CN" sz="2400" b="1" kern="1200" dirty="0">
                          <a:solidFill>
                            <a:schemeClr val="accent6"/>
                          </a:solidFill>
                          <a:latin typeface="+mn-ea"/>
                          <a:ea typeface="+mn-ea"/>
                          <a:cs typeface="+mn-cs"/>
                        </a:rPr>
                        <a:t>p</a:t>
                      </a:r>
                      <a:r>
                        <a:rPr kumimoji="1" lang="en-US" altLang="zh-CN" sz="2400" b="1" kern="1200" dirty="0">
                          <a:solidFill>
                            <a:schemeClr val="tx1"/>
                          </a:solidFill>
                          <a:latin typeface="+mn-ea"/>
                          <a:ea typeface="+mn-ea"/>
                          <a:cs typeface="+mn-cs"/>
                        </a:rPr>
                        <a:t>{font-size:18px;   color: violet;  }          </a:t>
                      </a:r>
                      <a:r>
                        <a:rPr kumimoji="1" lang="en-US" altLang="zh-CN" sz="2400" b="1" kern="1200" dirty="0">
                          <a:solidFill>
                            <a:schemeClr val="accent6"/>
                          </a:solidFill>
                          <a:latin typeface="+mn-ea"/>
                          <a:ea typeface="+mn-ea"/>
                          <a:cs typeface="+mn-cs"/>
                        </a:rPr>
                        <a:t>/* a=0</a:t>
                      </a:r>
                      <a:r>
                        <a:rPr kumimoji="1" lang="zh-CN" altLang="en-US" sz="2400" b="1" kern="1200" dirty="0">
                          <a:solidFill>
                            <a:schemeClr val="accent6"/>
                          </a:solidFill>
                          <a:latin typeface="+mn-ea"/>
                          <a:ea typeface="+mn-ea"/>
                          <a:cs typeface="+mn-cs"/>
                        </a:rPr>
                        <a:t>，</a:t>
                      </a:r>
                      <a:r>
                        <a:rPr kumimoji="1" lang="en-US" altLang="zh-CN" sz="2400" b="1" kern="1200" dirty="0">
                          <a:solidFill>
                            <a:schemeClr val="accent6"/>
                          </a:solidFill>
                          <a:latin typeface="+mn-ea"/>
                          <a:ea typeface="+mn-ea"/>
                          <a:cs typeface="+mn-cs"/>
                        </a:rPr>
                        <a:t>b=0</a:t>
                      </a:r>
                      <a:r>
                        <a:rPr kumimoji="1" lang="zh-CN" altLang="en-US" sz="2400" b="1" kern="1200" dirty="0">
                          <a:solidFill>
                            <a:schemeClr val="accent6"/>
                          </a:solidFill>
                          <a:latin typeface="+mn-ea"/>
                          <a:ea typeface="+mn-ea"/>
                          <a:cs typeface="+mn-cs"/>
                        </a:rPr>
                        <a:t>，</a:t>
                      </a:r>
                      <a:r>
                        <a:rPr kumimoji="1" lang="en-US" altLang="zh-CN" sz="2400" b="1" kern="1200" dirty="0">
                          <a:solidFill>
                            <a:schemeClr val="accent6"/>
                          </a:solidFill>
                          <a:latin typeface="+mn-ea"/>
                          <a:ea typeface="+mn-ea"/>
                          <a:cs typeface="+mn-cs"/>
                        </a:rPr>
                        <a:t>c=1 */</a:t>
                      </a:r>
                    </a:p>
                    <a:p>
                      <a:pPr algn="l">
                        <a:lnSpc>
                          <a:spcPct val="150000"/>
                        </a:lnSpc>
                      </a:pPr>
                      <a:r>
                        <a:rPr kumimoji="1" lang="en-US" altLang="zh-CN" sz="2400" b="1" kern="1200" dirty="0">
                          <a:solidFill>
                            <a:schemeClr val="tx1"/>
                          </a:solidFill>
                          <a:latin typeface="+mn-ea"/>
                          <a:ea typeface="+mn-ea"/>
                          <a:cs typeface="+mn-cs"/>
                        </a:rPr>
                        <a:t>  </a:t>
                      </a:r>
                      <a:r>
                        <a:rPr kumimoji="1" lang="en-US" altLang="zh-CN" sz="2400" b="1" kern="1200" dirty="0">
                          <a:solidFill>
                            <a:schemeClr val="accent6"/>
                          </a:solidFill>
                          <a:latin typeface="+mn-ea"/>
                          <a:ea typeface="+mn-ea"/>
                          <a:cs typeface="+mn-cs"/>
                        </a:rPr>
                        <a:t>p span</a:t>
                      </a:r>
                      <a:r>
                        <a:rPr kumimoji="1" lang="en-US" altLang="zh-CN" sz="2400" b="1" kern="1200" dirty="0">
                          <a:solidFill>
                            <a:schemeClr val="tx1"/>
                          </a:solidFill>
                          <a:latin typeface="+mn-ea"/>
                          <a:ea typeface="+mn-ea"/>
                          <a:cs typeface="+mn-cs"/>
                        </a:rPr>
                        <a:t>{font-weight: bold;  </a:t>
                      </a:r>
                      <a:r>
                        <a:rPr kumimoji="1" lang="en-US" altLang="zh-CN" sz="2400" b="1" kern="1200" dirty="0" err="1">
                          <a:solidFill>
                            <a:schemeClr val="tx1"/>
                          </a:solidFill>
                          <a:latin typeface="+mn-ea"/>
                          <a:ea typeface="+mn-ea"/>
                          <a:cs typeface="+mn-cs"/>
                        </a:rPr>
                        <a:t>color:red</a:t>
                      </a:r>
                      <a:r>
                        <a:rPr kumimoji="1" lang="en-US" altLang="zh-CN" sz="2400" b="1" kern="1200" dirty="0">
                          <a:solidFill>
                            <a:schemeClr val="tx1"/>
                          </a:solidFill>
                          <a:latin typeface="+mn-ea"/>
                          <a:ea typeface="+mn-ea"/>
                          <a:cs typeface="+mn-cs"/>
                        </a:rPr>
                        <a:t>;}         </a:t>
                      </a:r>
                      <a:r>
                        <a:rPr kumimoji="1" lang="en-US" altLang="zh-CN" sz="2400" b="1" kern="1200" dirty="0">
                          <a:solidFill>
                            <a:schemeClr val="accent6"/>
                          </a:solidFill>
                          <a:latin typeface="+mn-ea"/>
                          <a:ea typeface="+mn-ea"/>
                          <a:cs typeface="+mn-cs"/>
                        </a:rPr>
                        <a:t>/* a=0</a:t>
                      </a:r>
                      <a:r>
                        <a:rPr kumimoji="1" lang="zh-CN" altLang="en-US" sz="2400" b="1" kern="1200" dirty="0">
                          <a:solidFill>
                            <a:schemeClr val="accent6"/>
                          </a:solidFill>
                          <a:latin typeface="+mn-ea"/>
                          <a:ea typeface="+mn-ea"/>
                          <a:cs typeface="+mn-cs"/>
                        </a:rPr>
                        <a:t>，</a:t>
                      </a:r>
                      <a:r>
                        <a:rPr kumimoji="1" lang="en-US" altLang="zh-CN" sz="2400" b="1" kern="1200" dirty="0">
                          <a:solidFill>
                            <a:schemeClr val="accent6"/>
                          </a:solidFill>
                          <a:latin typeface="+mn-ea"/>
                          <a:ea typeface="+mn-ea"/>
                          <a:cs typeface="+mn-cs"/>
                        </a:rPr>
                        <a:t>b=0</a:t>
                      </a:r>
                      <a:r>
                        <a:rPr kumimoji="1" lang="zh-CN" altLang="en-US" sz="2400" b="1" kern="1200" dirty="0">
                          <a:solidFill>
                            <a:schemeClr val="accent6"/>
                          </a:solidFill>
                          <a:latin typeface="+mn-ea"/>
                          <a:ea typeface="+mn-ea"/>
                          <a:cs typeface="+mn-cs"/>
                        </a:rPr>
                        <a:t>，</a:t>
                      </a:r>
                      <a:r>
                        <a:rPr kumimoji="1" lang="en-US" altLang="zh-CN" sz="2400" b="1" kern="1200" dirty="0">
                          <a:solidFill>
                            <a:schemeClr val="accent6"/>
                          </a:solidFill>
                          <a:latin typeface="+mn-ea"/>
                          <a:ea typeface="+mn-ea"/>
                          <a:cs typeface="+mn-cs"/>
                        </a:rPr>
                        <a:t>c=2 */</a:t>
                      </a:r>
                    </a:p>
                    <a:p>
                      <a:pPr algn="l">
                        <a:lnSpc>
                          <a:spcPct val="150000"/>
                        </a:lnSpc>
                      </a:pPr>
                      <a:r>
                        <a:rPr kumimoji="1" lang="en-US" altLang="zh-CN" sz="2400" b="1" kern="1200" dirty="0">
                          <a:solidFill>
                            <a:schemeClr val="tx1"/>
                          </a:solidFill>
                          <a:latin typeface="+mn-ea"/>
                          <a:ea typeface="+mn-ea"/>
                          <a:cs typeface="+mn-cs"/>
                        </a:rPr>
                        <a:t>&lt;/style&gt;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4" name="矩形 3">
            <a:extLst>
              <a:ext uri="{FF2B5EF4-FFF2-40B4-BE49-F238E27FC236}">
                <a16:creationId xmlns:a16="http://schemas.microsoft.com/office/drawing/2014/main" id="{9F75DF5D-DB03-488D-BE5E-2C3421694604}"/>
              </a:ext>
            </a:extLst>
          </p:cNvPr>
          <p:cNvSpPr/>
          <p:nvPr/>
        </p:nvSpPr>
        <p:spPr>
          <a:xfrm>
            <a:off x="838628" y="2336055"/>
            <a:ext cx="958917" cy="369332"/>
          </a:xfrm>
          <a:prstGeom prst="rect">
            <a:avLst/>
          </a:prstGeom>
        </p:spPr>
        <p:txBody>
          <a:bodyPr wrap="none">
            <a:spAutoFit/>
          </a:bodyPr>
          <a:lstStyle/>
          <a:p>
            <a:r>
              <a:rPr lang="zh-CN" altLang="en-US" dirty="0">
                <a:solidFill>
                  <a:srgbClr val="0000FF"/>
                </a:solidFill>
              </a:rPr>
              <a:t>例</a:t>
            </a:r>
            <a:r>
              <a:rPr lang="en-US" altLang="zh-CN" dirty="0">
                <a:solidFill>
                  <a:srgbClr val="0000FF"/>
                </a:solidFill>
              </a:rPr>
              <a:t>3-9b</a:t>
            </a:r>
            <a:endParaRPr lang="zh-CN" altLang="en-US" dirty="0">
              <a:solidFill>
                <a:srgbClr val="0000FF"/>
              </a:solidFill>
            </a:endParaRPr>
          </a:p>
        </p:txBody>
      </p:sp>
      <p:pic>
        <p:nvPicPr>
          <p:cNvPr id="7" name="图片 6" descr="C:\Users\ADMINI~1\AppData\Local\Temp\1610096144(1).png">
            <a:extLst>
              <a:ext uri="{FF2B5EF4-FFF2-40B4-BE49-F238E27FC236}">
                <a16:creationId xmlns:a16="http://schemas.microsoft.com/office/drawing/2014/main" id="{D85C5E63-775E-4C03-98D2-11218F0AE14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886937" y="2298832"/>
            <a:ext cx="5815316" cy="1618250"/>
          </a:xfrm>
          <a:prstGeom prst="rect">
            <a:avLst/>
          </a:prstGeom>
          <a:noFill/>
          <a:ln>
            <a:noFill/>
          </a:ln>
        </p:spPr>
      </p:pic>
    </p:spTree>
    <p:extLst>
      <p:ext uri="{BB962C8B-B14F-4D97-AF65-F5344CB8AC3E}">
        <p14:creationId xmlns:p14="http://schemas.microsoft.com/office/powerpoint/2010/main" val="1127184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3-3 CSS</a:t>
            </a:r>
            <a:r>
              <a:rPr lang="zh-CN" altLang="en-US" b="1" dirty="0">
                <a:solidFill>
                  <a:srgbClr val="C00000"/>
                </a:solidFill>
                <a:latin typeface="黑体" panose="02010609060101010101" pitchFamily="49" charset="-122"/>
                <a:ea typeface="黑体" panose="02010609060101010101" pitchFamily="49" charset="-122"/>
              </a:rPr>
              <a:t>样式基本概念（</a:t>
            </a: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4</a:t>
            </a:r>
            <a:r>
              <a:rPr lang="zh-CN" altLang="en-US" sz="2800" b="1" dirty="0">
                <a:solidFill>
                  <a:srgbClr val="0000FF"/>
                </a:solidFill>
              </a:rPr>
              <a:t>、优先级</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113766"/>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）根据选择器确定优先级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!important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规则，可以将规则中某条属性的</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优先级提到最高</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B5E98A50-577F-401F-9FEA-99E91F00646B}"/>
              </a:ext>
            </a:extLst>
          </p:cNvPr>
          <p:cNvGraphicFramePr>
            <a:graphicFrameLocks noGrp="1"/>
          </p:cNvGraphicFramePr>
          <p:nvPr>
            <p:extLst>
              <p:ext uri="{D42A27DB-BD31-4B8C-83A1-F6EECF244321}">
                <p14:modId xmlns:p14="http://schemas.microsoft.com/office/powerpoint/2010/main" val="36427305"/>
              </p:ext>
            </p:extLst>
          </p:nvPr>
        </p:nvGraphicFramePr>
        <p:xfrm>
          <a:off x="805510" y="3330085"/>
          <a:ext cx="10934547" cy="2952328"/>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934547">
                  <a:extLst>
                    <a:ext uri="{9D8B030D-6E8A-4147-A177-3AD203B41FA5}">
                      <a16:colId xmlns:a16="http://schemas.microsoft.com/office/drawing/2014/main" val="4020043646"/>
                    </a:ext>
                  </a:extLst>
                </a:gridCol>
              </a:tblGrid>
              <a:tr h="2952328">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 </a:t>
                      </a:r>
                    </a:p>
                    <a:p>
                      <a:pPr algn="l">
                        <a:lnSpc>
                          <a:spcPct val="100000"/>
                        </a:lnSpc>
                      </a:pPr>
                      <a:r>
                        <a:rPr kumimoji="1" lang="en-US" altLang="zh-CN" sz="2000" b="1" kern="1200" dirty="0">
                          <a:solidFill>
                            <a:schemeClr val="tx1"/>
                          </a:solidFill>
                          <a:latin typeface="+mn-ea"/>
                          <a:ea typeface="+mn-ea"/>
                          <a:cs typeface="+mn-cs"/>
                        </a:rPr>
                        <a:t>  p{</a:t>
                      </a:r>
                    </a:p>
                    <a:p>
                      <a:pPr algn="l">
                        <a:lnSpc>
                          <a:spcPct val="100000"/>
                        </a:lnSpc>
                      </a:pPr>
                      <a:r>
                        <a:rPr kumimoji="1" lang="en-US" altLang="zh-CN" sz="2000" b="1" kern="1200" dirty="0">
                          <a:solidFill>
                            <a:schemeClr val="tx1"/>
                          </a:solidFill>
                          <a:latin typeface="+mn-ea"/>
                          <a:ea typeface="+mn-ea"/>
                          <a:cs typeface="+mn-cs"/>
                        </a:rPr>
                        <a:t>    color: blue ;           /* </a:t>
                      </a:r>
                      <a:r>
                        <a:rPr kumimoji="1" lang="zh-CN" altLang="en-US" sz="2000" b="1" kern="1200" dirty="0">
                          <a:solidFill>
                            <a:schemeClr val="tx1"/>
                          </a:solidFill>
                          <a:latin typeface="+mn-ea"/>
                          <a:ea typeface="+mn-ea"/>
                          <a:cs typeface="+mn-cs"/>
                        </a:rPr>
                        <a:t>改为 </a:t>
                      </a:r>
                      <a:r>
                        <a:rPr kumimoji="1" lang="en-US" altLang="zh-CN" sz="2000" b="1" kern="1200" dirty="0">
                          <a:solidFill>
                            <a:schemeClr val="tx1"/>
                          </a:solidFill>
                          <a:latin typeface="+mn-ea"/>
                          <a:ea typeface="+mn-ea"/>
                          <a:cs typeface="+mn-cs"/>
                        </a:rPr>
                        <a:t>color: blue ;important; */  </a:t>
                      </a:r>
                    </a:p>
                    <a:p>
                      <a:pPr algn="l">
                        <a:lnSpc>
                          <a:spcPct val="100000"/>
                        </a:lnSpc>
                      </a:pPr>
                      <a:r>
                        <a:rPr kumimoji="1" lang="en-US" altLang="zh-CN" sz="2000" b="1" kern="1200" dirty="0">
                          <a:solidFill>
                            <a:schemeClr val="tx1"/>
                          </a:solidFill>
                          <a:latin typeface="+mn-ea"/>
                          <a:ea typeface="+mn-ea"/>
                          <a:cs typeface="+mn-cs"/>
                        </a:rPr>
                        <a:t>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style="</a:t>
                      </a:r>
                      <a:r>
                        <a:rPr kumimoji="1" lang="en-US" altLang="zh-CN" sz="2000" b="1" kern="1200" dirty="0" err="1">
                          <a:solidFill>
                            <a:schemeClr val="tx1"/>
                          </a:solidFill>
                          <a:latin typeface="+mn-ea"/>
                          <a:ea typeface="+mn-ea"/>
                          <a:cs typeface="+mn-cs"/>
                        </a:rPr>
                        <a:t>color:red</a:t>
                      </a:r>
                      <a:r>
                        <a:rPr kumimoji="1" lang="en-US" altLang="zh-CN" sz="2000" b="1" kern="1200" dirty="0">
                          <a:solidFill>
                            <a:schemeClr val="tx1"/>
                          </a:solidFill>
                          <a:latin typeface="+mn-ea"/>
                          <a:ea typeface="+mn-ea"/>
                          <a:cs typeface="+mn-cs"/>
                        </a:rPr>
                        <a:t>"&gt;</a:t>
                      </a:r>
                      <a:r>
                        <a:rPr kumimoji="1" lang="zh-CN" altLang="en-US" sz="2000" b="1" kern="1200" dirty="0">
                          <a:solidFill>
                            <a:schemeClr val="tx1"/>
                          </a:solidFill>
                          <a:latin typeface="+mn-ea"/>
                          <a:ea typeface="+mn-ea"/>
                          <a:cs typeface="+mn-cs"/>
                        </a:rPr>
                        <a:t>这是一段文字</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4" name="矩形 3">
            <a:extLst>
              <a:ext uri="{FF2B5EF4-FFF2-40B4-BE49-F238E27FC236}">
                <a16:creationId xmlns:a16="http://schemas.microsoft.com/office/drawing/2014/main" id="{9F75DF5D-DB03-488D-BE5E-2C3421694604}"/>
              </a:ext>
            </a:extLst>
          </p:cNvPr>
          <p:cNvSpPr/>
          <p:nvPr/>
        </p:nvSpPr>
        <p:spPr>
          <a:xfrm>
            <a:off x="834209" y="2906921"/>
            <a:ext cx="962123" cy="369332"/>
          </a:xfrm>
          <a:prstGeom prst="rect">
            <a:avLst/>
          </a:prstGeom>
        </p:spPr>
        <p:txBody>
          <a:bodyPr wrap="none">
            <a:spAutoFit/>
          </a:bodyPr>
          <a:lstStyle/>
          <a:p>
            <a:r>
              <a:rPr lang="zh-CN" altLang="en-US" dirty="0">
                <a:solidFill>
                  <a:srgbClr val="0000FF"/>
                </a:solidFill>
              </a:rPr>
              <a:t>例</a:t>
            </a:r>
            <a:r>
              <a:rPr lang="en-US" altLang="zh-CN" dirty="0">
                <a:solidFill>
                  <a:srgbClr val="0000FF"/>
                </a:solidFill>
              </a:rPr>
              <a:t>3-10</a:t>
            </a:r>
            <a:endParaRPr lang="zh-CN" altLang="en-US" dirty="0">
              <a:solidFill>
                <a:srgbClr val="0000FF"/>
              </a:solidFill>
            </a:endParaRPr>
          </a:p>
        </p:txBody>
      </p:sp>
      <p:pic>
        <p:nvPicPr>
          <p:cNvPr id="9" name="图片 8">
            <a:extLst>
              <a:ext uri="{FF2B5EF4-FFF2-40B4-BE49-F238E27FC236}">
                <a16:creationId xmlns:a16="http://schemas.microsoft.com/office/drawing/2014/main" id="{1D34420E-BA0F-4CF2-B897-05E7FC3B96DC}"/>
              </a:ext>
            </a:extLst>
          </p:cNvPr>
          <p:cNvPicPr/>
          <p:nvPr/>
        </p:nvPicPr>
        <p:blipFill>
          <a:blip r:embed="rId2"/>
          <a:stretch>
            <a:fillRect/>
          </a:stretch>
        </p:blipFill>
        <p:spPr>
          <a:xfrm>
            <a:off x="9702178" y="3987153"/>
            <a:ext cx="1944217" cy="765429"/>
          </a:xfrm>
          <a:prstGeom prst="rect">
            <a:avLst/>
          </a:prstGeom>
        </p:spPr>
      </p:pic>
      <p:pic>
        <p:nvPicPr>
          <p:cNvPr id="10" name="图片 9">
            <a:extLst>
              <a:ext uri="{FF2B5EF4-FFF2-40B4-BE49-F238E27FC236}">
                <a16:creationId xmlns:a16="http://schemas.microsoft.com/office/drawing/2014/main" id="{B7D1DBCE-8949-44CC-AA3A-3A985FCEC8DC}"/>
              </a:ext>
            </a:extLst>
          </p:cNvPr>
          <p:cNvPicPr/>
          <p:nvPr/>
        </p:nvPicPr>
        <p:blipFill>
          <a:blip r:embed="rId3"/>
          <a:stretch>
            <a:fillRect/>
          </a:stretch>
        </p:blipFill>
        <p:spPr>
          <a:xfrm>
            <a:off x="4720058" y="4644405"/>
            <a:ext cx="1944217" cy="769106"/>
          </a:xfrm>
          <a:prstGeom prst="rect">
            <a:avLst/>
          </a:prstGeom>
        </p:spPr>
      </p:pic>
      <p:cxnSp>
        <p:nvCxnSpPr>
          <p:cNvPr id="11" name="直接箭头连接符 10">
            <a:extLst>
              <a:ext uri="{FF2B5EF4-FFF2-40B4-BE49-F238E27FC236}">
                <a16:creationId xmlns:a16="http://schemas.microsoft.com/office/drawing/2014/main" id="{9589B1D5-C3A9-4A52-9B17-957BAFE1B4D2}"/>
              </a:ext>
            </a:extLst>
          </p:cNvPr>
          <p:cNvCxnSpPr>
            <a:cxnSpLocks/>
          </p:cNvCxnSpPr>
          <p:nvPr/>
        </p:nvCxnSpPr>
        <p:spPr>
          <a:xfrm flipH="1" flipV="1">
            <a:off x="8890000" y="4369868"/>
            <a:ext cx="718517" cy="599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E4726663-6873-4AF2-84A9-2ECDB4EDA5DD}"/>
              </a:ext>
            </a:extLst>
          </p:cNvPr>
          <p:cNvCxnSpPr>
            <a:cxnSpLocks/>
          </p:cNvCxnSpPr>
          <p:nvPr/>
        </p:nvCxnSpPr>
        <p:spPr>
          <a:xfrm flipH="1">
            <a:off x="3118984" y="5118154"/>
            <a:ext cx="1537154" cy="26545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54B1A739-13FA-487E-9AD4-3687C4AB861B}"/>
              </a:ext>
            </a:extLst>
          </p:cNvPr>
          <p:cNvCxnSpPr>
            <a:cxnSpLocks/>
          </p:cNvCxnSpPr>
          <p:nvPr/>
        </p:nvCxnSpPr>
        <p:spPr>
          <a:xfrm flipH="1" flipV="1">
            <a:off x="3199805" y="4644405"/>
            <a:ext cx="1456333" cy="47374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A2DA93CC-32F9-41E7-A736-897F79A202FC}"/>
              </a:ext>
            </a:extLst>
          </p:cNvPr>
          <p:cNvSpPr/>
          <p:nvPr/>
        </p:nvSpPr>
        <p:spPr>
          <a:xfrm>
            <a:off x="3703731" y="4483363"/>
            <a:ext cx="646331" cy="369332"/>
          </a:xfrm>
          <a:prstGeom prst="rect">
            <a:avLst/>
          </a:prstGeom>
        </p:spPr>
        <p:txBody>
          <a:bodyPr wrap="none">
            <a:spAutoFit/>
          </a:bodyPr>
          <a:lstStyle/>
          <a:p>
            <a:r>
              <a:rPr lang="zh-CN" altLang="en-US" dirty="0">
                <a:solidFill>
                  <a:schemeClr val="accent6"/>
                </a:solidFill>
              </a:rPr>
              <a:t>无效</a:t>
            </a:r>
          </a:p>
        </p:txBody>
      </p:sp>
    </p:spTree>
    <p:extLst>
      <p:ext uri="{BB962C8B-B14F-4D97-AF65-F5344CB8AC3E}">
        <p14:creationId xmlns:p14="http://schemas.microsoft.com/office/powerpoint/2010/main" val="2213753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1113766"/>
          </a:xfrm>
          <a:prstGeom prst="rect">
            <a:avLst/>
          </a:prstGeom>
        </p:spPr>
        <p:txBody>
          <a:bodyPr wrap="square">
            <a:spAutoFit/>
          </a:bodyPr>
          <a:lstStyle/>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提供了一组与字体相关的属性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包括</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字体家族、字体大小、字体粗细、字体样式</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等。</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33164538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711357"/>
            <a:ext cx="11006555" cy="212942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）字体家族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字体家族是指一组具有共同设计的字体</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西文常用的“</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Time New Roman”</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字体家族，实际包含罗马体、斜体、粗体和粗体斜体等多个版本</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通常也把字体家族</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简称为字体</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3523922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3528851"/>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）字体家族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font-family</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属性设置文本的字体家族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属性值由字体家族名称和</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或通用家族名称的列表组成</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l"/>
            </a:pP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字体家族名称</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例如“宋体”和“</a:t>
            </a:r>
            <a:r>
              <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rPr>
              <a:t>Times New Roman”</a:t>
            </a:r>
          </a:p>
          <a:p>
            <a:pPr marL="342900" indent="-342900">
              <a:lnSpc>
                <a:spcPct val="150000"/>
              </a:lnSpc>
              <a:buClr>
                <a:schemeClr val="accent6"/>
              </a:buClr>
              <a:buFont typeface="Wingdings" panose="05000000000000000000" pitchFamily="2" charset="2"/>
              <a:buChar char="l"/>
            </a:pP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通用家族名称</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不是指具体某一种字体家族，而是指具有相同类型的字体家族</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C082F7AD-DBDE-4743-A95C-41AC539B7BAA}"/>
              </a:ext>
            </a:extLst>
          </p:cNvPr>
          <p:cNvGraphicFramePr>
            <a:graphicFrameLocks noGrp="1"/>
          </p:cNvGraphicFramePr>
          <p:nvPr>
            <p:extLst>
              <p:ext uri="{D42A27DB-BD31-4B8C-83A1-F6EECF244321}">
                <p14:modId xmlns:p14="http://schemas.microsoft.com/office/powerpoint/2010/main" val="555426323"/>
              </p:ext>
            </p:extLst>
          </p:nvPr>
        </p:nvGraphicFramePr>
        <p:xfrm>
          <a:off x="767704" y="5076453"/>
          <a:ext cx="11006555" cy="1600330"/>
        </p:xfrm>
        <a:graphic>
          <a:graphicData uri="http://schemas.openxmlformats.org/drawingml/2006/table">
            <a:tbl>
              <a:tblPr firstRow="1" firstCol="1" bandRow="1"/>
              <a:tblGrid>
                <a:gridCol w="2217722">
                  <a:extLst>
                    <a:ext uri="{9D8B030D-6E8A-4147-A177-3AD203B41FA5}">
                      <a16:colId xmlns:a16="http://schemas.microsoft.com/office/drawing/2014/main" val="3877990353"/>
                    </a:ext>
                  </a:extLst>
                </a:gridCol>
                <a:gridCol w="8788833">
                  <a:extLst>
                    <a:ext uri="{9D8B030D-6E8A-4147-A177-3AD203B41FA5}">
                      <a16:colId xmlns:a16="http://schemas.microsoft.com/office/drawing/2014/main" val="2820851081"/>
                    </a:ext>
                  </a:extLst>
                </a:gridCol>
              </a:tblGrid>
              <a:tr h="320066">
                <a:tc>
                  <a:txBody>
                    <a:bodyPr/>
                    <a:lstStyle/>
                    <a:p>
                      <a:pPr indent="229235"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属性值</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29235"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说明</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544356375"/>
                  </a:ext>
                </a:extLst>
              </a:tr>
              <a:tr h="640132">
                <a:tc>
                  <a:txBody>
                    <a:bodyPr/>
                    <a:lstStyle/>
                    <a:p>
                      <a:pPr algn="just">
                        <a:spcAft>
                          <a:spcPts val="0"/>
                        </a:spcAft>
                      </a:pPr>
                      <a:r>
                        <a:rPr lang="zh-CN" sz="1800" kern="100">
                          <a:solidFill>
                            <a:schemeClr val="tx1"/>
                          </a:solidFill>
                          <a:effectLst/>
                          <a:latin typeface="+mn-ea"/>
                          <a:ea typeface="+mn-ea"/>
                          <a:cs typeface="Times New Roman" panose="02020603050405020304" pitchFamily="18" charset="0"/>
                        </a:rPr>
                        <a:t>字体家族名</a:t>
                      </a:r>
                    </a:p>
                    <a:p>
                      <a:pPr algn="just">
                        <a:spcAft>
                          <a:spcPts val="0"/>
                        </a:spcAft>
                      </a:pPr>
                      <a:r>
                        <a:rPr lang="en-US" sz="1800" kern="100">
                          <a:solidFill>
                            <a:schemeClr val="tx1"/>
                          </a:solidFill>
                          <a:effectLst/>
                          <a:latin typeface="+mn-ea"/>
                          <a:ea typeface="+mn-ea"/>
                          <a:cs typeface="Times New Roman" panose="02020603050405020304" pitchFamily="18" charset="0"/>
                        </a:rPr>
                        <a:t>family-name</a:t>
                      </a:r>
                      <a:endParaRPr lang="zh-CN" sz="1800" kern="10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800" kern="100" dirty="0">
                          <a:solidFill>
                            <a:schemeClr val="tx1"/>
                          </a:solidFill>
                          <a:effectLst/>
                          <a:latin typeface="+mn-ea"/>
                          <a:ea typeface="+mn-ea"/>
                          <a:cs typeface="Times New Roman" panose="02020603050405020304" pitchFamily="18" charset="0"/>
                        </a:rPr>
                        <a:t>微软雅黑、黑体、宋体、楷体、</a:t>
                      </a:r>
                      <a:r>
                        <a:rPr lang="en-US" sz="1800" kern="100" dirty="0">
                          <a:solidFill>
                            <a:schemeClr val="tx1"/>
                          </a:solidFill>
                          <a:effectLst/>
                          <a:latin typeface="+mn-ea"/>
                          <a:ea typeface="+mn-ea"/>
                          <a:cs typeface="Times New Roman" panose="02020603050405020304" pitchFamily="18" charset="0"/>
                        </a:rPr>
                        <a:t>Times New Roman</a:t>
                      </a:r>
                      <a:r>
                        <a:rPr lang="zh-CN" sz="1800" kern="100" dirty="0">
                          <a:solidFill>
                            <a:schemeClr val="tx1"/>
                          </a:solidFill>
                          <a:effectLst/>
                          <a:latin typeface="+mn-ea"/>
                          <a:ea typeface="+mn-ea"/>
                          <a:cs typeface="Times New Roman" panose="02020603050405020304" pitchFamily="18" charset="0"/>
                        </a:rPr>
                        <a:t>、</a:t>
                      </a:r>
                      <a:r>
                        <a:rPr lang="en-US" sz="1800" kern="100" dirty="0">
                          <a:solidFill>
                            <a:schemeClr val="tx1"/>
                          </a:solidFill>
                          <a:effectLst/>
                          <a:latin typeface="+mn-ea"/>
                          <a:ea typeface="+mn-ea"/>
                          <a:cs typeface="Times New Roman" panose="02020603050405020304" pitchFamily="18" charset="0"/>
                        </a:rPr>
                        <a:t>Arial</a:t>
                      </a:r>
                      <a:r>
                        <a:rPr lang="zh-CN" sz="1800" kern="100" dirty="0">
                          <a:solidFill>
                            <a:schemeClr val="tx1"/>
                          </a:solidFill>
                          <a:effectLst/>
                          <a:latin typeface="+mn-ea"/>
                          <a:ea typeface="+mn-ea"/>
                          <a:cs typeface="Times New Roman" panose="02020603050405020304" pitchFamily="18" charset="0"/>
                        </a:rPr>
                        <a:t>、</a:t>
                      </a:r>
                      <a:r>
                        <a:rPr lang="en-US" sz="1800" kern="100" dirty="0">
                          <a:solidFill>
                            <a:schemeClr val="tx1"/>
                          </a:solidFill>
                          <a:effectLst/>
                          <a:latin typeface="+mn-ea"/>
                          <a:ea typeface="+mn-ea"/>
                          <a:cs typeface="Times New Roman" panose="02020603050405020304" pitchFamily="18" charset="0"/>
                        </a:rPr>
                        <a:t>Georgia</a:t>
                      </a:r>
                      <a:endParaRPr lang="zh-CN" sz="1800" kern="1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0046009"/>
                  </a:ext>
                </a:extLst>
              </a:tr>
              <a:tr h="640132">
                <a:tc>
                  <a:txBody>
                    <a:bodyPr/>
                    <a:lstStyle/>
                    <a:p>
                      <a:pPr algn="l">
                        <a:spcAft>
                          <a:spcPts val="0"/>
                        </a:spcAft>
                      </a:pPr>
                      <a:r>
                        <a:rPr lang="zh-CN" sz="1800" kern="100" dirty="0">
                          <a:solidFill>
                            <a:schemeClr val="tx1"/>
                          </a:solidFill>
                          <a:effectLst/>
                          <a:latin typeface="+mn-ea"/>
                          <a:ea typeface="+mn-ea"/>
                          <a:cs typeface="Times New Roman" panose="02020603050405020304" pitchFamily="18" charset="0"/>
                        </a:rPr>
                        <a:t>通用字体家族</a:t>
                      </a:r>
                    </a:p>
                    <a:p>
                      <a:pPr algn="l">
                        <a:spcAft>
                          <a:spcPts val="0"/>
                        </a:spcAft>
                      </a:pPr>
                      <a:r>
                        <a:rPr lang="en-US" sz="1800" kern="100" dirty="0">
                          <a:solidFill>
                            <a:schemeClr val="tx1"/>
                          </a:solidFill>
                          <a:effectLst/>
                          <a:latin typeface="+mn-ea"/>
                          <a:ea typeface="+mn-ea"/>
                          <a:cs typeface="Times New Roman" panose="02020603050405020304" pitchFamily="18" charset="0"/>
                        </a:rPr>
                        <a:t>generic-family</a:t>
                      </a:r>
                      <a:endParaRPr lang="zh-CN" sz="1800" kern="1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pPr>
                      <a:r>
                        <a:rPr lang="en-US" sz="1800" kern="100" dirty="0">
                          <a:solidFill>
                            <a:schemeClr val="tx1"/>
                          </a:solidFill>
                          <a:effectLst/>
                          <a:latin typeface="+mn-ea"/>
                          <a:ea typeface="+mn-ea"/>
                          <a:cs typeface="Times New Roman" panose="02020603050405020304" pitchFamily="18" charset="0"/>
                        </a:rPr>
                        <a:t>serif</a:t>
                      </a:r>
                      <a:r>
                        <a:rPr lang="zh-CN" sz="1800" kern="100" dirty="0">
                          <a:solidFill>
                            <a:schemeClr val="tx1"/>
                          </a:solidFill>
                          <a:effectLst/>
                          <a:latin typeface="+mn-ea"/>
                          <a:ea typeface="+mn-ea"/>
                          <a:cs typeface="Times New Roman" panose="02020603050405020304" pitchFamily="18" charset="0"/>
                        </a:rPr>
                        <a:t>（衬线体）、</a:t>
                      </a:r>
                      <a:r>
                        <a:rPr lang="en-US" sz="1800" kern="100" dirty="0">
                          <a:solidFill>
                            <a:schemeClr val="tx1"/>
                          </a:solidFill>
                          <a:effectLst/>
                          <a:latin typeface="+mn-ea"/>
                          <a:ea typeface="+mn-ea"/>
                          <a:cs typeface="Times New Roman" panose="02020603050405020304" pitchFamily="18" charset="0"/>
                        </a:rPr>
                        <a:t>sans-serif</a:t>
                      </a:r>
                      <a:r>
                        <a:rPr lang="zh-CN" sz="1800" kern="100" dirty="0">
                          <a:solidFill>
                            <a:schemeClr val="tx1"/>
                          </a:solidFill>
                          <a:effectLst/>
                          <a:latin typeface="+mn-ea"/>
                          <a:ea typeface="+mn-ea"/>
                          <a:cs typeface="Times New Roman" panose="02020603050405020304" pitchFamily="18" charset="0"/>
                        </a:rPr>
                        <a:t>（非衬线体）、</a:t>
                      </a:r>
                      <a:r>
                        <a:rPr lang="en-US" sz="1800" kern="100" dirty="0">
                          <a:solidFill>
                            <a:schemeClr val="tx1"/>
                          </a:solidFill>
                          <a:effectLst/>
                          <a:latin typeface="+mn-ea"/>
                          <a:ea typeface="+mn-ea"/>
                          <a:cs typeface="Times New Roman" panose="02020603050405020304" pitchFamily="18" charset="0"/>
                        </a:rPr>
                        <a:t>cursive</a:t>
                      </a:r>
                      <a:r>
                        <a:rPr lang="zh-CN" sz="1800" kern="100" dirty="0">
                          <a:solidFill>
                            <a:schemeClr val="tx1"/>
                          </a:solidFill>
                          <a:effectLst/>
                          <a:latin typeface="+mn-ea"/>
                          <a:ea typeface="+mn-ea"/>
                          <a:cs typeface="Times New Roman" panose="02020603050405020304" pitchFamily="18" charset="0"/>
                        </a:rPr>
                        <a:t>（手写体）、</a:t>
                      </a:r>
                      <a:endParaRPr lang="en-US" altLang="zh-CN" sz="1800" kern="100" dirty="0">
                        <a:solidFill>
                          <a:schemeClr val="tx1"/>
                        </a:solidFill>
                        <a:effectLst/>
                        <a:latin typeface="+mn-ea"/>
                        <a:ea typeface="+mn-ea"/>
                        <a:cs typeface="Times New Roman" panose="02020603050405020304" pitchFamily="18" charset="0"/>
                      </a:endParaRPr>
                    </a:p>
                    <a:p>
                      <a:pPr marL="0" indent="0" algn="just">
                        <a:spcAft>
                          <a:spcPts val="0"/>
                        </a:spcAft>
                      </a:pPr>
                      <a:r>
                        <a:rPr lang="en-US" sz="1800" kern="100" dirty="0">
                          <a:solidFill>
                            <a:schemeClr val="tx1"/>
                          </a:solidFill>
                          <a:effectLst/>
                          <a:latin typeface="+mn-ea"/>
                          <a:ea typeface="+mn-ea"/>
                          <a:cs typeface="Times New Roman" panose="02020603050405020304" pitchFamily="18" charset="0"/>
                        </a:rPr>
                        <a:t>fantasy</a:t>
                      </a:r>
                      <a:r>
                        <a:rPr lang="zh-CN" sz="1800" kern="100" dirty="0">
                          <a:solidFill>
                            <a:schemeClr val="tx1"/>
                          </a:solidFill>
                          <a:effectLst/>
                          <a:latin typeface="+mn-ea"/>
                          <a:ea typeface="+mn-ea"/>
                          <a:cs typeface="Times New Roman" panose="02020603050405020304" pitchFamily="18" charset="0"/>
                        </a:rPr>
                        <a:t>（艺术体）、</a:t>
                      </a:r>
                      <a:r>
                        <a:rPr lang="en-US" sz="1800" kern="100" dirty="0">
                          <a:solidFill>
                            <a:schemeClr val="tx1"/>
                          </a:solidFill>
                          <a:effectLst/>
                          <a:latin typeface="+mn-ea"/>
                          <a:ea typeface="+mn-ea"/>
                          <a:cs typeface="Times New Roman" panose="02020603050405020304" pitchFamily="18" charset="0"/>
                        </a:rPr>
                        <a:t>monospace</a:t>
                      </a:r>
                      <a:r>
                        <a:rPr lang="zh-CN" sz="1800" kern="100" dirty="0">
                          <a:solidFill>
                            <a:schemeClr val="tx1"/>
                          </a:solidFill>
                          <a:effectLst/>
                          <a:latin typeface="+mn-ea"/>
                          <a:ea typeface="+mn-ea"/>
                          <a:cs typeface="Times New Roman" panose="02020603050405020304" pitchFamily="18" charset="0"/>
                        </a:rPr>
                        <a:t>（等宽体）、</a:t>
                      </a:r>
                      <a:r>
                        <a:rPr lang="en-US" sz="1800" kern="100" dirty="0" err="1">
                          <a:solidFill>
                            <a:schemeClr val="tx1"/>
                          </a:solidFill>
                          <a:effectLst/>
                          <a:latin typeface="+mn-ea"/>
                          <a:ea typeface="+mn-ea"/>
                          <a:cs typeface="Times New Roman" panose="02020603050405020304" pitchFamily="18" charset="0"/>
                        </a:rPr>
                        <a:t>fangsong</a:t>
                      </a:r>
                      <a:r>
                        <a:rPr lang="zh-CN" sz="1800" kern="100" dirty="0">
                          <a:solidFill>
                            <a:schemeClr val="tx1"/>
                          </a:solidFill>
                          <a:effectLst/>
                          <a:latin typeface="+mn-ea"/>
                          <a:ea typeface="+mn-ea"/>
                          <a:cs typeface="Times New Roman" panose="02020603050405020304" pitchFamily="18" charset="0"/>
                        </a:rPr>
                        <a:t>（仿宋体）、</a:t>
                      </a:r>
                      <a:r>
                        <a:rPr lang="en-US" sz="1800" kern="100" dirty="0">
                          <a:solidFill>
                            <a:schemeClr val="tx1"/>
                          </a:solidFill>
                          <a:effectLst/>
                          <a:latin typeface="+mn-ea"/>
                          <a:ea typeface="+mn-ea"/>
                          <a:cs typeface="Times New Roman" panose="02020603050405020304" pitchFamily="18" charset="0"/>
                        </a:rPr>
                        <a:t>emoji</a:t>
                      </a:r>
                      <a:r>
                        <a:rPr lang="zh-CN" sz="1800" kern="100" dirty="0">
                          <a:solidFill>
                            <a:schemeClr val="tx1"/>
                          </a:solidFill>
                          <a:effectLst/>
                          <a:latin typeface="+mn-ea"/>
                          <a:ea typeface="+mn-ea"/>
                          <a:cs typeface="Times New Roman" panose="02020603050405020304" pitchFamily="18" charset="0"/>
                        </a:rPr>
                        <a:t>（绘文字）</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4928607"/>
                  </a:ext>
                </a:extLst>
              </a:tr>
            </a:tbl>
          </a:graphicData>
        </a:graphic>
      </p:graphicFrame>
    </p:spTree>
    <p:extLst>
      <p:ext uri="{BB962C8B-B14F-4D97-AF65-F5344CB8AC3E}">
        <p14:creationId xmlns:p14="http://schemas.microsoft.com/office/powerpoint/2010/main" val="1053458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1667764"/>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）字体大小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字体大小可以使用</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长度单位、百分比</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，也可以使用字体大小专有的</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绝对尺寸、相对尺寸关键词</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1FC67A4B-7A95-4AA8-AF07-5FEDEA407AB0}"/>
              </a:ext>
            </a:extLst>
          </p:cNvPr>
          <p:cNvGraphicFramePr>
            <a:graphicFrameLocks noGrp="1"/>
          </p:cNvGraphicFramePr>
          <p:nvPr>
            <p:extLst>
              <p:ext uri="{D42A27DB-BD31-4B8C-83A1-F6EECF244321}">
                <p14:modId xmlns:p14="http://schemas.microsoft.com/office/powerpoint/2010/main" val="830753136"/>
              </p:ext>
            </p:extLst>
          </p:nvPr>
        </p:nvGraphicFramePr>
        <p:xfrm>
          <a:off x="834209" y="2164040"/>
          <a:ext cx="10641013" cy="4424581"/>
        </p:xfrm>
        <a:graphic>
          <a:graphicData uri="http://schemas.openxmlformats.org/drawingml/2006/table">
            <a:tbl>
              <a:tblPr firstRow="1" firstCol="1" bandRow="1"/>
              <a:tblGrid>
                <a:gridCol w="1994126">
                  <a:extLst>
                    <a:ext uri="{9D8B030D-6E8A-4147-A177-3AD203B41FA5}">
                      <a16:colId xmlns:a16="http://schemas.microsoft.com/office/drawing/2014/main" val="291465449"/>
                    </a:ext>
                  </a:extLst>
                </a:gridCol>
                <a:gridCol w="1235566">
                  <a:extLst>
                    <a:ext uri="{9D8B030D-6E8A-4147-A177-3AD203B41FA5}">
                      <a16:colId xmlns:a16="http://schemas.microsoft.com/office/drawing/2014/main" val="3202324378"/>
                    </a:ext>
                  </a:extLst>
                </a:gridCol>
                <a:gridCol w="7411321">
                  <a:extLst>
                    <a:ext uri="{9D8B030D-6E8A-4147-A177-3AD203B41FA5}">
                      <a16:colId xmlns:a16="http://schemas.microsoft.com/office/drawing/2014/main" val="1964193156"/>
                    </a:ext>
                  </a:extLst>
                </a:gridCol>
              </a:tblGrid>
              <a:tr h="290378">
                <a:tc>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属性值类型</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just">
                        <a:spcAft>
                          <a:spcPts val="0"/>
                        </a:spcAft>
                      </a:pPr>
                      <a:r>
                        <a:rPr lang="zh-CN" sz="2000" b="1" kern="0">
                          <a:effectLst/>
                          <a:latin typeface="Calibri" panose="020F0502020204030204" pitchFamily="34" charset="0"/>
                          <a:ea typeface="宋体" panose="02010600030101010101" pitchFamily="2" charset="-122"/>
                          <a:cs typeface="Times New Roman" panose="02020603050405020304" pitchFamily="18" charset="0"/>
                        </a:rPr>
                        <a:t>取值和说明</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815162154"/>
                  </a:ext>
                </a:extLst>
              </a:tr>
              <a:tr h="635345">
                <a:tc rowSpan="3">
                  <a:txBody>
                    <a:bodyPr/>
                    <a:lstStyle/>
                    <a:p>
                      <a:pPr algn="just">
                        <a:spcAft>
                          <a:spcPts val="0"/>
                        </a:spcAft>
                      </a:pPr>
                      <a:r>
                        <a:rPr lang="en-US" sz="2000" kern="0">
                          <a:effectLst/>
                          <a:latin typeface="Times New Roman" panose="02020603050405020304" pitchFamily="18" charset="0"/>
                          <a:ea typeface="宋体" panose="02010600030101010101" pitchFamily="2" charset="-122"/>
                          <a:cs typeface="Times New Roman" panose="02020603050405020304" pitchFamily="18" charset="0"/>
                        </a:rPr>
                        <a:t>&lt;length&gt;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绝对长度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2000" kern="100">
                          <a:effectLst/>
                          <a:latin typeface="宋体" panose="02010600030101010101" pitchFamily="2" charset="-122"/>
                          <a:ea typeface="宋体" panose="02010600030101010101" pitchFamily="2" charset="-122"/>
                          <a:cs typeface="Times New Roman" panose="02020603050405020304" pitchFamily="18" charset="0"/>
                        </a:rPr>
                        <a:t>px</a:t>
                      </a:r>
                      <a:r>
                        <a:rPr lang="zh-CN" sz="2000" kern="100">
                          <a:effectLst/>
                          <a:latin typeface="Calibri" panose="020F0502020204030204" pitchFamily="34" charset="0"/>
                          <a:ea typeface="宋体" panose="02010600030101010101" pitchFamily="2" charset="-122"/>
                          <a:cs typeface="Times New Roman" panose="02020603050405020304" pitchFamily="18" charset="0"/>
                        </a:rPr>
                        <a:t>（像素尺寸，最常用单位）、</a:t>
                      </a:r>
                      <a:r>
                        <a:rPr lang="en-US" sz="2000" kern="100">
                          <a:effectLst/>
                          <a:latin typeface="Calibri" panose="020F0502020204030204" pitchFamily="34" charset="0"/>
                          <a:ea typeface="宋体" panose="02010600030101010101" pitchFamily="2" charset="-122"/>
                          <a:cs typeface="Times New Roman" panose="02020603050405020304" pitchFamily="18" charset="0"/>
                        </a:rPr>
                        <a:t>in</a:t>
                      </a:r>
                      <a:r>
                        <a:rPr lang="zh-CN" sz="2000" kern="100">
                          <a:effectLst/>
                          <a:latin typeface="Calibri" panose="020F0502020204030204" pitchFamily="34" charset="0"/>
                          <a:ea typeface="宋体" panose="02010600030101010101" pitchFamily="2" charset="-122"/>
                          <a:cs typeface="Times New Roman" panose="02020603050405020304" pitchFamily="18" charset="0"/>
                        </a:rPr>
                        <a:t>（英寸）、</a:t>
                      </a:r>
                      <a:r>
                        <a:rPr lang="en-US" sz="2000" kern="100">
                          <a:effectLst/>
                          <a:latin typeface="Calibri" panose="020F0502020204030204" pitchFamily="34" charset="0"/>
                          <a:ea typeface="宋体" panose="02010600030101010101" pitchFamily="2" charset="-122"/>
                          <a:cs typeface="Times New Roman" panose="02020603050405020304" pitchFamily="18" charset="0"/>
                        </a:rPr>
                        <a:t>cm</a:t>
                      </a:r>
                      <a:r>
                        <a:rPr lang="zh-CN" sz="2000" kern="100">
                          <a:effectLst/>
                          <a:latin typeface="Calibri" panose="020F0502020204030204" pitchFamily="34" charset="0"/>
                          <a:ea typeface="宋体" panose="02010600030101010101" pitchFamily="2" charset="-122"/>
                          <a:cs typeface="Times New Roman" panose="02020603050405020304" pitchFamily="18" charset="0"/>
                        </a:rPr>
                        <a:t>（厘米）、</a:t>
                      </a:r>
                      <a:r>
                        <a:rPr lang="en-US" sz="2000" kern="100">
                          <a:effectLst/>
                          <a:latin typeface="Calibri" panose="020F0502020204030204" pitchFamily="34" charset="0"/>
                          <a:ea typeface="宋体" panose="02010600030101010101" pitchFamily="2" charset="-122"/>
                          <a:cs typeface="Times New Roman" panose="02020603050405020304" pitchFamily="18" charset="0"/>
                        </a:rPr>
                        <a:t>mm</a:t>
                      </a:r>
                      <a:r>
                        <a:rPr lang="zh-CN" sz="2000" kern="100">
                          <a:effectLst/>
                          <a:latin typeface="Calibri" panose="020F0502020204030204" pitchFamily="34" charset="0"/>
                          <a:ea typeface="宋体" panose="02010600030101010101" pitchFamily="2" charset="-122"/>
                          <a:cs typeface="Times New Roman" panose="02020603050405020304" pitchFamily="18" charset="0"/>
                        </a:rPr>
                        <a:t>（毫米）、</a:t>
                      </a:r>
                      <a:r>
                        <a:rPr lang="en-US" sz="2000" kern="100">
                          <a:effectLst/>
                          <a:latin typeface="Calibri" panose="020F0502020204030204" pitchFamily="34" charset="0"/>
                          <a:ea typeface="宋体" panose="02010600030101010101" pitchFamily="2" charset="-122"/>
                          <a:cs typeface="Times New Roman" panose="02020603050405020304" pitchFamily="18" charset="0"/>
                        </a:rPr>
                        <a:t>pt</a:t>
                      </a:r>
                      <a:r>
                        <a:rPr lang="zh-CN" sz="2000" kern="100">
                          <a:effectLst/>
                          <a:latin typeface="Calibri" panose="020F0502020204030204" pitchFamily="34" charset="0"/>
                          <a:ea typeface="宋体" panose="02010600030101010101" pitchFamily="2" charset="-122"/>
                          <a:cs typeface="Times New Roman" panose="02020603050405020304" pitchFamily="18" charset="0"/>
                        </a:rPr>
                        <a:t>（点，打印时常用）、</a:t>
                      </a:r>
                      <a:r>
                        <a:rPr lang="en-US" sz="2000" kern="100">
                          <a:effectLst/>
                          <a:latin typeface="Calibri" panose="020F0502020204030204" pitchFamily="34" charset="0"/>
                          <a:ea typeface="宋体" panose="02010600030101010101" pitchFamily="2" charset="-122"/>
                          <a:cs typeface="Times New Roman" panose="02020603050405020304" pitchFamily="18" charset="0"/>
                        </a:rPr>
                        <a:t>pc</a:t>
                      </a:r>
                      <a:r>
                        <a:rPr lang="zh-CN" sz="2000" kern="100">
                          <a:effectLst/>
                          <a:latin typeface="Calibri" panose="020F0502020204030204" pitchFamily="34" charset="0"/>
                          <a:ea typeface="宋体" panose="02010600030101010101" pitchFamily="2" charset="-122"/>
                          <a:cs typeface="Times New Roman" panose="02020603050405020304" pitchFamily="18" charset="0"/>
                        </a:rPr>
                        <a:t>（派卡，</a:t>
                      </a:r>
                      <a:r>
                        <a:rPr lang="en-US" sz="2000" kern="100">
                          <a:effectLst/>
                          <a:latin typeface="Calibri" panose="020F0502020204030204" pitchFamily="34" charset="0"/>
                          <a:ea typeface="宋体" panose="02010600030101010101" pitchFamily="2" charset="-122"/>
                          <a:cs typeface="Times New Roman" panose="02020603050405020304" pitchFamily="18" charset="0"/>
                        </a:rPr>
                        <a:t>1pc</a:t>
                      </a:r>
                      <a:r>
                        <a:rPr lang="zh-CN" sz="2000" kern="100">
                          <a:effectLst/>
                          <a:latin typeface="Calibri" panose="020F0502020204030204" pitchFamily="34" charset="0"/>
                          <a:ea typeface="宋体" panose="02010600030101010101" pitchFamily="2" charset="-122"/>
                          <a:cs typeface="Times New Roman" panose="02020603050405020304" pitchFamily="18" charset="0"/>
                        </a:rPr>
                        <a:t>等于</a:t>
                      </a:r>
                      <a:r>
                        <a:rPr lang="en-US" sz="2000" kern="100">
                          <a:effectLst/>
                          <a:latin typeface="Calibri" panose="020F0502020204030204" pitchFamily="34" charset="0"/>
                          <a:ea typeface="宋体" panose="02010600030101010101" pitchFamily="2" charset="-122"/>
                          <a:cs typeface="Times New Roman" panose="02020603050405020304" pitchFamily="18" charset="0"/>
                        </a:rPr>
                        <a:t>12pt</a:t>
                      </a:r>
                      <a:r>
                        <a:rPr lang="zh-CN" sz="2000" kern="100">
                          <a:effectLst/>
                          <a:latin typeface="Calibri" panose="020F0502020204030204" pitchFamily="34" charset="0"/>
                          <a:ea typeface="宋体" panose="02010600030101010101" pitchFamily="2" charset="-122"/>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8018313"/>
                  </a:ext>
                </a:extLst>
              </a:tr>
              <a:tr h="741236">
                <a:tc vMerge="1">
                  <a:txBody>
                    <a:bodyPr/>
                    <a:lstStyle/>
                    <a:p>
                      <a:endParaRPr lang="zh-CN" altLang="en-US"/>
                    </a:p>
                  </a:txBody>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相对长度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2000" kern="100">
                          <a:effectLst/>
                          <a:latin typeface="宋体" panose="02010600030101010101" pitchFamily="2" charset="-122"/>
                          <a:ea typeface="宋体" panose="02010600030101010101" pitchFamily="2" charset="-122"/>
                          <a:cs typeface="Times New Roman" panose="02020603050405020304" pitchFamily="18" charset="0"/>
                        </a:rPr>
                        <a:t>em</a:t>
                      </a:r>
                      <a:r>
                        <a:rPr lang="zh-CN" sz="2000" kern="100">
                          <a:effectLst/>
                          <a:latin typeface="Calibri" panose="020F0502020204030204" pitchFamily="34" charset="0"/>
                          <a:ea typeface="宋体" panose="02010600030101010101" pitchFamily="2" charset="-122"/>
                          <a:cs typeface="Times New Roman" panose="02020603050405020304" pitchFamily="18" charset="0"/>
                        </a:rPr>
                        <a:t>（相对父级元素字体的比例，</a:t>
                      </a:r>
                      <a:r>
                        <a:rPr lang="en-US" sz="2000" kern="100">
                          <a:effectLst/>
                          <a:latin typeface="Calibri" panose="020F0502020204030204" pitchFamily="34" charset="0"/>
                          <a:ea typeface="宋体" panose="02010600030101010101" pitchFamily="2" charset="-122"/>
                          <a:cs typeface="Times New Roman" panose="02020603050405020304" pitchFamily="18" charset="0"/>
                        </a:rPr>
                        <a:t>1em</a:t>
                      </a:r>
                      <a:r>
                        <a:rPr lang="zh-CN" sz="2000" kern="100">
                          <a:effectLst/>
                          <a:latin typeface="Calibri" panose="020F0502020204030204" pitchFamily="34" charset="0"/>
                          <a:ea typeface="宋体" panose="02010600030101010101" pitchFamily="2" charset="-122"/>
                          <a:cs typeface="Times New Roman" panose="02020603050405020304" pitchFamily="18" charset="0"/>
                        </a:rPr>
                        <a:t>表示等于父级字体大小）、</a:t>
                      </a:r>
                    </a:p>
                    <a:p>
                      <a:pPr algn="just">
                        <a:spcAft>
                          <a:spcPts val="0"/>
                        </a:spcAft>
                      </a:pPr>
                      <a:r>
                        <a:rPr lang="en-US" sz="2000" kern="100">
                          <a:effectLst/>
                          <a:latin typeface="宋体" panose="02010600030101010101" pitchFamily="2" charset="-122"/>
                          <a:ea typeface="宋体" panose="02010600030101010101" pitchFamily="2" charset="-122"/>
                          <a:cs typeface="Times New Roman" panose="02020603050405020304" pitchFamily="18" charset="0"/>
                        </a:rPr>
                        <a:t>rem</a:t>
                      </a:r>
                      <a:r>
                        <a:rPr lang="zh-CN" sz="2000" kern="100">
                          <a:effectLst/>
                          <a:latin typeface="Calibri" panose="020F0502020204030204" pitchFamily="34" charset="0"/>
                          <a:ea typeface="宋体" panose="02010600030101010101" pitchFamily="2" charset="-122"/>
                          <a:cs typeface="Times New Roman" panose="02020603050405020304" pitchFamily="18" charset="0"/>
                        </a:rPr>
                        <a:t>（相对根元素（</a:t>
                      </a:r>
                      <a:r>
                        <a:rPr lang="en-US" sz="2000" kern="100">
                          <a:effectLst/>
                          <a:latin typeface="Calibri" panose="020F0502020204030204" pitchFamily="34" charset="0"/>
                          <a:ea typeface="宋体" panose="02010600030101010101" pitchFamily="2" charset="-122"/>
                          <a:cs typeface="Times New Roman" panose="02020603050405020304" pitchFamily="18" charset="0"/>
                        </a:rPr>
                        <a:t>html</a:t>
                      </a:r>
                      <a:r>
                        <a:rPr lang="zh-CN" sz="2000" kern="100">
                          <a:effectLst/>
                          <a:latin typeface="Calibri" panose="020F0502020204030204" pitchFamily="34" charset="0"/>
                          <a:ea typeface="宋体" panose="02010600030101010101" pitchFamily="2" charset="-122"/>
                          <a:cs typeface="Times New Roman" panose="02020603050405020304" pitchFamily="18" charset="0"/>
                        </a:rPr>
                        <a:t>）字体大小的比例，根元素默认值为</a:t>
                      </a:r>
                      <a:r>
                        <a:rPr lang="en-US" sz="2000" kern="100">
                          <a:effectLst/>
                          <a:latin typeface="Calibri" panose="020F0502020204030204" pitchFamily="34" charset="0"/>
                          <a:ea typeface="宋体" panose="02010600030101010101" pitchFamily="2" charset="-122"/>
                          <a:cs typeface="Times New Roman" panose="02020603050405020304" pitchFamily="18" charset="0"/>
                        </a:rPr>
                        <a:t>16px</a:t>
                      </a:r>
                      <a:r>
                        <a:rPr lang="zh-CN" sz="2000" kern="100">
                          <a:effectLst/>
                          <a:latin typeface="Calibri" panose="020F0502020204030204" pitchFamily="34" charset="0"/>
                          <a:ea typeface="宋体" panose="02010600030101010101" pitchFamily="2" charset="-122"/>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48155634"/>
                  </a:ext>
                </a:extLst>
              </a:tr>
              <a:tr h="741236">
                <a:tc vMerge="1">
                  <a:txBody>
                    <a:bodyPr/>
                    <a:lstStyle/>
                    <a:p>
                      <a:endParaRPr lang="zh-CN" altLang="en-US"/>
                    </a:p>
                  </a:txBody>
                  <a:tcPr/>
                </a:tc>
                <a:tc>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视口长度</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vh</a:t>
                      </a:r>
                      <a:r>
                        <a:rPr lang="zh-CN" sz="2000" kern="0">
                          <a:effectLst/>
                          <a:latin typeface="Calibri" panose="020F0502020204030204" pitchFamily="34" charset="0"/>
                          <a:ea typeface="宋体" panose="02010600030101010101" pitchFamily="2" charset="-122"/>
                          <a:cs typeface="Times New Roman" panose="02020603050405020304" pitchFamily="18" charset="0"/>
                        </a:rPr>
                        <a:t>（相对视口高度，</a:t>
                      </a:r>
                      <a:r>
                        <a:rPr lang="en-US" sz="2000" kern="0">
                          <a:effectLst/>
                          <a:latin typeface="Calibri" panose="020F0502020204030204" pitchFamily="34" charset="0"/>
                          <a:ea typeface="宋体" panose="02010600030101010101" pitchFamily="2" charset="-122"/>
                          <a:cs typeface="Times New Roman" panose="02020603050405020304" pitchFamily="18" charset="0"/>
                        </a:rPr>
                        <a:t>1vh=1%</a:t>
                      </a:r>
                      <a:r>
                        <a:rPr lang="zh-CN" sz="2000" kern="0">
                          <a:effectLst/>
                          <a:latin typeface="Calibri" panose="020F0502020204030204" pitchFamily="34" charset="0"/>
                          <a:ea typeface="宋体" panose="02010600030101010101" pitchFamily="2" charset="-122"/>
                          <a:cs typeface="Times New Roman" panose="02020603050405020304" pitchFamily="18" charset="0"/>
                        </a:rPr>
                        <a:t>视口高度）、</a:t>
                      </a:r>
                      <a:r>
                        <a:rPr lang="en-US" sz="2000" kern="0">
                          <a:effectLst/>
                          <a:latin typeface="Calibri" panose="020F0502020204030204" pitchFamily="34" charset="0"/>
                          <a:ea typeface="宋体" panose="02010600030101010101" pitchFamily="2" charset="-122"/>
                          <a:cs typeface="Times New Roman" panose="02020603050405020304" pitchFamily="18" charset="0"/>
                        </a:rPr>
                        <a:t>vw</a:t>
                      </a:r>
                      <a:r>
                        <a:rPr lang="zh-CN" sz="2000" kern="0">
                          <a:effectLst/>
                          <a:latin typeface="Calibri" panose="020F0502020204030204" pitchFamily="34" charset="0"/>
                          <a:ea typeface="宋体" panose="02010600030101010101" pitchFamily="2" charset="-122"/>
                          <a:cs typeface="Times New Roman" panose="02020603050405020304" pitchFamily="18" charset="0"/>
                        </a:rPr>
                        <a:t>（相对视口宽度）、</a:t>
                      </a:r>
                      <a:r>
                        <a:rPr lang="en-US" sz="2000" kern="0">
                          <a:effectLst/>
                          <a:latin typeface="Calibri" panose="020F0502020204030204" pitchFamily="34" charset="0"/>
                          <a:ea typeface="宋体" panose="02010600030101010101" pitchFamily="2" charset="-122"/>
                          <a:cs typeface="Times New Roman" panose="02020603050405020304" pitchFamily="18" charset="0"/>
                        </a:rPr>
                        <a:t>vmin</a:t>
                      </a:r>
                      <a:r>
                        <a:rPr lang="zh-CN" sz="2000" kern="0">
                          <a:effectLst/>
                          <a:latin typeface="Calibri" panose="020F0502020204030204" pitchFamily="34" charset="0"/>
                          <a:ea typeface="宋体" panose="02010600030101010101" pitchFamily="2" charset="-122"/>
                          <a:cs typeface="Times New Roman" panose="02020603050405020304" pitchFamily="18" charset="0"/>
                        </a:rPr>
                        <a:t>（相对视口高度和宽度的较小者）、</a:t>
                      </a:r>
                      <a:r>
                        <a:rPr lang="en-US" sz="2000" kern="0">
                          <a:effectLst/>
                          <a:latin typeface="Calibri" panose="020F0502020204030204" pitchFamily="34" charset="0"/>
                          <a:ea typeface="宋体" panose="02010600030101010101" pitchFamily="2" charset="-122"/>
                          <a:cs typeface="Times New Roman" panose="02020603050405020304" pitchFamily="18" charset="0"/>
                        </a:rPr>
                        <a:t>vmax</a:t>
                      </a:r>
                      <a:r>
                        <a:rPr lang="zh-CN" sz="2000" kern="0">
                          <a:effectLst/>
                          <a:latin typeface="Calibri" panose="020F0502020204030204" pitchFamily="34" charset="0"/>
                          <a:ea typeface="宋体" panose="02010600030101010101" pitchFamily="2" charset="-122"/>
                          <a:cs typeface="Times New Roman" panose="02020603050405020304" pitchFamily="18" charset="0"/>
                        </a:rPr>
                        <a:t>（相对视口高度和宽度的较大者）</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3999716"/>
                  </a:ext>
                </a:extLst>
              </a:tr>
              <a:tr h="141188">
                <a:tc>
                  <a:txBody>
                    <a:bodyPr/>
                    <a:lstStyle/>
                    <a:p>
                      <a:pPr algn="just">
                        <a:spcAft>
                          <a:spcPts val="0"/>
                        </a:spcAft>
                      </a:pPr>
                      <a:r>
                        <a:rPr lang="en-US" sz="2000" kern="0">
                          <a:effectLst/>
                          <a:latin typeface="Times New Roman" panose="02020603050405020304" pitchFamily="18" charset="0"/>
                          <a:ea typeface="宋体" panose="02010600030101010101" pitchFamily="2" charset="-122"/>
                          <a:cs typeface="Times New Roman" panose="02020603050405020304" pitchFamily="18" charset="0"/>
                        </a:rPr>
                        <a:t>&lt;percentage&gt;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just">
                        <a:spcAft>
                          <a:spcPts val="0"/>
                        </a:spcAft>
                      </a:pPr>
                      <a:r>
                        <a:rPr lang="zh-CN" sz="2000" kern="0">
                          <a:effectLst/>
                          <a:latin typeface="Calibri" panose="020F0502020204030204" pitchFamily="34" charset="0"/>
                          <a:ea typeface="宋体" panose="02010600030101010101" pitchFamily="2" charset="-122"/>
                          <a:cs typeface="Times New Roman" panose="02020603050405020304" pitchFamily="18" charset="0"/>
                        </a:rPr>
                        <a:t>相对父元素字体的百分比，例如</a:t>
                      </a:r>
                      <a:r>
                        <a:rPr lang="en-US" sz="2000" kern="0">
                          <a:effectLst/>
                          <a:latin typeface="Calibri" panose="020F0502020204030204" pitchFamily="34" charset="0"/>
                          <a:ea typeface="宋体" panose="02010600030101010101" pitchFamily="2" charset="-122"/>
                          <a:cs typeface="Times New Roman" panose="02020603050405020304" pitchFamily="18" charset="0"/>
                        </a:rPr>
                        <a:t>100%</a:t>
                      </a:r>
                      <a:r>
                        <a:rPr lang="zh-CN" sz="2000" kern="0">
                          <a:effectLst/>
                          <a:latin typeface="Calibri" panose="020F0502020204030204" pitchFamily="34" charset="0"/>
                          <a:ea typeface="宋体" panose="02010600030101010101" pitchFamily="2" charset="-122"/>
                          <a:cs typeface="Times New Roman" panose="02020603050405020304" pitchFamily="18" charset="0"/>
                        </a:rPr>
                        <a:t>表示与父级元素字体大小相同</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3728297753"/>
                  </a:ext>
                </a:extLst>
              </a:tr>
              <a:tr h="317673">
                <a:tc>
                  <a:txBody>
                    <a:bodyPr/>
                    <a:lstStyle/>
                    <a:p>
                      <a:pPr algn="just">
                        <a:spcAft>
                          <a:spcPts val="0"/>
                        </a:spcAft>
                      </a:pPr>
                      <a:r>
                        <a:rPr lang="en-US" sz="2000" kern="0">
                          <a:effectLst/>
                          <a:latin typeface="Times New Roman" panose="02020603050405020304" pitchFamily="18" charset="0"/>
                          <a:ea typeface="宋体" panose="02010600030101010101" pitchFamily="2" charset="-122"/>
                          <a:cs typeface="Times New Roman" panose="02020603050405020304" pitchFamily="18" charset="0"/>
                        </a:rPr>
                        <a:t>&lt;absolute-size&gt;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xx-small</a:t>
                      </a:r>
                      <a:r>
                        <a:rPr lang="zh-CN" sz="2000" kern="0">
                          <a:effectLst/>
                          <a:latin typeface="Calibri" panose="020F0502020204030204" pitchFamily="34" charset="0"/>
                          <a:ea typeface="宋体" panose="02010600030101010101" pitchFamily="2" charset="-122"/>
                          <a:cs typeface="Times New Roman" panose="02020603050405020304" pitchFamily="18" charset="0"/>
                        </a:rPr>
                        <a:t>、</a:t>
                      </a:r>
                      <a:r>
                        <a:rPr lang="en-US" sz="2000" kern="0">
                          <a:effectLst/>
                          <a:latin typeface="Calibri" panose="020F0502020204030204" pitchFamily="34" charset="0"/>
                          <a:ea typeface="宋体" panose="02010600030101010101" pitchFamily="2" charset="-122"/>
                          <a:cs typeface="Times New Roman" panose="02020603050405020304" pitchFamily="18" charset="0"/>
                        </a:rPr>
                        <a:t> x-small</a:t>
                      </a:r>
                      <a:r>
                        <a:rPr lang="zh-CN" sz="2000" kern="0">
                          <a:effectLst/>
                          <a:latin typeface="Calibri" panose="020F0502020204030204" pitchFamily="34" charset="0"/>
                          <a:ea typeface="宋体" panose="02010600030101010101" pitchFamily="2" charset="-122"/>
                          <a:cs typeface="Times New Roman" panose="02020603050405020304" pitchFamily="18" charset="0"/>
                        </a:rPr>
                        <a:t>、</a:t>
                      </a:r>
                      <a:r>
                        <a:rPr lang="en-US" sz="2000" kern="0">
                          <a:effectLst/>
                          <a:latin typeface="Calibri" panose="020F0502020204030204" pitchFamily="34" charset="0"/>
                          <a:ea typeface="宋体" panose="02010600030101010101" pitchFamily="2" charset="-122"/>
                          <a:cs typeface="Times New Roman" panose="02020603050405020304" pitchFamily="18" charset="0"/>
                        </a:rPr>
                        <a:t>small</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medium</a:t>
                      </a:r>
                      <a:r>
                        <a:rPr lang="zh-CN" sz="2000" kern="0">
                          <a:effectLst/>
                          <a:latin typeface="Calibri" panose="020F0502020204030204" pitchFamily="34" charset="0"/>
                          <a:ea typeface="宋体" panose="02010600030101010101" pitchFamily="2" charset="-122"/>
                          <a:cs typeface="Times New Roman" panose="02020603050405020304" pitchFamily="18" charset="0"/>
                        </a:rPr>
                        <a:t>（默认值）</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large</a:t>
                      </a:r>
                      <a:r>
                        <a:rPr lang="zh-CN" sz="2000" kern="0">
                          <a:effectLst/>
                          <a:latin typeface="Calibri" panose="020F0502020204030204" pitchFamily="34" charset="0"/>
                          <a:ea typeface="宋体" panose="02010600030101010101" pitchFamily="2" charset="-122"/>
                          <a:cs typeface="Times New Roman" panose="02020603050405020304" pitchFamily="18" charset="0"/>
                        </a:rPr>
                        <a:t>、</a:t>
                      </a:r>
                      <a:r>
                        <a:rPr lang="en-US" sz="2000" kern="0">
                          <a:effectLst/>
                          <a:latin typeface="Calibri" panose="020F0502020204030204" pitchFamily="34" charset="0"/>
                          <a:ea typeface="宋体" panose="02010600030101010101" pitchFamily="2" charset="-122"/>
                          <a:cs typeface="Times New Roman" panose="02020603050405020304" pitchFamily="18" charset="0"/>
                        </a:rPr>
                        <a:t>x-large</a:t>
                      </a:r>
                      <a:r>
                        <a:rPr lang="zh-CN" sz="2000" kern="0">
                          <a:effectLst/>
                          <a:latin typeface="Calibri" panose="020F0502020204030204" pitchFamily="34" charset="0"/>
                          <a:ea typeface="宋体" panose="02010600030101010101" pitchFamily="2" charset="-122"/>
                          <a:cs typeface="Times New Roman" panose="02020603050405020304" pitchFamily="18" charset="0"/>
                        </a:rPr>
                        <a:t>、</a:t>
                      </a:r>
                      <a:r>
                        <a:rPr lang="en-US" sz="2000" kern="0">
                          <a:effectLst/>
                          <a:latin typeface="Calibri" panose="020F0502020204030204" pitchFamily="34" charset="0"/>
                          <a:ea typeface="宋体" panose="02010600030101010101" pitchFamily="2" charset="-122"/>
                          <a:cs typeface="Times New Roman" panose="02020603050405020304" pitchFamily="18" charset="0"/>
                        </a:rPr>
                        <a:t>xx-large</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1303056654"/>
                  </a:ext>
                </a:extLst>
              </a:tr>
              <a:tr h="120108">
                <a:tc>
                  <a:txBody>
                    <a:bodyPr/>
                    <a:lstStyle/>
                    <a:p>
                      <a:pPr algn="just">
                        <a:spcAft>
                          <a:spcPts val="0"/>
                        </a:spcAft>
                      </a:pPr>
                      <a:r>
                        <a:rPr lang="en-US" sz="2000" kern="0">
                          <a:effectLst/>
                          <a:latin typeface="Times New Roman" panose="02020603050405020304" pitchFamily="18" charset="0"/>
                          <a:ea typeface="宋体" panose="02010600030101010101" pitchFamily="2" charset="-122"/>
                          <a:cs typeface="Times New Roman" panose="02020603050405020304" pitchFamily="18" charset="0"/>
                        </a:rPr>
                        <a:t>&lt;relative-size&gt;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just">
                        <a:spcAft>
                          <a:spcPts val="0"/>
                        </a:spcAft>
                      </a:pPr>
                      <a:r>
                        <a:rPr lang="en-US" sz="2000" kern="0">
                          <a:effectLst/>
                          <a:latin typeface="宋体" panose="02010600030101010101" pitchFamily="2" charset="-122"/>
                          <a:ea typeface="宋体" panose="02010600030101010101" pitchFamily="2" charset="-122"/>
                          <a:cs typeface="Times New Roman" panose="02020603050405020304" pitchFamily="18" charset="0"/>
                        </a:rPr>
                        <a:t>larger</a:t>
                      </a:r>
                      <a:r>
                        <a:rPr lang="zh-CN" sz="2000" kern="0">
                          <a:effectLst/>
                          <a:latin typeface="Calibri" panose="020F0502020204030204" pitchFamily="34" charset="0"/>
                          <a:ea typeface="宋体" panose="02010600030101010101" pitchFamily="2" charset="-122"/>
                          <a:cs typeface="Times New Roman" panose="02020603050405020304" pitchFamily="18" charset="0"/>
                        </a:rPr>
                        <a:t>、</a:t>
                      </a:r>
                      <a:r>
                        <a:rPr lang="en-US" sz="2000" kern="0">
                          <a:effectLst/>
                          <a:latin typeface="Calibri" panose="020F0502020204030204" pitchFamily="34" charset="0"/>
                          <a:ea typeface="宋体" panose="02010600030101010101" pitchFamily="2" charset="-122"/>
                          <a:cs typeface="Times New Roman" panose="02020603050405020304" pitchFamily="18" charset="0"/>
                        </a:rPr>
                        <a:t>smaller</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701106044"/>
                  </a:ext>
                </a:extLst>
              </a:tr>
              <a:tr h="120108">
                <a:tc>
                  <a:txBody>
                    <a:bodyPr/>
                    <a:lstStyle/>
                    <a:p>
                      <a:pPr algn="just">
                        <a:spcAft>
                          <a:spcPts val="0"/>
                        </a:spcAft>
                      </a:pPr>
                      <a:r>
                        <a:rPr lang="en-US" sz="2000" kern="0">
                          <a:effectLst/>
                          <a:latin typeface="Times New Roman" panose="02020603050405020304" pitchFamily="18" charset="0"/>
                          <a:ea typeface="宋体" panose="02010600030101010101" pitchFamily="2" charset="-122"/>
                          <a:cs typeface="Times New Roman" panose="02020603050405020304" pitchFamily="18" charset="0"/>
                        </a:rPr>
                        <a:t>inherit</a:t>
                      </a:r>
                      <a:endParaRPr lang="zh-CN" sz="20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just">
                        <a:spcAft>
                          <a:spcPts val="0"/>
                        </a:spcAft>
                      </a:pPr>
                      <a:r>
                        <a:rPr lang="zh-CN" sz="2000" kern="0" dirty="0">
                          <a:effectLst/>
                          <a:latin typeface="Calibri" panose="020F0502020204030204" pitchFamily="34" charset="0"/>
                          <a:ea typeface="宋体" panose="02010600030101010101" pitchFamily="2" charset="-122"/>
                          <a:cs typeface="Times New Roman" panose="02020603050405020304" pitchFamily="18" charset="0"/>
                        </a:rPr>
                        <a:t>继承父元素字体大小</a:t>
                      </a:r>
                      <a:endParaRPr lang="zh-CN" sz="2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4176676724"/>
                  </a:ext>
                </a:extLst>
              </a:tr>
            </a:tbl>
          </a:graphicData>
        </a:graphic>
      </p:graphicFrame>
    </p:spTree>
    <p:extLst>
      <p:ext uri="{BB962C8B-B14F-4D97-AF65-F5344CB8AC3E}">
        <p14:creationId xmlns:p14="http://schemas.microsoft.com/office/powerpoint/2010/main" val="262464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55976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）字体大小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3865595161"/>
              </p:ext>
            </p:extLst>
          </p:nvPr>
        </p:nvGraphicFramePr>
        <p:xfrm>
          <a:off x="870213" y="2126669"/>
          <a:ext cx="10419824" cy="43586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10419824">
                  <a:extLst>
                    <a:ext uri="{9D8B030D-6E8A-4147-A177-3AD203B41FA5}">
                      <a16:colId xmlns:a16="http://schemas.microsoft.com/office/drawing/2014/main" val="4020043646"/>
                    </a:ext>
                  </a:extLst>
                </a:gridCol>
              </a:tblGrid>
              <a:tr h="530439">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accent6"/>
                          </a:solidFill>
                          <a:effectLst>
                            <a:outerShdw blurRad="38100" dist="38100" dir="2700000" algn="tl">
                              <a:srgbClr val="000000">
                                <a:alpha val="43137"/>
                              </a:srgbClr>
                            </a:outerShdw>
                          </a:effectLst>
                          <a:latin typeface="+mn-ea"/>
                          <a:ea typeface="+mn-ea"/>
                          <a:cs typeface="+mn-cs"/>
                        </a:rPr>
                        <a:t>  html { font-size: 10px;  }</a:t>
                      </a:r>
                    </a:p>
                    <a:p>
                      <a:pPr algn="l">
                        <a:lnSpc>
                          <a:spcPct val="100000"/>
                        </a:lnSpc>
                      </a:pPr>
                      <a:r>
                        <a:rPr kumimoji="1" lang="en-US" altLang="zh-CN" sz="2000" b="1" kern="1200" dirty="0">
                          <a:solidFill>
                            <a:schemeClr val="accent6"/>
                          </a:solidFill>
                          <a:effectLst>
                            <a:outerShdw blurRad="38100" dist="38100" dir="2700000" algn="tl">
                              <a:srgbClr val="000000">
                                <a:alpha val="43137"/>
                              </a:srgbClr>
                            </a:outerShdw>
                          </a:effectLst>
                          <a:latin typeface="+mn-ea"/>
                          <a:ea typeface="+mn-ea"/>
                          <a:cs typeface="+mn-cs"/>
                        </a:rPr>
                        <a:t>  body { font-size: 160%;  }</a:t>
                      </a:r>
                    </a:p>
                    <a:p>
                      <a:pPr algn="l">
                        <a:lnSpc>
                          <a:spcPct val="100000"/>
                        </a:lnSpc>
                      </a:pPr>
                      <a:r>
                        <a:rPr kumimoji="1" lang="en-US" altLang="zh-CN" sz="2000" b="1" kern="1200" dirty="0">
                          <a:solidFill>
                            <a:schemeClr val="accent6"/>
                          </a:solidFill>
                          <a:effectLst>
                            <a:outerShdw blurRad="38100" dist="38100" dir="2700000" algn="tl">
                              <a:srgbClr val="000000">
                                <a:alpha val="43137"/>
                              </a:srgbClr>
                            </a:outerShdw>
                          </a:effectLst>
                          <a:latin typeface="+mn-ea"/>
                          <a:ea typeface="+mn-ea"/>
                          <a:cs typeface="+mn-cs"/>
                        </a:rPr>
                        <a:t>  #d1  { font-size: 2em    }</a:t>
                      </a:r>
                    </a:p>
                    <a:p>
                      <a:pPr algn="l">
                        <a:lnSpc>
                          <a:spcPct val="100000"/>
                        </a:lnSpc>
                      </a:pPr>
                      <a:r>
                        <a:rPr kumimoji="1" lang="en-US" altLang="zh-CN" sz="2000" b="1" kern="1200" dirty="0">
                          <a:solidFill>
                            <a:schemeClr val="accent6"/>
                          </a:solidFill>
                          <a:effectLst>
                            <a:outerShdw blurRad="38100" dist="38100" dir="2700000" algn="tl">
                              <a:srgbClr val="000000">
                                <a:alpha val="43137"/>
                              </a:srgbClr>
                            </a:outerShdw>
                          </a:effectLst>
                          <a:latin typeface="+mn-ea"/>
                          <a:ea typeface="+mn-ea"/>
                          <a:cs typeface="+mn-cs"/>
                        </a:rPr>
                        <a:t>  #d11 { font-size: 0.5em; }</a:t>
                      </a:r>
                    </a:p>
                    <a:p>
                      <a:pPr algn="l">
                        <a:lnSpc>
                          <a:spcPct val="100000"/>
                        </a:lnSpc>
                      </a:pPr>
                      <a:r>
                        <a:rPr kumimoji="1" lang="en-US" altLang="zh-CN" sz="2000" b="1" kern="1200" dirty="0">
                          <a:solidFill>
                            <a:schemeClr val="accent6"/>
                          </a:solidFill>
                          <a:effectLst>
                            <a:outerShdw blurRad="38100" dist="38100" dir="2700000" algn="tl">
                              <a:srgbClr val="000000">
                                <a:alpha val="43137"/>
                              </a:srgbClr>
                            </a:outerShdw>
                          </a:effectLst>
                          <a:latin typeface="+mn-ea"/>
                          <a:ea typeface="+mn-ea"/>
                          <a:cs typeface="+mn-cs"/>
                        </a:rPr>
                        <a:t>  #d12 { font-size: 2rem;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&lt;div id="d1"&gt;</a:t>
                      </a:r>
                    </a:p>
                    <a:p>
                      <a:pPr algn="l">
                        <a:lnSpc>
                          <a:spcPct val="100000"/>
                        </a:lnSpc>
                      </a:pPr>
                      <a:r>
                        <a:rPr kumimoji="1" lang="en-US" altLang="zh-CN" sz="2000" b="1" kern="1200" dirty="0">
                          <a:solidFill>
                            <a:schemeClr val="tx1"/>
                          </a:solidFill>
                          <a:latin typeface="+mn-ea"/>
                          <a:ea typeface="+mn-ea"/>
                          <a:cs typeface="+mn-cs"/>
                        </a:rPr>
                        <a:t>    .d1</a:t>
                      </a:r>
                      <a:r>
                        <a:rPr kumimoji="1" lang="zh-CN" altLang="en-US" sz="2000" b="1" kern="1200" dirty="0">
                          <a:solidFill>
                            <a:schemeClr val="tx1"/>
                          </a:solidFill>
                          <a:latin typeface="+mn-ea"/>
                          <a:ea typeface="+mn-ea"/>
                          <a:cs typeface="+mn-cs"/>
                        </a:rPr>
                        <a:t>：</a:t>
                      </a:r>
                      <a:r>
                        <a:rPr kumimoji="1" lang="en-US" altLang="zh-CN" sz="2000" b="1" kern="1200" dirty="0">
                          <a:solidFill>
                            <a:schemeClr val="tx1"/>
                          </a:solidFill>
                          <a:latin typeface="+mn-ea"/>
                          <a:ea typeface="+mn-ea"/>
                          <a:cs typeface="+mn-cs"/>
                        </a:rPr>
                        <a:t>2em=2*body=2*160%*html=32px</a:t>
                      </a:r>
                    </a:p>
                    <a:p>
                      <a:pPr algn="l">
                        <a:lnSpc>
                          <a:spcPct val="100000"/>
                        </a:lnSpc>
                      </a:pPr>
                      <a:r>
                        <a:rPr kumimoji="1" lang="en-US" altLang="zh-CN" sz="2000" b="1" kern="1200" dirty="0">
                          <a:solidFill>
                            <a:schemeClr val="tx1"/>
                          </a:solidFill>
                          <a:latin typeface="+mn-ea"/>
                          <a:ea typeface="+mn-ea"/>
                          <a:cs typeface="+mn-cs"/>
                        </a:rPr>
                        <a:t>    &lt;div id="d11"&gt;.d11</a:t>
                      </a:r>
                      <a:r>
                        <a:rPr kumimoji="1" lang="zh-CN" altLang="en-US" sz="2000" b="1" kern="1200" dirty="0">
                          <a:solidFill>
                            <a:schemeClr val="tx1"/>
                          </a:solidFill>
                          <a:latin typeface="+mn-ea"/>
                          <a:ea typeface="+mn-ea"/>
                          <a:cs typeface="+mn-cs"/>
                        </a:rPr>
                        <a:t>：</a:t>
                      </a:r>
                      <a:r>
                        <a:rPr kumimoji="1" lang="en-US" altLang="zh-CN" sz="2000" b="1" kern="1200" dirty="0">
                          <a:solidFill>
                            <a:schemeClr val="tx1"/>
                          </a:solidFill>
                          <a:latin typeface="+mn-ea"/>
                          <a:ea typeface="+mn-ea"/>
                          <a:cs typeface="+mn-cs"/>
                        </a:rPr>
                        <a:t>0.5em=0.5*d1=0.5*32px=16px&lt;/div&gt;</a:t>
                      </a:r>
                    </a:p>
                    <a:p>
                      <a:pPr algn="l">
                        <a:lnSpc>
                          <a:spcPct val="100000"/>
                        </a:lnSpc>
                      </a:pPr>
                      <a:r>
                        <a:rPr kumimoji="1" lang="en-US" altLang="zh-CN" sz="2000" b="1" kern="1200" dirty="0">
                          <a:solidFill>
                            <a:schemeClr val="tx1"/>
                          </a:solidFill>
                          <a:latin typeface="+mn-ea"/>
                          <a:ea typeface="+mn-ea"/>
                          <a:cs typeface="+mn-cs"/>
                        </a:rPr>
                        <a:t>    &lt;div id="d12"&gt;d12</a:t>
                      </a:r>
                      <a:r>
                        <a:rPr kumimoji="1" lang="zh-CN" altLang="en-US" sz="2000" b="1" kern="1200" dirty="0">
                          <a:solidFill>
                            <a:schemeClr val="tx1"/>
                          </a:solidFill>
                          <a:latin typeface="+mn-ea"/>
                          <a:ea typeface="+mn-ea"/>
                          <a:cs typeface="+mn-cs"/>
                        </a:rPr>
                        <a:t>：</a:t>
                      </a:r>
                      <a:r>
                        <a:rPr kumimoji="1" lang="en-US" altLang="zh-CN" sz="2000" b="1" kern="1200" dirty="0">
                          <a:solidFill>
                            <a:schemeClr val="tx1"/>
                          </a:solidFill>
                          <a:latin typeface="+mn-ea"/>
                          <a:ea typeface="+mn-ea"/>
                          <a:cs typeface="+mn-cs"/>
                        </a:rPr>
                        <a:t>2rem=2*html=2*10px=20px&lt;/div&gt;</a:t>
                      </a:r>
                    </a:p>
                    <a:p>
                      <a:pPr algn="l">
                        <a:lnSpc>
                          <a:spcPct val="100000"/>
                        </a:lnSpc>
                      </a:pPr>
                      <a:r>
                        <a:rPr kumimoji="1" lang="en-US" altLang="zh-CN" sz="2000" b="1" kern="1200" dirty="0">
                          <a:solidFill>
                            <a:schemeClr val="tx1"/>
                          </a:solidFill>
                          <a:latin typeface="+mn-ea"/>
                          <a:ea typeface="+mn-ea"/>
                          <a:cs typeface="+mn-cs"/>
                        </a:rPr>
                        <a:t>  &lt;/div&gt;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pic>
        <p:nvPicPr>
          <p:cNvPr id="7" name="图片 6">
            <a:extLst>
              <a:ext uri="{FF2B5EF4-FFF2-40B4-BE49-F238E27FC236}">
                <a16:creationId xmlns:a16="http://schemas.microsoft.com/office/drawing/2014/main" id="{7D28ED9E-C3A7-49FD-82E6-CC87C311F1A9}"/>
              </a:ext>
            </a:extLst>
          </p:cNvPr>
          <p:cNvPicPr/>
          <p:nvPr/>
        </p:nvPicPr>
        <p:blipFill>
          <a:blip r:embed="rId2"/>
          <a:stretch>
            <a:fillRect/>
          </a:stretch>
        </p:blipFill>
        <p:spPr>
          <a:xfrm>
            <a:off x="4701577" y="2628181"/>
            <a:ext cx="7456779" cy="1244079"/>
          </a:xfrm>
          <a:prstGeom prst="rect">
            <a:avLst/>
          </a:prstGeom>
        </p:spPr>
      </p:pic>
      <p:sp>
        <p:nvSpPr>
          <p:cNvPr id="9" name="矩形 8">
            <a:extLst>
              <a:ext uri="{FF2B5EF4-FFF2-40B4-BE49-F238E27FC236}">
                <a16:creationId xmlns:a16="http://schemas.microsoft.com/office/drawing/2014/main" id="{559629C0-371B-4074-85A3-0493A31F3F57}"/>
              </a:ext>
            </a:extLst>
          </p:cNvPr>
          <p:cNvSpPr/>
          <p:nvPr/>
        </p:nvSpPr>
        <p:spPr>
          <a:xfrm>
            <a:off x="7585653" y="2220680"/>
            <a:ext cx="962123" cy="369332"/>
          </a:xfrm>
          <a:prstGeom prst="rect">
            <a:avLst/>
          </a:prstGeom>
        </p:spPr>
        <p:txBody>
          <a:bodyPr wrap="none">
            <a:spAutoFit/>
          </a:bodyPr>
          <a:lstStyle/>
          <a:p>
            <a:r>
              <a:rPr lang="zh-CN" altLang="en-US" dirty="0">
                <a:solidFill>
                  <a:srgbClr val="0000FF"/>
                </a:solidFill>
              </a:rPr>
              <a:t>例</a:t>
            </a:r>
            <a:r>
              <a:rPr lang="en-US" altLang="zh-CN" dirty="0">
                <a:solidFill>
                  <a:srgbClr val="0000FF"/>
                </a:solidFill>
              </a:rPr>
              <a:t>3-11</a:t>
            </a:r>
            <a:endParaRPr lang="zh-CN" altLang="en-US" dirty="0">
              <a:solidFill>
                <a:srgbClr val="0000FF"/>
              </a:solidFill>
            </a:endParaRPr>
          </a:p>
        </p:txBody>
      </p:sp>
    </p:spTree>
    <p:extLst>
      <p:ext uri="{BB962C8B-B14F-4D97-AF65-F5344CB8AC3E}">
        <p14:creationId xmlns:p14="http://schemas.microsoft.com/office/powerpoint/2010/main" val="2004535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3329758"/>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）字体粗细</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font-weight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属性用于设置文字的粗细</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normal</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bold</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bolder</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lighter</a:t>
            </a: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粗细值（</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100~900</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九个等级</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400</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等同于</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normal</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700</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等同于</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bold</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默认值为</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normal</a:t>
            </a:r>
          </a:p>
        </p:txBody>
      </p:sp>
    </p:spTree>
    <p:extLst>
      <p:ext uri="{BB962C8B-B14F-4D97-AF65-F5344CB8AC3E}">
        <p14:creationId xmlns:p14="http://schemas.microsoft.com/office/powerpoint/2010/main" val="4168267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5245916" cy="55976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3</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）字体粗细</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3214708685"/>
              </p:ext>
            </p:extLst>
          </p:nvPr>
        </p:nvGraphicFramePr>
        <p:xfrm>
          <a:off x="834209" y="2789142"/>
          <a:ext cx="6835426"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835426">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div{font-weight: </a:t>
                      </a:r>
                      <a:r>
                        <a:rPr kumimoji="1" lang="en-US" altLang="zh-CN" sz="2000" b="1" kern="1200" dirty="0" err="1">
                          <a:solidFill>
                            <a:schemeClr val="tx1"/>
                          </a:solidFill>
                          <a:latin typeface="+mn-ea"/>
                          <a:ea typeface="+mn-ea"/>
                          <a:cs typeface="+mn-cs"/>
                        </a:rPr>
                        <a:t>normal;font-family</a:t>
                      </a:r>
                      <a:r>
                        <a:rPr kumimoji="1" lang="en-US" altLang="zh-CN" sz="2000" b="1" kern="1200" dirty="0">
                          <a:solidFill>
                            <a:schemeClr val="tx1"/>
                          </a:solidFill>
                          <a:latin typeface="+mn-ea"/>
                          <a:ea typeface="+mn-ea"/>
                          <a:cs typeface="+mn-cs"/>
                        </a:rPr>
                        <a:t>:"Segoe UI";}</a:t>
                      </a:r>
                    </a:p>
                    <a:p>
                      <a:pPr algn="l">
                        <a:lnSpc>
                          <a:spcPct val="100000"/>
                        </a:lnSpc>
                      </a:pPr>
                      <a:r>
                        <a:rPr kumimoji="1" lang="en-US" altLang="zh-CN" sz="2000" b="1" kern="1200" dirty="0">
                          <a:solidFill>
                            <a:schemeClr val="tx1"/>
                          </a:solidFill>
                          <a:latin typeface="+mn-ea"/>
                          <a:ea typeface="+mn-ea"/>
                          <a:cs typeface="+mn-cs"/>
                        </a:rPr>
                        <a:t>  .bold{font-weight: bold;}</a:t>
                      </a:r>
                    </a:p>
                    <a:p>
                      <a:pPr algn="l">
                        <a:lnSpc>
                          <a:spcPct val="100000"/>
                        </a:lnSpc>
                      </a:pPr>
                      <a:r>
                        <a:rPr kumimoji="1" lang="en-US" altLang="zh-CN" sz="2000" b="1" kern="1200" dirty="0">
                          <a:solidFill>
                            <a:schemeClr val="tx1"/>
                          </a:solidFill>
                          <a:latin typeface="+mn-ea"/>
                          <a:ea typeface="+mn-ea"/>
                          <a:cs typeface="+mn-cs"/>
                        </a:rPr>
                        <a:t>  .bolder{font-weight: bolder;}</a:t>
                      </a:r>
                    </a:p>
                    <a:p>
                      <a:pPr algn="l">
                        <a:lnSpc>
                          <a:spcPct val="100000"/>
                        </a:lnSpc>
                      </a:pPr>
                      <a:r>
                        <a:rPr kumimoji="1" lang="en-US" altLang="zh-CN" sz="2000" b="1" kern="1200" dirty="0">
                          <a:solidFill>
                            <a:schemeClr val="tx1"/>
                          </a:solidFill>
                          <a:latin typeface="+mn-ea"/>
                          <a:ea typeface="+mn-ea"/>
                          <a:cs typeface="+mn-cs"/>
                        </a:rPr>
                        <a:t>  .bold100{font-weight: 100;}</a:t>
                      </a:r>
                    </a:p>
                    <a:p>
                      <a:pPr algn="l">
                        <a:lnSpc>
                          <a:spcPct val="100000"/>
                        </a:lnSpc>
                      </a:pPr>
                      <a:r>
                        <a:rPr kumimoji="1" lang="en-US" altLang="zh-CN" sz="2000" b="1" kern="1200" dirty="0">
                          <a:solidFill>
                            <a:schemeClr val="tx1"/>
                          </a:solidFill>
                          <a:latin typeface="+mn-ea"/>
                          <a:ea typeface="+mn-ea"/>
                          <a:cs typeface="+mn-cs"/>
                        </a:rPr>
                        <a:t>  .bold400{font-weight: 400;}</a:t>
                      </a:r>
                    </a:p>
                    <a:p>
                      <a:pPr algn="l">
                        <a:lnSpc>
                          <a:spcPct val="100000"/>
                        </a:lnSpc>
                      </a:pPr>
                      <a:r>
                        <a:rPr kumimoji="1" lang="en-US" altLang="zh-CN" sz="2000" b="1" kern="1200" dirty="0">
                          <a:solidFill>
                            <a:schemeClr val="tx1"/>
                          </a:solidFill>
                          <a:latin typeface="+mn-ea"/>
                          <a:ea typeface="+mn-ea"/>
                          <a:cs typeface="+mn-cs"/>
                        </a:rPr>
                        <a:t>  .bold700{font-weight: 700;}</a:t>
                      </a:r>
                    </a:p>
                    <a:p>
                      <a:pPr algn="l">
                        <a:lnSpc>
                          <a:spcPct val="100000"/>
                        </a:lnSpc>
                      </a:pPr>
                      <a:r>
                        <a:rPr kumimoji="1" lang="en-US" altLang="zh-CN" sz="2000" b="1" kern="1200" dirty="0">
                          <a:solidFill>
                            <a:schemeClr val="tx1"/>
                          </a:solidFill>
                          <a:latin typeface="+mn-ea"/>
                          <a:ea typeface="+mn-ea"/>
                          <a:cs typeface="+mn-cs"/>
                        </a:rPr>
                        <a:t>  .bold900{font-weight: 900;}</a:t>
                      </a:r>
                    </a:p>
                    <a:p>
                      <a:pPr algn="l">
                        <a:lnSpc>
                          <a:spcPct val="100000"/>
                        </a:lnSpc>
                      </a:pPr>
                      <a:r>
                        <a:rPr kumimoji="1" lang="en-US" altLang="zh-CN" sz="2000" b="1" kern="1200" dirty="0">
                          <a:solidFill>
                            <a:schemeClr val="tx1"/>
                          </a:solidFill>
                          <a:latin typeface="+mn-ea"/>
                          <a:ea typeface="+mn-ea"/>
                          <a:cs typeface="+mn-cs"/>
                        </a:rPr>
                        <a:t>&lt;/style&gt;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967557" y="230133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3-12 CSS</a:t>
            </a:r>
            <a:r>
              <a:rPr lang="zh-CN" altLang="en-US" dirty="0">
                <a:solidFill>
                  <a:srgbClr val="0000FF"/>
                </a:solidFill>
              </a:rPr>
              <a:t>代码部分</a:t>
            </a:r>
          </a:p>
          <a:p>
            <a:endParaRPr lang="zh-CN" altLang="en-US" dirty="0">
              <a:solidFill>
                <a:srgbClr val="0000FF"/>
              </a:solidFill>
            </a:endParaRPr>
          </a:p>
        </p:txBody>
      </p:sp>
      <p:pic>
        <p:nvPicPr>
          <p:cNvPr id="10" name="图片 9">
            <a:extLst>
              <a:ext uri="{FF2B5EF4-FFF2-40B4-BE49-F238E27FC236}">
                <a16:creationId xmlns:a16="http://schemas.microsoft.com/office/drawing/2014/main" id="{86051AEA-C117-4B1F-A772-1B3D9D4E5622}"/>
              </a:ext>
            </a:extLst>
          </p:cNvPr>
          <p:cNvPicPr/>
          <p:nvPr/>
        </p:nvPicPr>
        <p:blipFill>
          <a:blip r:embed="rId2"/>
          <a:stretch>
            <a:fillRect/>
          </a:stretch>
        </p:blipFill>
        <p:spPr>
          <a:xfrm>
            <a:off x="8544570" y="1399477"/>
            <a:ext cx="2749005" cy="4774040"/>
          </a:xfrm>
          <a:prstGeom prst="rect">
            <a:avLst/>
          </a:prstGeom>
        </p:spPr>
      </p:pic>
    </p:spTree>
    <p:extLst>
      <p:ext uri="{BB962C8B-B14F-4D97-AF65-F5344CB8AC3E}">
        <p14:creationId xmlns:p14="http://schemas.microsoft.com/office/powerpoint/2010/main" val="5904877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3877764" cy="4437753"/>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4</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）变体</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font-variant</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属性用于设置英文字符以小型大写字符的方式显示出来</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  </a:t>
            </a: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normal</a:t>
            </a: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  small-caps</a:t>
            </a: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默认值为</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normal</a:t>
            </a: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1637764425"/>
              </p:ext>
            </p:extLst>
          </p:nvPr>
        </p:nvGraphicFramePr>
        <p:xfrm>
          <a:off x="4933331" y="2398803"/>
          <a:ext cx="6835426"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835426">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.p1{</a:t>
                      </a:r>
                      <a:r>
                        <a:rPr kumimoji="1" lang="en-US" altLang="zh-CN" sz="2000" b="1" kern="1200" dirty="0" err="1">
                          <a:solidFill>
                            <a:schemeClr val="tx1"/>
                          </a:solidFill>
                          <a:latin typeface="+mn-ea"/>
                          <a:ea typeface="+mn-ea"/>
                          <a:cs typeface="+mn-cs"/>
                        </a:rPr>
                        <a:t>font-variant:normal</a:t>
                      </a:r>
                      <a:r>
                        <a:rPr kumimoji="1" lang="en-US" altLang="zh-CN" sz="2000" b="1" kern="1200" dirty="0">
                          <a:solidFill>
                            <a:schemeClr val="tx1"/>
                          </a:solidFill>
                          <a:latin typeface="+mn-ea"/>
                          <a:ea typeface="+mn-ea"/>
                          <a:cs typeface="+mn-cs"/>
                        </a:rPr>
                        <a:t>;}</a:t>
                      </a:r>
                    </a:p>
                    <a:p>
                      <a:pPr algn="l">
                        <a:lnSpc>
                          <a:spcPct val="100000"/>
                        </a:lnSpc>
                      </a:pPr>
                      <a:r>
                        <a:rPr kumimoji="1" lang="en-US" altLang="zh-CN" sz="2000" b="1" kern="1200" dirty="0">
                          <a:solidFill>
                            <a:schemeClr val="tx1"/>
                          </a:solidFill>
                          <a:latin typeface="+mn-ea"/>
                          <a:ea typeface="+mn-ea"/>
                          <a:cs typeface="+mn-cs"/>
                        </a:rPr>
                        <a:t>  .p2{</a:t>
                      </a:r>
                      <a:r>
                        <a:rPr kumimoji="1" lang="en-US" altLang="zh-CN" sz="2000" b="1" kern="1200" dirty="0" err="1">
                          <a:solidFill>
                            <a:schemeClr val="tx1"/>
                          </a:solidFill>
                          <a:latin typeface="+mn-ea"/>
                          <a:ea typeface="+mn-ea"/>
                          <a:cs typeface="+mn-cs"/>
                        </a:rPr>
                        <a:t>font-variant:small-caps</a:t>
                      </a:r>
                      <a:r>
                        <a:rPr kumimoji="1" lang="en-US" altLang="zh-CN" sz="2000" b="1" kern="1200" dirty="0">
                          <a:solidFill>
                            <a:schemeClr val="tx1"/>
                          </a:solidFill>
                          <a:latin typeface="+mn-ea"/>
                          <a:ea typeface="+mn-ea"/>
                          <a:cs typeface="+mn-cs"/>
                        </a:rPr>
                        <a:t>;}</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class="p1"&gt;Normal&lt;/p&gt;  </a:t>
                      </a:r>
                    </a:p>
                    <a:p>
                      <a:pPr algn="l">
                        <a:lnSpc>
                          <a:spcPct val="100000"/>
                        </a:lnSpc>
                      </a:pPr>
                      <a:r>
                        <a:rPr kumimoji="1" lang="en-US" altLang="zh-CN" sz="2000" b="1" kern="1200" dirty="0">
                          <a:solidFill>
                            <a:schemeClr val="tx1"/>
                          </a:solidFill>
                          <a:latin typeface="+mn-ea"/>
                          <a:ea typeface="+mn-ea"/>
                          <a:cs typeface="+mn-cs"/>
                        </a:rPr>
                        <a:t>  &lt;p class="p2"&gt;Small Caps&lt;/p&gt;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7525619" y="1836093"/>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3-13</a:t>
            </a:r>
            <a:endParaRPr lang="zh-CN" altLang="en-US" dirty="0">
              <a:solidFill>
                <a:srgbClr val="0000FF"/>
              </a:solidFill>
            </a:endParaRPr>
          </a:p>
          <a:p>
            <a:endParaRPr lang="zh-CN" altLang="en-US" dirty="0">
              <a:solidFill>
                <a:srgbClr val="0000FF"/>
              </a:solidFill>
            </a:endParaRPr>
          </a:p>
        </p:txBody>
      </p:sp>
      <p:pic>
        <p:nvPicPr>
          <p:cNvPr id="11" name="图片 10">
            <a:extLst>
              <a:ext uri="{FF2B5EF4-FFF2-40B4-BE49-F238E27FC236}">
                <a16:creationId xmlns:a16="http://schemas.microsoft.com/office/drawing/2014/main" id="{6BFE8E54-EC5B-463D-9005-E0F1DCACA7CA}"/>
              </a:ext>
            </a:extLst>
          </p:cNvPr>
          <p:cNvPicPr/>
          <p:nvPr/>
        </p:nvPicPr>
        <p:blipFill rotWithShape="1">
          <a:blip r:embed="rId3"/>
          <a:srcRect t="2566" b="-1"/>
          <a:stretch/>
        </p:blipFill>
        <p:spPr bwMode="auto">
          <a:xfrm>
            <a:off x="9276096" y="3173946"/>
            <a:ext cx="2194348" cy="12793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76080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3877764" cy="3883755"/>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4</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）字体样式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font-style</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属性用于设置字体的风格样式</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normal</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（标准）</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italic</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 （斜体）</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a:p>
            <a:pPr>
              <a:lnSpc>
                <a:spcPct val="150000"/>
              </a:lnSpc>
              <a:buClr>
                <a:schemeClr val="accent6"/>
              </a:buClr>
            </a:pPr>
            <a:r>
              <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oblique</a:t>
            </a:r>
            <a:r>
              <a:rPr lang="zh-CN" altLang="en-US"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rPr>
              <a:t>（倾斜）</a:t>
            </a:r>
            <a:endParaRPr lang="en-US" altLang="zh-CN" sz="2400" b="1" dirty="0">
              <a:solidFill>
                <a:schemeClr val="accent6"/>
              </a:solidFill>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2407182774"/>
              </p:ext>
            </p:extLst>
          </p:nvPr>
        </p:nvGraphicFramePr>
        <p:xfrm>
          <a:off x="5126857" y="1728081"/>
          <a:ext cx="6835426"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835426">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.p2{font-style: italic;}   </a:t>
                      </a:r>
                    </a:p>
                    <a:p>
                      <a:pPr algn="l">
                        <a:lnSpc>
                          <a:spcPct val="100000"/>
                        </a:lnSpc>
                      </a:pPr>
                      <a:r>
                        <a:rPr kumimoji="1" lang="en-US" altLang="zh-CN" sz="2000" b="1" kern="1200" dirty="0">
                          <a:solidFill>
                            <a:schemeClr val="tx1"/>
                          </a:solidFill>
                          <a:latin typeface="+mn-ea"/>
                          <a:ea typeface="+mn-ea"/>
                          <a:cs typeface="+mn-cs"/>
                        </a:rPr>
                        <a:t>  .p3{font-style: oblique;}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class="p1"&gt;Normal&lt;/p&gt;  </a:t>
                      </a:r>
                    </a:p>
                    <a:p>
                      <a:pPr algn="l">
                        <a:lnSpc>
                          <a:spcPct val="100000"/>
                        </a:lnSpc>
                      </a:pPr>
                      <a:r>
                        <a:rPr kumimoji="1" lang="en-US" altLang="zh-CN" sz="2000" b="1" kern="1200" dirty="0">
                          <a:solidFill>
                            <a:schemeClr val="tx1"/>
                          </a:solidFill>
                          <a:latin typeface="+mn-ea"/>
                          <a:ea typeface="+mn-ea"/>
                          <a:cs typeface="+mn-cs"/>
                        </a:rPr>
                        <a:t>  &lt;p class="p2"&gt;Italic&lt;/p&gt;     </a:t>
                      </a:r>
                    </a:p>
                    <a:p>
                      <a:pPr algn="l">
                        <a:lnSpc>
                          <a:spcPct val="100000"/>
                        </a:lnSpc>
                      </a:pPr>
                      <a:r>
                        <a:rPr kumimoji="1" lang="en-US" altLang="zh-CN" sz="2000" b="1" kern="1200" dirty="0">
                          <a:solidFill>
                            <a:schemeClr val="tx1"/>
                          </a:solidFill>
                          <a:latin typeface="+mn-ea"/>
                          <a:ea typeface="+mn-ea"/>
                          <a:cs typeface="+mn-cs"/>
                        </a:rPr>
                        <a:t>  &lt;p class="p3"&gt;Oblique&lt;/p&gt;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8373712" y="1243238"/>
            <a:ext cx="2952328" cy="369332"/>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3-14 </a:t>
            </a:r>
            <a:endParaRPr lang="zh-CN" altLang="en-US" dirty="0">
              <a:solidFill>
                <a:srgbClr val="0000FF"/>
              </a:solidFill>
            </a:endParaRPr>
          </a:p>
        </p:txBody>
      </p:sp>
      <p:pic>
        <p:nvPicPr>
          <p:cNvPr id="10" name="图片 9">
            <a:extLst>
              <a:ext uri="{FF2B5EF4-FFF2-40B4-BE49-F238E27FC236}">
                <a16:creationId xmlns:a16="http://schemas.microsoft.com/office/drawing/2014/main" id="{D3323B79-ACAB-4186-9B7F-8A0824905917}"/>
              </a:ext>
            </a:extLst>
          </p:cNvPr>
          <p:cNvPicPr/>
          <p:nvPr/>
        </p:nvPicPr>
        <p:blipFill>
          <a:blip r:embed="rId2"/>
          <a:stretch>
            <a:fillRect/>
          </a:stretch>
        </p:blipFill>
        <p:spPr>
          <a:xfrm>
            <a:off x="9595122" y="1959104"/>
            <a:ext cx="1954763" cy="2922329"/>
          </a:xfrm>
          <a:prstGeom prst="rect">
            <a:avLst/>
          </a:prstGeom>
        </p:spPr>
      </p:pic>
      <p:sp>
        <p:nvSpPr>
          <p:cNvPr id="12" name="矩形 11">
            <a:extLst>
              <a:ext uri="{FF2B5EF4-FFF2-40B4-BE49-F238E27FC236}">
                <a16:creationId xmlns:a16="http://schemas.microsoft.com/office/drawing/2014/main" id="{12353C24-BE92-4B5E-ACF2-0272BDF84FC5}"/>
              </a:ext>
            </a:extLst>
          </p:cNvPr>
          <p:cNvSpPr/>
          <p:nvPr/>
        </p:nvSpPr>
        <p:spPr>
          <a:xfrm>
            <a:off x="1399605" y="5670647"/>
            <a:ext cx="10297144" cy="83099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r>
              <a:rPr lang="zh-CN" altLang="en-US" sz="2400" dirty="0">
                <a:solidFill>
                  <a:schemeClr val="bg1"/>
                </a:solidFill>
                <a:effectLst>
                  <a:outerShdw blurRad="38100" dist="38100" dir="2700000" algn="tl">
                    <a:srgbClr val="000000">
                      <a:alpha val="43137"/>
                    </a:srgbClr>
                  </a:outerShdw>
                </a:effectLst>
              </a:rPr>
              <a:t>通常情况，</a:t>
            </a:r>
            <a:r>
              <a:rPr lang="en-US" altLang="zh-CN" sz="2400" dirty="0">
                <a:solidFill>
                  <a:schemeClr val="bg1"/>
                </a:solidFill>
                <a:effectLst>
                  <a:outerShdw blurRad="38100" dist="38100" dir="2700000" algn="tl">
                    <a:srgbClr val="000000">
                      <a:alpha val="43137"/>
                    </a:srgbClr>
                  </a:outerShdw>
                </a:effectLst>
              </a:rPr>
              <a:t>italic</a:t>
            </a:r>
            <a:r>
              <a:rPr lang="zh-CN" altLang="en-US" sz="2400" dirty="0">
                <a:solidFill>
                  <a:schemeClr val="bg1"/>
                </a:solidFill>
                <a:effectLst>
                  <a:outerShdw blurRad="38100" dist="38100" dir="2700000" algn="tl">
                    <a:srgbClr val="000000">
                      <a:alpha val="43137"/>
                    </a:srgbClr>
                  </a:outerShdw>
                </a:effectLst>
              </a:rPr>
              <a:t>与</a:t>
            </a:r>
            <a:r>
              <a:rPr lang="en-US" altLang="zh-CN" sz="2400" dirty="0">
                <a:solidFill>
                  <a:schemeClr val="bg1"/>
                </a:solidFill>
                <a:effectLst>
                  <a:outerShdw blurRad="38100" dist="38100" dir="2700000" algn="tl">
                    <a:srgbClr val="000000">
                      <a:alpha val="43137"/>
                    </a:srgbClr>
                  </a:outerShdw>
                </a:effectLst>
              </a:rPr>
              <a:t>oblique</a:t>
            </a:r>
            <a:r>
              <a:rPr lang="zh-CN" altLang="en-US" sz="2400" dirty="0">
                <a:solidFill>
                  <a:schemeClr val="bg1"/>
                </a:solidFill>
                <a:effectLst>
                  <a:outerShdw blurRad="38100" dist="38100" dir="2700000" algn="tl">
                    <a:srgbClr val="000000">
                      <a:alpha val="43137"/>
                    </a:srgbClr>
                  </a:outerShdw>
                </a:effectLst>
              </a:rPr>
              <a:t>没有分别，但当该字体提供不提供斜体属性时，设置</a:t>
            </a:r>
            <a:r>
              <a:rPr lang="en-US" altLang="zh-CN" sz="2400" dirty="0">
                <a:solidFill>
                  <a:schemeClr val="bg1"/>
                </a:solidFill>
                <a:effectLst>
                  <a:outerShdw blurRad="38100" dist="38100" dir="2700000" algn="tl">
                    <a:srgbClr val="000000">
                      <a:alpha val="43137"/>
                    </a:srgbClr>
                  </a:outerShdw>
                </a:effectLst>
              </a:rPr>
              <a:t>oblique</a:t>
            </a:r>
            <a:r>
              <a:rPr lang="zh-CN" altLang="en-US" sz="2400" dirty="0">
                <a:solidFill>
                  <a:schemeClr val="bg1"/>
                </a:solidFill>
                <a:effectLst>
                  <a:outerShdw blurRad="38100" dist="38100" dir="2700000" algn="tl">
                    <a:srgbClr val="000000">
                      <a:alpha val="43137"/>
                    </a:srgbClr>
                  </a:outerShdw>
                </a:effectLst>
              </a:rPr>
              <a:t>将可以通过计算方式实现倾斜效果</a:t>
            </a:r>
          </a:p>
        </p:txBody>
      </p:sp>
    </p:spTree>
    <p:extLst>
      <p:ext uri="{BB962C8B-B14F-4D97-AF65-F5344CB8AC3E}">
        <p14:creationId xmlns:p14="http://schemas.microsoft.com/office/powerpoint/2010/main" val="725972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2775760"/>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5</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）行高属性</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line-height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属性用于设置文本的行间距</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像素</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px</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、百分比、倍数</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行高包括所在行的上下方间距，还包括文本本身的高度</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2531091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5245916" cy="55976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5</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）行高属性</a:t>
            </a: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1279888685"/>
              </p:ext>
            </p:extLst>
          </p:nvPr>
        </p:nvGraphicFramePr>
        <p:xfrm>
          <a:off x="391493" y="2821136"/>
          <a:ext cx="7406158"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7406158">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p{font-size: 12px;background: #</a:t>
                      </a:r>
                      <a:r>
                        <a:rPr kumimoji="1" lang="en-US" altLang="zh-CN" sz="2000" b="1" kern="1200" dirty="0" err="1">
                          <a:solidFill>
                            <a:schemeClr val="tx1"/>
                          </a:solidFill>
                          <a:latin typeface="+mn-ea"/>
                          <a:ea typeface="+mn-ea"/>
                          <a:cs typeface="+mn-cs"/>
                        </a:rPr>
                        <a:t>eee</a:t>
                      </a:r>
                      <a:r>
                        <a:rPr kumimoji="1" lang="en-US" altLang="zh-CN" sz="2000" b="1" kern="1200" dirty="0">
                          <a:solidFill>
                            <a:schemeClr val="tx1"/>
                          </a:solidFill>
                          <a:latin typeface="+mn-ea"/>
                          <a:ea typeface="+mn-ea"/>
                          <a:cs typeface="+mn-cs"/>
                        </a:rPr>
                        <a:t>;} </a:t>
                      </a:r>
                    </a:p>
                    <a:p>
                      <a:pPr algn="l">
                        <a:lnSpc>
                          <a:spcPct val="100000"/>
                        </a:lnSpc>
                      </a:pPr>
                      <a:r>
                        <a:rPr kumimoji="1" lang="en-US" altLang="zh-CN" sz="2000" b="1" kern="1200" dirty="0">
                          <a:solidFill>
                            <a:schemeClr val="accent6"/>
                          </a:solidFill>
                          <a:latin typeface="+mn-ea"/>
                          <a:ea typeface="+mn-ea"/>
                          <a:cs typeface="+mn-cs"/>
                        </a:rPr>
                        <a:t>  .p1{line-height:5; }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12px*5=60px*/</a:t>
                      </a:r>
                    </a:p>
                    <a:p>
                      <a:pPr algn="l">
                        <a:lnSpc>
                          <a:spcPct val="100000"/>
                        </a:lnSpc>
                      </a:pPr>
                      <a:r>
                        <a:rPr kumimoji="1" lang="en-US" altLang="zh-CN" sz="2000" b="1" kern="1200" dirty="0">
                          <a:solidFill>
                            <a:schemeClr val="accent6"/>
                          </a:solidFill>
                          <a:latin typeface="+mn-ea"/>
                          <a:ea typeface="+mn-ea"/>
                          <a:cs typeface="+mn-cs"/>
                        </a:rPr>
                        <a:t>  .p2{line-height:3;}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12px*3=36px*/</a:t>
                      </a:r>
                    </a:p>
                    <a:p>
                      <a:pPr algn="l">
                        <a:lnSpc>
                          <a:spcPct val="100000"/>
                        </a:lnSpc>
                      </a:pPr>
                      <a:r>
                        <a:rPr kumimoji="1" lang="en-US" altLang="zh-CN" sz="2000" b="1" kern="1200" dirty="0">
                          <a:solidFill>
                            <a:schemeClr val="accent6"/>
                          </a:solidFill>
                          <a:latin typeface="+mn-ea"/>
                          <a:ea typeface="+mn-ea"/>
                          <a:cs typeface="+mn-cs"/>
                        </a:rPr>
                        <a:t>  .p3{line-height:1;}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12px*/ </a:t>
                      </a:r>
                    </a:p>
                    <a:p>
                      <a:pPr algn="l">
                        <a:lnSpc>
                          <a:spcPct val="100000"/>
                        </a:lnSpc>
                      </a:pPr>
                      <a:r>
                        <a:rPr kumimoji="1" lang="en-US" altLang="zh-CN" sz="2000" b="1" kern="1200" dirty="0">
                          <a:solidFill>
                            <a:schemeClr val="accent6"/>
                          </a:solidFill>
                          <a:latin typeface="+mn-ea"/>
                          <a:ea typeface="+mn-ea"/>
                          <a:cs typeface="+mn-cs"/>
                        </a:rPr>
                        <a:t>  .p4{line-height:0px; }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0px*/</a:t>
                      </a:r>
                    </a:p>
                    <a:p>
                      <a:pPr algn="l">
                        <a:lnSpc>
                          <a:spcPct val="100000"/>
                        </a:lnSpc>
                      </a:pPr>
                      <a:r>
                        <a:rPr kumimoji="1" lang="en-US" altLang="zh-CN" sz="2000" b="1" kern="1200" dirty="0">
                          <a:solidFill>
                            <a:schemeClr val="accent6"/>
                          </a:solidFill>
                          <a:latin typeface="+mn-ea"/>
                          <a:ea typeface="+mn-ea"/>
                          <a:cs typeface="+mn-cs"/>
                        </a:rPr>
                        <a:t>  .p5{line-height:6px;}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6px,</a:t>
                      </a:r>
                      <a:r>
                        <a:rPr kumimoji="1" lang="zh-CN" altLang="en-US" sz="2000" b="1" kern="1200" dirty="0">
                          <a:solidFill>
                            <a:schemeClr val="accent6"/>
                          </a:solidFill>
                          <a:latin typeface="+mn-ea"/>
                          <a:ea typeface="+mn-ea"/>
                          <a:cs typeface="+mn-cs"/>
                        </a:rPr>
                        <a:t>小于字体大小*</a:t>
                      </a:r>
                      <a:r>
                        <a:rPr kumimoji="1" lang="en-US" altLang="zh-CN" sz="2000" b="1" kern="1200" dirty="0">
                          <a:solidFill>
                            <a:schemeClr val="accent6"/>
                          </a:solidFill>
                          <a:latin typeface="+mn-ea"/>
                          <a:ea typeface="+mn-ea"/>
                          <a:cs typeface="+mn-cs"/>
                        </a:rPr>
                        <a:t>/</a:t>
                      </a:r>
                    </a:p>
                    <a:p>
                      <a:pPr algn="l">
                        <a:lnSpc>
                          <a:spcPct val="100000"/>
                        </a:lnSpc>
                      </a:pPr>
                      <a:r>
                        <a:rPr kumimoji="1" lang="en-US" altLang="zh-CN" sz="2000" b="1" kern="1200" dirty="0">
                          <a:solidFill>
                            <a:schemeClr val="accent6"/>
                          </a:solidFill>
                          <a:latin typeface="+mn-ea"/>
                          <a:ea typeface="+mn-ea"/>
                          <a:cs typeface="+mn-cs"/>
                        </a:rPr>
                        <a:t>  .p6{line-height:36px;}   /*</a:t>
                      </a:r>
                      <a:r>
                        <a:rPr kumimoji="1" lang="zh-CN" altLang="en-US" sz="2000" b="1" kern="1200" dirty="0">
                          <a:solidFill>
                            <a:schemeClr val="accent6"/>
                          </a:solidFill>
                          <a:latin typeface="+mn-ea"/>
                          <a:ea typeface="+mn-ea"/>
                          <a:cs typeface="+mn-cs"/>
                        </a:rPr>
                        <a:t>行高：</a:t>
                      </a:r>
                      <a:r>
                        <a:rPr kumimoji="1" lang="en-US" altLang="zh-CN" sz="2000" b="1" kern="1200" dirty="0">
                          <a:solidFill>
                            <a:schemeClr val="accent6"/>
                          </a:solidFill>
                          <a:latin typeface="+mn-ea"/>
                          <a:ea typeface="+mn-ea"/>
                          <a:cs typeface="+mn-cs"/>
                        </a:rPr>
                        <a:t>36px</a:t>
                      </a:r>
                      <a:r>
                        <a:rPr kumimoji="1" lang="zh-CN" altLang="en-US" sz="2000" b="1" kern="1200" dirty="0">
                          <a:solidFill>
                            <a:schemeClr val="accent6"/>
                          </a:solidFill>
                          <a:latin typeface="+mn-ea"/>
                          <a:ea typeface="+mn-ea"/>
                          <a:cs typeface="+mn-cs"/>
                        </a:rPr>
                        <a:t>，大于字体大小*</a:t>
                      </a:r>
                      <a:r>
                        <a:rPr kumimoji="1" lang="en-US" altLang="zh-CN" sz="2000" b="1" kern="1200" dirty="0">
                          <a:solidFill>
                            <a:schemeClr val="accent6"/>
                          </a:solidFill>
                          <a:latin typeface="+mn-ea"/>
                          <a:ea typeface="+mn-ea"/>
                          <a:cs typeface="+mn-cs"/>
                        </a:rPr>
                        <a:t>/ </a:t>
                      </a:r>
                    </a:p>
                    <a:p>
                      <a:pPr algn="l">
                        <a:lnSpc>
                          <a:spcPct val="100000"/>
                        </a:lnSpc>
                      </a:pPr>
                      <a:r>
                        <a:rPr kumimoji="1" lang="en-US" altLang="zh-CN" sz="2000" b="1" kern="1200" dirty="0">
                          <a:solidFill>
                            <a:schemeClr val="tx1"/>
                          </a:solidFill>
                          <a:latin typeface="+mn-ea"/>
                          <a:ea typeface="+mn-ea"/>
                          <a:cs typeface="+mn-cs"/>
                        </a:rPr>
                        <a:t>&lt;/style&gt;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967557" y="230133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3-15a CSS</a:t>
            </a:r>
            <a:r>
              <a:rPr lang="zh-CN" altLang="en-US" dirty="0">
                <a:solidFill>
                  <a:srgbClr val="0000FF"/>
                </a:solidFill>
              </a:rPr>
              <a:t>代码部分</a:t>
            </a:r>
          </a:p>
          <a:p>
            <a:endParaRPr lang="zh-CN" altLang="en-US" dirty="0">
              <a:solidFill>
                <a:srgbClr val="0000FF"/>
              </a:solidFill>
            </a:endParaRPr>
          </a:p>
        </p:txBody>
      </p:sp>
      <p:pic>
        <p:nvPicPr>
          <p:cNvPr id="11" name="图片 10">
            <a:extLst>
              <a:ext uri="{FF2B5EF4-FFF2-40B4-BE49-F238E27FC236}">
                <a16:creationId xmlns:a16="http://schemas.microsoft.com/office/drawing/2014/main" id="{F032CC88-9B67-49D9-A73A-89F43F3F4781}"/>
              </a:ext>
            </a:extLst>
          </p:cNvPr>
          <p:cNvPicPr/>
          <p:nvPr/>
        </p:nvPicPr>
        <p:blipFill>
          <a:blip r:embed="rId2"/>
          <a:stretch>
            <a:fillRect/>
          </a:stretch>
        </p:blipFill>
        <p:spPr>
          <a:xfrm>
            <a:off x="7898662" y="2726487"/>
            <a:ext cx="4067199" cy="3573672"/>
          </a:xfrm>
          <a:prstGeom prst="rect">
            <a:avLst/>
          </a:prstGeom>
        </p:spPr>
      </p:pic>
    </p:spTree>
    <p:extLst>
      <p:ext uri="{BB962C8B-B14F-4D97-AF65-F5344CB8AC3E}">
        <p14:creationId xmlns:p14="http://schemas.microsoft.com/office/powerpoint/2010/main" val="32288246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1</a:t>
            </a:r>
            <a:r>
              <a:rPr lang="zh-CN" altLang="en-US" sz="2800" b="1" dirty="0">
                <a:solidFill>
                  <a:srgbClr val="0000FF"/>
                </a:solidFill>
              </a:rPr>
              <a:t>、设置字体</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0718523" cy="1113766"/>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5</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）行高属性</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cs typeface="Times New Roman" panose="02020603050405020304" pitchFamily="18" charset="0"/>
              </a:rPr>
              <a:t>line-height</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属性还可以用于控制一行文本在垂直方向的位置</a:t>
            </a: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3779988612"/>
              </p:ext>
            </p:extLst>
          </p:nvPr>
        </p:nvGraphicFramePr>
        <p:xfrm>
          <a:off x="1023392" y="3345886"/>
          <a:ext cx="6336704" cy="25298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336704">
                  <a:extLst>
                    <a:ext uri="{9D8B030D-6E8A-4147-A177-3AD203B41FA5}">
                      <a16:colId xmlns:a16="http://schemas.microsoft.com/office/drawing/2014/main" val="4020043646"/>
                    </a:ext>
                  </a:extLst>
                </a:gridCol>
              </a:tblGrid>
              <a:tr h="2497210">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.p7{</a:t>
                      </a:r>
                      <a:r>
                        <a:rPr kumimoji="1" lang="en-US" altLang="zh-CN" sz="2000" b="1" kern="1200" dirty="0">
                          <a:solidFill>
                            <a:schemeClr val="accent6"/>
                          </a:solidFill>
                          <a:latin typeface="+mn-ea"/>
                          <a:ea typeface="+mn-ea"/>
                          <a:cs typeface="+mn-cs"/>
                        </a:rPr>
                        <a:t>height:40px</a:t>
                      </a:r>
                      <a:r>
                        <a:rPr kumimoji="1" lang="en-US" altLang="zh-CN" sz="2000" b="1" kern="1200" dirty="0">
                          <a:solidFill>
                            <a:schemeClr val="tx1"/>
                          </a:solidFill>
                          <a:latin typeface="+mn-ea"/>
                          <a:ea typeface="+mn-ea"/>
                          <a:cs typeface="+mn-cs"/>
                        </a:rPr>
                        <a:t>;background: #</a:t>
                      </a:r>
                      <a:r>
                        <a:rPr kumimoji="1" lang="en-US" altLang="zh-CN" sz="2000" b="1" kern="1200" dirty="0" err="1">
                          <a:solidFill>
                            <a:schemeClr val="tx1"/>
                          </a:solidFill>
                          <a:latin typeface="+mn-ea"/>
                          <a:ea typeface="+mn-ea"/>
                          <a:cs typeface="+mn-cs"/>
                        </a:rPr>
                        <a:t>eee</a:t>
                      </a:r>
                      <a:r>
                        <a:rPr kumimoji="1" lang="en-US" altLang="zh-CN" sz="2000" b="1" kern="1200" dirty="0">
                          <a:solidFill>
                            <a:schemeClr val="tx1"/>
                          </a:solidFill>
                          <a:latin typeface="+mn-ea"/>
                          <a:ea typeface="+mn-ea"/>
                          <a:cs typeface="+mn-cs"/>
                        </a:rPr>
                        <a:t>;} </a:t>
                      </a:r>
                    </a:p>
                    <a:p>
                      <a:pPr algn="l">
                        <a:lnSpc>
                          <a:spcPct val="100000"/>
                        </a:lnSpc>
                      </a:pPr>
                      <a:r>
                        <a:rPr kumimoji="1" lang="en-US" altLang="zh-CN" sz="2000" b="1" kern="1200" dirty="0">
                          <a:solidFill>
                            <a:schemeClr val="accent6"/>
                          </a:solidFill>
                          <a:latin typeface="+mn-ea"/>
                          <a:ea typeface="+mn-ea"/>
                          <a:cs typeface="+mn-cs"/>
                        </a:rPr>
                        <a:t>  .</a:t>
                      </a:r>
                      <a:r>
                        <a:rPr kumimoji="1" lang="en-US" altLang="zh-CN" sz="2000" b="1" kern="1200" dirty="0">
                          <a:solidFill>
                            <a:schemeClr val="tx1"/>
                          </a:solidFill>
                          <a:latin typeface="+mn-ea"/>
                          <a:ea typeface="+mn-ea"/>
                          <a:cs typeface="+mn-cs"/>
                        </a:rPr>
                        <a:t>p8</a:t>
                      </a:r>
                      <a:r>
                        <a:rPr kumimoji="1" lang="en-US" altLang="zh-CN" sz="2000" b="1" kern="1200" dirty="0">
                          <a:solidFill>
                            <a:schemeClr val="accent6"/>
                          </a:solidFill>
                          <a:latin typeface="+mn-ea"/>
                          <a:ea typeface="+mn-ea"/>
                          <a:cs typeface="+mn-cs"/>
                        </a:rPr>
                        <a:t>{line-height:40px; }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class="p7"&gt;</a:t>
                      </a:r>
                      <a:r>
                        <a:rPr kumimoji="1" lang="zh-CN" altLang="en-US" sz="2000" b="1" kern="1200" dirty="0">
                          <a:solidFill>
                            <a:schemeClr val="tx1"/>
                          </a:solidFill>
                          <a:latin typeface="+mn-ea"/>
                          <a:ea typeface="+mn-ea"/>
                          <a:cs typeface="+mn-cs"/>
                        </a:rPr>
                        <a:t>这是一个普通段落</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  &lt;p class="p8"&gt;</a:t>
                      </a:r>
                      <a:r>
                        <a:rPr kumimoji="1" lang="zh-CN" altLang="en-US" sz="2000" b="1" kern="1200" dirty="0">
                          <a:solidFill>
                            <a:schemeClr val="tx1"/>
                          </a:solidFill>
                          <a:latin typeface="+mn-ea"/>
                          <a:ea typeface="+mn-ea"/>
                          <a:cs typeface="+mn-cs"/>
                        </a:rPr>
                        <a:t>这是一个居中段落</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1024531" y="2904633"/>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3-15b</a:t>
            </a:r>
            <a:endParaRPr lang="zh-CN" altLang="en-US" dirty="0">
              <a:solidFill>
                <a:srgbClr val="0000FF"/>
              </a:solidFill>
            </a:endParaRPr>
          </a:p>
          <a:p>
            <a:endParaRPr lang="zh-CN" altLang="en-US" dirty="0">
              <a:solidFill>
                <a:srgbClr val="0000FF"/>
              </a:solidFill>
            </a:endParaRPr>
          </a:p>
        </p:txBody>
      </p:sp>
      <p:pic>
        <p:nvPicPr>
          <p:cNvPr id="10" name="图片 9" descr="C:\Users\ADMINI~1\AppData\Local\Temp\1610032231(1).png">
            <a:extLst>
              <a:ext uri="{FF2B5EF4-FFF2-40B4-BE49-F238E27FC236}">
                <a16:creationId xmlns:a16="http://schemas.microsoft.com/office/drawing/2014/main" id="{0E5DCAE8-D3B5-416C-9EB6-02688EFE827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544570" y="3550964"/>
            <a:ext cx="2592288" cy="2119683"/>
          </a:xfrm>
          <a:prstGeom prst="rect">
            <a:avLst/>
          </a:prstGeom>
          <a:noFill/>
          <a:ln>
            <a:noFill/>
          </a:ln>
        </p:spPr>
      </p:pic>
    </p:spTree>
    <p:extLst>
      <p:ext uri="{BB962C8B-B14F-4D97-AF65-F5344CB8AC3E}">
        <p14:creationId xmlns:p14="http://schemas.microsoft.com/office/powerpoint/2010/main" val="699220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2221762"/>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）文本颜色</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color</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属性用于设置文本颜色</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3F5FCF49-D220-41C6-9CFD-3B03310D4923}"/>
              </a:ext>
            </a:extLst>
          </p:cNvPr>
          <p:cNvGraphicFramePr>
            <a:graphicFrameLocks noGrp="1"/>
          </p:cNvGraphicFramePr>
          <p:nvPr>
            <p:extLst>
              <p:ext uri="{D42A27DB-BD31-4B8C-83A1-F6EECF244321}">
                <p14:modId xmlns:p14="http://schemas.microsoft.com/office/powerpoint/2010/main" val="3065131101"/>
              </p:ext>
            </p:extLst>
          </p:nvPr>
        </p:nvGraphicFramePr>
        <p:xfrm>
          <a:off x="948197" y="3439147"/>
          <a:ext cx="9668432" cy="2861442"/>
        </p:xfrm>
        <a:graphic>
          <a:graphicData uri="http://schemas.openxmlformats.org/drawingml/2006/table">
            <a:tbl>
              <a:tblPr firstRow="1" firstCol="1" bandRow="1"/>
              <a:tblGrid>
                <a:gridCol w="3403736">
                  <a:extLst>
                    <a:ext uri="{9D8B030D-6E8A-4147-A177-3AD203B41FA5}">
                      <a16:colId xmlns:a16="http://schemas.microsoft.com/office/drawing/2014/main" val="619494917"/>
                    </a:ext>
                  </a:extLst>
                </a:gridCol>
                <a:gridCol w="6264696">
                  <a:extLst>
                    <a:ext uri="{9D8B030D-6E8A-4147-A177-3AD203B41FA5}">
                      <a16:colId xmlns:a16="http://schemas.microsoft.com/office/drawing/2014/main" val="98549008"/>
                    </a:ext>
                  </a:extLst>
                </a:gridCol>
              </a:tblGrid>
              <a:tr h="331793">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颜色模型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spcAft>
                          <a:spcPts val="0"/>
                        </a:spcAft>
                      </a:pPr>
                      <a:r>
                        <a:rPr lang="zh-CN" sz="1800" b="1" kern="0">
                          <a:effectLst/>
                          <a:latin typeface="Calibri" panose="020F0502020204030204" pitchFamily="34" charset="0"/>
                          <a:ea typeface="宋体" panose="02010600030101010101" pitchFamily="2" charset="-122"/>
                          <a:cs typeface="Times New Roman" panose="02020603050405020304" pitchFamily="18" charset="0"/>
                        </a:rPr>
                        <a:t>样例</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77187128"/>
                  </a:ext>
                </a:extLst>
              </a:tr>
              <a:tr h="383378">
                <a:tc>
                  <a:txBody>
                    <a:bodyPr/>
                    <a:lstStyle/>
                    <a:p>
                      <a:pPr algn="just">
                        <a:spcAft>
                          <a:spcPts val="0"/>
                        </a:spcAft>
                      </a:pPr>
                      <a:r>
                        <a:rPr lang="zh-CN" sz="1800" b="1" kern="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rPr>
                        <a:t>十六进制颜色</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dirty="0">
                          <a:effectLst/>
                          <a:latin typeface="宋体" panose="02010600030101010101" pitchFamily="2" charset="-122"/>
                          <a:ea typeface="宋体" panose="02010600030101010101" pitchFamily="2" charset="-122"/>
                          <a:cs typeface="Times New Roman" panose="02020603050405020304" pitchFamily="18" charset="0"/>
                        </a:rPr>
                        <a:t>color: #ff0000;</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红色</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4196949"/>
                  </a:ext>
                </a:extLst>
              </a:tr>
              <a:tr h="337655">
                <a:tc>
                  <a:txBody>
                    <a:bodyPr/>
                    <a:lstStyle/>
                    <a:p>
                      <a:pPr algn="just">
                        <a:spcAft>
                          <a:spcPts val="0"/>
                        </a:spcAft>
                      </a:pPr>
                      <a:r>
                        <a:rPr lang="zh-CN" sz="1800" kern="0" dirty="0">
                          <a:effectLst/>
                          <a:latin typeface="Calibri" panose="020F0502020204030204" pitchFamily="34" charset="0"/>
                          <a:ea typeface="宋体" panose="02010600030101010101" pitchFamily="2" charset="-122"/>
                          <a:cs typeface="Times New Roman" panose="02020603050405020304" pitchFamily="18" charset="0"/>
                        </a:rPr>
                        <a:t>带透明度的十六进制颜色</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color: #ff000080;</a:t>
                      </a:r>
                      <a:r>
                        <a:rPr lang="zh-CN" sz="1800" kern="0">
                          <a:effectLst/>
                          <a:latin typeface="Calibri" panose="020F0502020204030204" pitchFamily="34" charset="0"/>
                          <a:ea typeface="宋体" panose="02010600030101010101" pitchFamily="2" charset="-122"/>
                          <a:cs typeface="Times New Roman" panose="02020603050405020304" pitchFamily="18" charset="0"/>
                        </a:rPr>
                        <a:t>带透明度的红</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4742262"/>
                  </a:ext>
                </a:extLst>
              </a:tr>
              <a:tr h="301436">
                <a:tc>
                  <a:txBody>
                    <a:bodyPr/>
                    <a:lstStyle/>
                    <a:p>
                      <a:pPr algn="just">
                        <a:spcAft>
                          <a:spcPts val="0"/>
                        </a:spcAft>
                      </a:pPr>
                      <a:r>
                        <a:rPr lang="en-US" sz="1800" b="1" kern="0" dirty="0">
                          <a:solidFill>
                            <a:schemeClr val="accent6"/>
                          </a:solidFill>
                          <a:effectLst/>
                          <a:latin typeface="宋体" panose="02010600030101010101" pitchFamily="2" charset="-122"/>
                          <a:ea typeface="宋体" panose="02010600030101010101" pitchFamily="2" charset="-122"/>
                          <a:cs typeface="Times New Roman" panose="02020603050405020304" pitchFamily="18" charset="0"/>
                        </a:rPr>
                        <a:t>RGB </a:t>
                      </a:r>
                      <a:r>
                        <a:rPr lang="zh-CN" sz="1800" b="1" kern="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rPr>
                        <a:t>颜色</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color: rgb(255, 0, 0); </a:t>
                      </a:r>
                      <a:r>
                        <a:rPr lang="zh-CN" sz="1800" kern="0">
                          <a:effectLst/>
                          <a:latin typeface="Calibri" panose="020F0502020204030204" pitchFamily="34" charset="0"/>
                          <a:ea typeface="宋体" panose="02010600030101010101" pitchFamily="2" charset="-122"/>
                          <a:cs typeface="Times New Roman" panose="02020603050405020304" pitchFamily="18" charset="0"/>
                        </a:rPr>
                        <a:t>红色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379066"/>
                  </a:ext>
                </a:extLst>
              </a:tr>
              <a:tr h="301436">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RGBA </a:t>
                      </a:r>
                      <a:r>
                        <a:rPr lang="zh-CN" sz="1800" kern="0">
                          <a:effectLst/>
                          <a:latin typeface="Calibri" panose="020F0502020204030204" pitchFamily="34" charset="0"/>
                          <a:ea typeface="宋体" panose="02010600030101010101" pitchFamily="2" charset="-122"/>
                          <a:cs typeface="Times New Roman" panose="02020603050405020304" pitchFamily="18" charset="0"/>
                        </a:rPr>
                        <a:t>颜色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color: rgba(255, 0, 0, 0.3)</a:t>
                      </a:r>
                      <a:r>
                        <a:rPr lang="zh-CN" sz="1800" kern="0">
                          <a:effectLst/>
                          <a:latin typeface="Calibri" panose="020F0502020204030204" pitchFamily="34" charset="0"/>
                          <a:ea typeface="宋体" panose="02010600030101010101" pitchFamily="2" charset="-122"/>
                          <a:cs typeface="Times New Roman" panose="02020603050405020304" pitchFamily="18" charset="0"/>
                        </a:rPr>
                        <a:t>带透明度的红</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9987247"/>
                  </a:ext>
                </a:extLst>
              </a:tr>
              <a:tr h="301436">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HSL </a:t>
                      </a:r>
                      <a:r>
                        <a:rPr lang="zh-CN" sz="1800" kern="0">
                          <a:effectLst/>
                          <a:latin typeface="Calibri" panose="020F0502020204030204" pitchFamily="34" charset="0"/>
                          <a:ea typeface="宋体" panose="02010600030101010101" pitchFamily="2" charset="-122"/>
                          <a:cs typeface="Times New Roman" panose="02020603050405020304" pitchFamily="18" charset="0"/>
                        </a:rPr>
                        <a:t>颜色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color: hsl(120, 100%, 50%)</a:t>
                      </a:r>
                      <a:r>
                        <a:rPr lang="zh-CN" sz="1800" kern="0">
                          <a:effectLst/>
                          <a:latin typeface="Calibri" panose="020F0502020204030204" pitchFamily="34" charset="0"/>
                          <a:ea typeface="宋体" panose="02010600030101010101" pitchFamily="2" charset="-122"/>
                          <a:cs typeface="Times New Roman" panose="02020603050405020304" pitchFamily="18" charset="0"/>
                        </a:rPr>
                        <a:t>绿色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3933606"/>
                  </a:ext>
                </a:extLst>
              </a:tr>
              <a:tr h="301436">
                <a:tc>
                  <a:txBody>
                    <a:bodyPr/>
                    <a:lstStyle/>
                    <a:p>
                      <a:pPr algn="just">
                        <a:spcAft>
                          <a:spcPts val="0"/>
                        </a:spcAft>
                      </a:pPr>
                      <a:r>
                        <a:rPr lang="en-US" sz="1800" kern="0">
                          <a:effectLst/>
                          <a:latin typeface="宋体" panose="02010600030101010101" pitchFamily="2" charset="-122"/>
                          <a:ea typeface="宋体" panose="02010600030101010101" pitchFamily="2" charset="-122"/>
                          <a:cs typeface="Times New Roman" panose="02020603050405020304" pitchFamily="18" charset="0"/>
                        </a:rPr>
                        <a:t>HSLA </a:t>
                      </a:r>
                      <a:r>
                        <a:rPr lang="zh-CN" sz="1800" kern="0">
                          <a:effectLst/>
                          <a:latin typeface="Calibri" panose="020F0502020204030204" pitchFamily="34" charset="0"/>
                          <a:ea typeface="宋体" panose="02010600030101010101" pitchFamily="2" charset="-122"/>
                          <a:cs typeface="Times New Roman" panose="02020603050405020304" pitchFamily="18" charset="0"/>
                        </a:rPr>
                        <a:t>颜色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ES" sz="1800" kern="0">
                          <a:effectLst/>
                          <a:latin typeface="宋体" panose="02010600030101010101" pitchFamily="2" charset="-122"/>
                          <a:ea typeface="宋体" panose="02010600030101010101" pitchFamily="2" charset="-122"/>
                          <a:cs typeface="Times New Roman" panose="02020603050405020304" pitchFamily="18" charset="0"/>
                        </a:rPr>
                        <a:t>color: hsla(120, 100%, 50%, 0.3)</a:t>
                      </a:r>
                      <a:r>
                        <a:rPr lang="zh-CN" sz="1800" kern="0">
                          <a:effectLst/>
                          <a:latin typeface="Calibri" panose="020F0502020204030204" pitchFamily="34" charset="0"/>
                          <a:ea typeface="宋体" panose="02010600030101010101" pitchFamily="2" charset="-122"/>
                          <a:cs typeface="Times New Roman" panose="02020603050405020304" pitchFamily="18" charset="0"/>
                        </a:rPr>
                        <a:t>带透明度的绿色</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9595348"/>
                  </a:ext>
                </a:extLst>
              </a:tr>
              <a:tr h="602872">
                <a:tc>
                  <a:txBody>
                    <a:bodyPr/>
                    <a:lstStyle/>
                    <a:p>
                      <a:pPr algn="just">
                        <a:spcAft>
                          <a:spcPts val="0"/>
                        </a:spcAft>
                      </a:pPr>
                      <a:r>
                        <a:rPr lang="zh-CN" sz="1800" b="1" kern="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rPr>
                        <a:t>预定义</a:t>
                      </a:r>
                      <a:r>
                        <a:rPr lang="en-US" sz="1800" b="1" kern="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rPr>
                        <a:t>/</a:t>
                      </a:r>
                      <a:r>
                        <a:rPr lang="zh-CN" sz="1800" b="1" kern="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rPr>
                        <a:t>跨浏览器颜色关键词</a:t>
                      </a:r>
                      <a:endParaRPr lang="zh-CN" sz="1800" b="1" kern="100" dirty="0">
                        <a:solidFill>
                          <a:schemeClr val="accent6"/>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ES" sz="1800" kern="0" dirty="0">
                          <a:effectLst/>
                          <a:latin typeface="宋体" panose="02010600030101010101" pitchFamily="2" charset="-122"/>
                          <a:ea typeface="宋体" panose="02010600030101010101" pitchFamily="2" charset="-122"/>
                          <a:cs typeface="Times New Roman" panose="02020603050405020304" pitchFamily="18" charset="0"/>
                        </a:rPr>
                        <a:t>color: </a:t>
                      </a:r>
                      <a:r>
                        <a:rPr lang="en-US" sz="1800" kern="0" dirty="0">
                          <a:effectLst/>
                          <a:latin typeface="宋体" panose="02010600030101010101" pitchFamily="2" charset="-122"/>
                          <a:ea typeface="宋体" panose="02010600030101010101" pitchFamily="2" charset="-122"/>
                          <a:cs typeface="Times New Roman" panose="02020603050405020304" pitchFamily="18" charset="0"/>
                        </a:rPr>
                        <a:t>blue;  </a:t>
                      </a:r>
                      <a:r>
                        <a:rPr lang="en-US" sz="1800" kern="0" dirty="0" err="1">
                          <a:effectLst/>
                          <a:latin typeface="宋体" panose="02010600030101010101" pitchFamily="2" charset="-122"/>
                          <a:ea typeface="宋体" panose="02010600030101010101" pitchFamily="2" charset="-122"/>
                          <a:cs typeface="Times New Roman" panose="02020603050405020304" pitchFamily="18" charset="0"/>
                        </a:rPr>
                        <a:t>color:green</a:t>
                      </a:r>
                      <a:r>
                        <a:rPr lang="en-US" sz="1800" kern="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sz="1800" kern="0" dirty="0">
                          <a:effectLst/>
                          <a:latin typeface="宋体" panose="02010600030101010101" pitchFamily="2" charset="-122"/>
                          <a:ea typeface="宋体" panose="02010600030101010101" pitchFamily="2" charset="-122"/>
                          <a:cs typeface="Times New Roman" panose="02020603050405020304" pitchFamily="18" charset="0"/>
                        </a:rPr>
                        <a:t> </a:t>
                      </a:r>
                      <a:r>
                        <a:rPr lang="zh-CN" sz="1800" kern="0" dirty="0">
                          <a:effectLst/>
                          <a:latin typeface="Calibri" panose="020F0502020204030204" pitchFamily="34" charset="0"/>
                          <a:ea typeface="宋体" panose="02010600030101010101" pitchFamily="2" charset="-122"/>
                          <a:cs typeface="Times New Roman" panose="02020603050405020304" pitchFamily="18" charset="0"/>
                        </a:rPr>
                        <a:t>等</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44124476"/>
                  </a:ext>
                </a:extLst>
              </a:tr>
            </a:tbl>
          </a:graphicData>
        </a:graphic>
      </p:graphicFrame>
    </p:spTree>
    <p:extLst>
      <p:ext uri="{BB962C8B-B14F-4D97-AF65-F5344CB8AC3E}">
        <p14:creationId xmlns:p14="http://schemas.microsoft.com/office/powerpoint/2010/main" val="1035431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3489866"/>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）文本修饰</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text-decoration</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属性用于设置文本的装饰线效果</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装饰线效果包括线的形式、线的样式和线的颜色</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b="1" dirty="0">
                <a:effectLst>
                  <a:outerShdw blurRad="38100" dist="38100" dir="2700000" algn="tl">
                    <a:srgbClr val="000000">
                      <a:alpha val="43137"/>
                    </a:srgbClr>
                  </a:outerShdw>
                </a:effectLst>
                <a:latin typeface="+mn-ea"/>
                <a:ea typeface="+mn-ea"/>
                <a:cs typeface="Times New Roman" panose="02020603050405020304" pitchFamily="18" charset="0"/>
              </a:rPr>
              <a:t>装饰线：</a:t>
            </a:r>
            <a:r>
              <a:rPr lang="zh-CN" altLang="zh-CN" sz="1600" b="1" dirty="0">
                <a:solidFill>
                  <a:schemeClr val="accent6"/>
                </a:solidFill>
                <a:effectLst>
                  <a:outerShdw blurRad="38100" dist="38100" dir="2700000" algn="tl">
                    <a:srgbClr val="000000">
                      <a:alpha val="43137"/>
                    </a:srgbClr>
                  </a:outerShdw>
                </a:effectLst>
                <a:latin typeface="+mn-ea"/>
                <a:ea typeface="+mn-ea"/>
              </a:rPr>
              <a:t>上划线（</a:t>
            </a:r>
            <a:r>
              <a:rPr lang="en-US" altLang="zh-CN" sz="1600" b="1" dirty="0">
                <a:solidFill>
                  <a:schemeClr val="accent6"/>
                </a:solidFill>
                <a:effectLst>
                  <a:outerShdw blurRad="38100" dist="38100" dir="2700000" algn="tl">
                    <a:srgbClr val="000000">
                      <a:alpha val="43137"/>
                    </a:srgbClr>
                  </a:outerShdw>
                </a:effectLst>
                <a:latin typeface="+mn-ea"/>
                <a:ea typeface="+mn-ea"/>
              </a:rPr>
              <a:t>overline</a:t>
            </a:r>
            <a:r>
              <a:rPr lang="zh-CN" altLang="zh-CN" sz="1600" b="1" dirty="0">
                <a:solidFill>
                  <a:schemeClr val="accent6"/>
                </a:solidFill>
                <a:effectLst>
                  <a:outerShdw blurRad="38100" dist="38100" dir="2700000" algn="tl">
                    <a:srgbClr val="000000">
                      <a:alpha val="43137"/>
                    </a:srgbClr>
                  </a:outerShdw>
                </a:effectLst>
                <a:latin typeface="+mn-ea"/>
                <a:ea typeface="+mn-ea"/>
              </a:rPr>
              <a:t>）、下划线（</a:t>
            </a:r>
            <a:r>
              <a:rPr lang="en-US" altLang="zh-CN" sz="1600" b="1" dirty="0">
                <a:solidFill>
                  <a:schemeClr val="accent6"/>
                </a:solidFill>
                <a:effectLst>
                  <a:outerShdw blurRad="38100" dist="38100" dir="2700000" algn="tl">
                    <a:srgbClr val="000000">
                      <a:alpha val="43137"/>
                    </a:srgbClr>
                  </a:outerShdw>
                </a:effectLst>
                <a:latin typeface="+mn-ea"/>
                <a:ea typeface="+mn-ea"/>
              </a:rPr>
              <a:t>underline</a:t>
            </a:r>
            <a:r>
              <a:rPr lang="zh-CN" altLang="zh-CN" sz="1600" b="1" dirty="0">
                <a:solidFill>
                  <a:schemeClr val="accent6"/>
                </a:solidFill>
                <a:effectLst>
                  <a:outerShdw blurRad="38100" dist="38100" dir="2700000" algn="tl">
                    <a:srgbClr val="000000">
                      <a:alpha val="43137"/>
                    </a:srgbClr>
                  </a:outerShdw>
                </a:effectLst>
                <a:latin typeface="+mn-ea"/>
                <a:ea typeface="+mn-ea"/>
              </a:rPr>
              <a:t>）和删除线（</a:t>
            </a:r>
            <a:r>
              <a:rPr lang="en-US" altLang="zh-CN" sz="1600" b="1" dirty="0">
                <a:solidFill>
                  <a:schemeClr val="accent6"/>
                </a:solidFill>
                <a:effectLst>
                  <a:outerShdw blurRad="38100" dist="38100" dir="2700000" algn="tl">
                    <a:srgbClr val="000000">
                      <a:alpha val="43137"/>
                    </a:srgbClr>
                  </a:outerShdw>
                </a:effectLst>
                <a:latin typeface="+mn-ea"/>
                <a:ea typeface="+mn-ea"/>
              </a:rPr>
              <a:t>line-through</a:t>
            </a:r>
            <a:r>
              <a:rPr lang="zh-CN" altLang="zh-CN" sz="1600" b="1" dirty="0">
                <a:solidFill>
                  <a:schemeClr val="accent6"/>
                </a:solidFill>
                <a:effectLst>
                  <a:outerShdw blurRad="38100" dist="38100" dir="2700000" algn="tl">
                    <a:srgbClr val="000000">
                      <a:alpha val="43137"/>
                    </a:srgbClr>
                  </a:outerShdw>
                </a:effectLst>
                <a:latin typeface="+mn-ea"/>
                <a:ea typeface="+mn-ea"/>
              </a:rPr>
              <a:t>），默认没有装饰线（</a:t>
            </a:r>
            <a:r>
              <a:rPr lang="en-US" altLang="zh-CN" sz="1600" b="1" dirty="0">
                <a:solidFill>
                  <a:schemeClr val="accent6"/>
                </a:solidFill>
                <a:effectLst>
                  <a:outerShdw blurRad="38100" dist="38100" dir="2700000" algn="tl">
                    <a:srgbClr val="000000">
                      <a:alpha val="43137"/>
                    </a:srgbClr>
                  </a:outerShdw>
                </a:effectLst>
                <a:latin typeface="+mn-ea"/>
                <a:ea typeface="+mn-ea"/>
              </a:rPr>
              <a:t>none</a:t>
            </a:r>
            <a:r>
              <a:rPr lang="zh-CN" altLang="zh-CN" sz="1600" b="1" dirty="0">
                <a:solidFill>
                  <a:schemeClr val="accent6"/>
                </a:solidFill>
                <a:effectLst>
                  <a:outerShdw blurRad="38100" dist="38100" dir="2700000" algn="tl">
                    <a:srgbClr val="000000">
                      <a:alpha val="43137"/>
                    </a:srgbClr>
                  </a:outerShdw>
                </a:effectLst>
                <a:latin typeface="+mn-ea"/>
                <a:ea typeface="+mn-ea"/>
              </a:rPr>
              <a:t>）</a:t>
            </a:r>
            <a:endParaRPr lang="en-US" altLang="zh-CN" b="1" dirty="0">
              <a:solidFill>
                <a:schemeClr val="accent6"/>
              </a:solidFill>
              <a:effectLst>
                <a:outerShdw blurRad="38100" dist="38100" dir="2700000" algn="tl">
                  <a:srgbClr val="000000">
                    <a:alpha val="43137"/>
                  </a:srgbClr>
                </a:outerShdw>
              </a:effectLst>
              <a:latin typeface="+mn-ea"/>
              <a:ea typeface="+mn-ea"/>
            </a:endParaRPr>
          </a:p>
          <a:p>
            <a:pPr>
              <a:lnSpc>
                <a:spcPct val="150000"/>
              </a:lnSpc>
              <a:buClr>
                <a:schemeClr val="accent6"/>
              </a:buClr>
            </a:pPr>
            <a:r>
              <a:rPr lang="zh-CN" altLang="en-US" b="1" dirty="0">
                <a:solidFill>
                  <a:schemeClr val="accent4"/>
                </a:solidFill>
                <a:effectLst>
                  <a:outerShdw blurRad="38100" dist="38100" dir="2700000" algn="tl">
                    <a:srgbClr val="000000">
                      <a:alpha val="43137"/>
                    </a:srgbClr>
                  </a:outerShdw>
                </a:effectLst>
                <a:latin typeface="+mn-ea"/>
                <a:ea typeface="+mn-ea"/>
                <a:cs typeface="Times New Roman" panose="02020603050405020304" pitchFamily="18" charset="0"/>
              </a:rPr>
              <a:t>线条的样式：</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实线（</a:t>
            </a:r>
            <a:r>
              <a:rPr lang="en-US" altLang="zh-CN"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solid</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）、波浪线（</a:t>
            </a:r>
            <a:r>
              <a:rPr lang="en-US" altLang="zh-CN"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wavy</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）、虚线（</a:t>
            </a:r>
            <a:r>
              <a:rPr lang="en-US" altLang="zh-CN"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dashed</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）、点划线（</a:t>
            </a:r>
            <a:r>
              <a:rPr lang="en-US" altLang="zh-CN"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dotted</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），默认为实线</a:t>
            </a:r>
            <a:endParaRPr lang="en-US" altLang="zh-CN"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1600" b="1" dirty="0">
                <a:solidFill>
                  <a:schemeClr val="accent4"/>
                </a:solidFill>
                <a:effectLst>
                  <a:outerShdw blurRad="38100" dist="38100" dir="2700000" algn="tl">
                    <a:srgbClr val="000000">
                      <a:alpha val="43137"/>
                    </a:srgbClr>
                  </a:outerShdw>
                </a:effectLst>
                <a:latin typeface="+mn-ea"/>
                <a:ea typeface="+mn-ea"/>
                <a:cs typeface="Times New Roman" panose="02020603050405020304" pitchFamily="18" charset="0"/>
              </a:rPr>
              <a:t>颜色：</a:t>
            </a:r>
            <a:r>
              <a:rPr lang="zh-CN" altLang="en-US" sz="16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默认与字体颜色相同</a:t>
            </a:r>
            <a:endParaRPr lang="en-US" altLang="zh-CN"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17421932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5245916" cy="55976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2</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）文本修饰</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1325422983"/>
              </p:ext>
            </p:extLst>
          </p:nvPr>
        </p:nvGraphicFramePr>
        <p:xfrm>
          <a:off x="834209" y="2802726"/>
          <a:ext cx="7406158"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7406158">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accent6"/>
                          </a:solidFill>
                          <a:latin typeface="+mn-ea"/>
                          <a:ea typeface="+mn-ea"/>
                          <a:cs typeface="+mn-cs"/>
                        </a:rPr>
                        <a:t>  .p1{</a:t>
                      </a:r>
                      <a:r>
                        <a:rPr kumimoji="1" lang="en-US" altLang="zh-CN" sz="2000" b="1" kern="1200" dirty="0" err="1">
                          <a:solidFill>
                            <a:schemeClr val="accent6"/>
                          </a:solidFill>
                          <a:latin typeface="+mn-ea"/>
                          <a:ea typeface="+mn-ea"/>
                          <a:cs typeface="+mn-cs"/>
                        </a:rPr>
                        <a:t>text-decoration:line-through</a:t>
                      </a:r>
                      <a:r>
                        <a:rPr kumimoji="1" lang="en-US" altLang="zh-CN" sz="2000" b="1" kern="1200" dirty="0">
                          <a:solidFill>
                            <a:schemeClr val="accent6"/>
                          </a:solidFill>
                          <a:latin typeface="+mn-ea"/>
                          <a:ea typeface="+mn-ea"/>
                          <a:cs typeface="+mn-cs"/>
                        </a:rPr>
                        <a:t> red;}</a:t>
                      </a:r>
                    </a:p>
                    <a:p>
                      <a:pPr algn="l">
                        <a:lnSpc>
                          <a:spcPct val="100000"/>
                        </a:lnSpc>
                      </a:pPr>
                      <a:r>
                        <a:rPr kumimoji="1" lang="en-US" altLang="zh-CN" sz="2000" b="1" kern="1200" dirty="0">
                          <a:solidFill>
                            <a:schemeClr val="accent6"/>
                          </a:solidFill>
                          <a:latin typeface="+mn-ea"/>
                          <a:ea typeface="+mn-ea"/>
                          <a:cs typeface="+mn-cs"/>
                        </a:rPr>
                        <a:t>  .p2{</a:t>
                      </a:r>
                      <a:r>
                        <a:rPr kumimoji="1" lang="en-US" altLang="zh-CN" sz="2000" b="1" kern="1200" dirty="0" err="1">
                          <a:solidFill>
                            <a:schemeClr val="accent6"/>
                          </a:solidFill>
                          <a:latin typeface="+mn-ea"/>
                          <a:ea typeface="+mn-ea"/>
                          <a:cs typeface="+mn-cs"/>
                        </a:rPr>
                        <a:t>text-decoration:overline</a:t>
                      </a:r>
                      <a:r>
                        <a:rPr kumimoji="1" lang="en-US" altLang="zh-CN" sz="2000" b="1" kern="1200" dirty="0">
                          <a:solidFill>
                            <a:schemeClr val="accent6"/>
                          </a:solidFill>
                          <a:latin typeface="+mn-ea"/>
                          <a:ea typeface="+mn-ea"/>
                          <a:cs typeface="+mn-cs"/>
                        </a:rPr>
                        <a:t>;}</a:t>
                      </a:r>
                    </a:p>
                    <a:p>
                      <a:pPr algn="l">
                        <a:lnSpc>
                          <a:spcPct val="100000"/>
                        </a:lnSpc>
                      </a:pPr>
                      <a:r>
                        <a:rPr kumimoji="1" lang="en-US" altLang="zh-CN" sz="2000" b="1" kern="1200" dirty="0">
                          <a:solidFill>
                            <a:schemeClr val="accent6"/>
                          </a:solidFill>
                          <a:latin typeface="+mn-ea"/>
                          <a:ea typeface="+mn-ea"/>
                          <a:cs typeface="+mn-cs"/>
                        </a:rPr>
                        <a:t>  .p3{</a:t>
                      </a:r>
                      <a:r>
                        <a:rPr kumimoji="1" lang="en-US" altLang="zh-CN" sz="2000" b="1" kern="1200" dirty="0" err="1">
                          <a:solidFill>
                            <a:schemeClr val="accent6"/>
                          </a:solidFill>
                          <a:latin typeface="+mn-ea"/>
                          <a:ea typeface="+mn-ea"/>
                          <a:cs typeface="+mn-cs"/>
                        </a:rPr>
                        <a:t>text-decoration:underline</a:t>
                      </a:r>
                      <a:r>
                        <a:rPr kumimoji="1" lang="en-US" altLang="zh-CN" sz="2000" b="1" kern="1200" dirty="0">
                          <a:solidFill>
                            <a:schemeClr val="accent6"/>
                          </a:solidFill>
                          <a:latin typeface="+mn-ea"/>
                          <a:ea typeface="+mn-ea"/>
                          <a:cs typeface="+mn-cs"/>
                        </a:rPr>
                        <a:t>;}</a:t>
                      </a:r>
                    </a:p>
                    <a:p>
                      <a:pPr algn="l">
                        <a:lnSpc>
                          <a:spcPct val="100000"/>
                        </a:lnSpc>
                      </a:pPr>
                      <a:r>
                        <a:rPr kumimoji="1" lang="en-US" altLang="zh-CN" sz="2000" b="1" kern="1200" dirty="0">
                          <a:solidFill>
                            <a:schemeClr val="accent6"/>
                          </a:solidFill>
                          <a:latin typeface="+mn-ea"/>
                          <a:ea typeface="+mn-ea"/>
                          <a:cs typeface="+mn-cs"/>
                        </a:rPr>
                        <a:t>  .p4{</a:t>
                      </a:r>
                      <a:r>
                        <a:rPr kumimoji="1" lang="en-US" altLang="zh-CN" sz="2000" b="1" kern="1200" dirty="0" err="1">
                          <a:solidFill>
                            <a:schemeClr val="accent6"/>
                          </a:solidFill>
                          <a:latin typeface="+mn-ea"/>
                          <a:ea typeface="+mn-ea"/>
                          <a:cs typeface="+mn-cs"/>
                        </a:rPr>
                        <a:t>text-decoration:underline</a:t>
                      </a:r>
                      <a:r>
                        <a:rPr kumimoji="1" lang="en-US" altLang="zh-CN" sz="2000" b="1" kern="1200" dirty="0">
                          <a:solidFill>
                            <a:schemeClr val="accent6"/>
                          </a:solidFill>
                          <a:latin typeface="+mn-ea"/>
                          <a:ea typeface="+mn-ea"/>
                          <a:cs typeface="+mn-cs"/>
                        </a:rPr>
                        <a:t> wavy red;}</a:t>
                      </a:r>
                    </a:p>
                    <a:p>
                      <a:pPr algn="l">
                        <a:lnSpc>
                          <a:spcPct val="100000"/>
                        </a:lnSpc>
                      </a:pPr>
                      <a:r>
                        <a:rPr kumimoji="1" lang="en-US" altLang="zh-CN" sz="2000" b="1" kern="1200" dirty="0">
                          <a:solidFill>
                            <a:schemeClr val="accent6"/>
                          </a:solidFill>
                          <a:latin typeface="+mn-ea"/>
                          <a:ea typeface="+mn-ea"/>
                          <a:cs typeface="+mn-cs"/>
                        </a:rPr>
                        <a:t>  .p5{</a:t>
                      </a:r>
                      <a:r>
                        <a:rPr kumimoji="1" lang="en-US" altLang="zh-CN" sz="2000" b="1" kern="1200" dirty="0" err="1">
                          <a:solidFill>
                            <a:schemeClr val="accent6"/>
                          </a:solidFill>
                          <a:latin typeface="+mn-ea"/>
                          <a:ea typeface="+mn-ea"/>
                          <a:cs typeface="+mn-cs"/>
                        </a:rPr>
                        <a:t>text-decoration:underline</a:t>
                      </a:r>
                      <a:r>
                        <a:rPr kumimoji="1" lang="en-US" altLang="zh-CN" sz="2000" b="1" kern="1200" dirty="0">
                          <a:solidFill>
                            <a:schemeClr val="accent6"/>
                          </a:solidFill>
                          <a:latin typeface="+mn-ea"/>
                          <a:ea typeface="+mn-ea"/>
                          <a:cs typeface="+mn-cs"/>
                        </a:rPr>
                        <a:t> dashed;}     </a:t>
                      </a:r>
                    </a:p>
                    <a:p>
                      <a:pPr algn="l">
                        <a:lnSpc>
                          <a:spcPct val="100000"/>
                        </a:lnSpc>
                      </a:pPr>
                      <a:r>
                        <a:rPr kumimoji="1" lang="en-US" altLang="zh-CN" sz="2000" b="1" kern="1200" dirty="0">
                          <a:solidFill>
                            <a:schemeClr val="accent6"/>
                          </a:solidFill>
                          <a:latin typeface="+mn-ea"/>
                          <a:ea typeface="+mn-ea"/>
                          <a:cs typeface="+mn-cs"/>
                        </a:rPr>
                        <a:t>  .p6{</a:t>
                      </a:r>
                      <a:r>
                        <a:rPr kumimoji="1" lang="en-US" altLang="zh-CN" sz="2000" b="1" kern="1200" dirty="0" err="1">
                          <a:solidFill>
                            <a:schemeClr val="accent6"/>
                          </a:solidFill>
                          <a:latin typeface="+mn-ea"/>
                          <a:ea typeface="+mn-ea"/>
                          <a:cs typeface="+mn-cs"/>
                        </a:rPr>
                        <a:t>text-decoration:underline</a:t>
                      </a:r>
                      <a:r>
                        <a:rPr kumimoji="1" lang="en-US" altLang="zh-CN" sz="2000" b="1" kern="1200" dirty="0">
                          <a:solidFill>
                            <a:schemeClr val="accent6"/>
                          </a:solidFill>
                          <a:latin typeface="+mn-ea"/>
                          <a:ea typeface="+mn-ea"/>
                          <a:cs typeface="+mn-cs"/>
                        </a:rPr>
                        <a:t> dotted;}  </a:t>
                      </a:r>
                    </a:p>
                    <a:p>
                      <a:pPr algn="l">
                        <a:lnSpc>
                          <a:spcPct val="100000"/>
                        </a:lnSpc>
                      </a:pPr>
                      <a:r>
                        <a:rPr kumimoji="1" lang="en-US" altLang="zh-CN" sz="2000" b="1" kern="1200" dirty="0">
                          <a:solidFill>
                            <a:schemeClr val="tx1"/>
                          </a:solidFill>
                          <a:latin typeface="+mn-ea"/>
                          <a:ea typeface="+mn-ea"/>
                          <a:cs typeface="+mn-cs"/>
                        </a:rPr>
                        <a:t>&lt;/style&gt;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967557" y="230133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3-16 CSS</a:t>
            </a:r>
            <a:r>
              <a:rPr lang="zh-CN" altLang="en-US" dirty="0">
                <a:solidFill>
                  <a:srgbClr val="0000FF"/>
                </a:solidFill>
              </a:rPr>
              <a:t>代码部分</a:t>
            </a:r>
          </a:p>
          <a:p>
            <a:endParaRPr lang="zh-CN" altLang="en-US" dirty="0">
              <a:solidFill>
                <a:srgbClr val="0000FF"/>
              </a:solidFill>
            </a:endParaRPr>
          </a:p>
        </p:txBody>
      </p:sp>
      <p:pic>
        <p:nvPicPr>
          <p:cNvPr id="10" name="图片 9">
            <a:extLst>
              <a:ext uri="{FF2B5EF4-FFF2-40B4-BE49-F238E27FC236}">
                <a16:creationId xmlns:a16="http://schemas.microsoft.com/office/drawing/2014/main" id="{BF4F2CCF-785F-45C7-892C-D8C73A467C87}"/>
              </a:ext>
            </a:extLst>
          </p:cNvPr>
          <p:cNvPicPr/>
          <p:nvPr/>
        </p:nvPicPr>
        <p:blipFill>
          <a:blip r:embed="rId2"/>
          <a:stretch>
            <a:fillRect/>
          </a:stretch>
        </p:blipFill>
        <p:spPr>
          <a:xfrm>
            <a:off x="8801970" y="2779831"/>
            <a:ext cx="2503339" cy="3413644"/>
          </a:xfrm>
          <a:prstGeom prst="rect">
            <a:avLst/>
          </a:prstGeom>
        </p:spPr>
      </p:pic>
    </p:spTree>
    <p:extLst>
      <p:ext uri="{BB962C8B-B14F-4D97-AF65-F5344CB8AC3E}">
        <p14:creationId xmlns:p14="http://schemas.microsoft.com/office/powerpoint/2010/main" val="366023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4437753"/>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）文本间距</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CSS</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中有两个属性用于设置文本的间距</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word-spacing</a:t>
            </a:r>
            <a:r>
              <a:rPr lang="zh-CN" altLang="en-US"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letter-spacing</a:t>
            </a:r>
          </a:p>
          <a:p>
            <a:pPr marL="342900" indent="-342900">
              <a:lnSpc>
                <a:spcPct val="150000"/>
              </a:lnSpc>
              <a:buClr>
                <a:schemeClr val="accent6"/>
              </a:buClr>
              <a:buFont typeface="Wingdings" panose="05000000000000000000" pitchFamily="2" charset="2"/>
              <a:buChar char="ü"/>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word-space</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表示字（单词）的间距</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letter-spacing</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表示字母的间距</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对于中文，</a:t>
            </a:r>
            <a:r>
              <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word-spacing</a:t>
            </a:r>
            <a:r>
              <a:rPr lang="zh-CN" altLang="en-US"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属性不起效果</a:t>
            </a:r>
            <a:endParaRPr lang="en-US" altLang="zh-CN" sz="24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  长度单位</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spTree>
    <p:extLst>
      <p:ext uri="{BB962C8B-B14F-4D97-AF65-F5344CB8AC3E}">
        <p14:creationId xmlns:p14="http://schemas.microsoft.com/office/powerpoint/2010/main" val="19908549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10" y="1548061"/>
            <a:ext cx="5245916" cy="559769"/>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cs typeface="Times New Roman" panose="02020603050405020304" pitchFamily="18" charset="0"/>
              </a:rPr>
              <a:t>3</a:t>
            </a:r>
            <a:r>
              <a:rPr lang="zh-CN" altLang="en-US" sz="2400" b="1" dirty="0">
                <a:effectLst>
                  <a:outerShdw blurRad="38100" dist="38100" dir="2700000" algn="tl">
                    <a:srgbClr val="000000">
                      <a:alpha val="43137"/>
                    </a:srgbClr>
                  </a:outerShdw>
                </a:effectLst>
                <a:latin typeface="+mn-ea"/>
                <a:cs typeface="Times New Roman" panose="02020603050405020304" pitchFamily="18" charset="0"/>
              </a:rPr>
              <a:t>）文本间距</a:t>
            </a:r>
            <a:endParaRPr lang="en-US" altLang="zh-CN" sz="2400" b="1" dirty="0">
              <a:effectLst>
                <a:outerShdw blurRad="38100" dist="38100" dir="2700000" algn="tl">
                  <a:srgbClr val="000000">
                    <a:alpha val="43137"/>
                  </a:srgbClr>
                </a:outerShdw>
              </a:effectLst>
              <a:latin typeface="+mn-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CD68A3F2-72CA-4C70-8A1F-6F9E69D6117C}"/>
              </a:ext>
            </a:extLst>
          </p:cNvPr>
          <p:cNvGraphicFramePr>
            <a:graphicFrameLocks noGrp="1"/>
          </p:cNvGraphicFramePr>
          <p:nvPr>
            <p:extLst>
              <p:ext uri="{D42A27DB-BD31-4B8C-83A1-F6EECF244321}">
                <p14:modId xmlns:p14="http://schemas.microsoft.com/office/powerpoint/2010/main" val="3141167445"/>
              </p:ext>
            </p:extLst>
          </p:nvPr>
        </p:nvGraphicFramePr>
        <p:xfrm>
          <a:off x="834209" y="2802726"/>
          <a:ext cx="6398044" cy="3384375"/>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398044">
                  <a:extLst>
                    <a:ext uri="{9D8B030D-6E8A-4147-A177-3AD203B41FA5}">
                      <a16:colId xmlns:a16="http://schemas.microsoft.com/office/drawing/2014/main" val="4020043646"/>
                    </a:ext>
                  </a:extLst>
                </a:gridCol>
              </a:tblGrid>
              <a:tr h="3384375">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accent6"/>
                          </a:solidFill>
                          <a:latin typeface="+mn-ea"/>
                          <a:ea typeface="+mn-ea"/>
                          <a:cs typeface="+mn-cs"/>
                        </a:rPr>
                        <a:t>  .p1{word-spacing: 10px;}</a:t>
                      </a:r>
                    </a:p>
                    <a:p>
                      <a:pPr algn="l">
                        <a:lnSpc>
                          <a:spcPct val="100000"/>
                        </a:lnSpc>
                      </a:pPr>
                      <a:r>
                        <a:rPr kumimoji="1" lang="en-US" altLang="zh-CN" sz="2000" b="1" kern="1200" dirty="0">
                          <a:solidFill>
                            <a:schemeClr val="accent6"/>
                          </a:solidFill>
                          <a:latin typeface="+mn-ea"/>
                          <a:ea typeface="+mn-ea"/>
                          <a:cs typeface="+mn-cs"/>
                        </a:rPr>
                        <a:t>  .p2{letter-spacing: 10px;}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class="p1"&gt;word spacing&lt;/p&gt;</a:t>
                      </a:r>
                    </a:p>
                    <a:p>
                      <a:pPr algn="l">
                        <a:lnSpc>
                          <a:spcPct val="100000"/>
                        </a:lnSpc>
                      </a:pPr>
                      <a:r>
                        <a:rPr kumimoji="1" lang="en-US" altLang="zh-CN" sz="2000" b="1" kern="1200" dirty="0">
                          <a:solidFill>
                            <a:schemeClr val="tx1"/>
                          </a:solidFill>
                          <a:latin typeface="+mn-ea"/>
                          <a:ea typeface="+mn-ea"/>
                          <a:cs typeface="+mn-cs"/>
                        </a:rPr>
                        <a:t>  &lt;p class="p2"&gt;letter spacing&lt;/p&gt;</a:t>
                      </a:r>
                    </a:p>
                    <a:p>
                      <a:pPr algn="l">
                        <a:lnSpc>
                          <a:spcPct val="100000"/>
                        </a:lnSpc>
                      </a:pPr>
                      <a:r>
                        <a:rPr kumimoji="1" lang="en-US" altLang="zh-CN" sz="2000" b="1" kern="1200" dirty="0">
                          <a:solidFill>
                            <a:schemeClr val="tx1"/>
                          </a:solidFill>
                          <a:latin typeface="+mn-ea"/>
                          <a:ea typeface="+mn-ea"/>
                          <a:cs typeface="+mn-cs"/>
                        </a:rPr>
                        <a:t>  &lt;p class="p1"&gt;</a:t>
                      </a:r>
                      <a:r>
                        <a:rPr kumimoji="1" lang="zh-CN" altLang="en-US" sz="2000" b="1" kern="1200" dirty="0">
                          <a:solidFill>
                            <a:schemeClr val="tx1"/>
                          </a:solidFill>
                          <a:latin typeface="+mn-ea"/>
                          <a:ea typeface="+mn-ea"/>
                          <a:cs typeface="+mn-cs"/>
                        </a:rPr>
                        <a:t>字间距</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  &lt;p class="p2"&gt;</a:t>
                      </a:r>
                      <a:r>
                        <a:rPr kumimoji="1" lang="zh-CN" altLang="en-US" sz="2000" b="1" kern="1200" dirty="0">
                          <a:solidFill>
                            <a:schemeClr val="tx1"/>
                          </a:solidFill>
                          <a:latin typeface="+mn-ea"/>
                          <a:ea typeface="+mn-ea"/>
                          <a:cs typeface="+mn-cs"/>
                        </a:rPr>
                        <a:t>字符间距</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9" name="矩形 8">
            <a:extLst>
              <a:ext uri="{FF2B5EF4-FFF2-40B4-BE49-F238E27FC236}">
                <a16:creationId xmlns:a16="http://schemas.microsoft.com/office/drawing/2014/main" id="{559629C0-371B-4074-85A3-0493A31F3F57}"/>
              </a:ext>
            </a:extLst>
          </p:cNvPr>
          <p:cNvSpPr/>
          <p:nvPr/>
        </p:nvSpPr>
        <p:spPr>
          <a:xfrm>
            <a:off x="967557" y="230133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3-17</a:t>
            </a:r>
            <a:endParaRPr lang="zh-CN" altLang="en-US" dirty="0">
              <a:solidFill>
                <a:srgbClr val="0000FF"/>
              </a:solidFill>
            </a:endParaRPr>
          </a:p>
          <a:p>
            <a:endParaRPr lang="zh-CN" altLang="en-US" dirty="0">
              <a:solidFill>
                <a:srgbClr val="0000FF"/>
              </a:solidFill>
            </a:endParaRPr>
          </a:p>
        </p:txBody>
      </p:sp>
      <p:pic>
        <p:nvPicPr>
          <p:cNvPr id="11" name="图片 10">
            <a:extLst>
              <a:ext uri="{FF2B5EF4-FFF2-40B4-BE49-F238E27FC236}">
                <a16:creationId xmlns:a16="http://schemas.microsoft.com/office/drawing/2014/main" id="{371AC642-9BEE-4BB4-B1A0-D7DA97B64E7D}"/>
              </a:ext>
            </a:extLst>
          </p:cNvPr>
          <p:cNvPicPr/>
          <p:nvPr/>
        </p:nvPicPr>
        <p:blipFill>
          <a:blip r:embed="rId2"/>
          <a:stretch>
            <a:fillRect/>
          </a:stretch>
        </p:blipFill>
        <p:spPr>
          <a:xfrm>
            <a:off x="7880325" y="3420269"/>
            <a:ext cx="3674120" cy="2068501"/>
          </a:xfrm>
          <a:prstGeom prst="rect">
            <a:avLst/>
          </a:prstGeom>
        </p:spPr>
      </p:pic>
    </p:spTree>
    <p:extLst>
      <p:ext uri="{BB962C8B-B14F-4D97-AF65-F5344CB8AC3E}">
        <p14:creationId xmlns:p14="http://schemas.microsoft.com/office/powerpoint/2010/main" val="26503350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1667764"/>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4</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）文本对齐</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text-align</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属性用于设置页面中的元素在水平方向的对齐方式</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左对齐（</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left</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）、右对齐（</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right</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居中对齐（</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center</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分散对齐（</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justify</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473A99C7-C6CB-43BD-B579-30B3A459A1AE}"/>
              </a:ext>
            </a:extLst>
          </p:cNvPr>
          <p:cNvGraphicFramePr>
            <a:graphicFrameLocks noGrp="1"/>
          </p:cNvGraphicFramePr>
          <p:nvPr>
            <p:extLst>
              <p:ext uri="{D42A27DB-BD31-4B8C-83A1-F6EECF244321}">
                <p14:modId xmlns:p14="http://schemas.microsoft.com/office/powerpoint/2010/main" val="2826323096"/>
              </p:ext>
            </p:extLst>
          </p:nvPr>
        </p:nvGraphicFramePr>
        <p:xfrm>
          <a:off x="921277" y="3696472"/>
          <a:ext cx="6398044" cy="310896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6398044">
                  <a:extLst>
                    <a:ext uri="{9D8B030D-6E8A-4147-A177-3AD203B41FA5}">
                      <a16:colId xmlns:a16="http://schemas.microsoft.com/office/drawing/2014/main" val="4020043646"/>
                    </a:ext>
                  </a:extLst>
                </a:gridCol>
              </a:tblGrid>
              <a:tr h="2849512">
                <a:tc>
                  <a:txBody>
                    <a:bodyPr/>
                    <a:lstStyle/>
                    <a:p>
                      <a:pPr algn="l">
                        <a:lnSpc>
                          <a:spcPct val="100000"/>
                        </a:lnSpc>
                      </a:pPr>
                      <a:r>
                        <a:rPr kumimoji="1" lang="en-US" altLang="zh-CN" sz="1800" b="1" kern="1200" dirty="0">
                          <a:solidFill>
                            <a:schemeClr val="tx1"/>
                          </a:solidFill>
                          <a:latin typeface="+mn-ea"/>
                          <a:ea typeface="+mn-ea"/>
                          <a:cs typeface="+mn-cs"/>
                        </a:rPr>
                        <a:t>&lt;style type="text/</a:t>
                      </a:r>
                      <a:r>
                        <a:rPr kumimoji="1" lang="en-US" altLang="zh-CN" sz="1800" b="1" kern="1200" dirty="0" err="1">
                          <a:solidFill>
                            <a:schemeClr val="tx1"/>
                          </a:solidFill>
                          <a:latin typeface="+mn-ea"/>
                          <a:ea typeface="+mn-ea"/>
                          <a:cs typeface="+mn-cs"/>
                        </a:rPr>
                        <a:t>css</a:t>
                      </a:r>
                      <a:r>
                        <a:rPr kumimoji="1" lang="en-US" altLang="zh-CN" sz="1800" b="1" kern="1200" dirty="0">
                          <a:solidFill>
                            <a:schemeClr val="tx1"/>
                          </a:solidFill>
                          <a:latin typeface="+mn-ea"/>
                          <a:ea typeface="+mn-ea"/>
                          <a:cs typeface="+mn-cs"/>
                        </a:rPr>
                        <a:t>"&gt;</a:t>
                      </a:r>
                    </a:p>
                    <a:p>
                      <a:pPr algn="l">
                        <a:lnSpc>
                          <a:spcPct val="100000"/>
                        </a:lnSpc>
                      </a:pPr>
                      <a:r>
                        <a:rPr kumimoji="1" lang="en-US" altLang="zh-CN" sz="1800" b="1" kern="1200" dirty="0">
                          <a:solidFill>
                            <a:schemeClr val="tx1"/>
                          </a:solidFill>
                          <a:latin typeface="+mn-ea"/>
                          <a:ea typeface="+mn-ea"/>
                          <a:cs typeface="+mn-cs"/>
                        </a:rPr>
                        <a:t>  p{width:200px;background: #</a:t>
                      </a:r>
                      <a:r>
                        <a:rPr kumimoji="1" lang="en-US" altLang="zh-CN" sz="1800" b="1" kern="1200" dirty="0" err="1">
                          <a:solidFill>
                            <a:schemeClr val="tx1"/>
                          </a:solidFill>
                          <a:latin typeface="+mn-ea"/>
                          <a:ea typeface="+mn-ea"/>
                          <a:cs typeface="+mn-cs"/>
                        </a:rPr>
                        <a:t>eee</a:t>
                      </a:r>
                      <a:r>
                        <a:rPr kumimoji="1" lang="en-US" altLang="zh-CN" sz="1800" b="1" kern="1200" dirty="0">
                          <a:solidFill>
                            <a:schemeClr val="tx1"/>
                          </a:solidFill>
                          <a:latin typeface="+mn-ea"/>
                          <a:ea typeface="+mn-ea"/>
                          <a:cs typeface="+mn-cs"/>
                        </a:rPr>
                        <a:t>;} </a:t>
                      </a:r>
                    </a:p>
                    <a:p>
                      <a:pPr algn="l">
                        <a:lnSpc>
                          <a:spcPct val="100000"/>
                        </a:lnSpc>
                      </a:pPr>
                      <a:r>
                        <a:rPr kumimoji="1" lang="en-US" altLang="zh-CN" sz="1800" b="1" kern="1200" dirty="0">
                          <a:solidFill>
                            <a:schemeClr val="tx1"/>
                          </a:solidFill>
                          <a:latin typeface="+mn-ea"/>
                          <a:ea typeface="+mn-ea"/>
                          <a:cs typeface="+mn-cs"/>
                        </a:rPr>
                        <a:t>  </a:t>
                      </a:r>
                      <a:r>
                        <a:rPr kumimoji="1" lang="en-US" altLang="zh-CN" sz="1800" b="1" kern="1200" dirty="0">
                          <a:solidFill>
                            <a:schemeClr val="accent6"/>
                          </a:solidFill>
                          <a:latin typeface="+mn-ea"/>
                          <a:ea typeface="+mn-ea"/>
                          <a:cs typeface="+mn-cs"/>
                        </a:rPr>
                        <a:t>.p1{text-align: left;}</a:t>
                      </a:r>
                    </a:p>
                    <a:p>
                      <a:pPr algn="l">
                        <a:lnSpc>
                          <a:spcPct val="100000"/>
                        </a:lnSpc>
                      </a:pPr>
                      <a:r>
                        <a:rPr kumimoji="1" lang="en-US" altLang="zh-CN" sz="1800" b="1" kern="1200" dirty="0">
                          <a:solidFill>
                            <a:schemeClr val="accent6"/>
                          </a:solidFill>
                          <a:latin typeface="+mn-ea"/>
                          <a:ea typeface="+mn-ea"/>
                          <a:cs typeface="+mn-cs"/>
                        </a:rPr>
                        <a:t>  .p2{text-align: right;}</a:t>
                      </a:r>
                    </a:p>
                    <a:p>
                      <a:pPr algn="l">
                        <a:lnSpc>
                          <a:spcPct val="100000"/>
                        </a:lnSpc>
                      </a:pPr>
                      <a:r>
                        <a:rPr kumimoji="1" lang="en-US" altLang="zh-CN" sz="1800" b="1" kern="1200" dirty="0">
                          <a:solidFill>
                            <a:schemeClr val="accent6"/>
                          </a:solidFill>
                          <a:latin typeface="+mn-ea"/>
                          <a:ea typeface="+mn-ea"/>
                          <a:cs typeface="+mn-cs"/>
                        </a:rPr>
                        <a:t>  .p3{text-align: center;}</a:t>
                      </a:r>
                    </a:p>
                    <a:p>
                      <a:pPr algn="l">
                        <a:lnSpc>
                          <a:spcPct val="100000"/>
                        </a:lnSpc>
                      </a:pPr>
                      <a:r>
                        <a:rPr kumimoji="1" lang="en-US" altLang="zh-CN" sz="1800" b="1" kern="1200" dirty="0">
                          <a:solidFill>
                            <a:schemeClr val="tx1"/>
                          </a:solidFill>
                          <a:latin typeface="+mn-ea"/>
                          <a:ea typeface="+mn-ea"/>
                          <a:cs typeface="+mn-cs"/>
                        </a:rPr>
                        <a:t>&lt;/style&gt;</a:t>
                      </a:r>
                    </a:p>
                    <a:p>
                      <a:pPr algn="l">
                        <a:lnSpc>
                          <a:spcPct val="100000"/>
                        </a:lnSpc>
                      </a:pPr>
                      <a:r>
                        <a:rPr kumimoji="1" lang="en-US" altLang="zh-CN" sz="1800" b="1" kern="1200" dirty="0">
                          <a:solidFill>
                            <a:schemeClr val="tx1"/>
                          </a:solidFill>
                          <a:latin typeface="+mn-ea"/>
                          <a:ea typeface="+mn-ea"/>
                          <a:cs typeface="+mn-cs"/>
                        </a:rPr>
                        <a:t>&lt;body&gt;</a:t>
                      </a:r>
                    </a:p>
                    <a:p>
                      <a:pPr algn="l">
                        <a:lnSpc>
                          <a:spcPct val="100000"/>
                        </a:lnSpc>
                      </a:pPr>
                      <a:r>
                        <a:rPr kumimoji="1" lang="en-US" altLang="zh-CN" sz="1800" b="1" kern="1200" dirty="0">
                          <a:solidFill>
                            <a:schemeClr val="tx1"/>
                          </a:solidFill>
                          <a:latin typeface="+mn-ea"/>
                          <a:ea typeface="+mn-ea"/>
                          <a:cs typeface="+mn-cs"/>
                        </a:rPr>
                        <a:t>  &lt;p class="p1"&gt;</a:t>
                      </a:r>
                      <a:r>
                        <a:rPr kumimoji="1" lang="zh-CN" altLang="en-US" sz="1800" b="1" kern="1200" dirty="0">
                          <a:solidFill>
                            <a:schemeClr val="tx1"/>
                          </a:solidFill>
                          <a:latin typeface="+mn-ea"/>
                          <a:ea typeface="+mn-ea"/>
                          <a:cs typeface="+mn-cs"/>
                        </a:rPr>
                        <a:t>左对齐</a:t>
                      </a:r>
                      <a:r>
                        <a:rPr kumimoji="1" lang="en-US" altLang="zh-CN" sz="1800" b="1" kern="1200" dirty="0">
                          <a:solidFill>
                            <a:schemeClr val="tx1"/>
                          </a:solidFill>
                          <a:latin typeface="+mn-ea"/>
                          <a:ea typeface="+mn-ea"/>
                          <a:cs typeface="+mn-cs"/>
                        </a:rPr>
                        <a:t>&lt;/p&gt;</a:t>
                      </a:r>
                    </a:p>
                    <a:p>
                      <a:pPr algn="l">
                        <a:lnSpc>
                          <a:spcPct val="100000"/>
                        </a:lnSpc>
                      </a:pPr>
                      <a:r>
                        <a:rPr kumimoji="1" lang="en-US" altLang="zh-CN" sz="1800" b="1" kern="1200" dirty="0">
                          <a:solidFill>
                            <a:schemeClr val="tx1"/>
                          </a:solidFill>
                          <a:latin typeface="+mn-ea"/>
                          <a:ea typeface="+mn-ea"/>
                          <a:cs typeface="+mn-cs"/>
                        </a:rPr>
                        <a:t>  &lt;p class="p2"&gt;</a:t>
                      </a:r>
                      <a:r>
                        <a:rPr kumimoji="1" lang="zh-CN" altLang="en-US" sz="1800" b="1" kern="1200" dirty="0">
                          <a:solidFill>
                            <a:schemeClr val="tx1"/>
                          </a:solidFill>
                          <a:latin typeface="+mn-ea"/>
                          <a:ea typeface="+mn-ea"/>
                          <a:cs typeface="+mn-cs"/>
                        </a:rPr>
                        <a:t>右对齐</a:t>
                      </a:r>
                      <a:r>
                        <a:rPr kumimoji="1" lang="en-US" altLang="zh-CN" sz="1800" b="1" kern="1200" dirty="0">
                          <a:solidFill>
                            <a:schemeClr val="tx1"/>
                          </a:solidFill>
                          <a:latin typeface="+mn-ea"/>
                          <a:ea typeface="+mn-ea"/>
                          <a:cs typeface="+mn-cs"/>
                        </a:rPr>
                        <a:t>&lt;/p&gt;</a:t>
                      </a:r>
                    </a:p>
                    <a:p>
                      <a:pPr algn="l">
                        <a:lnSpc>
                          <a:spcPct val="100000"/>
                        </a:lnSpc>
                      </a:pPr>
                      <a:r>
                        <a:rPr kumimoji="1" lang="en-US" altLang="zh-CN" sz="1800" b="1" kern="1200" dirty="0">
                          <a:solidFill>
                            <a:schemeClr val="tx1"/>
                          </a:solidFill>
                          <a:latin typeface="+mn-ea"/>
                          <a:ea typeface="+mn-ea"/>
                          <a:cs typeface="+mn-cs"/>
                        </a:rPr>
                        <a:t>  &lt;p class="p3"&gt;</a:t>
                      </a:r>
                      <a:r>
                        <a:rPr kumimoji="1" lang="zh-CN" altLang="en-US" sz="1800" b="1" kern="1200" dirty="0">
                          <a:solidFill>
                            <a:schemeClr val="tx1"/>
                          </a:solidFill>
                          <a:latin typeface="+mn-ea"/>
                          <a:ea typeface="+mn-ea"/>
                          <a:cs typeface="+mn-cs"/>
                        </a:rPr>
                        <a:t>居中对齐</a:t>
                      </a:r>
                      <a:r>
                        <a:rPr kumimoji="1" lang="en-US" altLang="zh-CN" sz="1800" b="1" kern="1200" dirty="0">
                          <a:solidFill>
                            <a:schemeClr val="tx1"/>
                          </a:solidFill>
                          <a:latin typeface="+mn-ea"/>
                          <a:ea typeface="+mn-ea"/>
                          <a:cs typeface="+mn-cs"/>
                        </a:rPr>
                        <a:t>&lt;/p&gt;</a:t>
                      </a:r>
                    </a:p>
                    <a:p>
                      <a:pPr algn="l">
                        <a:lnSpc>
                          <a:spcPct val="100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6" name="矩形 5">
            <a:extLst>
              <a:ext uri="{FF2B5EF4-FFF2-40B4-BE49-F238E27FC236}">
                <a16:creationId xmlns:a16="http://schemas.microsoft.com/office/drawing/2014/main" id="{E94F058E-C0BF-4E96-AC2D-ECBC7DE207A3}"/>
              </a:ext>
            </a:extLst>
          </p:cNvPr>
          <p:cNvSpPr/>
          <p:nvPr/>
        </p:nvSpPr>
        <p:spPr>
          <a:xfrm>
            <a:off x="954773" y="3270829"/>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3-18</a:t>
            </a:r>
            <a:endParaRPr lang="zh-CN" altLang="en-US" dirty="0">
              <a:solidFill>
                <a:srgbClr val="0000FF"/>
              </a:solidFill>
            </a:endParaRPr>
          </a:p>
          <a:p>
            <a:endParaRPr lang="zh-CN" altLang="en-US" dirty="0">
              <a:solidFill>
                <a:srgbClr val="0000FF"/>
              </a:solidFill>
            </a:endParaRPr>
          </a:p>
        </p:txBody>
      </p:sp>
      <p:pic>
        <p:nvPicPr>
          <p:cNvPr id="7" name="图片 6">
            <a:extLst>
              <a:ext uri="{FF2B5EF4-FFF2-40B4-BE49-F238E27FC236}">
                <a16:creationId xmlns:a16="http://schemas.microsoft.com/office/drawing/2014/main" id="{8D0FABB7-A61E-4245-8785-9CD65A4304C2}"/>
              </a:ext>
            </a:extLst>
          </p:cNvPr>
          <p:cNvPicPr/>
          <p:nvPr/>
        </p:nvPicPr>
        <p:blipFill>
          <a:blip r:embed="rId2"/>
          <a:stretch>
            <a:fillRect/>
          </a:stretch>
        </p:blipFill>
        <p:spPr>
          <a:xfrm>
            <a:off x="7880325" y="3949051"/>
            <a:ext cx="3222719" cy="2603802"/>
          </a:xfrm>
          <a:prstGeom prst="rect">
            <a:avLst/>
          </a:prstGeom>
        </p:spPr>
      </p:pic>
    </p:spTree>
    <p:extLst>
      <p:ext uri="{BB962C8B-B14F-4D97-AF65-F5344CB8AC3E}">
        <p14:creationId xmlns:p14="http://schemas.microsoft.com/office/powerpoint/2010/main" val="21417195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1667764"/>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5</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）文本缩进</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text-indent</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属性用于实现文本的首行缩进功能</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 </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  </a:t>
            </a:r>
            <a:r>
              <a:rPr lang="zh-CN" altLang="en-US" sz="2000" b="1" dirty="0">
                <a:effectLst>
                  <a:outerShdw blurRad="38100" dist="38100" dir="2700000" algn="tl">
                    <a:srgbClr val="000000">
                      <a:alpha val="43137"/>
                    </a:srgbClr>
                  </a:outerShdw>
                </a:effectLst>
                <a:latin typeface="+mn-ea"/>
                <a:ea typeface="+mn-ea"/>
                <a:cs typeface="Times New Roman" panose="02020603050405020304" pitchFamily="18" charset="0"/>
              </a:rPr>
              <a:t>长度单位</a:t>
            </a:r>
            <a:endParaRPr lang="en-US" altLang="zh-CN" sz="2000" b="1" dirty="0">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6665AED4-7794-4517-82DB-FA5C22079214}"/>
              </a:ext>
            </a:extLst>
          </p:cNvPr>
          <p:cNvGraphicFramePr>
            <a:graphicFrameLocks noGrp="1"/>
          </p:cNvGraphicFramePr>
          <p:nvPr>
            <p:extLst>
              <p:ext uri="{D42A27DB-BD31-4B8C-83A1-F6EECF244321}">
                <p14:modId xmlns:p14="http://schemas.microsoft.com/office/powerpoint/2010/main" val="70384305"/>
              </p:ext>
            </p:extLst>
          </p:nvPr>
        </p:nvGraphicFramePr>
        <p:xfrm>
          <a:off x="834209" y="3624714"/>
          <a:ext cx="7776863" cy="301752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7776863">
                  <a:extLst>
                    <a:ext uri="{9D8B030D-6E8A-4147-A177-3AD203B41FA5}">
                      <a16:colId xmlns:a16="http://schemas.microsoft.com/office/drawing/2014/main" val="4020043646"/>
                    </a:ext>
                  </a:extLst>
                </a:gridCol>
              </a:tblGrid>
              <a:tr h="2861574">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tx1"/>
                          </a:solidFill>
                          <a:latin typeface="+mn-ea"/>
                          <a:ea typeface="+mn-ea"/>
                          <a:cs typeface="+mn-cs"/>
                        </a:rPr>
                        <a:t>  p{</a:t>
                      </a:r>
                    </a:p>
                    <a:p>
                      <a:pPr algn="l">
                        <a:lnSpc>
                          <a:spcPct val="100000"/>
                        </a:lnSpc>
                      </a:pPr>
                      <a:r>
                        <a:rPr kumimoji="1" lang="en-US" altLang="zh-CN" sz="2000" b="1" kern="1200" dirty="0">
                          <a:solidFill>
                            <a:schemeClr val="tx1"/>
                          </a:solidFill>
                          <a:latin typeface="+mn-ea"/>
                          <a:ea typeface="+mn-ea"/>
                          <a:cs typeface="+mn-cs"/>
                        </a:rPr>
                        <a:t>    width:200px;background: #</a:t>
                      </a:r>
                      <a:r>
                        <a:rPr kumimoji="1" lang="en-US" altLang="zh-CN" sz="2000" b="1" kern="1200" dirty="0" err="1">
                          <a:solidFill>
                            <a:schemeClr val="tx1"/>
                          </a:solidFill>
                          <a:latin typeface="+mn-ea"/>
                          <a:ea typeface="+mn-ea"/>
                          <a:cs typeface="+mn-cs"/>
                        </a:rPr>
                        <a:t>eee</a:t>
                      </a:r>
                      <a:r>
                        <a:rPr kumimoji="1" lang="en-US" altLang="zh-CN" sz="2000" b="1" kern="1200" dirty="0">
                          <a:solidFill>
                            <a:schemeClr val="tx1"/>
                          </a:solidFill>
                          <a:latin typeface="+mn-ea"/>
                          <a:ea typeface="+mn-ea"/>
                          <a:cs typeface="+mn-cs"/>
                        </a:rPr>
                        <a:t>; </a:t>
                      </a:r>
                    </a:p>
                    <a:p>
                      <a:pPr algn="l">
                        <a:lnSpc>
                          <a:spcPct val="100000"/>
                        </a:lnSpc>
                      </a:pPr>
                      <a:r>
                        <a:rPr kumimoji="1" lang="en-US" altLang="zh-CN" sz="2000" b="1" kern="1200" dirty="0">
                          <a:solidFill>
                            <a:schemeClr val="accent6"/>
                          </a:solidFill>
                          <a:latin typeface="+mn-ea"/>
                          <a:ea typeface="+mn-ea"/>
                          <a:cs typeface="+mn-cs"/>
                        </a:rPr>
                        <a:t>    text-indent:2em;              /*</a:t>
                      </a:r>
                      <a:r>
                        <a:rPr kumimoji="1" lang="zh-CN" altLang="en-US" sz="2000" b="1" kern="1200" dirty="0">
                          <a:solidFill>
                            <a:schemeClr val="accent6"/>
                          </a:solidFill>
                          <a:latin typeface="+mn-ea"/>
                          <a:ea typeface="+mn-ea"/>
                          <a:cs typeface="+mn-cs"/>
                        </a:rPr>
                        <a:t>首行缩进</a:t>
                      </a:r>
                      <a:r>
                        <a:rPr kumimoji="1" lang="en-US" altLang="zh-CN" sz="2000" b="1" kern="1200" dirty="0">
                          <a:solidFill>
                            <a:schemeClr val="accent6"/>
                          </a:solidFill>
                          <a:latin typeface="+mn-ea"/>
                          <a:ea typeface="+mn-ea"/>
                          <a:cs typeface="+mn-cs"/>
                        </a:rPr>
                        <a:t>2</a:t>
                      </a:r>
                      <a:r>
                        <a:rPr kumimoji="1" lang="zh-CN" altLang="en-US" sz="2000" b="1" kern="1200" dirty="0">
                          <a:solidFill>
                            <a:schemeClr val="accent6"/>
                          </a:solidFill>
                          <a:latin typeface="+mn-ea"/>
                          <a:ea typeface="+mn-ea"/>
                          <a:cs typeface="+mn-cs"/>
                        </a:rPr>
                        <a:t>字符*</a:t>
                      </a:r>
                      <a:r>
                        <a:rPr kumimoji="1" lang="en-US" altLang="zh-CN" sz="2000" b="1" kern="1200" dirty="0">
                          <a:solidFill>
                            <a:schemeClr val="accent6"/>
                          </a:solidFill>
                          <a:latin typeface="+mn-ea"/>
                          <a:ea typeface="+mn-ea"/>
                          <a:cs typeface="+mn-cs"/>
                        </a:rPr>
                        <a:t>/</a:t>
                      </a:r>
                    </a:p>
                    <a:p>
                      <a:pPr algn="l">
                        <a:lnSpc>
                          <a:spcPct val="100000"/>
                        </a:lnSpc>
                      </a:pPr>
                      <a:r>
                        <a:rPr kumimoji="1" lang="en-US" altLang="zh-CN" sz="2000" b="1" kern="1200" dirty="0">
                          <a:solidFill>
                            <a:schemeClr val="tx1"/>
                          </a:solidFill>
                          <a:latin typeface="+mn-ea"/>
                          <a:ea typeface="+mn-ea"/>
                          <a:cs typeface="+mn-cs"/>
                        </a:rPr>
                        <a:t>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1800" b="1" kern="1200" dirty="0">
                          <a:solidFill>
                            <a:schemeClr val="tx1"/>
                          </a:solidFill>
                          <a:latin typeface="+mn-ea"/>
                          <a:ea typeface="+mn-ea"/>
                          <a:cs typeface="+mn-cs"/>
                        </a:rPr>
                        <a:t>&lt;body&gt;</a:t>
                      </a:r>
                    </a:p>
                    <a:p>
                      <a:pPr algn="l">
                        <a:lnSpc>
                          <a:spcPct val="100000"/>
                        </a:lnSpc>
                      </a:pPr>
                      <a:r>
                        <a:rPr kumimoji="1" lang="en-US" altLang="zh-CN" sz="1800" b="1" kern="1200" dirty="0">
                          <a:solidFill>
                            <a:schemeClr val="tx1"/>
                          </a:solidFill>
                          <a:latin typeface="+mn-ea"/>
                          <a:ea typeface="+mn-ea"/>
                          <a:cs typeface="+mn-cs"/>
                        </a:rPr>
                        <a:t>  &lt;p&gt;</a:t>
                      </a:r>
                      <a:r>
                        <a:rPr kumimoji="1" lang="zh-CN" altLang="en-US" sz="1800" b="1" kern="1200" dirty="0">
                          <a:solidFill>
                            <a:schemeClr val="tx1"/>
                          </a:solidFill>
                          <a:latin typeface="+mn-ea"/>
                          <a:ea typeface="+mn-ea"/>
                          <a:cs typeface="+mn-cs"/>
                        </a:rPr>
                        <a:t>文本缩进属性实现段落文本的首行缩进功能。根据这个属性的特点，我们也常使用该属性用来控制一行文本的位置。</a:t>
                      </a:r>
                      <a:r>
                        <a:rPr kumimoji="1" lang="en-US" altLang="zh-CN" sz="1800" b="1" kern="1200" dirty="0">
                          <a:solidFill>
                            <a:schemeClr val="tx1"/>
                          </a:solidFill>
                          <a:latin typeface="+mn-ea"/>
                          <a:ea typeface="+mn-ea"/>
                          <a:cs typeface="+mn-cs"/>
                        </a:rPr>
                        <a:t>&lt;/p&gt;</a:t>
                      </a:r>
                    </a:p>
                    <a:p>
                      <a:pPr algn="l">
                        <a:lnSpc>
                          <a:spcPct val="100000"/>
                        </a:lnSpc>
                      </a:pPr>
                      <a:r>
                        <a:rPr kumimoji="1" lang="en-US" altLang="zh-CN" sz="18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6" name="矩形 5">
            <a:extLst>
              <a:ext uri="{FF2B5EF4-FFF2-40B4-BE49-F238E27FC236}">
                <a16:creationId xmlns:a16="http://schemas.microsoft.com/office/drawing/2014/main" id="{0AC16246-BA44-4434-969D-199B59C68E56}"/>
              </a:ext>
            </a:extLst>
          </p:cNvPr>
          <p:cNvSpPr/>
          <p:nvPr/>
        </p:nvSpPr>
        <p:spPr>
          <a:xfrm>
            <a:off x="834209" y="321582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3-19</a:t>
            </a:r>
            <a:endParaRPr lang="zh-CN" altLang="en-US" dirty="0">
              <a:solidFill>
                <a:srgbClr val="0000FF"/>
              </a:solidFill>
            </a:endParaRPr>
          </a:p>
          <a:p>
            <a:endParaRPr lang="zh-CN" altLang="en-US" dirty="0">
              <a:solidFill>
                <a:srgbClr val="0000FF"/>
              </a:solidFill>
            </a:endParaRPr>
          </a:p>
        </p:txBody>
      </p:sp>
      <p:pic>
        <p:nvPicPr>
          <p:cNvPr id="7" name="图片 6" descr="C:\Users\ADMINI~1\AppData\Local\Temp\1610076843(1).png">
            <a:extLst>
              <a:ext uri="{FF2B5EF4-FFF2-40B4-BE49-F238E27FC236}">
                <a16:creationId xmlns:a16="http://schemas.microsoft.com/office/drawing/2014/main" id="{D9238C7C-D7A0-4767-B101-CA5A8B4E8CE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960445" y="4102975"/>
            <a:ext cx="2592288" cy="1572649"/>
          </a:xfrm>
          <a:prstGeom prst="rect">
            <a:avLst/>
          </a:prstGeom>
          <a:noFill/>
          <a:ln>
            <a:noFill/>
          </a:ln>
        </p:spPr>
      </p:pic>
    </p:spTree>
    <p:extLst>
      <p:ext uri="{BB962C8B-B14F-4D97-AF65-F5344CB8AC3E}">
        <p14:creationId xmlns:p14="http://schemas.microsoft.com/office/powerpoint/2010/main" val="3494540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8856984"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3-4 </a:t>
            </a:r>
            <a:r>
              <a:rPr lang="zh-CN" altLang="en-US" b="1" dirty="0">
                <a:solidFill>
                  <a:srgbClr val="C00000"/>
                </a:solidFill>
                <a:latin typeface="黑体" panose="02010609060101010101" pitchFamily="49" charset="-122"/>
                <a:ea typeface="黑体" panose="02010609060101010101" pitchFamily="49" charset="-122"/>
              </a:rPr>
              <a:t>文本样式</a:t>
            </a:r>
          </a:p>
        </p:txBody>
      </p:sp>
      <p:sp>
        <p:nvSpPr>
          <p:cNvPr id="8" name="Text Box 7">
            <a:extLst>
              <a:ext uri="{FF2B5EF4-FFF2-40B4-BE49-F238E27FC236}">
                <a16:creationId xmlns:a16="http://schemas.microsoft.com/office/drawing/2014/main" id="{36177B38-43AB-4398-968B-448F8F0E5F49}"/>
              </a:ext>
            </a:extLst>
          </p:cNvPr>
          <p:cNvSpPr txBox="1">
            <a:spLocks noChangeArrowheads="1"/>
          </p:cNvSpPr>
          <p:nvPr/>
        </p:nvSpPr>
        <p:spPr bwMode="auto">
          <a:xfrm>
            <a:off x="767706" y="1169891"/>
            <a:ext cx="7776864"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en-US" altLang="zh-CN" sz="2800" b="1" dirty="0">
                <a:solidFill>
                  <a:srgbClr val="0000FF"/>
                </a:solidFill>
              </a:rPr>
              <a:t>2</a:t>
            </a:r>
            <a:r>
              <a:rPr lang="zh-CN" altLang="en-US" sz="2800" b="1" dirty="0">
                <a:solidFill>
                  <a:srgbClr val="0000FF"/>
                </a:solidFill>
              </a:rPr>
              <a:t>、设置文本样式</a:t>
            </a:r>
            <a:endParaRPr lang="en-US" altLang="zh-CN" sz="2800" b="1" dirty="0">
              <a:solidFill>
                <a:srgbClr val="0000FF"/>
              </a:solidFill>
            </a:endParaRPr>
          </a:p>
        </p:txBody>
      </p:sp>
      <p:sp>
        <p:nvSpPr>
          <p:cNvPr id="3" name="矩形 2">
            <a:extLst>
              <a:ext uri="{FF2B5EF4-FFF2-40B4-BE49-F238E27FC236}">
                <a16:creationId xmlns:a16="http://schemas.microsoft.com/office/drawing/2014/main" id="{FC3DE994-F8E6-4715-916B-9859E1A19738}"/>
              </a:ext>
            </a:extLst>
          </p:cNvPr>
          <p:cNvSpPr/>
          <p:nvPr/>
        </p:nvSpPr>
        <p:spPr>
          <a:xfrm>
            <a:off x="834209" y="1548061"/>
            <a:ext cx="11006555" cy="1667764"/>
          </a:xfrm>
          <a:prstGeom prst="rect">
            <a:avLst/>
          </a:prstGeom>
        </p:spPr>
        <p:txBody>
          <a:bodyPr wrap="square">
            <a:spAutoFit/>
          </a:bodyPr>
          <a:lstStyle/>
          <a:p>
            <a:pPr>
              <a:lnSpc>
                <a:spcPct val="150000"/>
              </a:lnSpc>
              <a:buClr>
                <a:schemeClr val="accent6"/>
              </a:buClr>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rPr>
              <a:t>6</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）文本大小写</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en-US" altLang="zh-CN" sz="2400" b="1" dirty="0">
                <a:solidFill>
                  <a:srgbClr val="0000FF"/>
                </a:solidFill>
                <a:effectLst>
                  <a:outerShdw blurRad="38100" dist="38100" dir="2700000" algn="tl">
                    <a:srgbClr val="000000">
                      <a:alpha val="43137"/>
                    </a:srgbClr>
                  </a:outerShdw>
                </a:effectLst>
                <a:latin typeface="+mn-ea"/>
                <a:ea typeface="+mn-ea"/>
                <a:cs typeface="Times New Roman" panose="02020603050405020304" pitchFamily="18" charset="0"/>
              </a:rPr>
              <a:t>text-transform</a:t>
            </a: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属性用于转换英文字母的大小写</a:t>
            </a:r>
            <a:endParaRPr lang="en-US" altLang="zh-CN" sz="24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marL="342900" indent="-342900">
              <a:lnSpc>
                <a:spcPct val="150000"/>
              </a:lnSpc>
              <a:buClr>
                <a:schemeClr val="accent6"/>
              </a:buClr>
              <a:buFont typeface="Wingdings" panose="05000000000000000000" pitchFamily="2" charset="2"/>
              <a:buChar char="ü"/>
            </a:pPr>
            <a:r>
              <a:rPr lang="zh-CN" altLang="en-US" sz="2400" b="1" dirty="0">
                <a:effectLst>
                  <a:outerShdw blurRad="38100" dist="38100" dir="2700000" algn="tl">
                    <a:srgbClr val="000000">
                      <a:alpha val="43137"/>
                    </a:srgbClr>
                  </a:outerShdw>
                </a:effectLst>
                <a:latin typeface="+mn-ea"/>
                <a:ea typeface="+mn-ea"/>
                <a:cs typeface="Times New Roman" panose="02020603050405020304" pitchFamily="18" charset="0"/>
              </a:rPr>
              <a:t>属性值  </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大写（</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uppercase</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）、小写（</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lowercase</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）、首字母大写（</a:t>
            </a:r>
            <a:r>
              <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capitalize</a:t>
            </a:r>
            <a:r>
              <a:rPr lang="zh-CN" altLang="en-US"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000" b="1" dirty="0">
              <a:solidFill>
                <a:schemeClr val="accent6"/>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6665AED4-7794-4517-82DB-FA5C22079214}"/>
              </a:ext>
            </a:extLst>
          </p:cNvPr>
          <p:cNvGraphicFramePr>
            <a:graphicFrameLocks noGrp="1"/>
          </p:cNvGraphicFramePr>
          <p:nvPr>
            <p:extLst>
              <p:ext uri="{D42A27DB-BD31-4B8C-83A1-F6EECF244321}">
                <p14:modId xmlns:p14="http://schemas.microsoft.com/office/powerpoint/2010/main" val="1306926387"/>
              </p:ext>
            </p:extLst>
          </p:nvPr>
        </p:nvGraphicFramePr>
        <p:xfrm>
          <a:off x="834209" y="3624714"/>
          <a:ext cx="7776863" cy="3139440"/>
        </p:xfrm>
        <a:graphic>
          <a:graphicData uri="http://schemas.openxmlformats.org/drawingml/2006/table">
            <a:tbl>
              <a:tblPr firstRow="1" bandRow="1">
                <a:effectLst>
                  <a:outerShdw blurRad="50800" dist="38100" dir="5400000" algn="t" rotWithShape="0">
                    <a:prstClr val="black">
                      <a:alpha val="40000"/>
                    </a:prstClr>
                  </a:outerShdw>
                </a:effectLst>
                <a:tableStyleId>{93296810-A885-4BE3-A3E7-6D5BEEA58F35}</a:tableStyleId>
              </a:tblPr>
              <a:tblGrid>
                <a:gridCol w="7776863">
                  <a:extLst>
                    <a:ext uri="{9D8B030D-6E8A-4147-A177-3AD203B41FA5}">
                      <a16:colId xmlns:a16="http://schemas.microsoft.com/office/drawing/2014/main" val="4020043646"/>
                    </a:ext>
                  </a:extLst>
                </a:gridCol>
              </a:tblGrid>
              <a:tr h="2861574">
                <a:tc>
                  <a:txBody>
                    <a:bodyPr/>
                    <a:lstStyle/>
                    <a:p>
                      <a:pPr algn="l">
                        <a:lnSpc>
                          <a:spcPct val="100000"/>
                        </a:lnSpc>
                      </a:pPr>
                      <a:r>
                        <a:rPr kumimoji="1" lang="en-US" altLang="zh-CN" sz="2000" b="1" kern="1200" dirty="0">
                          <a:solidFill>
                            <a:schemeClr val="tx1"/>
                          </a:solidFill>
                          <a:latin typeface="+mn-ea"/>
                          <a:ea typeface="+mn-ea"/>
                          <a:cs typeface="+mn-cs"/>
                        </a:rPr>
                        <a:t>&lt;style type="text/</a:t>
                      </a:r>
                      <a:r>
                        <a:rPr kumimoji="1" lang="en-US" altLang="zh-CN" sz="2000" b="1" kern="1200" dirty="0" err="1">
                          <a:solidFill>
                            <a:schemeClr val="tx1"/>
                          </a:solidFill>
                          <a:latin typeface="+mn-ea"/>
                          <a:ea typeface="+mn-ea"/>
                          <a:cs typeface="+mn-cs"/>
                        </a:rPr>
                        <a:t>css</a:t>
                      </a:r>
                      <a:r>
                        <a:rPr kumimoji="1" lang="en-US" altLang="zh-CN" sz="2000" b="1" kern="1200" dirty="0">
                          <a:solidFill>
                            <a:schemeClr val="tx1"/>
                          </a:solidFill>
                          <a:latin typeface="+mn-ea"/>
                          <a:ea typeface="+mn-ea"/>
                          <a:cs typeface="+mn-cs"/>
                        </a:rPr>
                        <a:t>"&gt;</a:t>
                      </a:r>
                    </a:p>
                    <a:p>
                      <a:pPr algn="l">
                        <a:lnSpc>
                          <a:spcPct val="100000"/>
                        </a:lnSpc>
                      </a:pPr>
                      <a:r>
                        <a:rPr kumimoji="1" lang="en-US" altLang="zh-CN" sz="2000" b="1" kern="1200" dirty="0">
                          <a:solidFill>
                            <a:schemeClr val="accent6"/>
                          </a:solidFill>
                          <a:latin typeface="+mn-ea"/>
                          <a:ea typeface="+mn-ea"/>
                          <a:cs typeface="+mn-cs"/>
                        </a:rPr>
                        <a:t>  .p1{text-transform: uppercase;}</a:t>
                      </a:r>
                    </a:p>
                    <a:p>
                      <a:pPr algn="l">
                        <a:lnSpc>
                          <a:spcPct val="100000"/>
                        </a:lnSpc>
                      </a:pPr>
                      <a:r>
                        <a:rPr kumimoji="1" lang="en-US" altLang="zh-CN" sz="2000" b="1" kern="1200" dirty="0">
                          <a:solidFill>
                            <a:schemeClr val="accent6"/>
                          </a:solidFill>
                          <a:latin typeface="+mn-ea"/>
                          <a:ea typeface="+mn-ea"/>
                          <a:cs typeface="+mn-cs"/>
                        </a:rPr>
                        <a:t>  .p2{text-transform: lowercase;}</a:t>
                      </a:r>
                    </a:p>
                    <a:p>
                      <a:pPr algn="l">
                        <a:lnSpc>
                          <a:spcPct val="100000"/>
                        </a:lnSpc>
                      </a:pPr>
                      <a:r>
                        <a:rPr kumimoji="1" lang="en-US" altLang="zh-CN" sz="2000" b="1" kern="1200" dirty="0">
                          <a:solidFill>
                            <a:schemeClr val="accent6"/>
                          </a:solidFill>
                          <a:latin typeface="+mn-ea"/>
                          <a:ea typeface="+mn-ea"/>
                          <a:cs typeface="+mn-cs"/>
                        </a:rPr>
                        <a:t>  .p3{text-transform: capitalize;} </a:t>
                      </a:r>
                    </a:p>
                    <a:p>
                      <a:pPr algn="l">
                        <a:lnSpc>
                          <a:spcPct val="100000"/>
                        </a:lnSpc>
                      </a:pPr>
                      <a:r>
                        <a:rPr kumimoji="1" lang="en-US" altLang="zh-CN" sz="2000" b="1" kern="1200" dirty="0">
                          <a:solidFill>
                            <a:schemeClr val="tx1"/>
                          </a:solidFill>
                          <a:latin typeface="+mn-ea"/>
                          <a:ea typeface="+mn-ea"/>
                          <a:cs typeface="+mn-cs"/>
                        </a:rPr>
                        <a:t>&lt;/style&gt;</a:t>
                      </a:r>
                    </a:p>
                    <a:p>
                      <a:pPr algn="l">
                        <a:lnSpc>
                          <a:spcPct val="100000"/>
                        </a:lnSpc>
                      </a:pPr>
                      <a:r>
                        <a:rPr kumimoji="1" lang="en-US" altLang="zh-CN" sz="2000" b="1" kern="1200" dirty="0">
                          <a:solidFill>
                            <a:schemeClr val="tx1"/>
                          </a:solidFill>
                          <a:latin typeface="+mn-ea"/>
                          <a:ea typeface="+mn-ea"/>
                          <a:cs typeface="+mn-cs"/>
                        </a:rPr>
                        <a:t>&lt;body&gt;</a:t>
                      </a:r>
                    </a:p>
                    <a:p>
                      <a:pPr algn="l">
                        <a:lnSpc>
                          <a:spcPct val="100000"/>
                        </a:lnSpc>
                      </a:pPr>
                      <a:r>
                        <a:rPr kumimoji="1" lang="en-US" altLang="zh-CN" sz="2000" b="1" kern="1200" dirty="0">
                          <a:solidFill>
                            <a:schemeClr val="tx1"/>
                          </a:solidFill>
                          <a:latin typeface="+mn-ea"/>
                          <a:ea typeface="+mn-ea"/>
                          <a:cs typeface="+mn-cs"/>
                        </a:rPr>
                        <a:t>  &lt;p class="p1"&gt;</a:t>
                      </a:r>
                      <a:r>
                        <a:rPr kumimoji="1" lang="en-US" altLang="zh-CN" sz="2000" b="1" kern="1200" dirty="0" err="1">
                          <a:solidFill>
                            <a:schemeClr val="tx1"/>
                          </a:solidFill>
                          <a:latin typeface="+mn-ea"/>
                          <a:ea typeface="+mn-ea"/>
                          <a:cs typeface="+mn-cs"/>
                        </a:rPr>
                        <a:t>UpperCase</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  &lt;p class="p2"&gt;</a:t>
                      </a:r>
                      <a:r>
                        <a:rPr kumimoji="1" lang="en-US" altLang="zh-CN" sz="2000" b="1" kern="1200" dirty="0" err="1">
                          <a:solidFill>
                            <a:schemeClr val="tx1"/>
                          </a:solidFill>
                          <a:latin typeface="+mn-ea"/>
                          <a:ea typeface="+mn-ea"/>
                          <a:cs typeface="+mn-cs"/>
                        </a:rPr>
                        <a:t>LowerCase</a:t>
                      </a:r>
                      <a:r>
                        <a:rPr kumimoji="1" lang="en-US" altLang="zh-CN" sz="2000" b="1" kern="1200" dirty="0">
                          <a:solidFill>
                            <a:schemeClr val="tx1"/>
                          </a:solidFill>
                          <a:latin typeface="+mn-ea"/>
                          <a:ea typeface="+mn-ea"/>
                          <a:cs typeface="+mn-cs"/>
                        </a:rPr>
                        <a:t>&lt;/p&gt;</a:t>
                      </a:r>
                    </a:p>
                    <a:p>
                      <a:pPr algn="l">
                        <a:lnSpc>
                          <a:spcPct val="100000"/>
                        </a:lnSpc>
                      </a:pPr>
                      <a:r>
                        <a:rPr kumimoji="1" lang="en-US" altLang="zh-CN" sz="2000" b="1" kern="1200" dirty="0">
                          <a:solidFill>
                            <a:schemeClr val="tx1"/>
                          </a:solidFill>
                          <a:latin typeface="+mn-ea"/>
                          <a:ea typeface="+mn-ea"/>
                          <a:cs typeface="+mn-cs"/>
                        </a:rPr>
                        <a:t>  &lt;p class="p3"&gt;capitalize&lt;/p&gt;</a:t>
                      </a:r>
                    </a:p>
                    <a:p>
                      <a:pPr algn="l">
                        <a:lnSpc>
                          <a:spcPct val="100000"/>
                        </a:lnSpc>
                      </a:pPr>
                      <a:r>
                        <a:rPr kumimoji="1" lang="en-US" altLang="zh-CN" sz="2000" b="1" kern="1200" dirty="0">
                          <a:solidFill>
                            <a:schemeClr val="tx1"/>
                          </a:solidFill>
                          <a:latin typeface="+mn-ea"/>
                          <a:ea typeface="+mn-ea"/>
                          <a:cs typeface="+mn-cs"/>
                        </a:rPr>
                        <a:t>&lt;/body&gt;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56790432"/>
                  </a:ext>
                </a:extLst>
              </a:tr>
            </a:tbl>
          </a:graphicData>
        </a:graphic>
      </p:graphicFrame>
      <p:sp>
        <p:nvSpPr>
          <p:cNvPr id="6" name="矩形 5">
            <a:extLst>
              <a:ext uri="{FF2B5EF4-FFF2-40B4-BE49-F238E27FC236}">
                <a16:creationId xmlns:a16="http://schemas.microsoft.com/office/drawing/2014/main" id="{0AC16246-BA44-4434-969D-199B59C68E56}"/>
              </a:ext>
            </a:extLst>
          </p:cNvPr>
          <p:cNvSpPr/>
          <p:nvPr/>
        </p:nvSpPr>
        <p:spPr>
          <a:xfrm>
            <a:off x="834209" y="3215824"/>
            <a:ext cx="2952328" cy="646331"/>
          </a:xfrm>
          <a:prstGeom prst="rect">
            <a:avLst/>
          </a:prstGeom>
        </p:spPr>
        <p:txBody>
          <a:bodyPr wrap="square">
            <a:spAutoFit/>
          </a:bodyPr>
          <a:lstStyle/>
          <a:p>
            <a:r>
              <a:rPr lang="zh-CN" altLang="en-US" dirty="0">
                <a:solidFill>
                  <a:srgbClr val="0000FF"/>
                </a:solidFill>
              </a:rPr>
              <a:t>例</a:t>
            </a:r>
            <a:r>
              <a:rPr lang="en-US" altLang="zh-CN" dirty="0">
                <a:solidFill>
                  <a:srgbClr val="0000FF"/>
                </a:solidFill>
              </a:rPr>
              <a:t>3-20</a:t>
            </a:r>
            <a:endParaRPr lang="zh-CN" altLang="en-US" dirty="0">
              <a:solidFill>
                <a:srgbClr val="0000FF"/>
              </a:solidFill>
            </a:endParaRPr>
          </a:p>
          <a:p>
            <a:endParaRPr lang="zh-CN" altLang="en-US" dirty="0">
              <a:solidFill>
                <a:srgbClr val="0000FF"/>
              </a:solidFill>
            </a:endParaRPr>
          </a:p>
        </p:txBody>
      </p:sp>
      <p:pic>
        <p:nvPicPr>
          <p:cNvPr id="9" name="图片 8" descr="C:\Users\ADMINI~1\AppData\Local\Temp\1610079124(1).png">
            <a:extLst>
              <a:ext uri="{FF2B5EF4-FFF2-40B4-BE49-F238E27FC236}">
                <a16:creationId xmlns:a16="http://schemas.microsoft.com/office/drawing/2014/main" id="{4EB18C05-B212-42DD-B22F-AB58AF2165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104461" y="3996333"/>
            <a:ext cx="2088232" cy="1950167"/>
          </a:xfrm>
          <a:prstGeom prst="rect">
            <a:avLst/>
          </a:prstGeom>
          <a:noFill/>
          <a:ln>
            <a:noFill/>
          </a:ln>
        </p:spPr>
      </p:pic>
    </p:spTree>
    <p:extLst>
      <p:ext uri="{BB962C8B-B14F-4D97-AF65-F5344CB8AC3E}">
        <p14:creationId xmlns:p14="http://schemas.microsoft.com/office/powerpoint/2010/main" val="31471089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88EE31-F44C-4034-8407-4C756F65702C}"/>
              </a:ext>
            </a:extLst>
          </p:cNvPr>
          <p:cNvSpPr>
            <a:spLocks noGrp="1"/>
          </p:cNvSpPr>
          <p:nvPr>
            <p:ph type="ctrTitle"/>
          </p:nvPr>
        </p:nvSpPr>
        <p:spPr>
          <a:xfrm>
            <a:off x="751533" y="251917"/>
            <a:ext cx="7344649" cy="627061"/>
          </a:xfrm>
        </p:spPr>
        <p:txBody>
          <a:bodyPr/>
          <a:lstStyle/>
          <a:p>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3-5~</a:t>
            </a:r>
            <a:r>
              <a:rPr lang="zh-CN" altLang="en-US" b="1" dirty="0">
                <a:solidFill>
                  <a:srgbClr val="C00000"/>
                </a:solidFill>
                <a:latin typeface="黑体" panose="02010609060101010101" pitchFamily="49" charset="-122"/>
                <a:ea typeface="黑体" panose="02010609060101010101" pitchFamily="49" charset="-122"/>
              </a:rPr>
              <a:t>任务</a:t>
            </a:r>
            <a:r>
              <a:rPr lang="en-US" altLang="zh-CN" b="1" dirty="0">
                <a:solidFill>
                  <a:srgbClr val="C00000"/>
                </a:solidFill>
                <a:latin typeface="黑体" panose="02010609060101010101" pitchFamily="49" charset="-122"/>
                <a:ea typeface="黑体" panose="02010609060101010101" pitchFamily="49" charset="-122"/>
              </a:rPr>
              <a:t>3-7</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41030CB7-09CD-4D65-AFC0-92183B1414E7}"/>
              </a:ext>
            </a:extLst>
          </p:cNvPr>
          <p:cNvSpPr/>
          <p:nvPr/>
        </p:nvSpPr>
        <p:spPr>
          <a:xfrm>
            <a:off x="751533" y="1833687"/>
            <a:ext cx="3456384" cy="2943306"/>
          </a:xfrm>
          <a:prstGeom prst="rect">
            <a:avLst/>
          </a:prstGeom>
        </p:spPr>
        <p:txBody>
          <a:bodyPr wrap="square">
            <a:spAutoFit/>
          </a:bodyPr>
          <a:lstStyle/>
          <a:p>
            <a:pPr>
              <a:lnSpc>
                <a:spcPct val="150000"/>
              </a:lnSpc>
            </a:pPr>
            <a:r>
              <a:rPr lang="zh-CN" alt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个人博客页眉</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按页面功能区域</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从顶部到底部分割为</a:t>
            </a:r>
            <a:r>
              <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zh-CN"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个模块</a:t>
            </a:r>
            <a:endParaRPr lang="en-US" altLang="zh-C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a:t>
            </a:r>
            <a:r>
              <a:rPr lang="zh-CN" altLang="en-US"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页首</a:t>
            </a:r>
            <a:endParaRPr lang="en-US"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a:t>
            </a:r>
            <a:r>
              <a:rPr lang="zh-CN" altLang="en-US"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博客内容</a:t>
            </a:r>
            <a:endParaRPr lang="en-US"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a:t>
            </a:r>
            <a:r>
              <a:rPr lang="zh-CN" altLang="en-US"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页脚</a:t>
            </a:r>
            <a:endParaRPr lang="en-US"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en-US" altLang="zh-CN"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b="1" dirty="0">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具体实现请对照书本学习</a:t>
            </a:r>
            <a:endParaRPr lang="zh-CN" altLang="en-US" b="1" dirty="0">
              <a:solidFill>
                <a:schemeClr val="accent6"/>
              </a:solidFill>
              <a:effectLst>
                <a:outerShdw blurRad="38100" dist="38100" dir="2700000" algn="tl">
                  <a:srgbClr val="000000">
                    <a:alpha val="43137"/>
                  </a:srgbClr>
                </a:outerShdw>
              </a:effectLst>
            </a:endParaRPr>
          </a:p>
        </p:txBody>
      </p:sp>
      <p:sp>
        <p:nvSpPr>
          <p:cNvPr id="16" name="Text Box 7">
            <a:extLst>
              <a:ext uri="{FF2B5EF4-FFF2-40B4-BE49-F238E27FC236}">
                <a16:creationId xmlns:a16="http://schemas.microsoft.com/office/drawing/2014/main" id="{8E1FC958-4B26-4066-A7BF-16C99023EC9C}"/>
              </a:ext>
            </a:extLst>
          </p:cNvPr>
          <p:cNvSpPr txBox="1">
            <a:spLocks noChangeArrowheads="1"/>
          </p:cNvSpPr>
          <p:nvPr/>
        </p:nvSpPr>
        <p:spPr bwMode="auto">
          <a:xfrm>
            <a:off x="751533" y="1094913"/>
            <a:ext cx="11001051" cy="53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8587" tIns="49294" rIns="98587" bIns="49294">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marL="457200" indent="-457200" algn="just" eaLnBrk="1" hangingPunct="1">
              <a:spcBef>
                <a:spcPct val="50000"/>
              </a:spcBef>
              <a:buFont typeface="Wingdings" pitchFamily="2" charset="2"/>
              <a:buChar char="Ø"/>
            </a:pPr>
            <a:r>
              <a:rPr lang="zh-CN" altLang="en-US" sz="2800" b="1" dirty="0">
                <a:solidFill>
                  <a:srgbClr val="0000FF"/>
                </a:solidFill>
              </a:rPr>
              <a:t>页面分析</a:t>
            </a:r>
          </a:p>
        </p:txBody>
      </p:sp>
      <p:pic>
        <p:nvPicPr>
          <p:cNvPr id="4" name="图片 3">
            <a:extLst>
              <a:ext uri="{FF2B5EF4-FFF2-40B4-BE49-F238E27FC236}">
                <a16:creationId xmlns:a16="http://schemas.microsoft.com/office/drawing/2014/main" id="{5E02C886-5E1D-455F-96E6-082AC6132C14}"/>
              </a:ext>
            </a:extLst>
          </p:cNvPr>
          <p:cNvPicPr>
            <a:picLocks noChangeAspect="1"/>
          </p:cNvPicPr>
          <p:nvPr/>
        </p:nvPicPr>
        <p:blipFill>
          <a:blip r:embed="rId3"/>
          <a:stretch>
            <a:fillRect/>
          </a:stretch>
        </p:blipFill>
        <p:spPr>
          <a:xfrm>
            <a:off x="6080125" y="1162254"/>
            <a:ext cx="5292657" cy="5190724"/>
          </a:xfrm>
          <a:prstGeom prst="rect">
            <a:avLst/>
          </a:prstGeom>
        </p:spPr>
      </p:pic>
    </p:spTree>
    <p:extLst>
      <p:ext uri="{BB962C8B-B14F-4D97-AF65-F5344CB8AC3E}">
        <p14:creationId xmlns:p14="http://schemas.microsoft.com/office/powerpoint/2010/main" val="1610846766"/>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15884</TotalTime>
  <Words>6021</Words>
  <Application>Microsoft Office PowerPoint</Application>
  <PresentationFormat>自定义</PresentationFormat>
  <Paragraphs>795</Paragraphs>
  <Slides>65</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65</vt:i4>
      </vt:variant>
    </vt:vector>
  </HeadingPairs>
  <TitlesOfParts>
    <vt:vector size="74" baseType="lpstr">
      <vt:lpstr>黑体</vt:lpstr>
      <vt:lpstr>宋体</vt:lpstr>
      <vt:lpstr>微软雅黑</vt:lpstr>
      <vt:lpstr>Arial</vt:lpstr>
      <vt:lpstr>Calibri</vt:lpstr>
      <vt:lpstr>Times New Roman</vt:lpstr>
      <vt:lpstr>Verdana</vt:lpstr>
      <vt:lpstr>Wingdings</vt:lpstr>
      <vt:lpstr>Profile</vt:lpstr>
      <vt:lpstr>项目3 个人博客</vt:lpstr>
      <vt:lpstr>项目3 个人博客</vt:lpstr>
      <vt:lpstr>项目3 个人博客</vt:lpstr>
      <vt:lpstr>任务3-1 利用区块标签进行简单布局</vt:lpstr>
      <vt:lpstr>任务3-1 利用区块标签进行简单布局</vt:lpstr>
      <vt:lpstr>任务3-1 利用区块标签进行简单布局</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任务3-2 CSS样式基本概念（1）</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任务3-3 CSS样式基本概念（2）</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任务3-4 文本样式</vt:lpstr>
      <vt:lpstr>任务3-5~任务3-7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项目4 企业网站首页</dc:title>
  <dc:subject>Web前端开发与项目实践</dc:subject>
  <dc:creator/>
  <cp:lastModifiedBy>John Hu</cp:lastModifiedBy>
  <cp:revision>1430</cp:revision>
  <dcterms:created xsi:type="dcterms:W3CDTF">2008-02-14T05:21:14Z</dcterms:created>
  <dcterms:modified xsi:type="dcterms:W3CDTF">2024-03-08T03:48:01Z</dcterms:modified>
</cp:coreProperties>
</file>