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26"/>
  </p:notesMasterIdLst>
  <p:sldIdLst>
    <p:sldId id="423" r:id="rId2"/>
    <p:sldId id="427" r:id="rId3"/>
    <p:sldId id="429" r:id="rId4"/>
    <p:sldId id="637" r:id="rId5"/>
    <p:sldId id="640" r:id="rId6"/>
    <p:sldId id="585" r:id="rId7"/>
    <p:sldId id="641" r:id="rId8"/>
    <p:sldId id="642" r:id="rId9"/>
    <p:sldId id="643" r:id="rId10"/>
    <p:sldId id="652" r:id="rId11"/>
    <p:sldId id="653" r:id="rId12"/>
    <p:sldId id="654" r:id="rId13"/>
    <p:sldId id="656" r:id="rId14"/>
    <p:sldId id="657" r:id="rId15"/>
    <p:sldId id="658" r:id="rId16"/>
    <p:sldId id="660" r:id="rId17"/>
    <p:sldId id="659" r:id="rId18"/>
    <p:sldId id="661" r:id="rId19"/>
    <p:sldId id="662" r:id="rId20"/>
    <p:sldId id="663" r:id="rId21"/>
    <p:sldId id="665" r:id="rId22"/>
    <p:sldId id="664" r:id="rId23"/>
    <p:sldId id="673" r:id="rId24"/>
    <p:sldId id="617" r:id="rId25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33CCCC"/>
    <a:srgbClr val="99CCFF"/>
    <a:srgbClr val="00CCFF"/>
    <a:srgbClr val="00FFFF"/>
    <a:srgbClr val="FFFF99"/>
    <a:srgbClr val="FFFF00"/>
    <a:srgbClr val="66FFFF"/>
    <a:srgbClr val="D5D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2" autoAdjust="0"/>
    <p:restoredTop sz="77063" autoAdjust="0"/>
  </p:normalViewPr>
  <p:slideViewPr>
    <p:cSldViewPr>
      <p:cViewPr varScale="1">
        <p:scale>
          <a:sx n="84" d="100"/>
          <a:sy n="84" d="100"/>
        </p:scale>
        <p:origin x="940" y="76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A0632573-CE90-48B8-A00F-412874A589A4}"/>
    <pc:docChg chg="undo custSel addSld delSld modSld sldOrd">
      <pc:chgData name="John Hu" userId="213e45b8a479442b" providerId="LiveId" clId="{A0632573-CE90-48B8-A00F-412874A589A4}" dt="2024-04-01T02:42:50.391" v="1043"/>
      <pc:docMkLst>
        <pc:docMk/>
      </pc:docMkLst>
      <pc:sldChg chg="modSp mod">
        <pc:chgData name="John Hu" userId="213e45b8a479442b" providerId="LiveId" clId="{A0632573-CE90-48B8-A00F-412874A589A4}" dt="2024-04-01T02:40:48.563" v="1042" actId="20577"/>
        <pc:sldMkLst>
          <pc:docMk/>
          <pc:sldMk cId="2256634334" sldId="427"/>
        </pc:sldMkLst>
        <pc:spChg chg="mod">
          <ac:chgData name="John Hu" userId="213e45b8a479442b" providerId="LiveId" clId="{A0632573-CE90-48B8-A00F-412874A589A4}" dt="2024-04-01T02:39:58.594" v="1030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John Hu" userId="213e45b8a479442b" providerId="LiveId" clId="{A0632573-CE90-48B8-A00F-412874A589A4}" dt="2024-04-01T02:40:13.488" v="1033" actId="6549"/>
          <ac:spMkLst>
            <pc:docMk/>
            <pc:sldMk cId="2256634334" sldId="427"/>
            <ac:spMk id="10" creationId="{D2FF92C0-7498-4FC0-B73F-C5ABDADBA7C7}"/>
          </ac:spMkLst>
        </pc:spChg>
        <pc:spChg chg="mod">
          <ac:chgData name="John Hu" userId="213e45b8a479442b" providerId="LiveId" clId="{A0632573-CE90-48B8-A00F-412874A589A4}" dt="2024-04-01T02:40:24.921" v="1036" actId="20577"/>
          <ac:spMkLst>
            <pc:docMk/>
            <pc:sldMk cId="2256634334" sldId="427"/>
            <ac:spMk id="11" creationId="{1CC5D7E3-621B-4175-85CA-C3BF26B90CF3}"/>
          </ac:spMkLst>
        </pc:spChg>
        <pc:spChg chg="mod">
          <ac:chgData name="John Hu" userId="213e45b8a479442b" providerId="LiveId" clId="{A0632573-CE90-48B8-A00F-412874A589A4}" dt="2024-04-01T02:40:48.563" v="1042" actId="20577"/>
          <ac:spMkLst>
            <pc:docMk/>
            <pc:sldMk cId="2256634334" sldId="427"/>
            <ac:spMk id="12" creationId="{1025E049-6BA0-46DD-AABB-EF70B292924C}"/>
          </ac:spMkLst>
        </pc:spChg>
        <pc:spChg chg="mod">
          <ac:chgData name="John Hu" userId="213e45b8a479442b" providerId="LiveId" clId="{A0632573-CE90-48B8-A00F-412874A589A4}" dt="2024-04-01T02:40:36.914" v="1039" actId="20577"/>
          <ac:spMkLst>
            <pc:docMk/>
            <pc:sldMk cId="2256634334" sldId="427"/>
            <ac:spMk id="13" creationId="{211D60F4-96F5-4BD1-B2B3-9F22A2F268D2}"/>
          </ac:spMkLst>
        </pc:spChg>
      </pc:sldChg>
      <pc:sldChg chg="addSp modSp add mod">
        <pc:chgData name="John Hu" userId="213e45b8a479442b" providerId="LiveId" clId="{A0632573-CE90-48B8-A00F-412874A589A4}" dt="2024-04-01T01:16:15.930" v="37" actId="113"/>
        <pc:sldMkLst>
          <pc:docMk/>
          <pc:sldMk cId="3498239495" sldId="652"/>
        </pc:sldMkLst>
        <pc:spChg chg="mod">
          <ac:chgData name="John Hu" userId="213e45b8a479442b" providerId="LiveId" clId="{A0632573-CE90-48B8-A00F-412874A589A4}" dt="2024-04-01T01:15:45.807" v="22" actId="1076"/>
          <ac:spMkLst>
            <pc:docMk/>
            <pc:sldMk cId="3498239495" sldId="652"/>
            <ac:spMk id="10" creationId="{D1043BD9-30CC-4E13-9AD9-BB39E77B2E7C}"/>
          </ac:spMkLst>
        </pc:spChg>
        <pc:spChg chg="add mod">
          <ac:chgData name="John Hu" userId="213e45b8a479442b" providerId="LiveId" clId="{A0632573-CE90-48B8-A00F-412874A589A4}" dt="2024-04-01T01:16:15.930" v="37" actId="113"/>
          <ac:spMkLst>
            <pc:docMk/>
            <pc:sldMk cId="3498239495" sldId="652"/>
            <ac:spMk id="12" creationId="{3FCC708B-42CB-4E59-93DD-A21DE2C036DB}"/>
          </ac:spMkLst>
        </pc:spChg>
        <pc:spChg chg="add mod">
          <ac:chgData name="John Hu" userId="213e45b8a479442b" providerId="LiveId" clId="{A0632573-CE90-48B8-A00F-412874A589A4}" dt="2024-04-01T01:15:51.144" v="29"/>
          <ac:spMkLst>
            <pc:docMk/>
            <pc:sldMk cId="3498239495" sldId="652"/>
            <ac:spMk id="13" creationId="{6A872375-1EFB-462F-BED6-1AD0E0B7EEDC}"/>
          </ac:spMkLst>
        </pc:spChg>
      </pc:sldChg>
      <pc:sldChg chg="addSp delSp modSp add mod">
        <pc:chgData name="John Hu" userId="213e45b8a479442b" providerId="LiveId" clId="{A0632573-CE90-48B8-A00F-412874A589A4}" dt="2024-04-01T01:22:26.111" v="140" actId="1076"/>
        <pc:sldMkLst>
          <pc:docMk/>
          <pc:sldMk cId="3552830969" sldId="653"/>
        </pc:sldMkLst>
        <pc:spChg chg="mod">
          <ac:chgData name="John Hu" userId="213e45b8a479442b" providerId="LiveId" clId="{A0632573-CE90-48B8-A00F-412874A589A4}" dt="2024-04-01T01:20:40.279" v="112" actId="20577"/>
          <ac:spMkLst>
            <pc:docMk/>
            <pc:sldMk cId="3552830969" sldId="653"/>
            <ac:spMk id="2" creationId="{5888EE31-F44C-4034-8407-4C756F65702C}"/>
          </ac:spMkLst>
        </pc:spChg>
        <pc:spChg chg="mod">
          <ac:chgData name="John Hu" userId="213e45b8a479442b" providerId="LiveId" clId="{A0632573-CE90-48B8-A00F-412874A589A4}" dt="2024-04-01T01:19:00.818" v="67" actId="20577"/>
          <ac:spMkLst>
            <pc:docMk/>
            <pc:sldMk cId="3552830969" sldId="653"/>
            <ac:spMk id="8" creationId="{36177B38-43AB-4398-968B-448F8F0E5F49}"/>
          </ac:spMkLst>
        </pc:spChg>
        <pc:spChg chg="mod">
          <ac:chgData name="John Hu" userId="213e45b8a479442b" providerId="LiveId" clId="{A0632573-CE90-48B8-A00F-412874A589A4}" dt="2024-04-01T01:20:50.888" v="122" actId="20577"/>
          <ac:spMkLst>
            <pc:docMk/>
            <pc:sldMk cId="3552830969" sldId="653"/>
            <ac:spMk id="9" creationId="{32D94C2B-10A5-40CA-809D-6142BAA2D5C0}"/>
          </ac:spMkLst>
        </pc:spChg>
        <pc:spChg chg="del">
          <ac:chgData name="John Hu" userId="213e45b8a479442b" providerId="LiveId" clId="{A0632573-CE90-48B8-A00F-412874A589A4}" dt="2024-04-01T01:18:48.933" v="42" actId="478"/>
          <ac:spMkLst>
            <pc:docMk/>
            <pc:sldMk cId="3552830969" sldId="653"/>
            <ac:spMk id="10" creationId="{D1043BD9-30CC-4E13-9AD9-BB39E77B2E7C}"/>
          </ac:spMkLst>
        </pc:spChg>
        <pc:spChg chg="del">
          <ac:chgData name="John Hu" userId="213e45b8a479442b" providerId="LiveId" clId="{A0632573-CE90-48B8-A00F-412874A589A4}" dt="2024-04-01T01:18:51.585" v="43" actId="478"/>
          <ac:spMkLst>
            <pc:docMk/>
            <pc:sldMk cId="3552830969" sldId="653"/>
            <ac:spMk id="11" creationId="{E1E2C6C2-7578-4A70-9040-6501E2FD55FA}"/>
          </ac:spMkLst>
        </pc:spChg>
        <pc:spChg chg="del">
          <ac:chgData name="John Hu" userId="213e45b8a479442b" providerId="LiveId" clId="{A0632573-CE90-48B8-A00F-412874A589A4}" dt="2024-04-01T01:18:46.569" v="41" actId="478"/>
          <ac:spMkLst>
            <pc:docMk/>
            <pc:sldMk cId="3552830969" sldId="653"/>
            <ac:spMk id="12" creationId="{3FCC708B-42CB-4E59-93DD-A21DE2C036DB}"/>
          </ac:spMkLst>
        </pc:spChg>
        <pc:spChg chg="del">
          <ac:chgData name="John Hu" userId="213e45b8a479442b" providerId="LiveId" clId="{A0632573-CE90-48B8-A00F-412874A589A4}" dt="2024-04-01T01:18:45.078" v="40" actId="478"/>
          <ac:spMkLst>
            <pc:docMk/>
            <pc:sldMk cId="3552830969" sldId="653"/>
            <ac:spMk id="13" creationId="{6A872375-1EFB-462F-BED6-1AD0E0B7EEDC}"/>
          </ac:spMkLst>
        </pc:spChg>
        <pc:spChg chg="add mod">
          <ac:chgData name="John Hu" userId="213e45b8a479442b" providerId="LiveId" clId="{A0632573-CE90-48B8-A00F-412874A589A4}" dt="2024-04-01T01:22:07.630" v="135" actId="1076"/>
          <ac:spMkLst>
            <pc:docMk/>
            <pc:sldMk cId="3552830969" sldId="653"/>
            <ac:spMk id="15" creationId="{2D608057-CC4F-48C5-A104-4626389E8D8A}"/>
          </ac:spMkLst>
        </pc:spChg>
        <pc:spChg chg="add mod">
          <ac:chgData name="John Hu" userId="213e45b8a479442b" providerId="LiveId" clId="{A0632573-CE90-48B8-A00F-412874A589A4}" dt="2024-04-01T01:22:26.111" v="140" actId="1076"/>
          <ac:spMkLst>
            <pc:docMk/>
            <pc:sldMk cId="3552830969" sldId="653"/>
            <ac:spMk id="17" creationId="{6A225781-A315-40AA-BE27-5A9D0AF31922}"/>
          </ac:spMkLst>
        </pc:spChg>
        <pc:picChg chg="add mod">
          <ac:chgData name="John Hu" userId="213e45b8a479442b" providerId="LiveId" clId="{A0632573-CE90-48B8-A00F-412874A589A4}" dt="2024-04-01T01:22:12.665" v="138" actId="1076"/>
          <ac:picMkLst>
            <pc:docMk/>
            <pc:sldMk cId="3552830969" sldId="653"/>
            <ac:picMk id="4" creationId="{25F6CC59-5E08-417D-BB17-BA4CB4ECC2CF}"/>
          </ac:picMkLst>
        </pc:picChg>
        <pc:picChg chg="del">
          <ac:chgData name="John Hu" userId="213e45b8a479442b" providerId="LiveId" clId="{A0632573-CE90-48B8-A00F-412874A589A4}" dt="2024-04-01T01:18:42.349" v="39" actId="478"/>
          <ac:picMkLst>
            <pc:docMk/>
            <pc:sldMk cId="3552830969" sldId="653"/>
            <ac:picMk id="5" creationId="{982B6841-8891-4EA0-9AB0-5EDA401F964C}"/>
          </ac:picMkLst>
        </pc:picChg>
        <pc:picChg chg="add mod">
          <ac:chgData name="John Hu" userId="213e45b8a479442b" providerId="LiveId" clId="{A0632573-CE90-48B8-A00F-412874A589A4}" dt="2024-04-01T01:22:11.481" v="137" actId="14100"/>
          <ac:picMkLst>
            <pc:docMk/>
            <pc:sldMk cId="3552830969" sldId="653"/>
            <ac:picMk id="7" creationId="{874E2225-50D3-41B9-A36E-CCFB970F0716}"/>
          </ac:picMkLst>
        </pc:picChg>
      </pc:sldChg>
      <pc:sldChg chg="addSp delSp modSp add mod">
        <pc:chgData name="John Hu" userId="213e45b8a479442b" providerId="LiveId" clId="{A0632573-CE90-48B8-A00F-412874A589A4}" dt="2024-04-01T01:25:38.377" v="216"/>
        <pc:sldMkLst>
          <pc:docMk/>
          <pc:sldMk cId="2209708443" sldId="654"/>
        </pc:sldMkLst>
        <pc:spChg chg="mod">
          <ac:chgData name="John Hu" userId="213e45b8a479442b" providerId="LiveId" clId="{A0632573-CE90-48B8-A00F-412874A589A4}" dt="2024-04-01T01:20:46.639" v="113"/>
          <ac:spMkLst>
            <pc:docMk/>
            <pc:sldMk cId="2209708443" sldId="654"/>
            <ac:spMk id="2" creationId="{5888EE31-F44C-4034-8407-4C756F65702C}"/>
          </ac:spMkLst>
        </pc:spChg>
        <pc:spChg chg="mod">
          <ac:chgData name="John Hu" userId="213e45b8a479442b" providerId="LiveId" clId="{A0632573-CE90-48B8-A00F-412874A589A4}" dt="2024-04-01T01:24:48.651" v="200" actId="1076"/>
          <ac:spMkLst>
            <pc:docMk/>
            <pc:sldMk cId="2209708443" sldId="654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24:45.347" v="199" actId="6549"/>
          <ac:spMkLst>
            <pc:docMk/>
            <pc:sldMk cId="2209708443" sldId="654"/>
            <ac:spMk id="8" creationId="{36177B38-43AB-4398-968B-448F8F0E5F49}"/>
          </ac:spMkLst>
        </pc:spChg>
        <pc:spChg chg="del mod">
          <ac:chgData name="John Hu" userId="213e45b8a479442b" providerId="LiveId" clId="{A0632573-CE90-48B8-A00F-412874A589A4}" dt="2024-04-01T01:23:25.471" v="158" actId="478"/>
          <ac:spMkLst>
            <pc:docMk/>
            <pc:sldMk cId="2209708443" sldId="654"/>
            <ac:spMk id="9" creationId="{707F2F74-3490-4C7D-90A7-6C9EDA8AEE4D}"/>
          </ac:spMkLst>
        </pc:spChg>
        <pc:spChg chg="add mod">
          <ac:chgData name="John Hu" userId="213e45b8a479442b" providerId="LiveId" clId="{A0632573-CE90-48B8-A00F-412874A589A4}" dt="2024-04-01T01:25:03.377" v="209" actId="1076"/>
          <ac:spMkLst>
            <pc:docMk/>
            <pc:sldMk cId="2209708443" sldId="654"/>
            <ac:spMk id="10" creationId="{2F6312A5-238D-46B3-95BC-34BC198C929C}"/>
          </ac:spMkLst>
        </pc:spChg>
        <pc:spChg chg="add mod">
          <ac:chgData name="John Hu" userId="213e45b8a479442b" providerId="LiveId" clId="{A0632573-CE90-48B8-A00F-412874A589A4}" dt="2024-04-01T01:25:38.377" v="216"/>
          <ac:spMkLst>
            <pc:docMk/>
            <pc:sldMk cId="2209708443" sldId="654"/>
            <ac:spMk id="11" creationId="{33768EA3-4CBB-4DD7-9006-15D9E0011A81}"/>
          </ac:spMkLst>
        </pc:spChg>
        <pc:picChg chg="add mod">
          <ac:chgData name="John Hu" userId="213e45b8a479442b" providerId="LiveId" clId="{A0632573-CE90-48B8-A00F-412874A589A4}" dt="2024-04-01T01:24:03.945" v="163" actId="1076"/>
          <ac:picMkLst>
            <pc:docMk/>
            <pc:sldMk cId="2209708443" sldId="654"/>
            <ac:picMk id="7" creationId="{DE90F683-F5B5-4A08-94A4-595DB7F762F0}"/>
          </ac:picMkLst>
        </pc:picChg>
      </pc:sldChg>
      <pc:sldChg chg="addSp delSp modSp add mod modNotesTx">
        <pc:chgData name="John Hu" userId="213e45b8a479442b" providerId="LiveId" clId="{A0632573-CE90-48B8-A00F-412874A589A4}" dt="2024-04-01T01:34:11" v="402" actId="6549"/>
        <pc:sldMkLst>
          <pc:docMk/>
          <pc:sldMk cId="3402831622" sldId="656"/>
        </pc:sldMkLst>
        <pc:spChg chg="mod">
          <ac:chgData name="John Hu" userId="213e45b8a479442b" providerId="LiveId" clId="{A0632573-CE90-48B8-A00F-412874A589A4}" dt="2024-04-01T01:27:14.826" v="232" actId="1076"/>
          <ac:spMkLst>
            <pc:docMk/>
            <pc:sldMk cId="3402831622" sldId="656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26:32.614" v="224" actId="20577"/>
          <ac:spMkLst>
            <pc:docMk/>
            <pc:sldMk cId="3402831622" sldId="656"/>
            <ac:spMk id="8" creationId="{36177B38-43AB-4398-968B-448F8F0E5F49}"/>
          </ac:spMkLst>
        </pc:spChg>
        <pc:spChg chg="del">
          <ac:chgData name="John Hu" userId="213e45b8a479442b" providerId="LiveId" clId="{A0632573-CE90-48B8-A00F-412874A589A4}" dt="2024-04-01T01:26:52.139" v="226" actId="478"/>
          <ac:spMkLst>
            <pc:docMk/>
            <pc:sldMk cId="3402831622" sldId="656"/>
            <ac:spMk id="10" creationId="{2F6312A5-238D-46B3-95BC-34BC198C929C}"/>
          </ac:spMkLst>
        </pc:spChg>
        <pc:spChg chg="del">
          <ac:chgData name="John Hu" userId="213e45b8a479442b" providerId="LiveId" clId="{A0632573-CE90-48B8-A00F-412874A589A4}" dt="2024-04-01T01:26:55.566" v="227" actId="478"/>
          <ac:spMkLst>
            <pc:docMk/>
            <pc:sldMk cId="3402831622" sldId="656"/>
            <ac:spMk id="11" creationId="{33768EA3-4CBB-4DD7-9006-15D9E0011A81}"/>
          </ac:spMkLst>
        </pc:spChg>
        <pc:picChg chg="del">
          <ac:chgData name="John Hu" userId="213e45b8a479442b" providerId="LiveId" clId="{A0632573-CE90-48B8-A00F-412874A589A4}" dt="2024-04-01T01:27:05.643" v="229" actId="478"/>
          <ac:picMkLst>
            <pc:docMk/>
            <pc:sldMk cId="3402831622" sldId="656"/>
            <ac:picMk id="7" creationId="{DE90F683-F5B5-4A08-94A4-595DB7F762F0}"/>
          </ac:picMkLst>
        </pc:picChg>
        <pc:picChg chg="add mod">
          <ac:chgData name="John Hu" userId="213e45b8a479442b" providerId="LiveId" clId="{A0632573-CE90-48B8-A00F-412874A589A4}" dt="2024-04-01T01:27:22.208" v="234" actId="1076"/>
          <ac:picMkLst>
            <pc:docMk/>
            <pc:sldMk cId="3402831622" sldId="656"/>
            <ac:picMk id="9" creationId="{B94E1499-D67E-47EB-AA22-A7DE8E8CE8E8}"/>
          </ac:picMkLst>
        </pc:picChg>
      </pc:sldChg>
      <pc:sldChg chg="modSp add mod modNotesTx">
        <pc:chgData name="John Hu" userId="213e45b8a479442b" providerId="LiveId" clId="{A0632573-CE90-48B8-A00F-412874A589A4}" dt="2024-04-01T01:34:06.843" v="401" actId="6549"/>
        <pc:sldMkLst>
          <pc:docMk/>
          <pc:sldMk cId="2823477004" sldId="657"/>
        </pc:sldMkLst>
        <pc:spChg chg="mod">
          <ac:chgData name="John Hu" userId="213e45b8a479442b" providerId="LiveId" clId="{A0632573-CE90-48B8-A00F-412874A589A4}" dt="2024-04-01T01:29:17.936" v="260" actId="113"/>
          <ac:spMkLst>
            <pc:docMk/>
            <pc:sldMk cId="2823477004" sldId="657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27:50.938" v="239" actId="20577"/>
          <ac:spMkLst>
            <pc:docMk/>
            <pc:sldMk cId="2823477004" sldId="657"/>
            <ac:spMk id="8" creationId="{36177B38-43AB-4398-968B-448F8F0E5F49}"/>
          </ac:spMkLst>
        </pc:spChg>
      </pc:sldChg>
      <pc:sldChg chg="addSp modSp add mod modNotesTx">
        <pc:chgData name="John Hu" userId="213e45b8a479442b" providerId="LiveId" clId="{A0632573-CE90-48B8-A00F-412874A589A4}" dt="2024-04-01T01:33:57.936" v="398" actId="6549"/>
        <pc:sldMkLst>
          <pc:docMk/>
          <pc:sldMk cId="478900977" sldId="658"/>
        </pc:sldMkLst>
        <pc:spChg chg="mod">
          <ac:chgData name="John Hu" userId="213e45b8a479442b" providerId="LiveId" clId="{A0632573-CE90-48B8-A00F-412874A589A4}" dt="2024-04-01T01:33:49.557" v="397" actId="20577"/>
          <ac:spMkLst>
            <pc:docMk/>
            <pc:sldMk cId="478900977" sldId="658"/>
            <ac:spMk id="6" creationId="{460BD86B-E646-4741-AB8D-A7809816D0EB}"/>
          </ac:spMkLst>
        </pc:spChg>
        <pc:cxnChg chg="add mod">
          <ac:chgData name="John Hu" userId="213e45b8a479442b" providerId="LiveId" clId="{A0632573-CE90-48B8-A00F-412874A589A4}" dt="2024-04-01T01:30:14.907" v="273" actId="13822"/>
          <ac:cxnSpMkLst>
            <pc:docMk/>
            <pc:sldMk cId="478900977" sldId="658"/>
            <ac:cxnSpMk id="4" creationId="{F4255813-6015-4785-8AD2-6249AE26069D}"/>
          </ac:cxnSpMkLst>
        </pc:cxnChg>
        <pc:cxnChg chg="add mod">
          <ac:chgData name="John Hu" userId="213e45b8a479442b" providerId="LiveId" clId="{A0632573-CE90-48B8-A00F-412874A589A4}" dt="2024-04-01T01:30:21.746" v="276" actId="14100"/>
          <ac:cxnSpMkLst>
            <pc:docMk/>
            <pc:sldMk cId="478900977" sldId="658"/>
            <ac:cxnSpMk id="10" creationId="{FF7BA9C9-8C67-400B-84B9-54B4A71C81C1}"/>
          </ac:cxnSpMkLst>
        </pc:cxnChg>
      </pc:sldChg>
      <pc:sldChg chg="addSp modSp add mod modNotesTx">
        <pc:chgData name="John Hu" userId="213e45b8a479442b" providerId="LiveId" clId="{A0632573-CE90-48B8-A00F-412874A589A4}" dt="2024-04-01T01:34:02.875" v="400" actId="6549"/>
        <pc:sldMkLst>
          <pc:docMk/>
          <pc:sldMk cId="1001018854" sldId="659"/>
        </pc:sldMkLst>
        <pc:spChg chg="mod">
          <ac:chgData name="John Hu" userId="213e45b8a479442b" providerId="LiveId" clId="{A0632573-CE90-48B8-A00F-412874A589A4}" dt="2024-04-01T01:32:07.373" v="315" actId="20577"/>
          <ac:spMkLst>
            <pc:docMk/>
            <pc:sldMk cId="1001018854" sldId="659"/>
            <ac:spMk id="6" creationId="{460BD86B-E646-4741-AB8D-A7809816D0EB}"/>
          </ac:spMkLst>
        </pc:spChg>
        <pc:cxnChg chg="add mod">
          <ac:chgData name="John Hu" userId="213e45b8a479442b" providerId="LiveId" clId="{A0632573-CE90-48B8-A00F-412874A589A4}" dt="2024-04-01T01:31:56.943" v="306" actId="14100"/>
          <ac:cxnSpMkLst>
            <pc:docMk/>
            <pc:sldMk cId="1001018854" sldId="659"/>
            <ac:cxnSpMk id="7" creationId="{1D9F3422-0885-4BD3-A55B-A20163808319}"/>
          </ac:cxnSpMkLst>
        </pc:cxnChg>
      </pc:sldChg>
      <pc:sldChg chg="addSp modSp add mod ord modNotesTx">
        <pc:chgData name="John Hu" userId="213e45b8a479442b" providerId="LiveId" clId="{A0632573-CE90-48B8-A00F-412874A589A4}" dt="2024-04-01T01:34:00.751" v="399" actId="6549"/>
        <pc:sldMkLst>
          <pc:docMk/>
          <pc:sldMk cId="2827344158" sldId="660"/>
        </pc:sldMkLst>
        <pc:spChg chg="mod">
          <ac:chgData name="John Hu" userId="213e45b8a479442b" providerId="LiveId" clId="{A0632573-CE90-48B8-A00F-412874A589A4}" dt="2024-04-01T01:32:14.934" v="325" actId="20577"/>
          <ac:spMkLst>
            <pc:docMk/>
            <pc:sldMk cId="2827344158" sldId="660"/>
            <ac:spMk id="6" creationId="{460BD86B-E646-4741-AB8D-A7809816D0EB}"/>
          </ac:spMkLst>
        </pc:spChg>
        <pc:cxnChg chg="add mod">
          <ac:chgData name="John Hu" userId="213e45b8a479442b" providerId="LiveId" clId="{A0632573-CE90-48B8-A00F-412874A589A4}" dt="2024-04-01T01:32:39.181" v="326" actId="14100"/>
          <ac:cxnSpMkLst>
            <pc:docMk/>
            <pc:sldMk cId="2827344158" sldId="660"/>
            <ac:cxnSpMk id="7" creationId="{24A15114-D783-4E34-8947-1377660EC062}"/>
          </ac:cxnSpMkLst>
        </pc:cxnChg>
      </pc:sldChg>
      <pc:sldChg chg="addSp delSp modSp add mod">
        <pc:chgData name="John Hu" userId="213e45b8a479442b" providerId="LiveId" clId="{A0632573-CE90-48B8-A00F-412874A589A4}" dt="2024-04-01T01:38:40.032" v="557" actId="20577"/>
        <pc:sldMkLst>
          <pc:docMk/>
          <pc:sldMk cId="3238331825" sldId="661"/>
        </pc:sldMkLst>
        <pc:spChg chg="mod">
          <ac:chgData name="John Hu" userId="213e45b8a479442b" providerId="LiveId" clId="{A0632573-CE90-48B8-A00F-412874A589A4}" dt="2024-04-01T01:38:40.032" v="557" actId="20577"/>
          <ac:spMkLst>
            <pc:docMk/>
            <pc:sldMk cId="3238331825" sldId="661"/>
            <ac:spMk id="2" creationId="{5888EE31-F44C-4034-8407-4C756F65702C}"/>
          </ac:spMkLst>
        </pc:spChg>
        <pc:spChg chg="add del mod">
          <ac:chgData name="John Hu" userId="213e45b8a479442b" providerId="LiveId" clId="{A0632573-CE90-48B8-A00F-412874A589A4}" dt="2024-04-01T01:36:53.101" v="489" actId="478"/>
          <ac:spMkLst>
            <pc:docMk/>
            <pc:sldMk cId="3238331825" sldId="661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36:33.132" v="482" actId="20577"/>
          <ac:spMkLst>
            <pc:docMk/>
            <pc:sldMk cId="3238331825" sldId="661"/>
            <ac:spMk id="8" creationId="{36177B38-43AB-4398-968B-448F8F0E5F49}"/>
          </ac:spMkLst>
        </pc:spChg>
        <pc:spChg chg="add del mod">
          <ac:chgData name="John Hu" userId="213e45b8a479442b" providerId="LiveId" clId="{A0632573-CE90-48B8-A00F-412874A589A4}" dt="2024-04-01T01:36:10.014" v="432" actId="22"/>
          <ac:spMkLst>
            <pc:docMk/>
            <pc:sldMk cId="3238331825" sldId="661"/>
            <ac:spMk id="10" creationId="{789209A0-0E9C-4E42-9AF7-869DABB943BF}"/>
          </ac:spMkLst>
        </pc:spChg>
        <pc:spChg chg="add mod">
          <ac:chgData name="John Hu" userId="213e45b8a479442b" providerId="LiveId" clId="{A0632573-CE90-48B8-A00F-412874A589A4}" dt="2024-04-01T01:38:11.094" v="552" actId="20577"/>
          <ac:spMkLst>
            <pc:docMk/>
            <pc:sldMk cId="3238331825" sldId="661"/>
            <ac:spMk id="11" creationId="{E5F62D8E-7C5E-4D7D-A3FC-EFB2ADC0C6EE}"/>
          </ac:spMkLst>
        </pc:spChg>
        <pc:spChg chg="mod">
          <ac:chgData name="John Hu" userId="213e45b8a479442b" providerId="LiveId" clId="{A0632573-CE90-48B8-A00F-412874A589A4}" dt="2024-04-01T01:38:24.800" v="553"/>
          <ac:spMkLst>
            <pc:docMk/>
            <pc:sldMk cId="3238331825" sldId="661"/>
            <ac:spMk id="13" creationId="{12EF9259-E41D-436F-9A8A-B5B6AA0E009D}"/>
          </ac:spMkLst>
        </pc:spChg>
        <pc:grpChg chg="add mod">
          <ac:chgData name="John Hu" userId="213e45b8a479442b" providerId="LiveId" clId="{A0632573-CE90-48B8-A00F-412874A589A4}" dt="2024-04-01T01:38:28.623" v="555" actId="1076"/>
          <ac:grpSpMkLst>
            <pc:docMk/>
            <pc:sldMk cId="3238331825" sldId="661"/>
            <ac:grpSpMk id="12" creationId="{E5DB4009-0EE8-46E6-A062-86233209538D}"/>
          </ac:grpSpMkLst>
        </pc:grpChg>
        <pc:picChg chg="del">
          <ac:chgData name="John Hu" userId="213e45b8a479442b" providerId="LiveId" clId="{A0632573-CE90-48B8-A00F-412874A589A4}" dt="2024-04-01T01:35:49.488" v="422" actId="478"/>
          <ac:picMkLst>
            <pc:docMk/>
            <pc:sldMk cId="3238331825" sldId="661"/>
            <ac:picMk id="9" creationId="{B94E1499-D67E-47EB-AA22-A7DE8E8CE8E8}"/>
          </ac:picMkLst>
        </pc:picChg>
        <pc:picChg chg="mod">
          <ac:chgData name="John Hu" userId="213e45b8a479442b" providerId="LiveId" clId="{A0632573-CE90-48B8-A00F-412874A589A4}" dt="2024-04-01T01:38:24.800" v="553"/>
          <ac:picMkLst>
            <pc:docMk/>
            <pc:sldMk cId="3238331825" sldId="661"/>
            <ac:picMk id="14" creationId="{FCD541EA-AAA7-4530-840E-3CC93B7C3239}"/>
          </ac:picMkLst>
        </pc:picChg>
        <pc:picChg chg="mod">
          <ac:chgData name="John Hu" userId="213e45b8a479442b" providerId="LiveId" clId="{A0632573-CE90-48B8-A00F-412874A589A4}" dt="2024-04-01T01:38:24.800" v="553"/>
          <ac:picMkLst>
            <pc:docMk/>
            <pc:sldMk cId="3238331825" sldId="661"/>
            <ac:picMk id="15" creationId="{24F26ED3-C4F9-4A37-A761-BC5683D3C9D7}"/>
          </ac:picMkLst>
        </pc:picChg>
        <pc:cxnChg chg="del">
          <ac:chgData name="John Hu" userId="213e45b8a479442b" providerId="LiveId" clId="{A0632573-CE90-48B8-A00F-412874A589A4}" dt="2024-04-01T01:35:51.753" v="423" actId="478"/>
          <ac:cxnSpMkLst>
            <pc:docMk/>
            <pc:sldMk cId="3238331825" sldId="661"/>
            <ac:cxnSpMk id="7" creationId="{1D9F3422-0885-4BD3-A55B-A20163808319}"/>
          </ac:cxnSpMkLst>
        </pc:cxnChg>
      </pc:sldChg>
      <pc:sldChg chg="addSp delSp modSp add mod">
        <pc:chgData name="John Hu" userId="213e45b8a479442b" providerId="LiveId" clId="{A0632573-CE90-48B8-A00F-412874A589A4}" dt="2024-04-01T01:41:44.058" v="780" actId="1076"/>
        <pc:sldMkLst>
          <pc:docMk/>
          <pc:sldMk cId="356902912" sldId="662"/>
        </pc:sldMkLst>
        <pc:spChg chg="mod">
          <ac:chgData name="John Hu" userId="213e45b8a479442b" providerId="LiveId" clId="{A0632573-CE90-48B8-A00F-412874A589A4}" dt="2024-04-01T01:39:13.358" v="563"/>
          <ac:spMkLst>
            <pc:docMk/>
            <pc:sldMk cId="356902912" sldId="662"/>
            <ac:spMk id="2" creationId="{5888EE31-F44C-4034-8407-4C756F65702C}"/>
          </ac:spMkLst>
        </pc:spChg>
        <pc:spChg chg="mod">
          <ac:chgData name="John Hu" userId="213e45b8a479442b" providerId="LiveId" clId="{A0632573-CE90-48B8-A00F-412874A589A4}" dt="2024-04-01T01:41:37.944" v="778" actId="1076"/>
          <ac:spMkLst>
            <pc:docMk/>
            <pc:sldMk cId="356902912" sldId="662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40:00.878" v="714" actId="20577"/>
          <ac:spMkLst>
            <pc:docMk/>
            <pc:sldMk cId="356902912" sldId="662"/>
            <ac:spMk id="8" creationId="{36177B38-43AB-4398-968B-448F8F0E5F49}"/>
          </ac:spMkLst>
        </pc:spChg>
        <pc:spChg chg="add mod">
          <ac:chgData name="John Hu" userId="213e45b8a479442b" providerId="LiveId" clId="{A0632573-CE90-48B8-A00F-412874A589A4}" dt="2024-04-01T01:41:44.058" v="780" actId="1076"/>
          <ac:spMkLst>
            <pc:docMk/>
            <pc:sldMk cId="356902912" sldId="662"/>
            <ac:spMk id="10" creationId="{486B0966-06BC-40D5-8F94-48AE556F6DB5}"/>
          </ac:spMkLst>
        </pc:spChg>
        <pc:picChg chg="del">
          <ac:chgData name="John Hu" userId="213e45b8a479442b" providerId="LiveId" clId="{A0632573-CE90-48B8-A00F-412874A589A4}" dt="2024-04-01T01:39:04.439" v="560" actId="478"/>
          <ac:picMkLst>
            <pc:docMk/>
            <pc:sldMk cId="356902912" sldId="662"/>
            <ac:picMk id="9" creationId="{B94E1499-D67E-47EB-AA22-A7DE8E8CE8E8}"/>
          </ac:picMkLst>
        </pc:picChg>
        <pc:cxnChg chg="del">
          <ac:chgData name="John Hu" userId="213e45b8a479442b" providerId="LiveId" clId="{A0632573-CE90-48B8-A00F-412874A589A4}" dt="2024-04-01T01:39:06.588" v="561" actId="478"/>
          <ac:cxnSpMkLst>
            <pc:docMk/>
            <pc:sldMk cId="356902912" sldId="662"/>
            <ac:cxnSpMk id="7" creationId="{1D9F3422-0885-4BD3-A55B-A20163808319}"/>
          </ac:cxnSpMkLst>
        </pc:cxnChg>
      </pc:sldChg>
      <pc:sldChg chg="addSp delSp modSp add mod">
        <pc:chgData name="John Hu" userId="213e45b8a479442b" providerId="LiveId" clId="{A0632573-CE90-48B8-A00F-412874A589A4}" dt="2024-04-01T01:43:44.436" v="880" actId="113"/>
        <pc:sldMkLst>
          <pc:docMk/>
          <pc:sldMk cId="2330344010" sldId="663"/>
        </pc:sldMkLst>
        <pc:spChg chg="mod">
          <ac:chgData name="John Hu" userId="213e45b8a479442b" providerId="LiveId" clId="{A0632573-CE90-48B8-A00F-412874A589A4}" dt="2024-04-01T01:43:03.239" v="869" actId="20577"/>
          <ac:spMkLst>
            <pc:docMk/>
            <pc:sldMk cId="2330344010" sldId="663"/>
            <ac:spMk id="2" creationId="{5888EE31-F44C-4034-8407-4C756F65702C}"/>
          </ac:spMkLst>
        </pc:spChg>
        <pc:spChg chg="del">
          <ac:chgData name="John Hu" userId="213e45b8a479442b" providerId="LiveId" clId="{A0632573-CE90-48B8-A00F-412874A589A4}" dt="2024-04-01T01:43:08.059" v="870" actId="478"/>
          <ac:spMkLst>
            <pc:docMk/>
            <pc:sldMk cId="2330344010" sldId="663"/>
            <ac:spMk id="6" creationId="{460BD86B-E646-4741-AB8D-A7809816D0EB}"/>
          </ac:spMkLst>
        </pc:spChg>
        <pc:spChg chg="add mod">
          <ac:chgData name="John Hu" userId="213e45b8a479442b" providerId="LiveId" clId="{A0632573-CE90-48B8-A00F-412874A589A4}" dt="2024-04-01T01:43:44.436" v="880" actId="113"/>
          <ac:spMkLst>
            <pc:docMk/>
            <pc:sldMk cId="2330344010" sldId="663"/>
            <ac:spMk id="7" creationId="{72DFFBFF-2F3A-4667-9387-5CA88FE1F1BD}"/>
          </ac:spMkLst>
        </pc:spChg>
        <pc:spChg chg="mod">
          <ac:chgData name="John Hu" userId="213e45b8a479442b" providerId="LiveId" clId="{A0632573-CE90-48B8-A00F-412874A589A4}" dt="2024-04-01T01:42:54.579" v="861" actId="20577"/>
          <ac:spMkLst>
            <pc:docMk/>
            <pc:sldMk cId="2330344010" sldId="663"/>
            <ac:spMk id="8" creationId="{36177B38-43AB-4398-968B-448F8F0E5F49}"/>
          </ac:spMkLst>
        </pc:spChg>
        <pc:spChg chg="del">
          <ac:chgData name="John Hu" userId="213e45b8a479442b" providerId="LiveId" clId="{A0632573-CE90-48B8-A00F-412874A589A4}" dt="2024-04-01T01:43:10.209" v="871" actId="478"/>
          <ac:spMkLst>
            <pc:docMk/>
            <pc:sldMk cId="2330344010" sldId="663"/>
            <ac:spMk id="10" creationId="{486B0966-06BC-40D5-8F94-48AE556F6DB5}"/>
          </ac:spMkLst>
        </pc:spChg>
      </pc:sldChg>
      <pc:sldChg chg="modSp add mod">
        <pc:chgData name="John Hu" userId="213e45b8a479442b" providerId="LiveId" clId="{A0632573-CE90-48B8-A00F-412874A589A4}" dt="2024-04-01T01:55:28.088" v="1024" actId="1076"/>
        <pc:sldMkLst>
          <pc:docMk/>
          <pc:sldMk cId="999627182" sldId="664"/>
        </pc:sldMkLst>
        <pc:spChg chg="mod">
          <ac:chgData name="John Hu" userId="213e45b8a479442b" providerId="LiveId" clId="{A0632573-CE90-48B8-A00F-412874A589A4}" dt="2024-04-01T01:44:05.212" v="882"/>
          <ac:spMkLst>
            <pc:docMk/>
            <pc:sldMk cId="999627182" sldId="664"/>
            <ac:spMk id="2" creationId="{5888EE31-F44C-4034-8407-4C756F65702C}"/>
          </ac:spMkLst>
        </pc:spChg>
        <pc:spChg chg="mod">
          <ac:chgData name="John Hu" userId="213e45b8a479442b" providerId="LiveId" clId="{A0632573-CE90-48B8-A00F-412874A589A4}" dt="2024-04-01T01:55:28.088" v="1024" actId="1076"/>
          <ac:spMkLst>
            <pc:docMk/>
            <pc:sldMk cId="999627182" sldId="664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44:21.397" v="934" actId="6549"/>
          <ac:spMkLst>
            <pc:docMk/>
            <pc:sldMk cId="999627182" sldId="664"/>
            <ac:spMk id="8" creationId="{36177B38-43AB-4398-968B-448F8F0E5F49}"/>
          </ac:spMkLst>
        </pc:spChg>
        <pc:spChg chg="mod">
          <ac:chgData name="John Hu" userId="213e45b8a479442b" providerId="LiveId" clId="{A0632573-CE90-48B8-A00F-412874A589A4}" dt="2024-04-01T01:55:26.199" v="1023" actId="1076"/>
          <ac:spMkLst>
            <pc:docMk/>
            <pc:sldMk cId="999627182" sldId="664"/>
            <ac:spMk id="10" creationId="{486B0966-06BC-40D5-8F94-48AE556F6DB5}"/>
          </ac:spMkLst>
        </pc:spChg>
      </pc:sldChg>
      <pc:sldChg chg="modSp add mod ord">
        <pc:chgData name="John Hu" userId="213e45b8a479442b" providerId="LiveId" clId="{A0632573-CE90-48B8-A00F-412874A589A4}" dt="2024-04-01T01:55:54.218" v="1029" actId="14100"/>
        <pc:sldMkLst>
          <pc:docMk/>
          <pc:sldMk cId="2999462921" sldId="665"/>
        </pc:sldMkLst>
        <pc:spChg chg="mod">
          <ac:chgData name="John Hu" userId="213e45b8a479442b" providerId="LiveId" clId="{A0632573-CE90-48B8-A00F-412874A589A4}" dt="2024-04-01T01:55:54.218" v="1029" actId="14100"/>
          <ac:spMkLst>
            <pc:docMk/>
            <pc:sldMk cId="2999462921" sldId="665"/>
            <ac:spMk id="6" creationId="{460BD86B-E646-4741-AB8D-A7809816D0EB}"/>
          </ac:spMkLst>
        </pc:spChg>
        <pc:spChg chg="mod">
          <ac:chgData name="John Hu" userId="213e45b8a479442b" providerId="LiveId" clId="{A0632573-CE90-48B8-A00F-412874A589A4}" dt="2024-04-01T01:55:51.261" v="1028" actId="1076"/>
          <ac:spMkLst>
            <pc:docMk/>
            <pc:sldMk cId="2999462921" sldId="665"/>
            <ac:spMk id="10" creationId="{486B0966-06BC-40D5-8F94-48AE556F6DB5}"/>
          </ac:spMkLst>
        </pc:spChg>
      </pc:sldChg>
      <pc:sldChg chg="add">
        <pc:chgData name="John Hu" userId="213e45b8a479442b" providerId="LiveId" clId="{A0632573-CE90-48B8-A00F-412874A589A4}" dt="2024-04-01T02:42:50.391" v="1043"/>
        <pc:sldMkLst>
          <pc:docMk/>
          <pc:sldMk cId="2906095009" sldId="673"/>
        </pc:sldMkLst>
      </pc:sldChg>
    </pc:docChg>
  </pc:docChgLst>
  <pc:docChgLst>
    <pc:chgData name="John Hu" userId="213e45b8a479442b" providerId="LiveId" clId="{4ADE6C76-F213-457E-BD6F-588EA0D849A1}"/>
    <pc:docChg chg="undo custSel addSld modSld sldOrd">
      <pc:chgData name="John Hu" userId="213e45b8a479442b" providerId="LiveId" clId="{4ADE6C76-F213-457E-BD6F-588EA0D849A1}" dt="2024-03-15T07:17:01.571" v="1922" actId="14100"/>
      <pc:docMkLst>
        <pc:docMk/>
      </pc:docMkLst>
    </pc:docChg>
  </pc:docChgLst>
  <pc:docChgLst>
    <pc:chgData name="John Hu" userId="213e45b8a479442b" providerId="LiveId" clId="{386EF159-F562-4828-991F-21C87AE8BA26}"/>
    <pc:docChg chg="undo custSel addSld delSld modSld sldOrd">
      <pc:chgData name="John Hu" userId="213e45b8a479442b" providerId="LiveId" clId="{386EF159-F562-4828-991F-21C87AE8BA26}" dt="2024-03-18T03:05:32.671" v="339" actId="1076"/>
      <pc:docMkLst>
        <pc:docMk/>
      </pc:docMkLst>
    </pc:docChg>
  </pc:docChgLst>
  <pc:docChgLst>
    <pc:chgData userId="213e45b8a479442b" providerId="LiveId" clId="{BD62EA81-080E-4F50-B394-8776CBD0B19D}"/>
    <pc:docChg chg="undo custSel addSld delSld modSld">
      <pc:chgData name="" userId="213e45b8a479442b" providerId="LiveId" clId="{BD62EA81-080E-4F50-B394-8776CBD0B19D}" dt="2024-03-17T14:12:52.212" v="737" actId="1076"/>
      <pc:docMkLst>
        <pc:docMk/>
      </pc:docMkLst>
      <pc:sldChg chg="modSp">
        <pc:chgData name="" userId="213e45b8a479442b" providerId="LiveId" clId="{BD62EA81-080E-4F50-B394-8776CBD0B19D}" dt="2024-03-17T11:58:44.745" v="13" actId="20577"/>
        <pc:sldMkLst>
          <pc:docMk/>
          <pc:sldMk cId="1475978079" sldId="423"/>
        </pc:sldMkLst>
        <pc:spChg chg="mod">
          <ac:chgData name="" userId="213e45b8a479442b" providerId="LiveId" clId="{BD62EA81-080E-4F50-B394-8776CBD0B19D}" dt="2024-03-17T11:58:44.745" v="13" actId="20577"/>
          <ac:spMkLst>
            <pc:docMk/>
            <pc:sldMk cId="1475978079" sldId="423"/>
            <ac:spMk id="2" creationId="{5888EE31-F44C-4034-8407-4C756F65702C}"/>
          </ac:spMkLst>
        </pc:spChg>
      </pc:sldChg>
      <pc:sldChg chg="addSp modSp">
        <pc:chgData name="" userId="213e45b8a479442b" providerId="LiveId" clId="{BD62EA81-080E-4F50-B394-8776CBD0B19D}" dt="2024-03-17T13:56:32.712" v="447"/>
        <pc:sldMkLst>
          <pc:docMk/>
          <pc:sldMk cId="2256634334" sldId="427"/>
        </pc:sldMkLst>
        <pc:spChg chg="mod">
          <ac:chgData name="" userId="213e45b8a479442b" providerId="LiveId" clId="{BD62EA81-080E-4F50-B394-8776CBD0B19D}" dt="2024-03-17T13:56:32.712" v="447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3" creationId="{30F0AC51-4500-404D-B030-4FE49D08C651}"/>
          </ac:spMkLst>
        </pc:spChg>
        <pc:spChg chg="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4" creationId="{D5373E77-AFF8-4BD6-8E08-6B50A2AE86B2}"/>
          </ac:spMkLst>
        </pc:spChg>
        <pc:spChg chg="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5" creationId="{1D1DB04B-4013-4417-8672-E23B01AD4889}"/>
          </ac:spMkLst>
        </pc:spChg>
        <pc:spChg chg="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8" creationId="{36177B38-43AB-4398-968B-448F8F0E5F49}"/>
          </ac:spMkLst>
        </pc:spChg>
        <pc:spChg chg="add 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9" creationId="{896B7C16-58E4-48B3-9339-0E1D280FE03B}"/>
          </ac:spMkLst>
        </pc:spChg>
        <pc:spChg chg="add 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10" creationId="{7E3952E6-ACD4-4478-A8C2-CB4BD238805B}"/>
          </ac:spMkLst>
        </pc:spChg>
        <pc:spChg chg="add 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11" creationId="{40D60F96-18B0-40EE-95C1-A78F8E9FBC7C}"/>
          </ac:spMkLst>
        </pc:spChg>
        <pc:spChg chg="add mod">
          <ac:chgData name="" userId="213e45b8a479442b" providerId="LiveId" clId="{BD62EA81-080E-4F50-B394-8776CBD0B19D}" dt="2024-03-17T13:56:22.805" v="446" actId="465"/>
          <ac:spMkLst>
            <pc:docMk/>
            <pc:sldMk cId="2256634334" sldId="427"/>
            <ac:spMk id="12" creationId="{7873F5AC-08CC-46EE-8E86-324756E0C930}"/>
          </ac:spMkLst>
        </pc:spChg>
      </pc:sldChg>
      <pc:sldChg chg="addSp delSp modSp">
        <pc:chgData name="" userId="213e45b8a479442b" providerId="LiveId" clId="{BD62EA81-080E-4F50-B394-8776CBD0B19D}" dt="2024-03-17T12:04:40.519" v="230" actId="1035"/>
        <pc:sldMkLst>
          <pc:docMk/>
          <pc:sldMk cId="2378383801" sldId="429"/>
        </pc:sldMkLst>
        <pc:spChg chg="mod">
          <ac:chgData name="" userId="213e45b8a479442b" providerId="LiveId" clId="{BD62EA81-080E-4F50-B394-8776CBD0B19D}" dt="2024-03-17T12:04:40.519" v="230" actId="1035"/>
          <ac:spMkLst>
            <pc:docMk/>
            <pc:sldMk cId="2378383801" sldId="429"/>
            <ac:spMk id="3" creationId="{FC3DE994-F8E6-4715-916B-9859E1A19738}"/>
          </ac:spMkLst>
        </pc:spChg>
        <pc:spChg chg="add del">
          <ac:chgData name="" userId="213e45b8a479442b" providerId="LiveId" clId="{BD62EA81-080E-4F50-B394-8776CBD0B19D}" dt="2024-03-17T12:02:27.462" v="171"/>
          <ac:spMkLst>
            <pc:docMk/>
            <pc:sldMk cId="2378383801" sldId="429"/>
            <ac:spMk id="4" creationId="{8587085C-88E5-4D2B-80E1-D54838A5AC73}"/>
          </ac:spMkLst>
        </pc:spChg>
        <pc:spChg chg="del mod">
          <ac:chgData name="" userId="213e45b8a479442b" providerId="LiveId" clId="{BD62EA81-080E-4F50-B394-8776CBD0B19D}" dt="2024-03-17T12:01:59.431" v="169" actId="478"/>
          <ac:spMkLst>
            <pc:docMk/>
            <pc:sldMk cId="2378383801" sldId="429"/>
            <ac:spMk id="7" creationId="{39E314E7-1C9E-498E-A297-D3E756D9C4D6}"/>
          </ac:spMkLst>
        </pc:spChg>
        <pc:spChg chg="mod">
          <ac:chgData name="" userId="213e45b8a479442b" providerId="LiveId" clId="{BD62EA81-080E-4F50-B394-8776CBD0B19D}" dt="2024-03-17T12:04:17.160" v="224" actId="1035"/>
          <ac:spMkLst>
            <pc:docMk/>
            <pc:sldMk cId="2378383801" sldId="429"/>
            <ac:spMk id="8" creationId="{36177B38-43AB-4398-968B-448F8F0E5F49}"/>
          </ac:spMkLst>
        </pc:spChg>
      </pc:sldChg>
    </pc:docChg>
  </pc:docChgLst>
  <pc:docChgLst>
    <pc:chgData userId="213e45b8a479442b" providerId="LiveId" clId="{11A634DC-527D-4693-86FC-24FE12A4D909}"/>
    <pc:docChg chg="undo custSel addSld modSld">
      <pc:chgData name="" userId="213e45b8a479442b" providerId="LiveId" clId="{11A634DC-527D-4693-86FC-24FE12A4D909}" dt="2024-03-31T13:54:53.697" v="381" actId="14100"/>
      <pc:docMkLst>
        <pc:docMk/>
      </pc:docMkLst>
      <pc:sldChg chg="addSp delSp modSp">
        <pc:chgData name="" userId="213e45b8a479442b" providerId="LiveId" clId="{11A634DC-527D-4693-86FC-24FE12A4D909}" dt="2024-03-31T13:17:43.728" v="24" actId="20577"/>
        <pc:sldMkLst>
          <pc:docMk/>
          <pc:sldMk cId="2256634334" sldId="427"/>
        </pc:sldMkLst>
        <pc:spChg chg="del">
          <ac:chgData name="" userId="213e45b8a479442b" providerId="LiveId" clId="{11A634DC-527D-4693-86FC-24FE12A4D909}" dt="2024-03-31T13:17:36.132" v="0" actId="478"/>
          <ac:spMkLst>
            <pc:docMk/>
            <pc:sldMk cId="2256634334" sldId="427"/>
            <ac:spMk id="3" creationId="{30F0AC51-4500-404D-B030-4FE49D08C651}"/>
          </ac:spMkLst>
        </pc:spChg>
        <pc:spChg chg="del">
          <ac:chgData name="" userId="213e45b8a479442b" providerId="LiveId" clId="{11A634DC-527D-4693-86FC-24FE12A4D909}" dt="2024-03-31T13:17:36.132" v="0" actId="478"/>
          <ac:spMkLst>
            <pc:docMk/>
            <pc:sldMk cId="2256634334" sldId="427"/>
            <ac:spMk id="5" creationId="{1D1DB04B-4013-4417-8672-E23B01AD4889}"/>
          </ac:spMkLst>
        </pc:spChg>
        <pc:spChg chg="add mod">
          <ac:chgData name="" userId="213e45b8a479442b" providerId="LiveId" clId="{11A634DC-527D-4693-86FC-24FE12A4D909}" dt="2024-03-31T13:17:43.728" v="24" actId="20577"/>
          <ac:spMkLst>
            <pc:docMk/>
            <pc:sldMk cId="2256634334" sldId="427"/>
            <ac:spMk id="6" creationId="{16B141D0-8154-4502-AA09-FA31D961E141}"/>
          </ac:spMkLst>
        </pc:spChg>
        <pc:spChg chg="add">
          <ac:chgData name="" userId="213e45b8a479442b" providerId="LiveId" clId="{11A634DC-527D-4693-86FC-24FE12A4D909}" dt="2024-03-31T13:17:36.380" v="1"/>
          <ac:spMkLst>
            <pc:docMk/>
            <pc:sldMk cId="2256634334" sldId="427"/>
            <ac:spMk id="7" creationId="{EA6AB268-3577-4D3E-86D7-4E61EF13133F}"/>
          </ac:spMkLst>
        </pc:spChg>
        <pc:spChg chg="del">
          <ac:chgData name="" userId="213e45b8a479442b" providerId="LiveId" clId="{11A634DC-527D-4693-86FC-24FE12A4D909}" dt="2024-03-31T13:17:36.132" v="0" actId="478"/>
          <ac:spMkLst>
            <pc:docMk/>
            <pc:sldMk cId="2256634334" sldId="427"/>
            <ac:spMk id="8" creationId="{36177B38-43AB-4398-968B-448F8F0E5F49}"/>
          </ac:spMkLst>
        </pc:spChg>
        <pc:spChg chg="add">
          <ac:chgData name="" userId="213e45b8a479442b" providerId="LiveId" clId="{11A634DC-527D-4693-86FC-24FE12A4D909}" dt="2024-03-31T13:17:36.380" v="1"/>
          <ac:spMkLst>
            <pc:docMk/>
            <pc:sldMk cId="2256634334" sldId="427"/>
            <ac:spMk id="9" creationId="{521485D4-0FE9-4881-8AB4-F27068F66992}"/>
          </ac:spMkLst>
        </pc:spChg>
        <pc:spChg chg="add">
          <ac:chgData name="" userId="213e45b8a479442b" providerId="LiveId" clId="{11A634DC-527D-4693-86FC-24FE12A4D909}" dt="2024-03-31T13:17:36.380" v="1"/>
          <ac:spMkLst>
            <pc:docMk/>
            <pc:sldMk cId="2256634334" sldId="427"/>
            <ac:spMk id="10" creationId="{D2FF92C0-7498-4FC0-B73F-C5ABDADBA7C7}"/>
          </ac:spMkLst>
        </pc:spChg>
        <pc:spChg chg="add">
          <ac:chgData name="" userId="213e45b8a479442b" providerId="LiveId" clId="{11A634DC-527D-4693-86FC-24FE12A4D909}" dt="2024-03-31T13:17:36.380" v="1"/>
          <ac:spMkLst>
            <pc:docMk/>
            <pc:sldMk cId="2256634334" sldId="427"/>
            <ac:spMk id="11" creationId="{1CC5D7E3-621B-4175-85CA-C3BF26B90CF3}"/>
          </ac:spMkLst>
        </pc:spChg>
        <pc:spChg chg="add">
          <ac:chgData name="" userId="213e45b8a479442b" providerId="LiveId" clId="{11A634DC-527D-4693-86FC-24FE12A4D909}" dt="2024-03-31T13:17:36.380" v="1"/>
          <ac:spMkLst>
            <pc:docMk/>
            <pc:sldMk cId="2256634334" sldId="427"/>
            <ac:spMk id="12" creationId="{1025E049-6BA0-46DD-AABB-EF70B292924C}"/>
          </ac:spMkLst>
        </pc:spChg>
        <pc:spChg chg="add">
          <ac:chgData name="" userId="213e45b8a479442b" providerId="LiveId" clId="{11A634DC-527D-4693-86FC-24FE12A4D909}" dt="2024-03-31T13:17:36.380" v="1"/>
          <ac:spMkLst>
            <pc:docMk/>
            <pc:sldMk cId="2256634334" sldId="427"/>
            <ac:spMk id="13" creationId="{211D60F4-96F5-4BD1-B2B3-9F22A2F268D2}"/>
          </ac:spMkLst>
        </pc:spChg>
      </pc:sldChg>
      <pc:sldChg chg="modSp">
        <pc:chgData name="" userId="213e45b8a479442b" providerId="LiveId" clId="{11A634DC-527D-4693-86FC-24FE12A4D909}" dt="2024-03-31T13:42:18.669" v="234" actId="20577"/>
        <pc:sldMkLst>
          <pc:docMk/>
          <pc:sldMk cId="2378383801" sldId="429"/>
        </pc:sldMkLst>
        <pc:spChg chg="mod">
          <ac:chgData name="" userId="213e45b8a479442b" providerId="LiveId" clId="{11A634DC-527D-4693-86FC-24FE12A4D909}" dt="2024-03-31T13:31:31.814" v="27" actId="20577"/>
          <ac:spMkLst>
            <pc:docMk/>
            <pc:sldMk cId="2378383801" sldId="429"/>
            <ac:spMk id="2" creationId="{5888EE31-F44C-4034-8407-4C756F65702C}"/>
          </ac:spMkLst>
        </pc:spChg>
        <pc:spChg chg="mod">
          <ac:chgData name="" userId="213e45b8a479442b" providerId="LiveId" clId="{11A634DC-527D-4693-86FC-24FE12A4D909}" dt="2024-03-31T13:42:18.669" v="234" actId="20577"/>
          <ac:spMkLst>
            <pc:docMk/>
            <pc:sldMk cId="2378383801" sldId="429"/>
            <ac:spMk id="3" creationId="{FC3DE994-F8E6-4715-916B-9859E1A19738}"/>
          </ac:spMkLst>
        </pc:spChg>
        <pc:spChg chg="mod">
          <ac:chgData name="" userId="213e45b8a479442b" providerId="LiveId" clId="{11A634DC-527D-4693-86FC-24FE12A4D909}" dt="2024-03-31T13:39:48.554" v="145" actId="20577"/>
          <ac:spMkLst>
            <pc:docMk/>
            <pc:sldMk cId="2378383801" sldId="429"/>
            <ac:spMk id="8" creationId="{36177B38-43AB-4398-968B-448F8F0E5F49}"/>
          </ac:spMkLst>
        </pc:spChg>
      </pc:sldChg>
      <pc:sldChg chg="modSp add">
        <pc:chgData name="" userId="213e45b8a479442b" providerId="LiveId" clId="{11A634DC-527D-4693-86FC-24FE12A4D909}" dt="2024-03-31T13:45:31.854" v="284"/>
        <pc:sldMkLst>
          <pc:docMk/>
          <pc:sldMk cId="1039135650" sldId="585"/>
        </pc:sldMkLst>
        <pc:spChg chg="mod">
          <ac:chgData name="" userId="213e45b8a479442b" providerId="LiveId" clId="{11A634DC-527D-4693-86FC-24FE12A4D909}" dt="2024-03-31T13:45:31.854" v="284"/>
          <ac:spMkLst>
            <pc:docMk/>
            <pc:sldMk cId="1039135650" sldId="585"/>
            <ac:spMk id="8" creationId="{36177B38-43AB-4398-968B-448F8F0E5F49}"/>
          </ac:spMkLst>
        </pc:spChg>
      </pc:sldChg>
      <pc:sldChg chg="addSp delSp modSp add">
        <pc:chgData name="" userId="213e45b8a479442b" providerId="LiveId" clId="{11A634DC-527D-4693-86FC-24FE12A4D909}" dt="2024-03-31T13:51:12.571" v="359" actId="1076"/>
        <pc:sldMkLst>
          <pc:docMk/>
          <pc:sldMk cId="42819754" sldId="637"/>
        </pc:sldMkLst>
        <pc:spChg chg="add">
          <ac:chgData name="" userId="213e45b8a479442b" providerId="LiveId" clId="{11A634DC-527D-4693-86FC-24FE12A4D909}" dt="2024-03-31T13:38:30.301" v="91"/>
          <ac:spMkLst>
            <pc:docMk/>
            <pc:sldMk cId="42819754" sldId="637"/>
            <ac:spMk id="6" creationId="{5BEC1955-F427-419E-981F-844B2D3B1B35}"/>
          </ac:spMkLst>
        </pc:spChg>
        <pc:spChg chg="mod">
          <ac:chgData name="" userId="213e45b8a479442b" providerId="LiveId" clId="{11A634DC-527D-4693-86FC-24FE12A4D909}" dt="2024-03-31T13:51:00.257" v="357" actId="6549"/>
          <ac:spMkLst>
            <pc:docMk/>
            <pc:sldMk cId="42819754" sldId="637"/>
            <ac:spMk id="8" creationId="{36177B38-43AB-4398-968B-448F8F0E5F49}"/>
          </ac:spMkLst>
        </pc:spChg>
        <pc:grpChg chg="add mod">
          <ac:chgData name="" userId="213e45b8a479442b" providerId="LiveId" clId="{11A634DC-527D-4693-86FC-24FE12A4D909}" dt="2024-03-31T13:51:12.571" v="359" actId="1076"/>
          <ac:grpSpMkLst>
            <pc:docMk/>
            <pc:sldMk cId="42819754" sldId="637"/>
            <ac:grpSpMk id="5" creationId="{581FB091-CD89-456B-B8EA-AE81F5AA28FA}"/>
          </ac:grpSpMkLst>
        </pc:grpChg>
        <pc:picChg chg="del">
          <ac:chgData name="" userId="213e45b8a479442b" providerId="LiveId" clId="{11A634DC-527D-4693-86FC-24FE12A4D909}" dt="2024-03-31T13:36:54.990" v="28" actId="478"/>
          <ac:picMkLst>
            <pc:docMk/>
            <pc:sldMk cId="42819754" sldId="637"/>
            <ac:picMk id="4" creationId="{F32DA8F2-94E0-4E09-8B1F-580D8B6324FA}"/>
          </ac:picMkLst>
        </pc:picChg>
        <pc:picChg chg="add">
          <ac:chgData name="" userId="213e45b8a479442b" providerId="LiveId" clId="{11A634DC-527D-4693-86FC-24FE12A4D909}" dt="2024-03-31T13:38:30.301" v="91"/>
          <ac:picMkLst>
            <pc:docMk/>
            <pc:sldMk cId="42819754" sldId="637"/>
            <ac:picMk id="7" creationId="{B114D70B-506C-4B3E-A125-ECD85F1C172F}"/>
          </ac:picMkLst>
        </pc:picChg>
        <pc:picChg chg="add">
          <ac:chgData name="" userId="213e45b8a479442b" providerId="LiveId" clId="{11A634DC-527D-4693-86FC-24FE12A4D909}" dt="2024-03-31T13:38:30.301" v="91"/>
          <ac:picMkLst>
            <pc:docMk/>
            <pc:sldMk cId="42819754" sldId="637"/>
            <ac:picMk id="9" creationId="{DD2CE0D8-BD41-4A03-AE8A-A86D78A6B04A}"/>
          </ac:picMkLst>
        </pc:picChg>
      </pc:sldChg>
      <pc:sldChg chg="addSp delSp modSp add">
        <pc:chgData name="" userId="213e45b8a479442b" providerId="LiveId" clId="{11A634DC-527D-4693-86FC-24FE12A4D909}" dt="2024-03-31T13:45:12.371" v="273" actId="404"/>
        <pc:sldMkLst>
          <pc:docMk/>
          <pc:sldMk cId="572006280" sldId="640"/>
        </pc:sldMkLst>
        <pc:spChg chg="mod">
          <ac:chgData name="" userId="213e45b8a479442b" providerId="LiveId" clId="{11A634DC-527D-4693-86FC-24FE12A4D909}" dt="2024-03-31T13:45:12.371" v="273" actId="404"/>
          <ac:spMkLst>
            <pc:docMk/>
            <pc:sldMk cId="572006280" sldId="640"/>
            <ac:spMk id="8" creationId="{36177B38-43AB-4398-968B-448F8F0E5F49}"/>
          </ac:spMkLst>
        </pc:spChg>
        <pc:picChg chg="add mod">
          <ac:chgData name="" userId="213e45b8a479442b" providerId="LiveId" clId="{11A634DC-527D-4693-86FC-24FE12A4D909}" dt="2024-03-31T13:44:03.572" v="238" actId="1076"/>
          <ac:picMkLst>
            <pc:docMk/>
            <pc:sldMk cId="572006280" sldId="640"/>
            <ac:picMk id="3" creationId="{B3F0414D-BFC3-47AD-A2B7-D44001C50010}"/>
          </ac:picMkLst>
        </pc:picChg>
        <pc:picChg chg="del">
          <ac:chgData name="" userId="213e45b8a479442b" providerId="LiveId" clId="{11A634DC-527D-4693-86FC-24FE12A4D909}" dt="2024-03-31T13:43:58.427" v="235" actId="478"/>
          <ac:picMkLst>
            <pc:docMk/>
            <pc:sldMk cId="572006280" sldId="640"/>
            <ac:picMk id="4" creationId="{F32DA8F2-94E0-4E09-8B1F-580D8B6324FA}"/>
          </ac:picMkLst>
        </pc:picChg>
      </pc:sldChg>
      <pc:sldChg chg="modSp add">
        <pc:chgData name="" userId="213e45b8a479442b" providerId="LiveId" clId="{11A634DC-527D-4693-86FC-24FE12A4D909}" dt="2024-03-31T13:47:01.831" v="291"/>
        <pc:sldMkLst>
          <pc:docMk/>
          <pc:sldMk cId="2948899462" sldId="641"/>
        </pc:sldMkLst>
        <pc:spChg chg="mod">
          <ac:chgData name="" userId="213e45b8a479442b" providerId="LiveId" clId="{11A634DC-527D-4693-86FC-24FE12A4D909}" dt="2024-03-31T13:46:39.058" v="289" actId="6549"/>
          <ac:spMkLst>
            <pc:docMk/>
            <pc:sldMk cId="2948899462" sldId="641"/>
            <ac:spMk id="4" creationId="{184B2648-B9E0-435A-BD43-5894A739E543}"/>
          </ac:spMkLst>
        </pc:spChg>
        <pc:spChg chg="mod">
          <ac:chgData name="" userId="213e45b8a479442b" providerId="LiveId" clId="{11A634DC-527D-4693-86FC-24FE12A4D909}" dt="2024-03-31T13:47:01.831" v="291"/>
          <ac:spMkLst>
            <pc:docMk/>
            <pc:sldMk cId="2948899462" sldId="641"/>
            <ac:spMk id="8" creationId="{36177B38-43AB-4398-968B-448F8F0E5F49}"/>
          </ac:spMkLst>
        </pc:spChg>
      </pc:sldChg>
      <pc:sldChg chg="addSp delSp modSp add">
        <pc:chgData name="" userId="213e45b8a479442b" providerId="LiveId" clId="{11A634DC-527D-4693-86FC-24FE12A4D909}" dt="2024-03-31T13:48:53.906" v="310" actId="2711"/>
        <pc:sldMkLst>
          <pc:docMk/>
          <pc:sldMk cId="2771365477" sldId="642"/>
        </pc:sldMkLst>
        <pc:spChg chg="add mod">
          <ac:chgData name="" userId="213e45b8a479442b" providerId="LiveId" clId="{11A634DC-527D-4693-86FC-24FE12A4D909}" dt="2024-03-31T13:48:53.906" v="310" actId="2711"/>
          <ac:spMkLst>
            <pc:docMk/>
            <pc:sldMk cId="2771365477" sldId="642"/>
            <ac:spMk id="3" creationId="{9351ACDA-37BF-451C-9862-604958509DD0}"/>
          </ac:spMkLst>
        </pc:spChg>
        <pc:spChg chg="mod">
          <ac:chgData name="" userId="213e45b8a479442b" providerId="LiveId" clId="{11A634DC-527D-4693-86FC-24FE12A4D909}" dt="2024-03-31T13:47:45.383" v="302" actId="207"/>
          <ac:spMkLst>
            <pc:docMk/>
            <pc:sldMk cId="2771365477" sldId="642"/>
            <ac:spMk id="6" creationId="{460BD86B-E646-4741-AB8D-A7809816D0EB}"/>
          </ac:spMkLst>
        </pc:spChg>
        <pc:spChg chg="mod">
          <ac:chgData name="" userId="213e45b8a479442b" providerId="LiveId" clId="{11A634DC-527D-4693-86FC-24FE12A4D909}" dt="2024-03-31T13:47:05.207" v="292"/>
          <ac:spMkLst>
            <pc:docMk/>
            <pc:sldMk cId="2771365477" sldId="642"/>
            <ac:spMk id="8" creationId="{36177B38-43AB-4398-968B-448F8F0E5F49}"/>
          </ac:spMkLst>
        </pc:spChg>
        <pc:picChg chg="del">
          <ac:chgData name="" userId="213e45b8a479442b" providerId="LiveId" clId="{11A634DC-527D-4693-86FC-24FE12A4D909}" dt="2024-03-31T13:47:52.814" v="303" actId="478"/>
          <ac:picMkLst>
            <pc:docMk/>
            <pc:sldMk cId="2771365477" sldId="642"/>
            <ac:picMk id="7" creationId="{94D75799-B66F-4971-8A92-1CE0040FA3B1}"/>
          </ac:picMkLst>
        </pc:picChg>
        <pc:picChg chg="add mod">
          <ac:chgData name="" userId="213e45b8a479442b" providerId="LiveId" clId="{11A634DC-527D-4693-86FC-24FE12A4D909}" dt="2024-03-31T13:48:02.665" v="305" actId="1076"/>
          <ac:picMkLst>
            <pc:docMk/>
            <pc:sldMk cId="2771365477" sldId="642"/>
            <ac:picMk id="9" creationId="{4839C400-274C-4D16-9776-0002A1E9EA15}"/>
          </ac:picMkLst>
        </pc:picChg>
      </pc:sldChg>
      <pc:sldChg chg="addSp delSp modSp add">
        <pc:chgData name="" userId="213e45b8a479442b" providerId="LiveId" clId="{11A634DC-527D-4693-86FC-24FE12A4D909}" dt="2024-03-31T13:51:49.532" v="364" actId="207"/>
        <pc:sldMkLst>
          <pc:docMk/>
          <pc:sldMk cId="883150908" sldId="643"/>
        </pc:sldMkLst>
        <pc:spChg chg="mod">
          <ac:chgData name="" userId="213e45b8a479442b" providerId="LiveId" clId="{11A634DC-527D-4693-86FC-24FE12A4D909}" dt="2024-03-31T13:51:34.930" v="361" actId="207"/>
          <ac:spMkLst>
            <pc:docMk/>
            <pc:sldMk cId="883150908" sldId="643"/>
            <ac:spMk id="6" creationId="{460BD86B-E646-4741-AB8D-A7809816D0EB}"/>
          </ac:spMkLst>
        </pc:spChg>
        <pc:spChg chg="mod">
          <ac:chgData name="" userId="213e45b8a479442b" providerId="LiveId" clId="{11A634DC-527D-4693-86FC-24FE12A4D909}" dt="2024-03-31T13:49:14.826" v="312"/>
          <ac:spMkLst>
            <pc:docMk/>
            <pc:sldMk cId="883150908" sldId="643"/>
            <ac:spMk id="8" creationId="{36177B38-43AB-4398-968B-448F8F0E5F49}"/>
          </ac:spMkLst>
        </pc:spChg>
        <pc:spChg chg="add mod">
          <ac:chgData name="" userId="213e45b8a479442b" providerId="LiveId" clId="{11A634DC-527D-4693-86FC-24FE12A4D909}" dt="2024-03-31T13:51:49.532" v="364" actId="207"/>
          <ac:spMkLst>
            <pc:docMk/>
            <pc:sldMk cId="883150908" sldId="643"/>
            <ac:spMk id="9" creationId="{707F2F74-3490-4C7D-90A7-6C9EDA8AEE4D}"/>
          </ac:spMkLst>
        </pc:spChg>
        <pc:picChg chg="del">
          <ac:chgData name="" userId="213e45b8a479442b" providerId="LiveId" clId="{11A634DC-527D-4693-86FC-24FE12A4D909}" dt="2024-03-31T13:49:16.476" v="313" actId="478"/>
          <ac:picMkLst>
            <pc:docMk/>
            <pc:sldMk cId="883150908" sldId="643"/>
            <ac:picMk id="7" creationId="{94D75799-B66F-4971-8A92-1CE0040FA3B1}"/>
          </ac:picMkLst>
        </pc:picChg>
      </pc:sldChg>
    </pc:docChg>
  </pc:docChgLst>
  <pc:docChgLst>
    <pc:chgData userId="213e45b8a479442b" providerId="LiveId" clId="{280C0565-1D83-401F-857C-49A7F7ED5C3C}"/>
    <pc:docChg chg="undo redo custSel addSld delSld modSld sldOrd">
      <pc:chgData name="" userId="213e45b8a479442b" providerId="LiveId" clId="{280C0565-1D83-401F-857C-49A7F7ED5C3C}" dt="2024-03-17T07:06:52.218" v="15686" actId="20577"/>
      <pc:docMkLst>
        <pc:docMk/>
      </pc:docMkLst>
      <pc:sldChg chg="modSp">
        <pc:chgData name="" userId="213e45b8a479442b" providerId="LiveId" clId="{280C0565-1D83-401F-857C-49A7F7ED5C3C}" dt="2024-03-17T07:05:50.578" v="15682" actId="207"/>
        <pc:sldMkLst>
          <pc:docMk/>
          <pc:sldMk cId="1475978079" sldId="423"/>
        </pc:sldMkLst>
        <pc:spChg chg="mod">
          <ac:chgData name="" userId="213e45b8a479442b" providerId="LiveId" clId="{280C0565-1D83-401F-857C-49A7F7ED5C3C}" dt="2024-03-17T07:05:50.578" v="15682" actId="207"/>
          <ac:spMkLst>
            <pc:docMk/>
            <pc:sldMk cId="1475978079" sldId="423"/>
            <ac:spMk id="2" creationId="{5888EE31-F44C-4034-8407-4C756F65702C}"/>
          </ac:spMkLst>
        </pc:spChg>
      </pc:sldChg>
      <pc:sldChg chg="addSp modSp">
        <pc:chgData name="" userId="213e45b8a479442b" providerId="LiveId" clId="{280C0565-1D83-401F-857C-49A7F7ED5C3C}" dt="2024-03-17T07:06:52.218" v="15686" actId="20577"/>
        <pc:sldMkLst>
          <pc:docMk/>
          <pc:sldMk cId="2256634334" sldId="427"/>
        </pc:sldMkLst>
        <pc:spChg chg="mod">
          <ac:chgData name="" userId="213e45b8a479442b" providerId="LiveId" clId="{280C0565-1D83-401F-857C-49A7F7ED5C3C}" dt="2024-03-12T13:05:19.618" v="7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3" creationId="{30F0AC51-4500-404D-B030-4FE49D08C651}"/>
          </ac:spMkLst>
        </pc:spChg>
        <pc:spChg chg="add mod">
          <ac:chgData name="" userId="213e45b8a479442b" providerId="LiveId" clId="{280C0565-1D83-401F-857C-49A7F7ED5C3C}" dt="2024-03-17T07:06:52.218" v="15686" actId="20577"/>
          <ac:spMkLst>
            <pc:docMk/>
            <pc:sldMk cId="2256634334" sldId="427"/>
            <ac:spMk id="4" creationId="{D5373E77-AFF8-4BD6-8E08-6B50A2AE86B2}"/>
          </ac:spMkLst>
        </pc:spChg>
        <pc:spChg chg="add 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5" creationId="{1D1DB04B-4013-4417-8672-E23B01AD4889}"/>
          </ac:spMkLst>
        </pc:spChg>
        <pc:spChg chg="add mod">
          <ac:chgData name="" userId="213e45b8a479442b" providerId="LiveId" clId="{280C0565-1D83-401F-857C-49A7F7ED5C3C}" dt="2024-03-17T07:06:50.024" v="15685" actId="20577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">
        <pc:chgData name="" userId="213e45b8a479442b" providerId="LiveId" clId="{280C0565-1D83-401F-857C-49A7F7ED5C3C}" dt="2024-03-15T11:48:24.514" v="7522" actId="1076"/>
        <pc:sldMkLst>
          <pc:docMk/>
          <pc:sldMk cId="2378383801" sldId="429"/>
        </pc:sldMkLst>
        <pc:spChg chg="mod">
          <ac:chgData name="" userId="213e45b8a479442b" providerId="LiveId" clId="{280C0565-1D83-401F-857C-49A7F7ED5C3C}" dt="2024-03-15T11:46:19.856" v="7394"/>
          <ac:spMkLst>
            <pc:docMk/>
            <pc:sldMk cId="2378383801" sldId="429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5T11:41:54.677" v="7211"/>
          <ac:spMkLst>
            <pc:docMk/>
            <pc:sldMk cId="2378383801" sldId="429"/>
            <ac:spMk id="4" creationId="{5ABAD502-D00E-4130-9182-24AC1C080ECA}"/>
          </ac:spMkLst>
        </pc:spChg>
        <pc:spChg chg="add del mod">
          <ac:chgData name="" userId="213e45b8a479442b" providerId="LiveId" clId="{280C0565-1D83-401F-857C-49A7F7ED5C3C}" dt="2024-03-15T11:42:33.162" v="7221"/>
          <ac:spMkLst>
            <pc:docMk/>
            <pc:sldMk cId="2378383801" sldId="429"/>
            <ac:spMk id="5" creationId="{E4DE8159-685A-4E6E-A3EC-7CE79C2C1887}"/>
          </ac:spMkLst>
        </pc:spChg>
        <pc:spChg chg="add del mod">
          <ac:chgData name="" userId="213e45b8a479442b" providerId="LiveId" clId="{280C0565-1D83-401F-857C-49A7F7ED5C3C}" dt="2024-03-15T11:46:42.809" v="7400" actId="478"/>
          <ac:spMkLst>
            <pc:docMk/>
            <pc:sldMk cId="2378383801" sldId="429"/>
            <ac:spMk id="6" creationId="{2598AC0D-3120-42E7-89AE-1C83F0806FB2}"/>
          </ac:spMkLst>
        </pc:spChg>
        <pc:spChg chg="add mod">
          <ac:chgData name="" userId="213e45b8a479442b" providerId="LiveId" clId="{280C0565-1D83-401F-857C-49A7F7ED5C3C}" dt="2024-03-15T11:48:24.514" v="7522" actId="1076"/>
          <ac:spMkLst>
            <pc:docMk/>
            <pc:sldMk cId="2378383801" sldId="429"/>
            <ac:spMk id="7" creationId="{39E314E7-1C9E-498E-A297-D3E756D9C4D6}"/>
          </ac:spMkLst>
        </pc:spChg>
        <pc:spChg chg="mod">
          <ac:chgData name="" userId="213e45b8a479442b" providerId="LiveId" clId="{280C0565-1D83-401F-857C-49A7F7ED5C3C}" dt="2024-03-12T13:05:40.940" v="13" actId="20577"/>
          <ac:spMkLst>
            <pc:docMk/>
            <pc:sldMk cId="2378383801" sldId="429"/>
            <ac:spMk id="8" creationId="{36177B38-43AB-4398-968B-448F8F0E5F49}"/>
          </ac:spMkLst>
        </pc:spChg>
      </pc:sldChg>
      <pc:sldChg chg="addSp delSp modSp add">
        <pc:chgData name="" userId="213e45b8a479442b" providerId="LiveId" clId="{280C0565-1D83-401F-857C-49A7F7ED5C3C}" dt="2024-03-15T12:20:06.528" v="7748" actId="20577"/>
        <pc:sldMkLst>
          <pc:docMk/>
          <pc:sldMk cId="164261366" sldId="617"/>
        </pc:sldMkLst>
        <pc:spChg chg="del">
          <ac:chgData name="" userId="213e45b8a479442b" providerId="LiveId" clId="{280C0565-1D83-401F-857C-49A7F7ED5C3C}" dt="2024-03-15T12:18:23.835" v="7601" actId="478"/>
          <ac:spMkLst>
            <pc:docMk/>
            <pc:sldMk cId="164261366" sldId="617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5T12:18:32.828" v="7604" actId="478"/>
          <ac:spMkLst>
            <pc:docMk/>
            <pc:sldMk cId="164261366" sldId="617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5T12:18:39.870" v="7608" actId="478"/>
          <ac:spMkLst>
            <pc:docMk/>
            <pc:sldMk cId="164261366" sldId="617"/>
            <ac:spMk id="5" creationId="{D8143229-E431-4C34-958E-CD4130F5B982}"/>
          </ac:spMkLst>
        </pc:spChg>
        <pc:spChg chg="del">
          <ac:chgData name="" userId="213e45b8a479442b" providerId="LiveId" clId="{280C0565-1D83-401F-857C-49A7F7ED5C3C}" dt="2024-03-15T12:18:36.023" v="7606" actId="478"/>
          <ac:spMkLst>
            <pc:docMk/>
            <pc:sldMk cId="164261366" sldId="617"/>
            <ac:spMk id="6" creationId="{F129E6B1-769D-4587-AFF6-EDD4A78458C0}"/>
          </ac:spMkLst>
        </pc:spChg>
        <pc:spChg chg="add mod">
          <ac:chgData name="" userId="213e45b8a479442b" providerId="LiveId" clId="{280C0565-1D83-401F-857C-49A7F7ED5C3C}" dt="2024-03-15T12:18:56.737" v="7632" actId="1076"/>
          <ac:spMkLst>
            <pc:docMk/>
            <pc:sldMk cId="164261366" sldId="617"/>
            <ac:spMk id="7" creationId="{30168437-79D3-4C96-BDCF-2AA002ECBFDD}"/>
          </ac:spMkLst>
        </pc:spChg>
        <pc:spChg chg="del mod">
          <ac:chgData name="" userId="213e45b8a479442b" providerId="LiveId" clId="{280C0565-1D83-401F-857C-49A7F7ED5C3C}" dt="2024-03-15T12:18:28.218" v="7603" actId="478"/>
          <ac:spMkLst>
            <pc:docMk/>
            <pc:sldMk cId="164261366" sldId="617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5T12:18:34.844" v="7605" actId="478"/>
          <ac:spMkLst>
            <pc:docMk/>
            <pc:sldMk cId="164261366" sldId="617"/>
            <ac:spMk id="9" creationId="{2917175F-CAF6-46F0-9E16-ED22904F351D}"/>
          </ac:spMkLst>
        </pc:spChg>
        <pc:spChg chg="del">
          <ac:chgData name="" userId="213e45b8a479442b" providerId="LiveId" clId="{280C0565-1D83-401F-857C-49A7F7ED5C3C}" dt="2024-03-15T12:18:42.548" v="7609" actId="478"/>
          <ac:spMkLst>
            <pc:docMk/>
            <pc:sldMk cId="164261366" sldId="617"/>
            <ac:spMk id="10" creationId="{9C6296E6-A794-4A80-BB4E-0B46E3CFF61D}"/>
          </ac:spMkLst>
        </pc:spChg>
        <pc:spChg chg="add mod">
          <ac:chgData name="" userId="213e45b8a479442b" providerId="LiveId" clId="{280C0565-1D83-401F-857C-49A7F7ED5C3C}" dt="2024-03-15T12:20:06.528" v="7748" actId="20577"/>
          <ac:spMkLst>
            <pc:docMk/>
            <pc:sldMk cId="164261366" sldId="617"/>
            <ac:spMk id="11" creationId="{18CB6FDE-891D-43DB-80C0-7BE9E7C5742D}"/>
          </ac:spMkLst>
        </pc:spChg>
      </pc:sldChg>
    </pc:docChg>
  </pc:docChgLst>
  <pc:docChgLst>
    <pc:chgData userId="213e45b8a479442b" providerId="LiveId" clId="{60D65C66-294A-4A34-8634-B19865BB056A}"/>
    <pc:docChg chg="undo addSld delSld modSld">
      <pc:chgData name="" userId="213e45b8a479442b" providerId="LiveId" clId="{60D65C66-294A-4A34-8634-B19865BB056A}" dt="2024-05-27T14:08:48.891" v="81" actId="20577"/>
      <pc:docMkLst>
        <pc:docMk/>
      </pc:docMkLst>
      <pc:sldChg chg="modSp">
        <pc:chgData name="" userId="213e45b8a479442b" providerId="LiveId" clId="{60D65C66-294A-4A34-8634-B19865BB056A}" dt="2024-05-27T14:07:51.012" v="79"/>
        <pc:sldMkLst>
          <pc:docMk/>
          <pc:sldMk cId="1475978079" sldId="423"/>
        </pc:sldMkLst>
        <pc:spChg chg="mod">
          <ac:chgData name="" userId="213e45b8a479442b" providerId="LiveId" clId="{60D65C66-294A-4A34-8634-B19865BB056A}" dt="2024-05-27T14:07:51.012" v="79"/>
          <ac:spMkLst>
            <pc:docMk/>
            <pc:sldMk cId="1475978079" sldId="423"/>
            <ac:spMk id="2" creationId="{5888EE31-F44C-4034-8407-4C756F65702C}"/>
          </ac:spMkLst>
        </pc:spChg>
      </pc:sldChg>
      <pc:sldChg chg="modSp">
        <pc:chgData name="" userId="213e45b8a479442b" providerId="LiveId" clId="{60D65C66-294A-4A34-8634-B19865BB056A}" dt="2024-05-27T14:07:55.151" v="80"/>
        <pc:sldMkLst>
          <pc:docMk/>
          <pc:sldMk cId="2256634334" sldId="427"/>
        </pc:sldMkLst>
        <pc:spChg chg="mod">
          <ac:chgData name="" userId="213e45b8a479442b" providerId="LiveId" clId="{60D65C66-294A-4A34-8634-B19865BB056A}" dt="2024-05-27T14:07:55.151" v="80"/>
          <ac:spMkLst>
            <pc:docMk/>
            <pc:sldMk cId="2256634334" sldId="427"/>
            <ac:spMk id="2" creationId="{5888EE31-F44C-4034-8407-4C756F65702C}"/>
          </ac:spMkLst>
        </pc:spChg>
      </pc:sldChg>
      <pc:sldChg chg="modSp">
        <pc:chgData name="" userId="213e45b8a479442b" providerId="LiveId" clId="{60D65C66-294A-4A34-8634-B19865BB056A}" dt="2024-05-27T14:08:48.891" v="81" actId="20577"/>
        <pc:sldMkLst>
          <pc:docMk/>
          <pc:sldMk cId="1039135650" sldId="585"/>
        </pc:sldMkLst>
        <pc:spChg chg="mod">
          <ac:chgData name="" userId="213e45b8a479442b" providerId="LiveId" clId="{60D65C66-294A-4A34-8634-B19865BB056A}" dt="2024-05-27T14:08:48.891" v="81" actId="20577"/>
          <ac:spMkLst>
            <pc:docMk/>
            <pc:sldMk cId="1039135650" sldId="585"/>
            <ac:spMk id="8" creationId="{36177B38-43AB-4398-968B-448F8F0E5F49}"/>
          </ac:spMkLst>
        </pc:spChg>
      </pc:sldChg>
      <pc:sldChg chg="modSp add del">
        <pc:chgData name="" userId="213e45b8a479442b" providerId="LiveId" clId="{60D65C66-294A-4A34-8634-B19865BB056A}" dt="2024-05-23T06:27:57.521" v="32" actId="20577"/>
        <pc:sldMkLst>
          <pc:docMk/>
          <pc:sldMk cId="2906095009" sldId="673"/>
        </pc:sldMkLst>
        <pc:spChg chg="mod">
          <ac:chgData name="" userId="213e45b8a479442b" providerId="LiveId" clId="{60D65C66-294A-4A34-8634-B19865BB056A}" dt="2024-05-23T06:27:57.521" v="32" actId="20577"/>
          <ac:spMkLst>
            <pc:docMk/>
            <pc:sldMk cId="2906095009" sldId="673"/>
            <ac:spMk id="6" creationId="{637D035C-E46A-40C1-8FBA-7F17BC33D8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整个页面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&lt;body&gt;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使用网格布局，通过网格行模板设置将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&lt;header&gt;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&lt;main&gt;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按一定条件分割。其中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&lt;header&gt;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部分高度可变，至少占用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3em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，最多占用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10vh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，剩余部分则由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&lt;main&gt;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占据。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&lt;header&gt;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部分用于显示导航信息，由于导航信息分布在同一行，故采用弹性布局。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&lt;main&gt;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部分则采用网格布局，这主要是为了便于内部的二维码和键盘两部分能够适应横屏和竖屏。最后，利用媒体查询分别创建用于兼容横屏和竖屏的样式。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597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44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整个页面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&lt;body&gt;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使用网格布局，通过网格行模板设置将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&lt;header&gt;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&lt;main&gt;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按一定条件分割。其中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&lt;header&gt;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部分高度可变，至少占用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3em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，最多占用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10vh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，剩余部分则由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&lt;main&gt;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占据。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&lt;header&gt;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部分用于显示导航信息，由于导航信息分布在同一行，故采用弹性布局。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&lt;main&gt;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部分则采用网格布局，这主要是为了便于内部的二维码和键盘两部分能够适应横屏和竖屏。最后，利用媒体查询分别创建用于兼容横屏和竖屏的样式。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605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839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0591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203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1386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543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8302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5667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040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00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018" y="2772197"/>
            <a:ext cx="10336213" cy="1466282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accent2"/>
                </a:solidFill>
              </a:rPr>
              <a:t>项目</a:t>
            </a:r>
            <a:r>
              <a:rPr lang="en-US" altLang="zh-CN" sz="6000" b="1" dirty="0">
                <a:solidFill>
                  <a:schemeClr val="accent2"/>
                </a:solidFill>
              </a:rPr>
              <a:t>9</a:t>
            </a:r>
            <a:r>
              <a:rPr lang="zh-CN" altLang="en-US" sz="6000" b="1" dirty="0">
                <a:solidFill>
                  <a:schemeClr val="accent2"/>
                </a:solidFill>
              </a:rPr>
              <a:t>实践 快递柜取件页面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3619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 快递柜取件页面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16B141D0-8154-4502-AA09-FA31D961E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响应式设计要点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EA6AB268-3577-4D3E-86D7-4E61EF13133F}"/>
              </a:ext>
            </a:extLst>
          </p:cNvPr>
          <p:cNvSpPr/>
          <p:nvPr/>
        </p:nvSpPr>
        <p:spPr>
          <a:xfrm>
            <a:off x="767706" y="1814998"/>
            <a:ext cx="3600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设计页面结构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521485D4-0FE9-4881-8AB4-F27068F66992}"/>
              </a:ext>
            </a:extLst>
          </p:cNvPr>
          <p:cNvSpPr/>
          <p:nvPr/>
        </p:nvSpPr>
        <p:spPr>
          <a:xfrm>
            <a:off x="767706" y="2452887"/>
            <a:ext cx="28825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创建项目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D2FF92C0-7498-4FC0-B73F-C5ABDADBA7C7}"/>
              </a:ext>
            </a:extLst>
          </p:cNvPr>
          <p:cNvSpPr/>
          <p:nvPr/>
        </p:nvSpPr>
        <p:spPr>
          <a:xfrm>
            <a:off x="767706" y="3090776"/>
            <a:ext cx="28825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完成导航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hlinkClick r:id="" action="ppaction://noaction"/>
            <a:extLst>
              <a:ext uri="{FF2B5EF4-FFF2-40B4-BE49-F238E27FC236}">
                <a16:creationId xmlns:a16="http://schemas.microsoft.com/office/drawing/2014/main" id="{1CC5D7E3-621B-4175-85CA-C3BF26B90CF3}"/>
              </a:ext>
            </a:extLst>
          </p:cNvPr>
          <p:cNvSpPr/>
          <p:nvPr/>
        </p:nvSpPr>
        <p:spPr>
          <a:xfrm>
            <a:off x="767706" y="3728665"/>
            <a:ext cx="3600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5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完成取件模块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hlinkClick r:id="" action="ppaction://noaction"/>
            <a:extLst>
              <a:ext uri="{FF2B5EF4-FFF2-40B4-BE49-F238E27FC236}">
                <a16:creationId xmlns:a16="http://schemas.microsoft.com/office/drawing/2014/main" id="{1025E049-6BA0-46DD-AABB-EF70B292924C}"/>
              </a:ext>
            </a:extLst>
          </p:cNvPr>
          <p:cNvSpPr/>
          <p:nvPr/>
        </p:nvSpPr>
        <p:spPr>
          <a:xfrm>
            <a:off x="747371" y="5004445"/>
            <a:ext cx="4677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为页面添加交互逻辑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hlinkClick r:id="" action="ppaction://noaction"/>
            <a:extLst>
              <a:ext uri="{FF2B5EF4-FFF2-40B4-BE49-F238E27FC236}">
                <a16:creationId xmlns:a16="http://schemas.microsoft.com/office/drawing/2014/main" id="{211D60F4-96F5-4BD1-B2B3-9F22A2F268D2}"/>
              </a:ext>
            </a:extLst>
          </p:cNvPr>
          <p:cNvSpPr/>
          <p:nvPr/>
        </p:nvSpPr>
        <p:spPr>
          <a:xfrm>
            <a:off x="767706" y="4366554"/>
            <a:ext cx="39597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完成响应式布局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响应式设计要点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044005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响应式设计与响应式布局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548061"/>
            <a:ext cx="10898496" cy="5098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响应式设计要求开发的网页能够尽可能适应不同的终端设备，而不是为不同的设备开发不同的网页</a:t>
            </a:r>
            <a:endParaRPr lang="en-US" altLang="zh-CN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响应式布局的核心是布局方式和尺寸</a:t>
            </a:r>
            <a:endParaRPr lang="en-US" altLang="zh-CN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适合响应式设计的布局方式</a:t>
            </a:r>
            <a:endParaRPr lang="en-US" altLang="zh-CN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6575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百分比布局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6575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弹性盒布局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6575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网格布局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媒体类型和媒体查询是实现响应式设计的重要手段</a:t>
            </a:r>
            <a:endParaRPr lang="en-US" altLang="zh-CN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利用媒体类型和媒体查询，可以根据设备特性，加载不同的样式。媒体查询是媒体类型的增强和扩展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设计页面结构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044005"/>
            <a:ext cx="11392545" cy="191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任务说明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</a:rPr>
              <a:t>本项目参考了一些常见的快递柜取件页面，在此基础上设计了如图所示的快递柜取件页面。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</a:rPr>
              <a:t>页面在竖屏和横屏情况下具有不同的布局方式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</a:rPr>
              <a:t>为了在一套</a:t>
            </a:r>
            <a:r>
              <a:rPr lang="en-US" altLang="zh-CN" sz="2000" b="1" dirty="0">
                <a:solidFill>
                  <a:srgbClr val="0000FF"/>
                </a:solidFill>
              </a:rPr>
              <a:t>CSS</a:t>
            </a:r>
            <a:r>
              <a:rPr lang="zh-CN" altLang="en-US" sz="2000" b="1" dirty="0">
                <a:solidFill>
                  <a:srgbClr val="0000FF"/>
                </a:solidFill>
              </a:rPr>
              <a:t>中兼容不同类型设备，项目采用响应式设计，使用弹性和网格方式布局方式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grpSp>
        <p:nvGrpSpPr>
          <p:cNvPr id="5" name="画布 1362">
            <a:extLst>
              <a:ext uri="{FF2B5EF4-FFF2-40B4-BE49-F238E27FC236}">
                <a16:creationId xmlns:a16="http://schemas.microsoft.com/office/drawing/2014/main" id="{581FB091-CD89-456B-B8EA-AE81F5AA28FA}"/>
              </a:ext>
            </a:extLst>
          </p:cNvPr>
          <p:cNvGrpSpPr/>
          <p:nvPr/>
        </p:nvGrpSpPr>
        <p:grpSpPr>
          <a:xfrm>
            <a:off x="2101224" y="2930605"/>
            <a:ext cx="7488832" cy="3773200"/>
            <a:chOff x="0" y="0"/>
            <a:chExt cx="4933950" cy="230134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BEC1955-F427-419E-981F-844B2D3B1B35}"/>
                </a:ext>
              </a:extLst>
            </p:cNvPr>
            <p:cNvSpPr/>
            <p:nvPr/>
          </p:nvSpPr>
          <p:spPr>
            <a:xfrm>
              <a:off x="0" y="0"/>
              <a:ext cx="4933950" cy="2301240"/>
            </a:xfrm>
            <a:prstGeom prst="rect">
              <a:avLst/>
            </a:prstGeom>
          </p:spPr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114D70B-506C-4B3E-A125-ECD85F1C172F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99" y="35999"/>
              <a:ext cx="1276199" cy="226534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D2CE0D8-BD41-4A03-AE8A-A86D78A6B04A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1881" y="90252"/>
              <a:ext cx="3502069" cy="2118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1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设计页面结构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044005"/>
            <a:ext cx="6851186" cy="394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页面结构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从顶部到底部分割为</a:t>
            </a:r>
            <a:r>
              <a:rPr lang="en-US" altLang="zh-CN" sz="2800" b="1" dirty="0">
                <a:solidFill>
                  <a:srgbClr val="0000FF"/>
                </a:solidFill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</a:rPr>
              <a:t>个模块，分别是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①导航模块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导航菜单固定在顶部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②取件模块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取件模块在导航下方。取件模块内部又包含了二维码和键盘等若干子模块。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F0414D-BFC3-47AD-A2B7-D44001C5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245" y="1440160"/>
            <a:ext cx="4546252" cy="435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06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创建项目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353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创建项目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在计算机文件系统中创建项目文件目录，给项目文件夹取名为</a:t>
            </a:r>
            <a:r>
              <a:rPr lang="en-US" altLang="zh-CN" dirty="0"/>
              <a:t>Project09</a:t>
            </a:r>
            <a:r>
              <a:rPr lang="zh-CN" altLang="en-US" dirty="0"/>
              <a:t>，</a:t>
            </a:r>
            <a:r>
              <a:rPr lang="en-US" altLang="zh-CN" dirty="0"/>
              <a:t>Visual Studio Code</a:t>
            </a:r>
            <a:r>
              <a:rPr lang="zh-CN" altLang="zh-CN" dirty="0"/>
              <a:t>中</a:t>
            </a:r>
            <a:r>
              <a:rPr lang="zh-CN" altLang="en-US" dirty="0"/>
              <a:t>打开</a:t>
            </a:r>
            <a:r>
              <a:rPr lang="zh-CN" altLang="zh-CN" dirty="0"/>
              <a:t>创建好的项目文件夹</a:t>
            </a:r>
            <a:endParaRPr lang="en-US" altLang="zh-CN" dirty="0"/>
          </a:p>
          <a:p>
            <a:pPr algn="just" eaLnBrk="1" hangingPunct="1">
              <a:spcBef>
                <a:spcPct val="50000"/>
              </a:spcBef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zh-CN" dirty="0"/>
              <a:t>在工作区</a:t>
            </a:r>
            <a:r>
              <a:rPr lang="zh-CN" altLang="en-US" dirty="0"/>
              <a:t>的项目文件夹</a:t>
            </a:r>
            <a:r>
              <a:rPr lang="zh-CN" altLang="zh-CN" dirty="0"/>
              <a:t>中创建</a:t>
            </a:r>
            <a:r>
              <a:rPr lang="zh-CN" altLang="en-US" dirty="0"/>
              <a:t>以下文件</a:t>
            </a:r>
            <a:endParaRPr lang="en-US" altLang="zh-CN" dirty="0"/>
          </a:p>
          <a:p>
            <a:pPr algn="just" eaLnBrk="1" hangingPunct="1">
              <a:spcBef>
                <a:spcPct val="50000"/>
              </a:spcBef>
            </a:pPr>
            <a:r>
              <a:rPr lang="en-US" altLang="zh-CN" dirty="0"/>
              <a:t>          HTML</a:t>
            </a:r>
            <a:r>
              <a:rPr lang="zh-CN" altLang="zh-CN" dirty="0"/>
              <a:t>文件</a:t>
            </a:r>
            <a:r>
              <a:rPr lang="en-US" altLang="zh-CN" dirty="0"/>
              <a:t>package.html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dirty="0"/>
              <a:t>          CSS</a:t>
            </a:r>
            <a:r>
              <a:rPr lang="zh-CN" altLang="zh-CN" dirty="0"/>
              <a:t>文件</a:t>
            </a:r>
            <a:r>
              <a:rPr lang="en-US" altLang="zh-CN" dirty="0"/>
              <a:t> package.css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dirty="0"/>
              <a:t>          JavaScript</a:t>
            </a:r>
            <a:r>
              <a:rPr lang="zh-CN" altLang="en-US" dirty="0"/>
              <a:t>文件 </a:t>
            </a:r>
            <a:r>
              <a:rPr lang="en-US" altLang="zh-CN" dirty="0"/>
              <a:t>package.js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在项目文件夹下再创建一个</a:t>
            </a:r>
            <a:r>
              <a:rPr lang="en-US" altLang="zh-CN" dirty="0" err="1"/>
              <a:t>img</a:t>
            </a:r>
            <a:r>
              <a:rPr lang="zh-CN" altLang="zh-CN" dirty="0"/>
              <a:t>文件夹，将本项目所需的图片文件复制到该文件夹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5B1D09-3E8F-46EA-853A-7E4DEE4DA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69" y="2124125"/>
            <a:ext cx="382958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3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创建项目</a:t>
            </a:r>
            <a:endParaRPr lang="en-US" altLang="zh-CN"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145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页面架构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）完成页面基本布局</a:t>
            </a:r>
            <a:endParaRPr lang="en-US" altLang="zh-CN" sz="2000" dirty="0"/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package.html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4B2648-B9E0-435A-BD43-5894A739E543}"/>
              </a:ext>
            </a:extLst>
          </p:cNvPr>
          <p:cNvSpPr txBox="1"/>
          <p:nvPr/>
        </p:nvSpPr>
        <p:spPr>
          <a:xfrm>
            <a:off x="841813" y="2772197"/>
            <a:ext cx="5256584" cy="31085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&lt;!DOCTYPE html&gt;</a:t>
            </a:r>
          </a:p>
          <a:p>
            <a:r>
              <a:rPr lang="en-US" altLang="zh-CN" sz="1400" dirty="0">
                <a:latin typeface="+mn-ea"/>
              </a:rPr>
              <a:t>&lt;html&gt;</a:t>
            </a:r>
          </a:p>
          <a:p>
            <a:r>
              <a:rPr lang="en-US" altLang="zh-CN" sz="1400" dirty="0">
                <a:latin typeface="+mn-ea"/>
              </a:rPr>
              <a:t>&lt;head&gt;</a:t>
            </a:r>
          </a:p>
          <a:p>
            <a:r>
              <a:rPr lang="en-US" altLang="zh-CN" sz="1400" dirty="0">
                <a:latin typeface="+mn-ea"/>
              </a:rPr>
              <a:t>  &lt;meta charset="utf-8"&gt;</a:t>
            </a:r>
          </a:p>
          <a:p>
            <a:r>
              <a:rPr lang="en-US" altLang="zh-CN" sz="1400" dirty="0">
                <a:latin typeface="+mn-ea"/>
              </a:rPr>
              <a:t>  &lt;meta http-</a:t>
            </a:r>
            <a:r>
              <a:rPr lang="en-US" altLang="zh-CN" sz="1400" dirty="0" err="1">
                <a:latin typeface="+mn-ea"/>
              </a:rPr>
              <a:t>equiv</a:t>
            </a:r>
            <a:r>
              <a:rPr lang="en-US" altLang="zh-CN" sz="1400" dirty="0">
                <a:latin typeface="+mn-ea"/>
              </a:rPr>
              <a:t>="X-UA-Compatible" content="IE=edge"&gt;</a:t>
            </a:r>
          </a:p>
          <a:p>
            <a:r>
              <a:rPr lang="en-US" altLang="zh-CN" sz="1400" dirty="0">
                <a:latin typeface="+mn-ea"/>
              </a:rPr>
              <a:t>  </a:t>
            </a:r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&lt;title&gt;</a:t>
            </a:r>
            <a:r>
              <a:rPr lang="zh-CN" altLang="en-US" sz="1400" dirty="0">
                <a:solidFill>
                  <a:schemeClr val="accent6"/>
                </a:solidFill>
                <a:latin typeface="+mn-ea"/>
              </a:rPr>
              <a:t>快递柜取件页面</a:t>
            </a:r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&lt;/title&gt;</a:t>
            </a:r>
          </a:p>
          <a:p>
            <a:r>
              <a:rPr lang="en-US" altLang="zh-CN" sz="1400" dirty="0">
                <a:latin typeface="+mn-ea"/>
              </a:rPr>
              <a:t>  &lt;meta name="viewport" content="width=device-width, initial-scale=1"&gt;</a:t>
            </a:r>
          </a:p>
          <a:p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  &lt;link </a:t>
            </a:r>
            <a:r>
              <a:rPr lang="en-US" altLang="zh-CN" sz="1400" dirty="0" err="1">
                <a:solidFill>
                  <a:schemeClr val="accent6"/>
                </a:solidFill>
                <a:latin typeface="+mn-ea"/>
              </a:rPr>
              <a:t>rel</a:t>
            </a:r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="stylesheet" </a:t>
            </a:r>
            <a:r>
              <a:rPr lang="en-US" altLang="zh-CN" sz="1400" dirty="0" err="1">
                <a:solidFill>
                  <a:schemeClr val="accent6"/>
                </a:solidFill>
                <a:latin typeface="+mn-ea"/>
              </a:rPr>
              <a:t>href</a:t>
            </a:r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="package.css"&gt;</a:t>
            </a:r>
          </a:p>
          <a:p>
            <a:r>
              <a:rPr lang="en-US" altLang="zh-CN" sz="1400" dirty="0">
                <a:latin typeface="+mn-ea"/>
              </a:rPr>
              <a:t>&lt;/head&gt;</a:t>
            </a:r>
          </a:p>
          <a:p>
            <a:r>
              <a:rPr lang="en-US" altLang="zh-CN" sz="1400" dirty="0">
                <a:latin typeface="+mn-ea"/>
              </a:rPr>
              <a:t>&lt;body&gt;</a:t>
            </a:r>
          </a:p>
          <a:p>
            <a:r>
              <a:rPr lang="en-US" altLang="zh-CN" sz="1400" dirty="0">
                <a:latin typeface="+mn-ea"/>
              </a:rPr>
              <a:t>   ……</a:t>
            </a:r>
          </a:p>
          <a:p>
            <a:r>
              <a:rPr lang="en-US" altLang="zh-CN" sz="1400" dirty="0">
                <a:latin typeface="+mn-ea"/>
              </a:rPr>
              <a:t>&lt;/body&gt;</a:t>
            </a:r>
          </a:p>
          <a:p>
            <a:r>
              <a:rPr lang="en-US" altLang="zh-CN" sz="1400" dirty="0">
                <a:latin typeface="+mn-ea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948899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创建项目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145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页面架构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）完成页面基本布局</a:t>
            </a:r>
            <a:endParaRPr lang="en-US" altLang="zh-CN" sz="2000" dirty="0"/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package.html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823541" y="2815101"/>
            <a:ext cx="5760640" cy="28007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body</a:t>
            </a:r>
            <a:r>
              <a:rPr lang="zh-CN" altLang="en-US" sz="1600" dirty="0">
                <a:latin typeface="+mn-ea"/>
              </a:rPr>
              <a:t>中的内容如下 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  </a:t>
            </a:r>
            <a:r>
              <a:rPr lang="en-US" altLang="zh-CN" sz="1600" dirty="0">
                <a:latin typeface="+mn-ea"/>
              </a:rPr>
              <a:t>&lt;!-- </a:t>
            </a:r>
            <a:r>
              <a:rPr lang="zh-CN" altLang="en-US" sz="1600" dirty="0">
                <a:latin typeface="+mn-ea"/>
              </a:rPr>
              <a:t>导航 </a:t>
            </a:r>
            <a:r>
              <a:rPr lang="en-US" altLang="zh-CN" sz="1600" dirty="0">
                <a:latin typeface="+mn-ea"/>
              </a:rPr>
              <a:t>--&gt;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&lt;header&gt;&lt;/header&gt;</a:t>
            </a:r>
          </a:p>
          <a:p>
            <a:r>
              <a:rPr lang="en-US" altLang="zh-CN" sz="1600" dirty="0">
                <a:latin typeface="+mn-ea"/>
              </a:rPr>
              <a:t>  &lt;!-- </a:t>
            </a:r>
            <a:r>
              <a:rPr lang="zh-CN" altLang="en-US" sz="1600" dirty="0">
                <a:latin typeface="+mn-ea"/>
              </a:rPr>
              <a:t>内容区域 </a:t>
            </a:r>
            <a:r>
              <a:rPr lang="en-US" altLang="zh-CN" sz="1600" dirty="0">
                <a:latin typeface="+mn-ea"/>
              </a:rPr>
              <a:t>--&gt;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&lt;main&gt;</a:t>
            </a:r>
          </a:p>
          <a:p>
            <a:r>
              <a:rPr lang="en-US" altLang="zh-CN" sz="1600" dirty="0">
                <a:latin typeface="+mn-ea"/>
              </a:rPr>
              <a:t>    &lt;!—</a:t>
            </a:r>
            <a:r>
              <a:rPr lang="zh-CN" altLang="en-US" sz="1600" dirty="0">
                <a:latin typeface="+mn-ea"/>
              </a:rPr>
              <a:t>二维码 </a:t>
            </a:r>
            <a:r>
              <a:rPr lang="en-US" altLang="zh-CN" sz="1600" dirty="0">
                <a:latin typeface="+mn-ea"/>
              </a:rPr>
              <a:t>--&gt;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  &lt;div class="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qrcode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"&gt;&lt;/div&gt;</a:t>
            </a:r>
          </a:p>
          <a:p>
            <a:r>
              <a:rPr lang="en-US" altLang="zh-CN" sz="1600" dirty="0">
                <a:latin typeface="+mn-ea"/>
              </a:rPr>
              <a:t>    &lt;!-- </a:t>
            </a:r>
            <a:r>
              <a:rPr lang="zh-CN" altLang="en-US" sz="1600" dirty="0">
                <a:latin typeface="+mn-ea"/>
              </a:rPr>
              <a:t>键盘 </a:t>
            </a:r>
            <a:r>
              <a:rPr lang="en-US" altLang="zh-CN" sz="1600" dirty="0">
                <a:latin typeface="+mn-ea"/>
              </a:rPr>
              <a:t>--&gt;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  &lt;div class="keyboard"&gt;&lt;/div&gt;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&lt;/main&gt;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&lt;script 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src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="package.js"&gt;&lt;/script&gt;</a:t>
            </a:r>
            <a:endParaRPr lang="en-US" altLang="zh-CN" sz="1600" b="1" dirty="0">
              <a:solidFill>
                <a:schemeClr val="accent6"/>
              </a:solidFill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39C400-274C-4D16-9776-0002A1E9E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237" y="1620069"/>
            <a:ext cx="4546252" cy="435637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351ACDA-37BF-451C-9862-604958509DD0}"/>
              </a:ext>
            </a:extLst>
          </p:cNvPr>
          <p:cNvSpPr/>
          <p:nvPr/>
        </p:nvSpPr>
        <p:spPr>
          <a:xfrm>
            <a:off x="767705" y="5844718"/>
            <a:ext cx="66404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引入，放置在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代码最后，这样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代码会在页面渲染完成后才执行</a:t>
            </a:r>
          </a:p>
        </p:txBody>
      </p:sp>
    </p:spTree>
    <p:extLst>
      <p:ext uri="{BB962C8B-B14F-4D97-AF65-F5344CB8AC3E}">
        <p14:creationId xmlns:p14="http://schemas.microsoft.com/office/powerpoint/2010/main" val="277136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创建项目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145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页面架构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）设置页面基本</a:t>
            </a:r>
            <a:r>
              <a:rPr lang="en-US" altLang="zh-CN" sz="2000" dirty="0"/>
              <a:t>CSS</a:t>
            </a:r>
            <a:r>
              <a:rPr lang="zh-CN" altLang="en-US" sz="2000" dirty="0"/>
              <a:t>样式</a:t>
            </a:r>
            <a:endParaRPr lang="en-US" altLang="zh-CN" sz="2000" dirty="0"/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package.css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823541" y="2815101"/>
            <a:ext cx="5760640" cy="35394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body {</a:t>
            </a:r>
          </a:p>
          <a:p>
            <a:r>
              <a:rPr lang="en-US" altLang="zh-CN" sz="1600" dirty="0">
                <a:latin typeface="+mn-ea"/>
              </a:rPr>
              <a:t>  margin: 0;</a:t>
            </a:r>
          </a:p>
          <a:p>
            <a:r>
              <a:rPr lang="en-US" altLang="zh-CN" sz="1600" dirty="0">
                <a:latin typeface="+mn-ea"/>
              </a:rPr>
              <a:t>  padding: 0;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display: grid;    /* </a:t>
            </a:r>
            <a:r>
              <a:rPr lang="zh-CN" altLang="en-US" sz="1600" dirty="0">
                <a:solidFill>
                  <a:schemeClr val="accent6"/>
                </a:solidFill>
                <a:latin typeface="+mn-ea"/>
              </a:rPr>
              <a:t>整个页面使用网格布局 *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height: 100vh;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  grid-template-rows: minmax(3em,10vh) 1fr;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  <a:p>
            <a:r>
              <a:rPr lang="en-US" altLang="zh-CN" sz="1600" dirty="0" err="1">
                <a:latin typeface="+mn-ea"/>
              </a:rPr>
              <a:t>a,a:visited</a:t>
            </a:r>
            <a:r>
              <a:rPr lang="en-US" altLang="zh-CN" sz="1600" dirty="0">
                <a:latin typeface="+mn-ea"/>
              </a:rPr>
              <a:t>{</a:t>
            </a:r>
          </a:p>
          <a:p>
            <a:r>
              <a:rPr lang="en-US" altLang="zh-CN" sz="1600" dirty="0">
                <a:latin typeface="+mn-ea"/>
              </a:rPr>
              <a:t>  color: black;</a:t>
            </a:r>
          </a:p>
          <a:p>
            <a:r>
              <a:rPr lang="en-US" altLang="zh-CN" sz="1600" dirty="0">
                <a:latin typeface="+mn-ea"/>
              </a:rPr>
              <a:t>  text-decoration: none;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  <a:p>
            <a:r>
              <a:rPr lang="en-US" altLang="zh-CN" sz="1600" dirty="0">
                <a:latin typeface="+mn-ea"/>
              </a:rPr>
              <a:t>a:hover{</a:t>
            </a:r>
          </a:p>
          <a:p>
            <a:r>
              <a:rPr lang="en-US" altLang="zh-CN" sz="1600" dirty="0">
                <a:latin typeface="+mn-ea"/>
              </a:rPr>
              <a:t>  color: white;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7F2F74-3490-4C7D-90A7-6C9EDA8AEE4D}"/>
              </a:ext>
            </a:extLst>
          </p:cNvPr>
          <p:cNvSpPr txBox="1"/>
          <p:nvPr/>
        </p:nvSpPr>
        <p:spPr>
          <a:xfrm>
            <a:off x="6224141" y="2556748"/>
            <a:ext cx="5760640" cy="4031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header{</a:t>
            </a:r>
          </a:p>
          <a:p>
            <a:r>
              <a:rPr lang="en-US" altLang="zh-CN" sz="1600" dirty="0">
                <a:latin typeface="+mn-ea"/>
              </a:rPr>
              <a:t> 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display: flex;    /* </a:t>
            </a:r>
            <a:r>
              <a:rPr lang="zh-CN" altLang="en-US" sz="1600" dirty="0">
                <a:solidFill>
                  <a:schemeClr val="accent6"/>
                </a:solidFill>
                <a:latin typeface="+mn-ea"/>
              </a:rPr>
              <a:t>头部使用弹性布局 *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600" dirty="0">
                <a:latin typeface="+mn-ea"/>
              </a:rPr>
              <a:t>  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align-items:center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;</a:t>
            </a:r>
          </a:p>
          <a:p>
            <a:r>
              <a:rPr lang="en-US" altLang="zh-CN" sz="1600" dirty="0">
                <a:latin typeface="+mn-ea"/>
              </a:rPr>
              <a:t>  background-image: linear-gradient(#</a:t>
            </a:r>
            <a:r>
              <a:rPr lang="en-US" altLang="zh-CN" sz="1600" dirty="0" err="1">
                <a:latin typeface="+mn-ea"/>
              </a:rPr>
              <a:t>ececec</a:t>
            </a:r>
            <a:r>
              <a:rPr lang="en-US" altLang="zh-CN" sz="1600" dirty="0">
                <a:latin typeface="+mn-ea"/>
              </a:rPr>
              <a:t>,#</a:t>
            </a:r>
            <a:r>
              <a:rPr lang="en-US" altLang="zh-CN" sz="1600" dirty="0" err="1">
                <a:latin typeface="+mn-ea"/>
              </a:rPr>
              <a:t>dadada</a:t>
            </a:r>
            <a:r>
              <a:rPr lang="en-US" altLang="zh-CN" sz="1600" dirty="0">
                <a:latin typeface="+mn-ea"/>
              </a:rPr>
              <a:t>,#</a:t>
            </a:r>
            <a:r>
              <a:rPr lang="en-US" altLang="zh-CN" sz="1600" dirty="0" err="1">
                <a:latin typeface="+mn-ea"/>
              </a:rPr>
              <a:t>ececec</a:t>
            </a:r>
            <a:r>
              <a:rPr lang="en-US" altLang="zh-CN" sz="1600" dirty="0">
                <a:latin typeface="+mn-ea"/>
              </a:rPr>
              <a:t>);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  <a:p>
            <a:r>
              <a:rPr lang="en-US" altLang="zh-CN" sz="1600" dirty="0">
                <a:latin typeface="+mn-ea"/>
              </a:rPr>
              <a:t>main{</a:t>
            </a:r>
          </a:p>
          <a:p>
            <a:r>
              <a:rPr lang="en-US" altLang="zh-CN" sz="1600" dirty="0">
                <a:latin typeface="+mn-ea"/>
              </a:rPr>
              <a:t> 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display: grid;    /* </a:t>
            </a:r>
            <a:r>
              <a:rPr lang="zh-CN" altLang="en-US" sz="1600" dirty="0">
                <a:solidFill>
                  <a:schemeClr val="accent6"/>
                </a:solidFill>
                <a:latin typeface="+mn-ea"/>
              </a:rPr>
              <a:t>主要内容区域使用网格布局 *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600" dirty="0">
                <a:latin typeface="+mn-ea"/>
              </a:rPr>
              <a:t>  max-height: 90vh;</a:t>
            </a:r>
          </a:p>
          <a:p>
            <a:r>
              <a:rPr lang="en-US" altLang="zh-CN" sz="1600" dirty="0">
                <a:latin typeface="+mn-ea"/>
              </a:rPr>
              <a:t>  background-color: #f5f5f5;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  <a:p>
            <a:r>
              <a:rPr lang="en-US" altLang="zh-CN" sz="1600" dirty="0">
                <a:latin typeface="+mn-ea"/>
              </a:rPr>
              <a:t>/* </a:t>
            </a:r>
            <a:r>
              <a:rPr lang="zh-CN" altLang="en-US" sz="1600" dirty="0">
                <a:latin typeface="+mn-ea"/>
              </a:rPr>
              <a:t>响应式 *</a:t>
            </a:r>
            <a:r>
              <a:rPr lang="en-US" altLang="zh-CN" sz="1600" dirty="0">
                <a:latin typeface="+mn-ea"/>
              </a:rPr>
              <a:t>/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@media screen  and (orientation: landscape) { /* </a:t>
            </a:r>
            <a:r>
              <a:rPr lang="zh-CN" altLang="en-US" sz="1600" dirty="0">
                <a:solidFill>
                  <a:schemeClr val="accent6"/>
                </a:solidFill>
                <a:latin typeface="+mn-ea"/>
              </a:rPr>
              <a:t>横屏样式 *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/   }</a:t>
            </a:r>
          </a:p>
          <a:p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@media screen  and (orientation: portrait)  { /* </a:t>
            </a:r>
            <a:r>
              <a:rPr lang="zh-CN" altLang="en-US" sz="1600" dirty="0">
                <a:solidFill>
                  <a:schemeClr val="accent6"/>
                </a:solidFill>
                <a:latin typeface="+mn-ea"/>
              </a:rPr>
              <a:t>竖屏样式 *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/   }</a:t>
            </a:r>
          </a:p>
        </p:txBody>
      </p:sp>
    </p:spTree>
    <p:extLst>
      <p:ext uri="{BB962C8B-B14F-4D97-AF65-F5344CB8AC3E}">
        <p14:creationId xmlns:p14="http://schemas.microsoft.com/office/powerpoint/2010/main" val="88315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完成导航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完成导航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D94C2B-10A5-40CA-809D-6142BAA2D5C0}"/>
              </a:ext>
            </a:extLst>
          </p:cNvPr>
          <p:cNvSpPr/>
          <p:nvPr/>
        </p:nvSpPr>
        <p:spPr>
          <a:xfrm>
            <a:off x="767705" y="1836093"/>
            <a:ext cx="11073060" cy="455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导航模块由三个部分构成，分别是返回链接、标题和倒计时。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2B6841-8891-4EA0-9AB0-5EDA401F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05" y="2461506"/>
            <a:ext cx="5089023" cy="151465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1043BD9-30CC-4E13-9AD9-BB39E77B2E7C}"/>
              </a:ext>
            </a:extLst>
          </p:cNvPr>
          <p:cNvSpPr txBox="1"/>
          <p:nvPr/>
        </p:nvSpPr>
        <p:spPr>
          <a:xfrm>
            <a:off x="895549" y="4860429"/>
            <a:ext cx="5639286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&lt;header&gt;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&lt;div class="back"&gt;&lt;a </a:t>
            </a:r>
            <a:r>
              <a:rPr lang="en-US" altLang="zh-CN" sz="16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href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="#"&gt;&amp;</a:t>
            </a:r>
            <a:r>
              <a:rPr lang="en-US" altLang="zh-CN" sz="16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lt</a:t>
            </a:r>
            <a:r>
              <a:rPr lang="zh-CN" altLang="en-US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返回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&lt;/a&gt;&lt;/div&gt;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&lt;div class="title"&gt;</a:t>
            </a:r>
            <a:r>
              <a:rPr lang="zh-CN" altLang="en-US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取件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&lt;/div&gt;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&lt;div class="countdown"&gt;&lt;span&gt;60&lt;/span&gt;</a:t>
            </a:r>
            <a:r>
              <a:rPr lang="zh-CN" altLang="en-US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秒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&lt;/div&gt;</a:t>
            </a:r>
          </a:p>
          <a:p>
            <a:r>
              <a:rPr lang="en-US" altLang="zh-CN" sz="1600" dirty="0">
                <a:latin typeface="+mn-ea"/>
              </a:rPr>
              <a:t>&lt;/header&gt;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E2C6C2-7578-4A70-9040-6501E2FD55FA}"/>
              </a:ext>
            </a:extLst>
          </p:cNvPr>
          <p:cNvSpPr/>
          <p:nvPr/>
        </p:nvSpPr>
        <p:spPr>
          <a:xfrm>
            <a:off x="780715" y="4235666"/>
            <a:ext cx="23471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</a:rPr>
              <a:t>编辑</a:t>
            </a:r>
            <a:r>
              <a:rPr lang="en-US" altLang="zh-CN" b="1" dirty="0">
                <a:solidFill>
                  <a:srgbClr val="0000FF"/>
                </a:solidFill>
              </a:rPr>
              <a:t>register.html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CC708B-42CB-4E59-93DD-A21DE2C036DB}"/>
              </a:ext>
            </a:extLst>
          </p:cNvPr>
          <p:cNvSpPr txBox="1"/>
          <p:nvPr/>
        </p:nvSpPr>
        <p:spPr>
          <a:xfrm>
            <a:off x="7016229" y="2982992"/>
            <a:ext cx="4723346" cy="37548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/* </a:t>
            </a:r>
            <a:r>
              <a:rPr lang="zh-CN" altLang="en-US" sz="1400" dirty="0">
                <a:latin typeface="+mn-ea"/>
              </a:rPr>
              <a:t>返回链接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header&gt;.back{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  flex: 2;   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弹性布局占用比例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  margin-left: 1em;</a:t>
            </a:r>
          </a:p>
          <a:p>
            <a:r>
              <a:rPr lang="en-US" altLang="zh-CN" sz="1400" dirty="0">
                <a:latin typeface="+mn-ea"/>
              </a:rPr>
              <a:t>  }</a:t>
            </a:r>
          </a:p>
          <a:p>
            <a:r>
              <a:rPr lang="en-US" altLang="zh-CN" sz="1400" dirty="0">
                <a:latin typeface="+mn-ea"/>
              </a:rPr>
              <a:t>  /* </a:t>
            </a:r>
            <a:r>
              <a:rPr lang="zh-CN" altLang="en-US" sz="1400" dirty="0">
                <a:latin typeface="+mn-ea"/>
              </a:rPr>
              <a:t>标题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header&gt;.title{</a:t>
            </a:r>
          </a:p>
          <a:p>
            <a:r>
              <a:rPr lang="en-US" altLang="zh-CN" sz="1400" dirty="0">
                <a:latin typeface="+mn-ea"/>
              </a:rPr>
              <a:t>    text-align: center;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  flex: 8;   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弹性布局占用比例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  font-weight: bold;</a:t>
            </a:r>
          </a:p>
          <a:p>
            <a:r>
              <a:rPr lang="en-US" altLang="zh-CN" sz="1400" dirty="0">
                <a:latin typeface="+mn-ea"/>
              </a:rPr>
              <a:t>  }</a:t>
            </a:r>
          </a:p>
          <a:p>
            <a:r>
              <a:rPr lang="en-US" altLang="zh-CN" sz="1400" dirty="0">
                <a:latin typeface="+mn-ea"/>
              </a:rPr>
              <a:t>  /* </a:t>
            </a:r>
            <a:r>
              <a:rPr lang="zh-CN" altLang="en-US" sz="1400" dirty="0">
                <a:latin typeface="+mn-ea"/>
              </a:rPr>
              <a:t>倒计时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header&gt;.countdown{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flex: 2;    /* </a:t>
            </a:r>
            <a:r>
              <a:rPr lang="zh-CN" altLang="en-US" sz="1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弹性布局占用比例 *</a:t>
            </a:r>
            <a:r>
              <a:rPr lang="en-US" altLang="zh-CN" sz="1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  text-align: right;</a:t>
            </a:r>
          </a:p>
          <a:p>
            <a:r>
              <a:rPr lang="en-US" altLang="zh-CN" sz="1400" dirty="0">
                <a:latin typeface="+mn-ea"/>
              </a:rPr>
              <a:t>    margin-right: 1em;</a:t>
            </a:r>
          </a:p>
          <a:p>
            <a:r>
              <a:rPr lang="en-US" altLang="zh-CN" sz="1400" dirty="0">
                <a:latin typeface="+mn-ea"/>
              </a:rPr>
              <a:t>  }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872375-1EFB-462F-BED6-1AD0E0B7EEDC}"/>
              </a:ext>
            </a:extLst>
          </p:cNvPr>
          <p:cNvSpPr/>
          <p:nvPr/>
        </p:nvSpPr>
        <p:spPr>
          <a:xfrm>
            <a:off x="7108402" y="2437038"/>
            <a:ext cx="21627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</a:rPr>
              <a:t>编辑</a:t>
            </a:r>
            <a:r>
              <a:rPr lang="en-US" altLang="zh-CN" b="1" dirty="0">
                <a:solidFill>
                  <a:srgbClr val="0000FF"/>
                </a:solidFill>
              </a:rPr>
              <a:t>register.css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23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完成取件模块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D94C2B-10A5-40CA-809D-6142BAA2D5C0}"/>
              </a:ext>
            </a:extLst>
          </p:cNvPr>
          <p:cNvSpPr/>
          <p:nvPr/>
        </p:nvSpPr>
        <p:spPr>
          <a:xfrm>
            <a:off x="767705" y="1836093"/>
            <a:ext cx="11073060" cy="455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取件模块由两个部分构成，分别是键盘、二维码。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F6CC59-5E08-417D-BB17-BA4CB4EC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199" y="2289293"/>
            <a:ext cx="4105848" cy="29817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4E2225-50D3-41B9-A36E-CCFB970F0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34" y="2445647"/>
            <a:ext cx="4680519" cy="215050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D608057-CC4F-48C5-A104-4626389E8D8A}"/>
              </a:ext>
            </a:extLst>
          </p:cNvPr>
          <p:cNvSpPr txBox="1"/>
          <p:nvPr/>
        </p:nvSpPr>
        <p:spPr>
          <a:xfrm>
            <a:off x="5758269" y="5462720"/>
            <a:ext cx="6082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键盘子模块包含提示文字、输入框和数字键盘和确认按钮四部分构成。该部分将使用网格布局，故内部的元素直接放置其中，没有嵌套额外的</a:t>
            </a:r>
            <a:r>
              <a:rPr lang="en-US" altLang="zh-CN" dirty="0"/>
              <a:t>DIV</a:t>
            </a:r>
            <a:r>
              <a:rPr lang="zh-CN" altLang="en-US" dirty="0"/>
              <a:t>层，减少了大量代码，简化了布局结构。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225781-A315-40AA-BE27-5A9D0AF31922}"/>
              </a:ext>
            </a:extLst>
          </p:cNvPr>
          <p:cNvSpPr txBox="1"/>
          <p:nvPr/>
        </p:nvSpPr>
        <p:spPr>
          <a:xfrm>
            <a:off x="645703" y="4916214"/>
            <a:ext cx="6082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二维码子模块主要由二维码图片和段落文本构成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2830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完成二维码子模块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package.html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767705" y="2265458"/>
            <a:ext cx="9865096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  </a:t>
            </a:r>
            <a:r>
              <a:rPr lang="en-US" altLang="zh-CN" sz="1600" dirty="0">
                <a:latin typeface="+mn-ea"/>
              </a:rPr>
              <a:t>&lt;!-- </a:t>
            </a:r>
            <a:r>
              <a:rPr lang="zh-CN" altLang="en-US" sz="1600" dirty="0">
                <a:latin typeface="+mn-ea"/>
              </a:rPr>
              <a:t>二维码 </a:t>
            </a:r>
            <a:r>
              <a:rPr lang="en-US" altLang="zh-CN" sz="1600" dirty="0">
                <a:latin typeface="+mn-ea"/>
              </a:rPr>
              <a:t>--&gt;</a:t>
            </a:r>
          </a:p>
          <a:p>
            <a:r>
              <a:rPr lang="en-US" altLang="zh-CN" sz="1600" dirty="0">
                <a:latin typeface="+mn-ea"/>
              </a:rPr>
              <a:t>  &lt;div class="</a:t>
            </a:r>
            <a:r>
              <a:rPr lang="en-US" altLang="zh-CN" sz="1600" dirty="0" err="1">
                <a:latin typeface="+mn-ea"/>
              </a:rPr>
              <a:t>qrcode</a:t>
            </a:r>
            <a:r>
              <a:rPr lang="en-US" altLang="zh-CN" sz="1600" dirty="0">
                <a:latin typeface="+mn-ea"/>
              </a:rPr>
              <a:t>"&gt;</a:t>
            </a:r>
          </a:p>
          <a:p>
            <a:r>
              <a:rPr lang="en-US" altLang="zh-CN" sz="1600" dirty="0">
                <a:latin typeface="+mn-ea"/>
              </a:rPr>
              <a:t>    &lt;div class="</a:t>
            </a:r>
            <a:r>
              <a:rPr lang="en-US" altLang="zh-CN" sz="1600" dirty="0" err="1">
                <a:latin typeface="+mn-ea"/>
              </a:rPr>
              <a:t>qrcode_container</a:t>
            </a:r>
            <a:r>
              <a:rPr lang="en-US" altLang="zh-CN" sz="1600" dirty="0">
                <a:latin typeface="+mn-ea"/>
              </a:rPr>
              <a:t>"&gt;</a:t>
            </a:r>
          </a:p>
          <a:p>
            <a:r>
              <a:rPr lang="en-US" altLang="zh-CN" sz="1600" dirty="0">
                <a:latin typeface="+mn-ea"/>
              </a:rPr>
              <a:t>      &lt;</a:t>
            </a:r>
            <a:r>
              <a:rPr lang="en-US" altLang="zh-CN" sz="1600" dirty="0" err="1">
                <a:latin typeface="+mn-ea"/>
              </a:rPr>
              <a:t>img</a:t>
            </a:r>
            <a:r>
              <a:rPr lang="en-US" altLang="zh-CN" sz="1600" dirty="0">
                <a:latin typeface="+mn-ea"/>
              </a:rPr>
              <a:t> class="</a:t>
            </a:r>
            <a:r>
              <a:rPr lang="en-US" altLang="zh-CN" sz="1600" dirty="0" err="1">
                <a:latin typeface="+mn-ea"/>
              </a:rPr>
              <a:t>qrcode_img</a:t>
            </a:r>
            <a:r>
              <a:rPr lang="en-US" altLang="zh-CN" sz="1600" dirty="0">
                <a:latin typeface="+mn-ea"/>
              </a:rPr>
              <a:t>" </a:t>
            </a:r>
            <a:r>
              <a:rPr lang="en-US" altLang="zh-CN" sz="1600" dirty="0" err="1">
                <a:latin typeface="+mn-ea"/>
              </a:rPr>
              <a:t>src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img</a:t>
            </a:r>
            <a:r>
              <a:rPr lang="en-US" altLang="zh-CN" sz="1600" dirty="0">
                <a:latin typeface="+mn-ea"/>
              </a:rPr>
              <a:t>/qrcode.png"/&gt;</a:t>
            </a:r>
          </a:p>
          <a:p>
            <a:r>
              <a:rPr lang="en-US" altLang="zh-CN" sz="1600" dirty="0">
                <a:latin typeface="+mn-ea"/>
              </a:rPr>
              <a:t>    &lt;/div&gt;</a:t>
            </a:r>
          </a:p>
          <a:p>
            <a:r>
              <a:rPr lang="en-US" altLang="zh-CN" sz="1600" dirty="0">
                <a:latin typeface="+mn-ea"/>
              </a:rPr>
              <a:t>    &lt;p&gt;&lt;</a:t>
            </a:r>
            <a:r>
              <a:rPr lang="en-US" altLang="zh-CN" sz="1600" dirty="0" err="1">
                <a:latin typeface="+mn-ea"/>
              </a:rPr>
              <a:t>img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src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img</a:t>
            </a:r>
            <a:r>
              <a:rPr lang="en-US" altLang="zh-CN" sz="1600" dirty="0">
                <a:latin typeface="+mn-ea"/>
              </a:rPr>
              <a:t>/scan.png" class="</a:t>
            </a:r>
            <a:r>
              <a:rPr lang="en-US" altLang="zh-CN" sz="1600" dirty="0" err="1">
                <a:latin typeface="+mn-ea"/>
              </a:rPr>
              <a:t>scan_img</a:t>
            </a:r>
            <a:r>
              <a:rPr lang="en-US" altLang="zh-CN" sz="1600" dirty="0">
                <a:latin typeface="+mn-ea"/>
              </a:rPr>
              <a:t>"/&gt; </a:t>
            </a:r>
            <a:r>
              <a:rPr lang="zh-CN" altLang="en-US" sz="1600" dirty="0">
                <a:latin typeface="+mn-ea"/>
              </a:rPr>
              <a:t>微信扫码取件</a:t>
            </a:r>
            <a:r>
              <a:rPr lang="en-US" altLang="zh-CN" sz="1600" dirty="0">
                <a:latin typeface="+mn-ea"/>
              </a:rPr>
              <a:t>&lt;/p&gt;</a:t>
            </a:r>
          </a:p>
          <a:p>
            <a:r>
              <a:rPr lang="en-US" altLang="zh-CN" sz="1600" dirty="0">
                <a:latin typeface="+mn-ea"/>
              </a:rPr>
              <a:t>  &lt;/div&gt;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E90F683-F5B5-4A08-94A4-595DB7F7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198" y="1044005"/>
            <a:ext cx="4680519" cy="215050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F6312A5-238D-46B3-95BC-34BC198C929C}"/>
              </a:ext>
            </a:extLst>
          </p:cNvPr>
          <p:cNvSpPr txBox="1"/>
          <p:nvPr/>
        </p:nvSpPr>
        <p:spPr>
          <a:xfrm>
            <a:off x="751533" y="4151812"/>
            <a:ext cx="608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package.css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768EA3-4CBB-4DD7-9006-15D9E0011A81}"/>
              </a:ext>
            </a:extLst>
          </p:cNvPr>
          <p:cNvSpPr txBox="1"/>
          <p:nvPr/>
        </p:nvSpPr>
        <p:spPr>
          <a:xfrm>
            <a:off x="3343821" y="4213470"/>
            <a:ext cx="5024388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.</a:t>
            </a:r>
            <a:r>
              <a:rPr lang="en-US" altLang="zh-CN" sz="1600" dirty="0" err="1">
                <a:latin typeface="+mn-ea"/>
              </a:rPr>
              <a:t>qrcode</a:t>
            </a:r>
            <a:r>
              <a:rPr lang="en-US" altLang="zh-CN" sz="1600" dirty="0">
                <a:latin typeface="+mn-ea"/>
              </a:rPr>
              <a:t>{</a:t>
            </a:r>
          </a:p>
          <a:p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display: flex;          /* </a:t>
            </a:r>
            <a:r>
              <a:rPr lang="zh-CN" altLang="en-US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使用弹性布局 *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flex-direction: column; /* </a:t>
            </a:r>
            <a:r>
              <a:rPr lang="zh-CN" altLang="en-US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垂直排列 *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align-items: center;</a:t>
            </a:r>
          </a:p>
          <a:p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justify-content: center;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  <a:p>
            <a:r>
              <a:rPr lang="en-US" altLang="zh-CN" sz="1600" dirty="0">
                <a:latin typeface="+mn-ea"/>
              </a:rPr>
              <a:t>.</a:t>
            </a:r>
            <a:r>
              <a:rPr lang="en-US" altLang="zh-CN" sz="1600" dirty="0" err="1">
                <a:latin typeface="+mn-ea"/>
              </a:rPr>
              <a:t>scan_img</a:t>
            </a:r>
            <a:r>
              <a:rPr lang="en-US" altLang="zh-CN" sz="1600" dirty="0">
                <a:latin typeface="+mn-ea"/>
              </a:rPr>
              <a:t>{</a:t>
            </a:r>
          </a:p>
          <a:p>
            <a:r>
              <a:rPr lang="en-US" altLang="zh-CN" sz="1600" dirty="0">
                <a:latin typeface="+mn-ea"/>
              </a:rPr>
              <a:t>  width: 14px;</a:t>
            </a:r>
          </a:p>
          <a:p>
            <a:r>
              <a:rPr lang="en-US" altLang="zh-CN" sz="1600" dirty="0">
                <a:latin typeface="+mn-ea"/>
              </a:rPr>
              <a:t>  height: 14px;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70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完成键盘子模块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package.html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4758385" y="1404045"/>
            <a:ext cx="6680572" cy="50475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&lt;div class="keyboard"&gt;</a:t>
            </a:r>
          </a:p>
          <a:p>
            <a:r>
              <a:rPr lang="en-US" altLang="zh-CN" sz="1400" dirty="0">
                <a:latin typeface="+mn-ea"/>
              </a:rPr>
              <a:t>    &lt;p&gt;</a:t>
            </a:r>
            <a:r>
              <a:rPr lang="zh-CN" altLang="en-US" sz="1400" dirty="0">
                <a:latin typeface="+mn-ea"/>
              </a:rPr>
              <a:t>请输入</a:t>
            </a:r>
            <a:r>
              <a:rPr lang="en-US" altLang="zh-CN" sz="1400" dirty="0">
                <a:latin typeface="+mn-ea"/>
              </a:rPr>
              <a:t>6</a:t>
            </a:r>
            <a:r>
              <a:rPr lang="zh-CN" altLang="en-US" sz="1400" dirty="0">
                <a:latin typeface="+mn-ea"/>
              </a:rPr>
              <a:t>位取件码</a:t>
            </a:r>
            <a:r>
              <a:rPr lang="en-US" altLang="zh-CN" sz="1400" dirty="0">
                <a:latin typeface="+mn-ea"/>
              </a:rPr>
              <a:t>&lt;/p&gt;</a:t>
            </a:r>
          </a:p>
          <a:p>
            <a:r>
              <a:rPr lang="en-US" altLang="zh-CN" sz="1400" dirty="0">
                <a:latin typeface="+mn-ea"/>
              </a:rPr>
              <a:t>    &lt;!-- </a:t>
            </a:r>
            <a:r>
              <a:rPr lang="zh-CN" altLang="en-US" sz="1400" dirty="0">
                <a:latin typeface="+mn-ea"/>
              </a:rPr>
              <a:t>取件码输入框 </a:t>
            </a:r>
            <a:r>
              <a:rPr lang="en-US" altLang="zh-CN" sz="1400" dirty="0">
                <a:latin typeface="+mn-ea"/>
              </a:rPr>
              <a:t>--&gt;</a:t>
            </a:r>
          </a:p>
          <a:p>
            <a:r>
              <a:rPr lang="en-US" altLang="zh-CN" sz="1400" dirty="0">
                <a:latin typeface="+mn-ea"/>
              </a:rPr>
              <a:t>    &lt;input type="text" </a:t>
            </a:r>
            <a:r>
              <a:rPr lang="en-US" altLang="zh-CN" sz="1400" dirty="0" err="1">
                <a:latin typeface="+mn-ea"/>
              </a:rPr>
              <a:t>maxlength</a:t>
            </a:r>
            <a:r>
              <a:rPr lang="en-US" altLang="zh-CN" sz="1400" dirty="0">
                <a:latin typeface="+mn-ea"/>
              </a:rPr>
              <a:t>="1" required </a:t>
            </a:r>
            <a:r>
              <a:rPr lang="en-US" altLang="zh-CN" sz="1400" dirty="0" err="1">
                <a:latin typeface="+mn-ea"/>
              </a:rPr>
              <a:t>readonly</a:t>
            </a:r>
            <a:r>
              <a:rPr lang="en-US" altLang="zh-CN" sz="1400" dirty="0">
                <a:latin typeface="+mn-ea"/>
              </a:rPr>
              <a:t>/&gt;</a:t>
            </a:r>
          </a:p>
          <a:p>
            <a:r>
              <a:rPr lang="en-US" altLang="zh-CN" sz="1400" dirty="0">
                <a:latin typeface="+mn-ea"/>
              </a:rPr>
              <a:t>    &lt;input type="text" </a:t>
            </a:r>
            <a:r>
              <a:rPr lang="en-US" altLang="zh-CN" sz="1400" dirty="0" err="1">
                <a:latin typeface="+mn-ea"/>
              </a:rPr>
              <a:t>maxlength</a:t>
            </a:r>
            <a:r>
              <a:rPr lang="en-US" altLang="zh-CN" sz="1400" dirty="0">
                <a:latin typeface="+mn-ea"/>
              </a:rPr>
              <a:t>="1" required </a:t>
            </a:r>
            <a:r>
              <a:rPr lang="en-US" altLang="zh-CN" sz="1400" dirty="0" err="1">
                <a:latin typeface="+mn-ea"/>
              </a:rPr>
              <a:t>readonly</a:t>
            </a:r>
            <a:r>
              <a:rPr lang="en-US" altLang="zh-CN" sz="1400" dirty="0">
                <a:latin typeface="+mn-ea"/>
              </a:rPr>
              <a:t>/&gt;</a:t>
            </a:r>
          </a:p>
          <a:p>
            <a:r>
              <a:rPr lang="en-US" altLang="zh-CN" sz="1400" dirty="0">
                <a:latin typeface="+mn-ea"/>
              </a:rPr>
              <a:t>    &lt;input type="text" </a:t>
            </a:r>
            <a:r>
              <a:rPr lang="en-US" altLang="zh-CN" sz="1400" dirty="0" err="1">
                <a:latin typeface="+mn-ea"/>
              </a:rPr>
              <a:t>maxlength</a:t>
            </a:r>
            <a:r>
              <a:rPr lang="en-US" altLang="zh-CN" sz="1400" dirty="0">
                <a:latin typeface="+mn-ea"/>
              </a:rPr>
              <a:t>="1" required </a:t>
            </a:r>
            <a:r>
              <a:rPr lang="en-US" altLang="zh-CN" sz="1400" dirty="0" err="1">
                <a:latin typeface="+mn-ea"/>
              </a:rPr>
              <a:t>readonly</a:t>
            </a:r>
            <a:r>
              <a:rPr lang="en-US" altLang="zh-CN" sz="1400" dirty="0">
                <a:latin typeface="+mn-ea"/>
              </a:rPr>
              <a:t>/&gt;</a:t>
            </a:r>
          </a:p>
          <a:p>
            <a:r>
              <a:rPr lang="en-US" altLang="zh-CN" sz="1400" dirty="0">
                <a:latin typeface="+mn-ea"/>
              </a:rPr>
              <a:t>    &lt;input type="text" </a:t>
            </a:r>
            <a:r>
              <a:rPr lang="en-US" altLang="zh-CN" sz="1400" dirty="0" err="1">
                <a:latin typeface="+mn-ea"/>
              </a:rPr>
              <a:t>maxlength</a:t>
            </a:r>
            <a:r>
              <a:rPr lang="en-US" altLang="zh-CN" sz="1400" dirty="0">
                <a:latin typeface="+mn-ea"/>
              </a:rPr>
              <a:t>="1" required </a:t>
            </a:r>
            <a:r>
              <a:rPr lang="en-US" altLang="zh-CN" sz="1400" dirty="0" err="1">
                <a:latin typeface="+mn-ea"/>
              </a:rPr>
              <a:t>readonly</a:t>
            </a:r>
            <a:r>
              <a:rPr lang="en-US" altLang="zh-CN" sz="1400" dirty="0">
                <a:latin typeface="+mn-ea"/>
              </a:rPr>
              <a:t>/&gt;</a:t>
            </a:r>
          </a:p>
          <a:p>
            <a:r>
              <a:rPr lang="en-US" altLang="zh-CN" sz="1400" dirty="0">
                <a:latin typeface="+mn-ea"/>
              </a:rPr>
              <a:t>    &lt;input type="text" </a:t>
            </a:r>
            <a:r>
              <a:rPr lang="en-US" altLang="zh-CN" sz="1400" dirty="0" err="1">
                <a:latin typeface="+mn-ea"/>
              </a:rPr>
              <a:t>maxlength</a:t>
            </a:r>
            <a:r>
              <a:rPr lang="en-US" altLang="zh-CN" sz="1400" dirty="0">
                <a:latin typeface="+mn-ea"/>
              </a:rPr>
              <a:t>="1" required </a:t>
            </a:r>
            <a:r>
              <a:rPr lang="en-US" altLang="zh-CN" sz="1400" dirty="0" err="1">
                <a:latin typeface="+mn-ea"/>
              </a:rPr>
              <a:t>readonly</a:t>
            </a:r>
            <a:r>
              <a:rPr lang="en-US" altLang="zh-CN" sz="1400" dirty="0">
                <a:latin typeface="+mn-ea"/>
              </a:rPr>
              <a:t>/&gt;</a:t>
            </a:r>
          </a:p>
          <a:p>
            <a:r>
              <a:rPr lang="en-US" altLang="zh-CN" sz="1400" dirty="0">
                <a:latin typeface="+mn-ea"/>
              </a:rPr>
              <a:t>    &lt;input type="text" </a:t>
            </a:r>
            <a:r>
              <a:rPr lang="en-US" altLang="zh-CN" sz="1400" dirty="0" err="1">
                <a:latin typeface="+mn-ea"/>
              </a:rPr>
              <a:t>maxlength</a:t>
            </a:r>
            <a:r>
              <a:rPr lang="en-US" altLang="zh-CN" sz="1400" dirty="0">
                <a:latin typeface="+mn-ea"/>
              </a:rPr>
              <a:t>="1" required </a:t>
            </a:r>
            <a:r>
              <a:rPr lang="en-US" altLang="zh-CN" sz="1400" dirty="0" err="1">
                <a:latin typeface="+mn-ea"/>
              </a:rPr>
              <a:t>readonly</a:t>
            </a:r>
            <a:r>
              <a:rPr lang="en-US" altLang="zh-CN" sz="1400" dirty="0">
                <a:latin typeface="+mn-ea"/>
              </a:rPr>
              <a:t>/&gt;</a:t>
            </a:r>
          </a:p>
          <a:p>
            <a:r>
              <a:rPr lang="en-US" altLang="zh-CN" sz="1400" dirty="0">
                <a:latin typeface="+mn-ea"/>
              </a:rPr>
              <a:t>    &lt;!-- </a:t>
            </a:r>
            <a:r>
              <a:rPr lang="zh-CN" altLang="en-US" sz="1400" dirty="0">
                <a:latin typeface="+mn-ea"/>
              </a:rPr>
              <a:t>数字键盘 </a:t>
            </a:r>
            <a:r>
              <a:rPr lang="en-US" altLang="zh-CN" sz="1400" dirty="0">
                <a:latin typeface="+mn-ea"/>
              </a:rPr>
              <a:t>--&gt;</a:t>
            </a:r>
          </a:p>
          <a:p>
            <a:r>
              <a:rPr lang="en-US" altLang="zh-CN" sz="1400" dirty="0">
                <a:latin typeface="+mn-ea"/>
              </a:rPr>
              <a:t>    &lt;div class="key key-1" onclick="tap(1)"&gt;1&lt;/div&gt;</a:t>
            </a:r>
          </a:p>
          <a:p>
            <a:r>
              <a:rPr lang="en-US" altLang="zh-CN" sz="1400" dirty="0">
                <a:latin typeface="+mn-ea"/>
              </a:rPr>
              <a:t>    &lt;div class="key key-2" onclick="tap(2)"&gt;2&lt;/div&gt;</a:t>
            </a:r>
          </a:p>
          <a:p>
            <a:r>
              <a:rPr lang="en-US" altLang="zh-CN" sz="1400" dirty="0">
                <a:latin typeface="+mn-ea"/>
              </a:rPr>
              <a:t>    &lt;div class="key key-3" onclick="tap(3)"&gt;3&lt;/div&gt;</a:t>
            </a:r>
          </a:p>
          <a:p>
            <a:r>
              <a:rPr lang="en-US" altLang="zh-CN" sz="1400" dirty="0">
                <a:latin typeface="+mn-ea"/>
              </a:rPr>
              <a:t>    &lt;div class="key key-4" onclick="tap(4)"&gt;4&lt;/div&gt;</a:t>
            </a:r>
          </a:p>
          <a:p>
            <a:r>
              <a:rPr lang="en-US" altLang="zh-CN" sz="1400" dirty="0">
                <a:latin typeface="+mn-ea"/>
              </a:rPr>
              <a:t>    &lt;div class="key key-5" onclick="tap(5)"&gt;5&lt;/div&gt;</a:t>
            </a:r>
          </a:p>
          <a:p>
            <a:r>
              <a:rPr lang="en-US" altLang="zh-CN" sz="1400" dirty="0">
                <a:latin typeface="+mn-ea"/>
              </a:rPr>
              <a:t>    &lt;div class="key key-6" onclick="tap(6)"&gt;6&lt;/div&gt;</a:t>
            </a:r>
          </a:p>
          <a:p>
            <a:r>
              <a:rPr lang="en-US" altLang="zh-CN" sz="1400" dirty="0">
                <a:latin typeface="+mn-ea"/>
              </a:rPr>
              <a:t>    &lt;div class="key key-7" onclick="tap(7)"&gt;7&lt;/div&gt;</a:t>
            </a:r>
          </a:p>
          <a:p>
            <a:r>
              <a:rPr lang="en-US" altLang="zh-CN" sz="1400" dirty="0">
                <a:latin typeface="+mn-ea"/>
              </a:rPr>
              <a:t>    &lt;div class="key key-8" onclick="tap(8)"&gt;8&lt;/div&gt;</a:t>
            </a:r>
          </a:p>
          <a:p>
            <a:r>
              <a:rPr lang="en-US" altLang="zh-CN" sz="1400" dirty="0">
                <a:latin typeface="+mn-ea"/>
              </a:rPr>
              <a:t>    &lt;div class="key key-9" onclick="tap(9)"&gt;9&lt;/div&gt;</a:t>
            </a:r>
          </a:p>
          <a:p>
            <a:r>
              <a:rPr lang="en-US" altLang="zh-CN" sz="1400" dirty="0">
                <a:latin typeface="+mn-ea"/>
              </a:rPr>
              <a:t>    &lt;div class="key key-0" onclick="tap(0)"&gt;0&lt;/div&gt;</a:t>
            </a:r>
          </a:p>
          <a:p>
            <a:r>
              <a:rPr lang="en-US" altLang="zh-CN" sz="1400" dirty="0">
                <a:latin typeface="+mn-ea"/>
              </a:rPr>
              <a:t>    &lt;div class="key key-c" onclick="tap(-1)"&gt;</a:t>
            </a:r>
            <a:r>
              <a:rPr lang="zh-CN" altLang="en-US" sz="1400" dirty="0">
                <a:latin typeface="+mn-ea"/>
              </a:rPr>
              <a:t>退格</a:t>
            </a:r>
            <a:r>
              <a:rPr lang="en-US" altLang="zh-CN" sz="1400" dirty="0">
                <a:latin typeface="+mn-ea"/>
              </a:rPr>
              <a:t>&lt;/div&gt;</a:t>
            </a:r>
          </a:p>
          <a:p>
            <a:r>
              <a:rPr lang="en-US" altLang="zh-CN" sz="1400" dirty="0">
                <a:latin typeface="+mn-ea"/>
              </a:rPr>
              <a:t>    &lt;button type="button"  onclick="collect()"&gt;</a:t>
            </a:r>
            <a:r>
              <a:rPr lang="zh-CN" altLang="en-US" sz="1400" dirty="0">
                <a:latin typeface="+mn-ea"/>
              </a:rPr>
              <a:t>确认取件</a:t>
            </a:r>
            <a:r>
              <a:rPr lang="en-US" altLang="zh-CN" sz="1400" dirty="0">
                <a:latin typeface="+mn-ea"/>
              </a:rPr>
              <a:t>&lt;/button&gt;</a:t>
            </a:r>
          </a:p>
          <a:p>
            <a:r>
              <a:rPr lang="en-US" altLang="zh-CN" sz="1400" dirty="0">
                <a:latin typeface="+mn-ea"/>
              </a:rPr>
              <a:t>  &lt;/div&gt;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4E1499-D67E-47EB-AA22-A7DE8E8CE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93" y="2452907"/>
            <a:ext cx="4105848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31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完成键盘子模块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package.css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5061997" y="3035836"/>
            <a:ext cx="6680572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/* </a:t>
            </a:r>
            <a:r>
              <a:rPr lang="zh-CN" altLang="en-US" sz="1400" dirty="0">
                <a:latin typeface="+mn-ea"/>
              </a:rPr>
              <a:t>键盘子模块总体</a:t>
            </a:r>
            <a:r>
              <a:rPr lang="en-US" altLang="zh-CN" sz="1400" dirty="0">
                <a:latin typeface="+mn-ea"/>
              </a:rPr>
              <a:t>CSS</a:t>
            </a:r>
            <a:r>
              <a:rPr lang="zh-CN" altLang="en-US" sz="1400" dirty="0">
                <a:latin typeface="+mn-ea"/>
              </a:rPr>
              <a:t>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.keyboard{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display: grid;</a:t>
            </a:r>
          </a:p>
          <a:p>
            <a:r>
              <a:rPr lang="en-US" altLang="zh-CN" sz="1400" dirty="0">
                <a:latin typeface="+mn-ea"/>
              </a:rPr>
              <a:t>  padding: 1em;</a:t>
            </a:r>
          </a:p>
          <a:p>
            <a:r>
              <a:rPr lang="en-US" altLang="zh-CN" sz="1400" dirty="0">
                <a:latin typeface="+mn-ea"/>
              </a:rPr>
              <a:t>  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grid-template-columns: repeat(6,1fr);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网格设置平均分配的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6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列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grid-template-rows: 2em repeat(6,1fr);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网格设置平均分配的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6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列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gap: 0.5em;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4E1499-D67E-47EB-AA22-A7DE8E8CE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93" y="2452907"/>
            <a:ext cx="4105848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77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完成键盘子模块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package.css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5088185" y="2066340"/>
            <a:ext cx="6680572" cy="37548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/* </a:t>
            </a:r>
            <a:r>
              <a:rPr lang="zh-CN" altLang="en-US" sz="1400" dirty="0">
                <a:latin typeface="+mn-ea"/>
              </a:rPr>
              <a:t>提示文字的</a:t>
            </a:r>
            <a:r>
              <a:rPr lang="en-US" altLang="zh-CN" sz="1400" dirty="0">
                <a:latin typeface="+mn-ea"/>
              </a:rPr>
              <a:t>CSS</a:t>
            </a:r>
            <a:r>
              <a:rPr lang="zh-CN" altLang="en-US" sz="1400" dirty="0">
                <a:latin typeface="+mn-ea"/>
              </a:rPr>
              <a:t>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.keyboard&gt;p{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grid-column: 1 / 7;    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占满所有列轨道 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*/</a:t>
            </a:r>
          </a:p>
          <a:p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  align-self: center;</a:t>
            </a:r>
          </a:p>
          <a:p>
            <a:r>
              <a:rPr lang="en-US" altLang="zh-CN" sz="1400" dirty="0">
                <a:solidFill>
                  <a:schemeClr val="accent6"/>
                </a:solidFill>
                <a:latin typeface="+mn-ea"/>
              </a:rPr>
              <a:t>  justify-self: center;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  <a:p>
            <a:r>
              <a:rPr lang="en-US" altLang="zh-CN" sz="1400" dirty="0">
                <a:latin typeface="+mn-ea"/>
              </a:rPr>
              <a:t>/* </a:t>
            </a:r>
            <a:r>
              <a:rPr lang="zh-CN" altLang="en-US" sz="1400" dirty="0">
                <a:latin typeface="+mn-ea"/>
              </a:rPr>
              <a:t>取件码输入框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.keyboard&gt;input{</a:t>
            </a:r>
          </a:p>
          <a:p>
            <a:r>
              <a:rPr lang="en-US" altLang="zh-CN" sz="1400" dirty="0">
                <a:latin typeface="+mn-ea"/>
              </a:rPr>
              <a:t>  min-height: 1.4em;</a:t>
            </a:r>
          </a:p>
          <a:p>
            <a:r>
              <a:rPr lang="en-US" altLang="zh-CN" sz="1400" dirty="0">
                <a:latin typeface="+mn-ea"/>
              </a:rPr>
              <a:t>  min-width: 1.4em;</a:t>
            </a:r>
          </a:p>
          <a:p>
            <a:r>
              <a:rPr lang="en-US" altLang="zh-CN" sz="1400" dirty="0">
                <a:latin typeface="+mn-ea"/>
              </a:rPr>
              <a:t>  box-sizing: border-box;</a:t>
            </a:r>
          </a:p>
          <a:p>
            <a:r>
              <a:rPr lang="en-US" altLang="zh-CN" sz="1400" dirty="0">
                <a:latin typeface="+mn-ea"/>
              </a:rPr>
              <a:t>  font-size: 180%;</a:t>
            </a:r>
          </a:p>
          <a:p>
            <a:r>
              <a:rPr lang="en-US" altLang="zh-CN" sz="1400" dirty="0">
                <a:latin typeface="+mn-ea"/>
              </a:rPr>
              <a:t>  text-align: center;</a:t>
            </a:r>
          </a:p>
          <a:p>
            <a:r>
              <a:rPr lang="en-US" altLang="zh-CN" sz="1400" dirty="0">
                <a:latin typeface="+mn-ea"/>
              </a:rPr>
              <a:t>  outline: none;</a:t>
            </a:r>
          </a:p>
          <a:p>
            <a:r>
              <a:rPr lang="en-US" altLang="zh-CN" sz="1400" dirty="0">
                <a:latin typeface="+mn-ea"/>
              </a:rPr>
              <a:t>  border-color: #007bff;</a:t>
            </a:r>
          </a:p>
          <a:p>
            <a:r>
              <a:rPr lang="en-US" altLang="zh-CN" sz="1400" dirty="0">
                <a:latin typeface="+mn-ea"/>
              </a:rPr>
              <a:t>  border-radius: 0.3em;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4E1499-D67E-47EB-AA22-A7DE8E8CE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93" y="2452907"/>
            <a:ext cx="4105848" cy="2981741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4255813-6015-4785-8AD2-6249AE26069D}"/>
              </a:ext>
            </a:extLst>
          </p:cNvPr>
          <p:cNvCxnSpPr/>
          <p:nvPr/>
        </p:nvCxnSpPr>
        <p:spPr>
          <a:xfrm flipH="1">
            <a:off x="3919885" y="2452907"/>
            <a:ext cx="1080120" cy="319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F7BA9C9-8C67-400B-84B9-54B4A71C81C1}"/>
              </a:ext>
            </a:extLst>
          </p:cNvPr>
          <p:cNvCxnSpPr>
            <a:cxnSpLocks/>
          </p:cNvCxnSpPr>
          <p:nvPr/>
        </p:nvCxnSpPr>
        <p:spPr>
          <a:xfrm flipH="1" flipV="1">
            <a:off x="4162693" y="3276253"/>
            <a:ext cx="1017332" cy="392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900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完成键盘子模块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package.css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5180025" y="2131217"/>
            <a:ext cx="6680572" cy="39703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/* </a:t>
            </a:r>
            <a:r>
              <a:rPr lang="zh-CN" altLang="en-US" sz="1400" dirty="0">
                <a:latin typeface="+mn-ea"/>
              </a:rPr>
              <a:t>数字键盘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.keyboard&gt;.key{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grid-column: span 2;     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每个数字默认占用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2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列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font-size: 1.2em;</a:t>
            </a:r>
          </a:p>
          <a:p>
            <a:r>
              <a:rPr lang="en-US" altLang="zh-CN" sz="1400" dirty="0">
                <a:latin typeface="+mn-ea"/>
              </a:rPr>
              <a:t>  border:1px solid #bdbdbd;</a:t>
            </a:r>
          </a:p>
          <a:p>
            <a:r>
              <a:rPr lang="en-US" altLang="zh-CN" sz="1400" dirty="0">
                <a:latin typeface="+mn-ea"/>
              </a:rPr>
              <a:t>  border-radius: 0.5em;</a:t>
            </a:r>
          </a:p>
          <a:p>
            <a:r>
              <a:rPr lang="en-US" altLang="zh-CN" sz="1400" dirty="0">
                <a:latin typeface="+mn-ea"/>
              </a:rPr>
              <a:t>  background-color: white;</a:t>
            </a:r>
          </a:p>
          <a:p>
            <a:r>
              <a:rPr lang="en-US" altLang="zh-CN" sz="1400" dirty="0">
                <a:latin typeface="+mn-ea"/>
              </a:rPr>
              <a:t>  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display: flex;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</a:t>
            </a:r>
            <a:r>
              <a:rPr lang="en-US" altLang="zh-CN" sz="1400" b="1" dirty="0" err="1">
                <a:solidFill>
                  <a:schemeClr val="accent6"/>
                </a:solidFill>
                <a:latin typeface="+mn-ea"/>
              </a:rPr>
              <a:t>align-items:center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;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justify-content: center;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  <a:p>
            <a:r>
              <a:rPr lang="en-US" altLang="zh-CN" sz="1400" dirty="0">
                <a:latin typeface="+mn-ea"/>
              </a:rPr>
              <a:t>.keyboard&gt;.key-0{ 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grid-column: 1 / 5;     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数字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0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的按钮占用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4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列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  <a:p>
            <a:r>
              <a:rPr lang="en-US" altLang="zh-CN" sz="1400" dirty="0">
                <a:latin typeface="+mn-ea"/>
              </a:rPr>
              <a:t>.keyboard&gt;.</a:t>
            </a:r>
            <a:r>
              <a:rPr lang="en-US" altLang="zh-CN" sz="1400" dirty="0" err="1">
                <a:latin typeface="+mn-ea"/>
              </a:rPr>
              <a:t>key:active</a:t>
            </a:r>
            <a:r>
              <a:rPr lang="en-US" altLang="zh-CN" sz="1400" dirty="0">
                <a:latin typeface="+mn-ea"/>
              </a:rPr>
              <a:t>{</a:t>
            </a:r>
          </a:p>
          <a:p>
            <a:r>
              <a:rPr lang="en-US" altLang="zh-CN" sz="1400" dirty="0">
                <a:latin typeface="+mn-ea"/>
              </a:rPr>
              <a:t>  color: white;</a:t>
            </a:r>
          </a:p>
          <a:p>
            <a:r>
              <a:rPr lang="en-US" altLang="zh-CN" sz="1400" dirty="0">
                <a:latin typeface="+mn-ea"/>
              </a:rPr>
              <a:t>  background-color: #007bff;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4E1499-D67E-47EB-AA22-A7DE8E8CE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93" y="2452907"/>
            <a:ext cx="4105848" cy="298174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4A15114-D783-4E34-8947-1377660EC062}"/>
              </a:ext>
            </a:extLst>
          </p:cNvPr>
          <p:cNvCxnSpPr>
            <a:cxnSpLocks/>
          </p:cNvCxnSpPr>
          <p:nvPr/>
        </p:nvCxnSpPr>
        <p:spPr>
          <a:xfrm flipH="1">
            <a:off x="4351933" y="2963675"/>
            <a:ext cx="826609" cy="103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34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完成取件模块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完成键盘子模块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package.css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5180025" y="2389505"/>
            <a:ext cx="6680572" cy="31085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/* </a:t>
            </a:r>
            <a:r>
              <a:rPr lang="zh-CN" altLang="en-US" sz="1400" dirty="0">
                <a:latin typeface="+mn-ea"/>
              </a:rPr>
              <a:t>确认按钮 *</a:t>
            </a:r>
            <a:r>
              <a:rPr lang="en-US" altLang="zh-CN" sz="1400" dirty="0"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.keyboard&gt;button{</a:t>
            </a:r>
          </a:p>
          <a:p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  grid-column: 1 / 7;        /* 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确认按钮占用所有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6</a:t>
            </a:r>
            <a:r>
              <a:rPr lang="zh-CN" altLang="en-US" sz="1400" b="1" dirty="0">
                <a:solidFill>
                  <a:schemeClr val="accent6"/>
                </a:solidFill>
                <a:latin typeface="+mn-ea"/>
              </a:rPr>
              <a:t>列 *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/</a:t>
            </a:r>
          </a:p>
          <a:p>
            <a:r>
              <a:rPr lang="en-US" altLang="zh-CN" sz="1400" dirty="0">
                <a:latin typeface="+mn-ea"/>
              </a:rPr>
              <a:t>  height: 100%;</a:t>
            </a:r>
          </a:p>
          <a:p>
            <a:r>
              <a:rPr lang="en-US" altLang="zh-CN" sz="1400" dirty="0">
                <a:latin typeface="+mn-ea"/>
              </a:rPr>
              <a:t>  font-size: 1em;</a:t>
            </a:r>
          </a:p>
          <a:p>
            <a:r>
              <a:rPr lang="en-US" altLang="zh-CN" sz="1400" dirty="0">
                <a:latin typeface="+mn-ea"/>
              </a:rPr>
              <a:t>  color: white;</a:t>
            </a:r>
          </a:p>
          <a:p>
            <a:r>
              <a:rPr lang="en-US" altLang="zh-CN" sz="1400" dirty="0">
                <a:latin typeface="+mn-ea"/>
              </a:rPr>
              <a:t>  background-color: #007bff ;</a:t>
            </a:r>
          </a:p>
          <a:p>
            <a:r>
              <a:rPr lang="en-US" altLang="zh-CN" sz="1400" dirty="0">
                <a:latin typeface="+mn-ea"/>
              </a:rPr>
              <a:t>  border-radius: 0.5em;</a:t>
            </a:r>
          </a:p>
          <a:p>
            <a:r>
              <a:rPr lang="en-US" altLang="zh-CN" sz="1400" dirty="0">
                <a:latin typeface="+mn-ea"/>
              </a:rPr>
              <a:t>  border-color: #e0e0e0;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  <a:p>
            <a:r>
              <a:rPr lang="en-US" altLang="zh-CN" sz="1400" dirty="0">
                <a:latin typeface="+mn-ea"/>
              </a:rPr>
              <a:t>.keyboard&gt;</a:t>
            </a:r>
            <a:r>
              <a:rPr lang="en-US" altLang="zh-CN" sz="1400" dirty="0" err="1">
                <a:latin typeface="+mn-ea"/>
              </a:rPr>
              <a:t>button:active</a:t>
            </a:r>
            <a:r>
              <a:rPr lang="en-US" altLang="zh-CN" sz="1400" dirty="0">
                <a:latin typeface="+mn-ea"/>
              </a:rPr>
              <a:t>{</a:t>
            </a:r>
          </a:p>
          <a:p>
            <a:r>
              <a:rPr lang="en-US" altLang="zh-CN" sz="1400" dirty="0">
                <a:latin typeface="+mn-ea"/>
              </a:rPr>
              <a:t>  color: #007bff;</a:t>
            </a:r>
          </a:p>
          <a:p>
            <a:r>
              <a:rPr lang="en-US" altLang="zh-CN" sz="1400" dirty="0">
                <a:latin typeface="+mn-ea"/>
              </a:rPr>
              <a:t>  background-color: white;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4E1499-D67E-47EB-AA22-A7DE8E8CE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93" y="2452907"/>
            <a:ext cx="4105848" cy="298174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D9F3422-0885-4BD3-A55B-A20163808319}"/>
              </a:ext>
            </a:extLst>
          </p:cNvPr>
          <p:cNvCxnSpPr>
            <a:cxnSpLocks/>
          </p:cNvCxnSpPr>
          <p:nvPr/>
        </p:nvCxnSpPr>
        <p:spPr>
          <a:xfrm flipH="1">
            <a:off x="3957281" y="2988221"/>
            <a:ext cx="1402764" cy="1700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018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完成响应式布局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调整内容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62D8E-7C5E-4D7D-A3FC-EFB2ADC0C6EE}"/>
              </a:ext>
            </a:extLst>
          </p:cNvPr>
          <p:cNvSpPr txBox="1"/>
          <p:nvPr/>
        </p:nvSpPr>
        <p:spPr>
          <a:xfrm>
            <a:off x="679525" y="1700329"/>
            <a:ext cx="11305256" cy="272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）二维码子模块和键盘子模块的行列布局不同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横屏时为水平分布，竖屏时垂直分布；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）占比不同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横屏时平均分布，竖屏时键盘子模块占用更多空间；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）排列顺序不同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横屏时二维码在左（前）、键盘在右（后），竖屏时键盘在上（前）、二维码在下（后）；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）二维码图片尺寸不同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横屏时限制图片宽度，竖屏时限制图片高度。</a:t>
            </a:r>
            <a:endParaRPr lang="zh-CN" altLang="en-US" dirty="0"/>
          </a:p>
        </p:txBody>
      </p:sp>
      <p:grpSp>
        <p:nvGrpSpPr>
          <p:cNvPr id="12" name="画布 1362">
            <a:extLst>
              <a:ext uri="{FF2B5EF4-FFF2-40B4-BE49-F238E27FC236}">
                <a16:creationId xmlns:a16="http://schemas.microsoft.com/office/drawing/2014/main" id="{E5DB4009-0EE8-46E6-A062-86233209538D}"/>
              </a:ext>
            </a:extLst>
          </p:cNvPr>
          <p:cNvGrpSpPr/>
          <p:nvPr/>
        </p:nvGrpSpPr>
        <p:grpSpPr>
          <a:xfrm>
            <a:off x="6080125" y="3981072"/>
            <a:ext cx="5238123" cy="2491448"/>
            <a:chOff x="0" y="0"/>
            <a:chExt cx="4933950" cy="230134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EF9259-E41D-436F-9A8A-B5B6AA0E009D}"/>
                </a:ext>
              </a:extLst>
            </p:cNvPr>
            <p:cNvSpPr/>
            <p:nvPr/>
          </p:nvSpPr>
          <p:spPr>
            <a:xfrm>
              <a:off x="0" y="0"/>
              <a:ext cx="4933950" cy="2301240"/>
            </a:xfrm>
            <a:prstGeom prst="rect">
              <a:avLst/>
            </a:prstGeom>
          </p:spPr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CD541EA-AAA7-4530-840E-3CC93B7C3239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99" y="35999"/>
              <a:ext cx="1276199" cy="226534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4F26ED3-C4F9-4A37-A761-BC5683D3C9D7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1881" y="90252"/>
              <a:ext cx="3502069" cy="2118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8331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完成响应式布局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利用媒体查询完成响应式样式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package.css </a:t>
            </a:r>
            <a:r>
              <a:rPr lang="zh-CN" altLang="en-US" sz="2000" b="1" dirty="0">
                <a:solidFill>
                  <a:srgbClr val="0000FF"/>
                </a:solidFill>
              </a:rPr>
              <a:t>在原来的媒体查询部分，加入相关规则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730012" y="2592857"/>
            <a:ext cx="5040560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@media screen  and (orientation: landscape) {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/* </a:t>
            </a:r>
            <a:r>
              <a:rPr lang="zh-CN" altLang="en-US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横屏时内容区域的网格设置  *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main{ grid-template-columns: repeat(2,1fr); }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/* </a:t>
            </a:r>
            <a:r>
              <a:rPr lang="zh-CN" altLang="en-US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二维码尺寸 *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.</a:t>
            </a:r>
            <a:r>
              <a:rPr lang="en-US" altLang="zh-CN" sz="16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qrcode_container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{ width: 50%; }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.</a:t>
            </a:r>
            <a:r>
              <a:rPr lang="en-US" altLang="zh-CN" sz="16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qrcode_img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width: 100%;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height: 100%;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}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6B0966-06BC-40D5-8F94-48AE556F6DB5}"/>
              </a:ext>
            </a:extLst>
          </p:cNvPr>
          <p:cNvSpPr txBox="1"/>
          <p:nvPr/>
        </p:nvSpPr>
        <p:spPr>
          <a:xfrm>
            <a:off x="5864101" y="2588774"/>
            <a:ext cx="6048672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@media screen  and (orientation: portrait) {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/* </a:t>
            </a:r>
            <a:r>
              <a:rPr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竖屏时内容区域的网格设置 *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main{   grid-template-rows: 2fr minmax(20vh,1fr);  }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/* </a:t>
            </a:r>
            <a:r>
              <a:rPr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竖屏键盘和二维码的排列顺序，键盘在上，二维码在下 *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.keyboard{  grid-row-start: 1; }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/* </a:t>
            </a:r>
            <a:r>
              <a:rPr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二维码尺寸 *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.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qrcode_container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{ height: 75%; }</a:t>
            </a: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.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qrcode_img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{ height:100%; }</a:t>
            </a:r>
          </a:p>
          <a:p>
            <a:r>
              <a:rPr lang="en-US" altLang="zh-CN" sz="1600" dirty="0">
                <a:latin typeface="+mn-ea"/>
              </a:rPr>
              <a:t>}</a:t>
            </a:r>
          </a:p>
          <a:p>
            <a:endParaRPr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902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为页面添加交互逻辑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页面交互逻辑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页面中，有诸多元素需要添加事件，这些事件被触发后需要执行一些逻辑。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DFFBFF-2F3A-4667-9387-5CA88FE1F1BD}"/>
              </a:ext>
            </a:extLst>
          </p:cNvPr>
          <p:cNvSpPr txBox="1"/>
          <p:nvPr/>
        </p:nvSpPr>
        <p:spPr>
          <a:xfrm>
            <a:off x="895549" y="2175632"/>
            <a:ext cx="10185963" cy="4189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本任务需要处理的逻辑包括以下几个：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）单击“数字”按钮和“退格”按钮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单击数字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0~9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按钮，如果输入的取件码长度不足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位，则将按下的数字填入输入框，否则不再填写。单击“退格”按钮，删除输入框中输入的数字，如果没有数字则不再删除。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）单击“确认取件”按钮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单击“确认取件”按钮，弹出提示对话框，提示“箱门已打开”。这部分做了简化，现实中还需要编写服务器通信相关程序。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）倒计时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页面中导航模块的最右侧有一个倒计时功能，倒计时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秒后，弹出提示对话框，提示“超时”，并重新计时。在现实中，超时后将返回快递柜主界面，这里做了简化。</a:t>
            </a:r>
          </a:p>
        </p:txBody>
      </p:sp>
    </p:spTree>
    <p:extLst>
      <p:ext uri="{BB962C8B-B14F-4D97-AF65-F5344CB8AC3E}">
        <p14:creationId xmlns:p14="http://schemas.microsoft.com/office/powerpoint/2010/main" val="2330344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为页面添加交互逻辑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利用</a:t>
            </a: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  <a:r>
              <a:rPr lang="zh-CN" altLang="en-US" sz="2800" b="1" dirty="0">
                <a:solidFill>
                  <a:srgbClr val="0000FF"/>
                </a:solidFill>
              </a:rPr>
              <a:t>完成交互逻辑开发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package.js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404255" y="2550296"/>
            <a:ext cx="5603862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</a:rPr>
              <a:t>变量定义</a:t>
            </a:r>
            <a:endParaRPr lang="en-US" altLang="zh-CN" sz="16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var codes = [];//</a:t>
            </a:r>
            <a:r>
              <a:rPr lang="zh-CN" altLang="en-US" sz="1600" dirty="0">
                <a:latin typeface="+mn-ea"/>
              </a:rPr>
              <a:t>取件码数组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var </a:t>
            </a:r>
            <a:r>
              <a:rPr lang="en-US" altLang="zh-CN" sz="1600" dirty="0" err="1">
                <a:latin typeface="+mn-ea"/>
              </a:rPr>
              <a:t>right_codes</a:t>
            </a:r>
            <a:r>
              <a:rPr lang="en-US" altLang="zh-CN" sz="1600" dirty="0">
                <a:latin typeface="+mn-ea"/>
              </a:rPr>
              <a:t> = "1,2,3,4,5,6" //</a:t>
            </a:r>
            <a:r>
              <a:rPr lang="zh-CN" altLang="en-US" sz="1600" dirty="0">
                <a:latin typeface="+mn-ea"/>
              </a:rPr>
              <a:t>正确的取件码</a:t>
            </a:r>
          </a:p>
          <a:p>
            <a:r>
              <a:rPr lang="en-US" altLang="zh-CN" sz="1600" dirty="0">
                <a:latin typeface="+mn-ea"/>
              </a:rPr>
              <a:t>var </a:t>
            </a:r>
            <a:r>
              <a:rPr lang="en-US" altLang="zh-CN" sz="1600" dirty="0" err="1">
                <a:latin typeface="+mn-ea"/>
              </a:rPr>
              <a:t>code_inputs</a:t>
            </a:r>
            <a:r>
              <a:rPr lang="en-US" altLang="zh-CN" sz="1600" dirty="0">
                <a:latin typeface="+mn-ea"/>
              </a:rPr>
              <a:t> = </a:t>
            </a:r>
            <a:r>
              <a:rPr lang="en-US" altLang="zh-CN" sz="1600" dirty="0" err="1">
                <a:latin typeface="+mn-ea"/>
              </a:rPr>
              <a:t>document.getElementsByTagName</a:t>
            </a:r>
            <a:r>
              <a:rPr lang="en-US" altLang="zh-CN" sz="1600" dirty="0">
                <a:latin typeface="+mn-ea"/>
              </a:rPr>
              <a:t>("input");//</a:t>
            </a:r>
            <a:r>
              <a:rPr lang="zh-CN" altLang="en-US" sz="1600" dirty="0">
                <a:latin typeface="+mn-ea"/>
              </a:rPr>
              <a:t>取件码输入框</a:t>
            </a:r>
          </a:p>
          <a:p>
            <a:r>
              <a:rPr lang="en-US" altLang="zh-CN" sz="1600" dirty="0">
                <a:latin typeface="+mn-ea"/>
              </a:rPr>
              <a:t>var times = 60 //</a:t>
            </a:r>
            <a:r>
              <a:rPr lang="zh-CN" altLang="en-US" sz="1600" dirty="0">
                <a:latin typeface="+mn-ea"/>
              </a:rPr>
              <a:t>倒计时秒数</a:t>
            </a:r>
          </a:p>
          <a:p>
            <a:r>
              <a:rPr lang="en-US" altLang="zh-CN" sz="1600" dirty="0">
                <a:latin typeface="+mn-ea"/>
              </a:rPr>
              <a:t>var countdown = </a:t>
            </a:r>
            <a:r>
              <a:rPr lang="en-US" altLang="zh-CN" sz="1600" dirty="0" err="1">
                <a:latin typeface="+mn-ea"/>
              </a:rPr>
              <a:t>document.getElementsByClassName</a:t>
            </a:r>
            <a:r>
              <a:rPr lang="en-US" altLang="zh-CN" sz="1600" dirty="0">
                <a:latin typeface="+mn-ea"/>
              </a:rPr>
              <a:t>("countdown")[0].</a:t>
            </a:r>
            <a:r>
              <a:rPr lang="en-US" altLang="zh-CN" sz="1600" dirty="0" err="1">
                <a:latin typeface="+mn-ea"/>
              </a:rPr>
              <a:t>firstElementChild</a:t>
            </a:r>
            <a:r>
              <a:rPr lang="en-US" altLang="zh-CN" sz="1600" dirty="0">
                <a:latin typeface="+mn-ea"/>
              </a:rPr>
              <a:t>;//</a:t>
            </a:r>
            <a:r>
              <a:rPr lang="zh-CN" altLang="en-US" sz="1600" dirty="0">
                <a:latin typeface="+mn-ea"/>
              </a:rPr>
              <a:t>取件码输入框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6B0966-06BC-40D5-8F94-48AE556F6DB5}"/>
              </a:ext>
            </a:extLst>
          </p:cNvPr>
          <p:cNvSpPr txBox="1"/>
          <p:nvPr/>
        </p:nvSpPr>
        <p:spPr>
          <a:xfrm>
            <a:off x="6080125" y="2531012"/>
            <a:ext cx="6048672" cy="418576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+mn-ea"/>
              </a:rPr>
              <a:t>// </a:t>
            </a:r>
            <a:r>
              <a:rPr lang="zh-CN" altLang="en-US" sz="1400" b="1" dirty="0">
                <a:solidFill>
                  <a:srgbClr val="0000FF"/>
                </a:solidFill>
                <a:latin typeface="+mn-ea"/>
              </a:rPr>
              <a:t>数据键盘单击事件</a:t>
            </a:r>
          </a:p>
          <a:p>
            <a:r>
              <a:rPr lang="en-US" altLang="zh-CN" sz="1400" dirty="0">
                <a:latin typeface="+mn-ea"/>
              </a:rPr>
              <a:t>function tap(key) {</a:t>
            </a:r>
          </a:p>
          <a:p>
            <a:r>
              <a:rPr lang="en-US" altLang="zh-CN" sz="1400" dirty="0">
                <a:latin typeface="+mn-ea"/>
              </a:rPr>
              <a:t>    if (key == -1) {</a:t>
            </a:r>
          </a:p>
          <a:p>
            <a:r>
              <a:rPr lang="en-US" altLang="zh-CN" sz="1400" dirty="0">
                <a:latin typeface="+mn-ea"/>
              </a:rPr>
              <a:t>        </a:t>
            </a:r>
            <a:r>
              <a:rPr lang="en-US" altLang="zh-CN" sz="1400" dirty="0" err="1">
                <a:latin typeface="+mn-ea"/>
              </a:rPr>
              <a:t>codes.pop</a:t>
            </a:r>
            <a:r>
              <a:rPr lang="en-US" altLang="zh-CN" sz="1400" dirty="0">
                <a:latin typeface="+mn-ea"/>
              </a:rPr>
              <a:t>();</a:t>
            </a:r>
          </a:p>
          <a:p>
            <a:r>
              <a:rPr lang="en-US" altLang="zh-CN" sz="1400" dirty="0">
                <a:latin typeface="+mn-ea"/>
              </a:rPr>
              <a:t>    } else if (</a:t>
            </a:r>
            <a:r>
              <a:rPr lang="en-US" altLang="zh-CN" sz="1400" dirty="0" err="1">
                <a:latin typeface="+mn-ea"/>
              </a:rPr>
              <a:t>codes.length</a:t>
            </a:r>
            <a:r>
              <a:rPr lang="en-US" altLang="zh-CN" sz="1400" dirty="0">
                <a:latin typeface="+mn-ea"/>
              </a:rPr>
              <a:t> &lt; 6) {</a:t>
            </a:r>
          </a:p>
          <a:p>
            <a:r>
              <a:rPr lang="en-US" altLang="zh-CN" sz="1400" dirty="0">
                <a:latin typeface="+mn-ea"/>
              </a:rPr>
              <a:t>        </a:t>
            </a:r>
            <a:r>
              <a:rPr lang="en-US" altLang="zh-CN" sz="1400" dirty="0" err="1">
                <a:latin typeface="+mn-ea"/>
              </a:rPr>
              <a:t>codes.push</a:t>
            </a:r>
            <a:r>
              <a:rPr lang="en-US" altLang="zh-CN" sz="1400" dirty="0">
                <a:latin typeface="+mn-ea"/>
              </a:rPr>
              <a:t>(key);</a:t>
            </a:r>
          </a:p>
          <a:p>
            <a:r>
              <a:rPr lang="en-US" altLang="zh-CN" sz="1400" dirty="0">
                <a:latin typeface="+mn-ea"/>
              </a:rPr>
              <a:t>    }</a:t>
            </a:r>
          </a:p>
          <a:p>
            <a:r>
              <a:rPr lang="en-US" altLang="zh-CN" sz="1400" dirty="0">
                <a:latin typeface="+mn-ea"/>
              </a:rPr>
              <a:t>    </a:t>
            </a:r>
            <a:r>
              <a:rPr lang="en-US" altLang="zh-CN" sz="1400" dirty="0" err="1">
                <a:latin typeface="+mn-ea"/>
              </a:rPr>
              <a:t>refresh_input</a:t>
            </a:r>
            <a:r>
              <a:rPr lang="en-US" altLang="zh-CN" sz="1400" dirty="0">
                <a:latin typeface="+mn-ea"/>
              </a:rPr>
              <a:t>();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  <a:p>
            <a:r>
              <a:rPr lang="en-US" altLang="zh-CN" sz="1400" b="1" dirty="0">
                <a:solidFill>
                  <a:srgbClr val="0000FF"/>
                </a:solidFill>
                <a:latin typeface="+mn-ea"/>
              </a:rPr>
              <a:t>// </a:t>
            </a:r>
            <a:r>
              <a:rPr lang="zh-CN" altLang="en-US" sz="1400" b="1" dirty="0">
                <a:solidFill>
                  <a:srgbClr val="0000FF"/>
                </a:solidFill>
                <a:latin typeface="+mn-ea"/>
              </a:rPr>
              <a:t>更新取件输入框数字</a:t>
            </a:r>
          </a:p>
          <a:p>
            <a:r>
              <a:rPr lang="en-US" altLang="zh-CN" sz="1400" dirty="0">
                <a:latin typeface="+mn-ea"/>
              </a:rPr>
              <a:t>function </a:t>
            </a:r>
            <a:r>
              <a:rPr lang="en-US" altLang="zh-CN" sz="1400" dirty="0" err="1">
                <a:latin typeface="+mn-ea"/>
              </a:rPr>
              <a:t>refresh_input</a:t>
            </a:r>
            <a:r>
              <a:rPr lang="en-US" altLang="zh-CN" sz="1400" dirty="0">
                <a:latin typeface="+mn-ea"/>
              </a:rPr>
              <a:t>() {</a:t>
            </a:r>
          </a:p>
          <a:p>
            <a:r>
              <a:rPr lang="en-US" altLang="zh-CN" sz="1400" dirty="0">
                <a:latin typeface="+mn-ea"/>
              </a:rPr>
              <a:t>    for (var 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 = 0, </a:t>
            </a:r>
            <a:r>
              <a:rPr lang="en-US" altLang="zh-CN" sz="1400" dirty="0" err="1">
                <a:latin typeface="+mn-ea"/>
              </a:rPr>
              <a:t>len</a:t>
            </a:r>
            <a:r>
              <a:rPr lang="en-US" altLang="zh-CN" sz="1400" dirty="0">
                <a:latin typeface="+mn-ea"/>
              </a:rPr>
              <a:t> = </a:t>
            </a:r>
            <a:r>
              <a:rPr lang="en-US" altLang="zh-CN" sz="1400" dirty="0" err="1">
                <a:latin typeface="+mn-ea"/>
              </a:rPr>
              <a:t>code_inputs.length</a:t>
            </a:r>
            <a:r>
              <a:rPr lang="en-US" altLang="zh-CN" sz="1400" dirty="0">
                <a:latin typeface="+mn-ea"/>
              </a:rPr>
              <a:t>; 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 &lt; </a:t>
            </a:r>
            <a:r>
              <a:rPr lang="en-US" altLang="zh-CN" sz="1400" dirty="0" err="1">
                <a:latin typeface="+mn-ea"/>
              </a:rPr>
              <a:t>len</a:t>
            </a:r>
            <a:r>
              <a:rPr lang="en-US" altLang="zh-CN" sz="1400" dirty="0">
                <a:latin typeface="+mn-ea"/>
              </a:rPr>
              <a:t>; 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++) {</a:t>
            </a:r>
          </a:p>
          <a:p>
            <a:r>
              <a:rPr lang="en-US" altLang="zh-CN" sz="1400" dirty="0">
                <a:latin typeface="+mn-ea"/>
              </a:rPr>
              <a:t>        if (codes[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] != undefined) {</a:t>
            </a:r>
          </a:p>
          <a:p>
            <a:r>
              <a:rPr lang="en-US" altLang="zh-CN" sz="1400" dirty="0">
                <a:latin typeface="+mn-ea"/>
              </a:rPr>
              <a:t>            </a:t>
            </a:r>
            <a:r>
              <a:rPr lang="en-US" altLang="zh-CN" sz="1400" dirty="0" err="1">
                <a:latin typeface="+mn-ea"/>
              </a:rPr>
              <a:t>code_inputs</a:t>
            </a:r>
            <a:r>
              <a:rPr lang="en-US" altLang="zh-CN" sz="1400" dirty="0">
                <a:latin typeface="+mn-ea"/>
              </a:rPr>
              <a:t>[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].value = codes[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];</a:t>
            </a:r>
          </a:p>
          <a:p>
            <a:r>
              <a:rPr lang="en-US" altLang="zh-CN" sz="1400" dirty="0">
                <a:latin typeface="+mn-ea"/>
              </a:rPr>
              <a:t>        } else {</a:t>
            </a:r>
          </a:p>
          <a:p>
            <a:r>
              <a:rPr lang="en-US" altLang="zh-CN" sz="1400" dirty="0">
                <a:latin typeface="+mn-ea"/>
              </a:rPr>
              <a:t>            </a:t>
            </a:r>
            <a:r>
              <a:rPr lang="en-US" altLang="zh-CN" sz="1400" dirty="0" err="1">
                <a:latin typeface="+mn-ea"/>
              </a:rPr>
              <a:t>code_inputs</a:t>
            </a:r>
            <a:r>
              <a:rPr lang="en-US" altLang="zh-CN" sz="1400" dirty="0">
                <a:latin typeface="+mn-ea"/>
              </a:rPr>
              <a:t>[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].value = "";</a:t>
            </a:r>
          </a:p>
          <a:p>
            <a:r>
              <a:rPr lang="en-US" altLang="zh-CN" sz="1400" dirty="0">
                <a:latin typeface="+mn-ea"/>
              </a:rPr>
              <a:t>        }</a:t>
            </a:r>
          </a:p>
          <a:p>
            <a:r>
              <a:rPr lang="en-US" altLang="zh-CN" sz="1400" dirty="0">
                <a:latin typeface="+mn-ea"/>
              </a:rPr>
              <a:t>    };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9462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为页面添加交互逻辑</a:t>
            </a: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2" cy="99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利用</a:t>
            </a: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  <a:r>
              <a:rPr lang="zh-CN" altLang="en-US" sz="2800" b="1" dirty="0">
                <a:solidFill>
                  <a:srgbClr val="0000FF"/>
                </a:solidFill>
              </a:rPr>
              <a:t>完成交互逻辑开发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</a:rPr>
              <a:t>编辑</a:t>
            </a:r>
            <a:r>
              <a:rPr lang="en-US" altLang="zh-CN" sz="2000" b="1" dirty="0">
                <a:solidFill>
                  <a:srgbClr val="0000FF"/>
                </a:solidFill>
              </a:rPr>
              <a:t>package.js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BD86B-E646-4741-AB8D-A7809816D0EB}"/>
              </a:ext>
            </a:extLst>
          </p:cNvPr>
          <p:cNvSpPr txBox="1"/>
          <p:nvPr/>
        </p:nvSpPr>
        <p:spPr>
          <a:xfrm>
            <a:off x="6800205" y="2650247"/>
            <a:ext cx="5040560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+mn-ea"/>
              </a:rPr>
              <a:t>// 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</a:rPr>
              <a:t>倒计时</a:t>
            </a:r>
          </a:p>
          <a:p>
            <a:r>
              <a:rPr lang="en-US" altLang="zh-CN" sz="1600" dirty="0" err="1">
                <a:latin typeface="+mn-ea"/>
              </a:rPr>
              <a:t>setInterval</a:t>
            </a:r>
            <a:r>
              <a:rPr lang="en-US" altLang="zh-CN" sz="1600" dirty="0">
                <a:latin typeface="+mn-ea"/>
              </a:rPr>
              <a:t>(() =&gt; {</a:t>
            </a:r>
          </a:p>
          <a:p>
            <a:r>
              <a:rPr lang="en-US" altLang="zh-CN" sz="1600" dirty="0">
                <a:latin typeface="+mn-ea"/>
              </a:rPr>
              <a:t>    if (times &gt; 0) {</a:t>
            </a:r>
          </a:p>
          <a:p>
            <a:r>
              <a:rPr lang="en-US" altLang="zh-CN" sz="1600" dirty="0">
                <a:latin typeface="+mn-ea"/>
              </a:rPr>
              <a:t>        </a:t>
            </a:r>
            <a:r>
              <a:rPr lang="en-US" altLang="zh-CN" sz="1600" dirty="0" err="1">
                <a:latin typeface="+mn-ea"/>
              </a:rPr>
              <a:t>countdown.innerText</a:t>
            </a:r>
            <a:r>
              <a:rPr lang="en-US" altLang="zh-CN" sz="1600" dirty="0">
                <a:latin typeface="+mn-ea"/>
              </a:rPr>
              <a:t> = times;</a:t>
            </a:r>
          </a:p>
          <a:p>
            <a:r>
              <a:rPr lang="en-US" altLang="zh-CN" sz="1600" dirty="0">
                <a:latin typeface="+mn-ea"/>
              </a:rPr>
              <a:t>        times -= 1;</a:t>
            </a:r>
          </a:p>
          <a:p>
            <a:r>
              <a:rPr lang="en-US" altLang="zh-CN" sz="1600" dirty="0">
                <a:latin typeface="+mn-ea"/>
              </a:rPr>
              <a:t>    } else {</a:t>
            </a:r>
          </a:p>
          <a:p>
            <a:r>
              <a:rPr lang="en-US" altLang="zh-CN" sz="1600" dirty="0">
                <a:latin typeface="+mn-ea"/>
              </a:rPr>
              <a:t>        alert("</a:t>
            </a:r>
            <a:r>
              <a:rPr lang="zh-CN" altLang="en-US" sz="1600" dirty="0">
                <a:latin typeface="+mn-ea"/>
              </a:rPr>
              <a:t>操作超时</a:t>
            </a:r>
            <a:r>
              <a:rPr lang="en-US" altLang="zh-CN" sz="1600" dirty="0">
                <a:latin typeface="+mn-ea"/>
              </a:rPr>
              <a:t>");</a:t>
            </a:r>
          </a:p>
          <a:p>
            <a:r>
              <a:rPr lang="en-US" altLang="zh-CN" sz="1600" dirty="0">
                <a:latin typeface="+mn-ea"/>
              </a:rPr>
              <a:t>        times = 60;</a:t>
            </a:r>
          </a:p>
          <a:p>
            <a:r>
              <a:rPr lang="en-US" altLang="zh-CN" sz="1600" dirty="0">
                <a:latin typeface="+mn-ea"/>
              </a:rPr>
              <a:t>    }</a:t>
            </a:r>
          </a:p>
          <a:p>
            <a:r>
              <a:rPr lang="en-US" altLang="zh-CN" sz="1600" dirty="0">
                <a:latin typeface="+mn-ea"/>
              </a:rPr>
              <a:t>}, 1000);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6B0966-06BC-40D5-8F94-48AE556F6DB5}"/>
              </a:ext>
            </a:extLst>
          </p:cNvPr>
          <p:cNvSpPr txBox="1"/>
          <p:nvPr/>
        </p:nvSpPr>
        <p:spPr>
          <a:xfrm>
            <a:off x="441098" y="2650247"/>
            <a:ext cx="6048672" cy="31085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+mn-ea"/>
              </a:rPr>
              <a:t>//</a:t>
            </a:r>
            <a:r>
              <a:rPr lang="zh-CN" altLang="en-US" sz="1400" b="1" dirty="0">
                <a:solidFill>
                  <a:srgbClr val="0000FF"/>
                </a:solidFill>
                <a:latin typeface="+mn-ea"/>
              </a:rPr>
              <a:t>按钮</a:t>
            </a:r>
            <a:endParaRPr lang="en-US" altLang="zh-CN" sz="1400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function collect() {</a:t>
            </a:r>
          </a:p>
          <a:p>
            <a:r>
              <a:rPr lang="en-US" altLang="zh-CN" sz="1400" dirty="0">
                <a:latin typeface="+mn-ea"/>
              </a:rPr>
              <a:t>    //</a:t>
            </a:r>
            <a:r>
              <a:rPr lang="zh-CN" altLang="en-US" sz="1400" dirty="0">
                <a:latin typeface="+mn-ea"/>
              </a:rPr>
              <a:t>判断输入长度</a:t>
            </a:r>
          </a:p>
          <a:p>
            <a:r>
              <a:rPr lang="zh-CN" altLang="en-US" sz="1400" dirty="0">
                <a:latin typeface="+mn-ea"/>
              </a:rPr>
              <a:t>    </a:t>
            </a:r>
            <a:r>
              <a:rPr lang="en-US" altLang="zh-CN" sz="1400" dirty="0">
                <a:latin typeface="+mn-ea"/>
              </a:rPr>
              <a:t>if(</a:t>
            </a:r>
            <a:r>
              <a:rPr lang="en-US" altLang="zh-CN" sz="1400" dirty="0" err="1">
                <a:latin typeface="+mn-ea"/>
              </a:rPr>
              <a:t>codes.length</a:t>
            </a:r>
            <a:r>
              <a:rPr lang="en-US" altLang="zh-CN" sz="1400" dirty="0">
                <a:latin typeface="+mn-ea"/>
              </a:rPr>
              <a:t>==6){</a:t>
            </a:r>
          </a:p>
          <a:p>
            <a:r>
              <a:rPr lang="en-US" altLang="zh-CN" sz="1400" dirty="0">
                <a:latin typeface="+mn-ea"/>
              </a:rPr>
              <a:t>        //</a:t>
            </a:r>
            <a:r>
              <a:rPr lang="zh-CN" altLang="en-US" sz="1400" dirty="0">
                <a:latin typeface="+mn-ea"/>
              </a:rPr>
              <a:t>判断输入内容是否正确</a:t>
            </a:r>
          </a:p>
          <a:p>
            <a:r>
              <a:rPr lang="zh-CN" altLang="en-US" sz="1400" dirty="0">
                <a:latin typeface="+mn-ea"/>
              </a:rPr>
              <a:t>        </a:t>
            </a:r>
            <a:r>
              <a:rPr lang="en-US" altLang="zh-CN" sz="1400" dirty="0">
                <a:latin typeface="+mn-ea"/>
              </a:rPr>
              <a:t>if(</a:t>
            </a:r>
            <a:r>
              <a:rPr lang="en-US" altLang="zh-CN" sz="1400" dirty="0" err="1">
                <a:latin typeface="+mn-ea"/>
              </a:rPr>
              <a:t>codes.toString</a:t>
            </a:r>
            <a:r>
              <a:rPr lang="en-US" altLang="zh-CN" sz="1400" dirty="0">
                <a:latin typeface="+mn-ea"/>
              </a:rPr>
              <a:t>()==</a:t>
            </a:r>
            <a:r>
              <a:rPr lang="en-US" altLang="zh-CN" sz="1400" dirty="0" err="1">
                <a:latin typeface="+mn-ea"/>
              </a:rPr>
              <a:t>right_codes</a:t>
            </a:r>
            <a:r>
              <a:rPr lang="en-US" altLang="zh-CN" sz="1400" dirty="0">
                <a:latin typeface="+mn-ea"/>
              </a:rPr>
              <a:t>){</a:t>
            </a:r>
          </a:p>
          <a:p>
            <a:r>
              <a:rPr lang="en-US" altLang="zh-CN" sz="1400" dirty="0">
                <a:latin typeface="+mn-ea"/>
              </a:rPr>
              <a:t>            alert("</a:t>
            </a:r>
            <a:r>
              <a:rPr lang="zh-CN" altLang="en-US" sz="1400" dirty="0">
                <a:latin typeface="+mn-ea"/>
              </a:rPr>
              <a:t>箱门已打开</a:t>
            </a:r>
            <a:r>
              <a:rPr lang="en-US" altLang="zh-CN" sz="1400" dirty="0">
                <a:latin typeface="+mn-ea"/>
              </a:rPr>
              <a:t>")</a:t>
            </a:r>
          </a:p>
          <a:p>
            <a:r>
              <a:rPr lang="en-US" altLang="zh-CN" sz="1400" dirty="0">
                <a:latin typeface="+mn-ea"/>
              </a:rPr>
              <a:t>        }else{</a:t>
            </a:r>
          </a:p>
          <a:p>
            <a:r>
              <a:rPr lang="en-US" altLang="zh-CN" sz="1400" dirty="0">
                <a:latin typeface="+mn-ea"/>
              </a:rPr>
              <a:t>            alert("</a:t>
            </a:r>
            <a:r>
              <a:rPr lang="zh-CN" altLang="en-US" sz="1400" dirty="0">
                <a:latin typeface="+mn-ea"/>
              </a:rPr>
              <a:t>取件码错误</a:t>
            </a:r>
            <a:r>
              <a:rPr lang="en-US" altLang="zh-CN" sz="1400" dirty="0">
                <a:latin typeface="+mn-ea"/>
              </a:rPr>
              <a:t>")</a:t>
            </a:r>
          </a:p>
          <a:p>
            <a:r>
              <a:rPr lang="en-US" altLang="zh-CN" sz="1400" dirty="0">
                <a:latin typeface="+mn-ea"/>
              </a:rPr>
              <a:t>        }</a:t>
            </a:r>
          </a:p>
          <a:p>
            <a:r>
              <a:rPr lang="en-US" altLang="zh-CN" sz="1400" dirty="0">
                <a:latin typeface="+mn-ea"/>
              </a:rPr>
              <a:t>    }else{</a:t>
            </a:r>
          </a:p>
          <a:p>
            <a:r>
              <a:rPr lang="en-US" altLang="zh-CN" sz="1400" dirty="0">
                <a:latin typeface="+mn-ea"/>
              </a:rPr>
              <a:t>        alert("</a:t>
            </a:r>
            <a:r>
              <a:rPr lang="zh-CN" altLang="en-US" sz="1400" dirty="0">
                <a:latin typeface="+mn-ea"/>
              </a:rPr>
              <a:t>请输入完整取件码</a:t>
            </a:r>
            <a:r>
              <a:rPr lang="en-US" altLang="zh-CN" sz="1400" dirty="0">
                <a:latin typeface="+mn-ea"/>
              </a:rPr>
              <a:t>")</a:t>
            </a:r>
          </a:p>
          <a:p>
            <a:r>
              <a:rPr lang="en-US" altLang="zh-CN" sz="1400" dirty="0">
                <a:latin typeface="+mn-ea"/>
              </a:rPr>
              <a:t>    }</a:t>
            </a:r>
          </a:p>
          <a:p>
            <a:r>
              <a:rPr lang="en-US" altLang="zh-CN" sz="14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9627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endParaRPr lang="en-US" altLang="zh-CN" sz="4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9" y="1615750"/>
            <a:ext cx="10641012" cy="243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 altLang="zh-CN" sz="4400" b="1" dirty="0">
              <a:solidFill>
                <a:srgbClr val="0000FF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4400" b="1" dirty="0">
                <a:solidFill>
                  <a:srgbClr val="0000FF"/>
                </a:solidFill>
              </a:rPr>
              <a:t>Well Done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恭喜完成了整个项目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形 3" descr="带星星的奖牌绶带">
            <a:extLst>
              <a:ext uri="{FF2B5EF4-FFF2-40B4-BE49-F238E27FC236}">
                <a16:creationId xmlns:a16="http://schemas.microsoft.com/office/drawing/2014/main" id="{641391E5-3732-4BC5-B9C8-5966965252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2293" y="2412157"/>
            <a:ext cx="1853952" cy="18539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37D035C-E46A-40C1-8FBA-7F17BC33D89C}"/>
              </a:ext>
            </a:extLst>
          </p:cNvPr>
          <p:cNvSpPr txBox="1"/>
          <p:nvPr/>
        </p:nvSpPr>
        <p:spPr>
          <a:xfrm>
            <a:off x="2119685" y="4763123"/>
            <a:ext cx="8547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</a:rPr>
              <a:t>还可以进一步完善功能，使其成为真正可用的快递柜取件界面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09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0168437-79D3-4C96-BDCF-2AA002ECB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541" y="1188021"/>
            <a:ext cx="10336213" cy="1466282"/>
          </a:xfrm>
        </p:spPr>
        <p:txBody>
          <a:bodyPr/>
          <a:lstStyle/>
          <a:p>
            <a:r>
              <a:rPr lang="en-US" altLang="zh-CN" dirty="0"/>
              <a:t>Thanks</a:t>
            </a:r>
            <a:br>
              <a:rPr lang="en-US" altLang="zh-CN" dirty="0"/>
            </a:br>
            <a:r>
              <a:rPr lang="zh-CN" altLang="en-US" dirty="0"/>
              <a:t>感谢聆听</a:t>
            </a:r>
          </a:p>
        </p:txBody>
      </p:sp>
      <p:sp>
        <p:nvSpPr>
          <p:cNvPr id="11" name="标题 6">
            <a:extLst>
              <a:ext uri="{FF2B5EF4-FFF2-40B4-BE49-F238E27FC236}">
                <a16:creationId xmlns:a16="http://schemas.microsoft.com/office/drawing/2014/main" id="{18CB6FDE-891D-43DB-80C0-7BE9E7C5742D}"/>
              </a:ext>
            </a:extLst>
          </p:cNvPr>
          <p:cNvSpPr txBox="1">
            <a:spLocks/>
          </p:cNvSpPr>
          <p:nvPr/>
        </p:nvSpPr>
        <p:spPr bwMode="auto">
          <a:xfrm>
            <a:off x="6656189" y="6300589"/>
            <a:ext cx="5328593" cy="38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92948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85898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478845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971795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sz="2000" kern="0" dirty="0"/>
              <a:t>本教程案例源自</a:t>
            </a:r>
            <a:r>
              <a:rPr lang="en-US" altLang="zh-CN" sz="2000" kern="0" dirty="0"/>
              <a:t>《Web</a:t>
            </a:r>
            <a:r>
              <a:rPr lang="zh-CN" altLang="en-US" sz="2000" kern="0" dirty="0"/>
              <a:t>前端开发与项目实践</a:t>
            </a:r>
            <a:r>
              <a:rPr lang="en-US" altLang="zh-CN" sz="2000" kern="0" dirty="0"/>
              <a:t>》</a:t>
            </a:r>
            <a:endParaRPr lang="zh-CN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642613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17856</TotalTime>
  <Words>3072</Words>
  <Application>Microsoft Office PowerPoint</Application>
  <PresentationFormat>自定义</PresentationFormat>
  <Paragraphs>370</Paragraphs>
  <Slides>24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黑体</vt:lpstr>
      <vt:lpstr>宋体</vt:lpstr>
      <vt:lpstr>微软雅黑</vt:lpstr>
      <vt:lpstr>Arial</vt:lpstr>
      <vt:lpstr>Times New Roman</vt:lpstr>
      <vt:lpstr>Verdana</vt:lpstr>
      <vt:lpstr>Wingdings</vt:lpstr>
      <vt:lpstr>Profile</vt:lpstr>
      <vt:lpstr>项目9实践 快递柜取件页面</vt:lpstr>
      <vt:lpstr>项目9实践 快递柜取件页面</vt:lpstr>
      <vt:lpstr>任务1  响应式设计要点</vt:lpstr>
      <vt:lpstr>任务2 设计页面结构</vt:lpstr>
      <vt:lpstr>任务2 设计页面结构</vt:lpstr>
      <vt:lpstr>任务3 创建项目</vt:lpstr>
      <vt:lpstr>任务3 创建项目</vt:lpstr>
      <vt:lpstr>任务3 创建项目</vt:lpstr>
      <vt:lpstr>任务3 创建项目</vt:lpstr>
      <vt:lpstr>任务4 完成导航</vt:lpstr>
      <vt:lpstr>任务5 完成取件模块</vt:lpstr>
      <vt:lpstr>任务5 完成取件模块</vt:lpstr>
      <vt:lpstr>任务5 完成取件模块</vt:lpstr>
      <vt:lpstr>任务5 完成取件模块</vt:lpstr>
      <vt:lpstr>任务5 完成取件模块</vt:lpstr>
      <vt:lpstr>任务5 完成取件模块</vt:lpstr>
      <vt:lpstr>任务5 完成取件模块</vt:lpstr>
      <vt:lpstr>任务6 完成响应式布局</vt:lpstr>
      <vt:lpstr>任务6 完成响应式布局</vt:lpstr>
      <vt:lpstr>任务7 为页面添加交互逻辑</vt:lpstr>
      <vt:lpstr>任务7 为页面添加交互逻辑</vt:lpstr>
      <vt:lpstr>任务7 为页面添加交互逻辑</vt:lpstr>
      <vt:lpstr>PowerPoint 演示文稿</vt:lpstr>
      <vt:lpstr>Thanks 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John Hu</cp:lastModifiedBy>
  <cp:revision>1477</cp:revision>
  <dcterms:created xsi:type="dcterms:W3CDTF">2008-02-14T05:21:14Z</dcterms:created>
  <dcterms:modified xsi:type="dcterms:W3CDTF">2024-05-27T14:08:50Z</dcterms:modified>
</cp:coreProperties>
</file>