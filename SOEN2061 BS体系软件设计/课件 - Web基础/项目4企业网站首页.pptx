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1"/>
  </p:sldMasterIdLst>
  <p:notesMasterIdLst>
    <p:notesMasterId r:id="rId89"/>
  </p:notesMasterIdLst>
  <p:sldIdLst>
    <p:sldId id="423" r:id="rId2"/>
    <p:sldId id="427" r:id="rId3"/>
    <p:sldId id="428" r:id="rId4"/>
    <p:sldId id="429" r:id="rId5"/>
    <p:sldId id="431" r:id="rId6"/>
    <p:sldId id="432" r:id="rId7"/>
    <p:sldId id="433" r:id="rId8"/>
    <p:sldId id="435" r:id="rId9"/>
    <p:sldId id="434" r:id="rId10"/>
    <p:sldId id="436" r:id="rId11"/>
    <p:sldId id="437" r:id="rId12"/>
    <p:sldId id="438" r:id="rId13"/>
    <p:sldId id="439" r:id="rId14"/>
    <p:sldId id="443" r:id="rId15"/>
    <p:sldId id="444" r:id="rId16"/>
    <p:sldId id="445" r:id="rId17"/>
    <p:sldId id="440" r:id="rId18"/>
    <p:sldId id="441" r:id="rId19"/>
    <p:sldId id="442" r:id="rId20"/>
    <p:sldId id="446" r:id="rId21"/>
    <p:sldId id="447" r:id="rId22"/>
    <p:sldId id="448" r:id="rId23"/>
    <p:sldId id="449" r:id="rId24"/>
    <p:sldId id="450" r:id="rId25"/>
    <p:sldId id="451" r:id="rId26"/>
    <p:sldId id="452" r:id="rId27"/>
    <p:sldId id="453" r:id="rId28"/>
    <p:sldId id="454" r:id="rId29"/>
    <p:sldId id="455" r:id="rId30"/>
    <p:sldId id="456" r:id="rId31"/>
    <p:sldId id="458" r:id="rId32"/>
    <p:sldId id="457" r:id="rId33"/>
    <p:sldId id="459" r:id="rId34"/>
    <p:sldId id="460" r:id="rId35"/>
    <p:sldId id="461" r:id="rId36"/>
    <p:sldId id="462" r:id="rId37"/>
    <p:sldId id="463" r:id="rId38"/>
    <p:sldId id="465" r:id="rId39"/>
    <p:sldId id="466" r:id="rId40"/>
    <p:sldId id="468" r:id="rId41"/>
    <p:sldId id="469" r:id="rId42"/>
    <p:sldId id="467" r:id="rId43"/>
    <p:sldId id="464" r:id="rId44"/>
    <p:sldId id="470" r:id="rId45"/>
    <p:sldId id="471" r:id="rId46"/>
    <p:sldId id="472" r:id="rId47"/>
    <p:sldId id="473" r:id="rId48"/>
    <p:sldId id="474" r:id="rId49"/>
    <p:sldId id="475" r:id="rId50"/>
    <p:sldId id="476" r:id="rId51"/>
    <p:sldId id="477" r:id="rId52"/>
    <p:sldId id="478" r:id="rId53"/>
    <p:sldId id="479" r:id="rId54"/>
    <p:sldId id="480" r:id="rId55"/>
    <p:sldId id="515" r:id="rId56"/>
    <p:sldId id="481" r:id="rId57"/>
    <p:sldId id="482" r:id="rId58"/>
    <p:sldId id="483" r:id="rId59"/>
    <p:sldId id="484" r:id="rId60"/>
    <p:sldId id="485" r:id="rId61"/>
    <p:sldId id="486" r:id="rId62"/>
    <p:sldId id="487" r:id="rId63"/>
    <p:sldId id="488" r:id="rId64"/>
    <p:sldId id="490" r:id="rId65"/>
    <p:sldId id="489" r:id="rId66"/>
    <p:sldId id="491" r:id="rId67"/>
    <p:sldId id="492" r:id="rId68"/>
    <p:sldId id="493" r:id="rId69"/>
    <p:sldId id="494" r:id="rId70"/>
    <p:sldId id="495" r:id="rId71"/>
    <p:sldId id="497" r:id="rId72"/>
    <p:sldId id="498" r:id="rId73"/>
    <p:sldId id="499" r:id="rId74"/>
    <p:sldId id="501" r:id="rId75"/>
    <p:sldId id="502" r:id="rId76"/>
    <p:sldId id="503" r:id="rId77"/>
    <p:sldId id="504" r:id="rId78"/>
    <p:sldId id="505" r:id="rId79"/>
    <p:sldId id="506" r:id="rId80"/>
    <p:sldId id="507" r:id="rId81"/>
    <p:sldId id="508" r:id="rId82"/>
    <p:sldId id="510" r:id="rId83"/>
    <p:sldId id="509" r:id="rId84"/>
    <p:sldId id="511" r:id="rId85"/>
    <p:sldId id="513" r:id="rId86"/>
    <p:sldId id="512" r:id="rId87"/>
    <p:sldId id="514" r:id="rId88"/>
  </p:sldIdLst>
  <p:sldSz cx="12160250" cy="684053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92125" indent="-349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85838" indent="-714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477963" indent="-1063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971675" indent="-1428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33CCCC"/>
    <a:srgbClr val="99CCFF"/>
    <a:srgbClr val="00CCFF"/>
    <a:srgbClr val="00FFFF"/>
    <a:srgbClr val="FFFF99"/>
    <a:srgbClr val="FFFF00"/>
    <a:srgbClr val="66FFFF"/>
    <a:srgbClr val="D5D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1994" autoAdjust="0"/>
  </p:normalViewPr>
  <p:slideViewPr>
    <p:cSldViewPr>
      <p:cViewPr varScale="1">
        <p:scale>
          <a:sx n="106" d="100"/>
          <a:sy n="106" d="100"/>
        </p:scale>
        <p:origin x="990" y="102"/>
      </p:cViewPr>
      <p:guideLst>
        <p:guide orient="horz" pos="2155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" userId="213e45b8a479442b" providerId="LiveId" clId="{D95433FB-F15C-0C48-B608-5BA9089AB91D}"/>
    <pc:docChg chg="undo custSel addSld delSld modSld sldOrd">
      <pc:chgData name="John Hu" userId="213e45b8a479442b" providerId="LiveId" clId="{D95433FB-F15C-0C48-B608-5BA9089AB91D}" dt="2022-07-21T08:40:29.040" v="1955"/>
      <pc:docMkLst>
        <pc:docMk/>
      </pc:docMkLst>
      <pc:sldChg chg="addSp delSp modSp mod">
        <pc:chgData name="John Hu" userId="213e45b8a479442b" providerId="LiveId" clId="{D95433FB-F15C-0C48-B608-5BA9089AB91D}" dt="2022-07-21T03:02:40.644" v="1774"/>
        <pc:sldMkLst>
          <pc:docMk/>
          <pc:sldMk cId="2338860129" sldId="436"/>
        </pc:sldMkLst>
        <pc:spChg chg="add del mod">
          <ac:chgData name="John Hu" userId="213e45b8a479442b" providerId="LiveId" clId="{D95433FB-F15C-0C48-B608-5BA9089AB91D}" dt="2022-07-21T03:02:40.644" v="1774"/>
          <ac:spMkLst>
            <pc:docMk/>
            <pc:sldMk cId="2338860129" sldId="436"/>
            <ac:spMk id="3" creationId="{6BD8553E-F269-524E-ACFB-36AF7B5E9426}"/>
          </ac:spMkLst>
        </pc:spChg>
      </pc:sldChg>
      <pc:sldChg chg="modSp mod">
        <pc:chgData name="John Hu" userId="213e45b8a479442b" providerId="LiveId" clId="{D95433FB-F15C-0C48-B608-5BA9089AB91D}" dt="2022-07-21T03:08:28.279" v="1776" actId="207"/>
        <pc:sldMkLst>
          <pc:docMk/>
          <pc:sldMk cId="2340510138" sldId="438"/>
        </pc:sldMkLst>
        <pc:graphicFrameChg chg="modGraphic">
          <ac:chgData name="John Hu" userId="213e45b8a479442b" providerId="LiveId" clId="{D95433FB-F15C-0C48-B608-5BA9089AB91D}" dt="2022-07-21T03:08:28.279" v="1776" actId="207"/>
          <ac:graphicFrameMkLst>
            <pc:docMk/>
            <pc:sldMk cId="2340510138" sldId="438"/>
            <ac:graphicFrameMk id="3" creationId="{BC627892-6979-4AA4-8455-5E7874F9BCFE}"/>
          </ac:graphicFrameMkLst>
        </pc:graphicFrameChg>
      </pc:sldChg>
      <pc:sldChg chg="addSp delSp modSp mod">
        <pc:chgData name="John Hu" userId="213e45b8a479442b" providerId="LiveId" clId="{D95433FB-F15C-0C48-B608-5BA9089AB91D}" dt="2022-07-21T03:09:57.500" v="1779"/>
        <pc:sldMkLst>
          <pc:docMk/>
          <pc:sldMk cId="4198158466" sldId="439"/>
        </pc:sldMkLst>
        <pc:spChg chg="add del mod">
          <ac:chgData name="John Hu" userId="213e45b8a479442b" providerId="LiveId" clId="{D95433FB-F15C-0C48-B608-5BA9089AB91D}" dt="2022-07-21T03:09:57.500" v="1779"/>
          <ac:spMkLst>
            <pc:docMk/>
            <pc:sldMk cId="4198158466" sldId="439"/>
            <ac:spMk id="3" creationId="{CEC8B6FE-1C48-2648-B8EF-4B4E68D22550}"/>
          </ac:spMkLst>
        </pc:spChg>
      </pc:sldChg>
      <pc:sldChg chg="modSp mod">
        <pc:chgData name="John Hu" userId="213e45b8a479442b" providerId="LiveId" clId="{D95433FB-F15C-0C48-B608-5BA9089AB91D}" dt="2022-07-21T04:51:15.695" v="1917" actId="14734"/>
        <pc:sldMkLst>
          <pc:docMk/>
          <pc:sldMk cId="2950523204" sldId="440"/>
        </pc:sldMkLst>
        <pc:graphicFrameChg chg="mod modGraphic">
          <ac:chgData name="John Hu" userId="213e45b8a479442b" providerId="LiveId" clId="{D95433FB-F15C-0C48-B608-5BA9089AB91D}" dt="2022-07-21T04:51:15.695" v="1917" actId="14734"/>
          <ac:graphicFrameMkLst>
            <pc:docMk/>
            <pc:sldMk cId="2950523204" sldId="440"/>
            <ac:graphicFrameMk id="5" creationId="{BF7DC955-9623-481B-B403-F7F4CA6275F4}"/>
          </ac:graphicFrameMkLst>
        </pc:graphicFrameChg>
      </pc:sldChg>
      <pc:sldChg chg="addSp delSp modSp mod">
        <pc:chgData name="John Hu" userId="213e45b8a479442b" providerId="LiveId" clId="{D95433FB-F15C-0C48-B608-5BA9089AB91D}" dt="2022-07-21T03:12:36.842" v="1782"/>
        <pc:sldMkLst>
          <pc:docMk/>
          <pc:sldMk cId="3420905373" sldId="443"/>
        </pc:sldMkLst>
        <pc:spChg chg="add del mod">
          <ac:chgData name="John Hu" userId="213e45b8a479442b" providerId="LiveId" clId="{D95433FB-F15C-0C48-B608-5BA9089AB91D}" dt="2022-07-21T03:12:36.842" v="1782"/>
          <ac:spMkLst>
            <pc:docMk/>
            <pc:sldMk cId="3420905373" sldId="443"/>
            <ac:spMk id="3" creationId="{254551D6-C05E-C348-88F1-C1E708F300EC}"/>
          </ac:spMkLst>
        </pc:spChg>
      </pc:sldChg>
      <pc:sldChg chg="modSp mod">
        <pc:chgData name="John Hu" userId="213e45b8a479442b" providerId="LiveId" clId="{D95433FB-F15C-0C48-B608-5BA9089AB91D}" dt="2022-07-21T06:38:00.869" v="1919" actId="207"/>
        <pc:sldMkLst>
          <pc:docMk/>
          <pc:sldMk cId="3674595013" sldId="448"/>
        </pc:sldMkLst>
        <pc:spChg chg="mod">
          <ac:chgData name="John Hu" userId="213e45b8a479442b" providerId="LiveId" clId="{D95433FB-F15C-0C48-B608-5BA9089AB91D}" dt="2022-07-21T06:38:00.869" v="1919" actId="207"/>
          <ac:spMkLst>
            <pc:docMk/>
            <pc:sldMk cId="3674595013" sldId="448"/>
            <ac:spMk id="5" creationId="{18B4200E-5891-4AE5-ABDF-B2DD7107D4B8}"/>
          </ac:spMkLst>
        </pc:spChg>
      </pc:sldChg>
      <pc:sldChg chg="modNotesTx">
        <pc:chgData name="John Hu" userId="213e45b8a479442b" providerId="LiveId" clId="{D95433FB-F15C-0C48-B608-5BA9089AB91D}" dt="2022-07-21T06:39:19.533" v="1921" actId="20577"/>
        <pc:sldMkLst>
          <pc:docMk/>
          <pc:sldMk cId="38366376" sldId="449"/>
        </pc:sldMkLst>
      </pc:sldChg>
      <pc:sldChg chg="modSp">
        <pc:chgData name="John Hu" userId="213e45b8a479442b" providerId="LiveId" clId="{D95433FB-F15C-0C48-B608-5BA9089AB91D}" dt="2022-07-21T08:14:30.166" v="1923" actId="1035"/>
        <pc:sldMkLst>
          <pc:docMk/>
          <pc:sldMk cId="1150813134" sldId="453"/>
        </pc:sldMkLst>
        <pc:spChg chg="mod">
          <ac:chgData name="John Hu" userId="213e45b8a479442b" providerId="LiveId" clId="{D95433FB-F15C-0C48-B608-5BA9089AB91D}" dt="2022-07-21T08:14:30.166" v="1923" actId="1035"/>
          <ac:spMkLst>
            <pc:docMk/>
            <pc:sldMk cId="1150813134" sldId="453"/>
            <ac:spMk id="8" creationId="{36177B38-43AB-4398-968B-448F8F0E5F49}"/>
          </ac:spMkLst>
        </pc:spChg>
      </pc:sldChg>
      <pc:sldChg chg="addSp modSp mod">
        <pc:chgData name="John Hu" userId="213e45b8a479442b" providerId="LiveId" clId="{D95433FB-F15C-0C48-B608-5BA9089AB91D}" dt="2022-07-21T08:19:55.075" v="1931" actId="1036"/>
        <pc:sldMkLst>
          <pc:docMk/>
          <pc:sldMk cId="47706739" sldId="454"/>
        </pc:sldMkLst>
        <pc:spChg chg="mod">
          <ac:chgData name="John Hu" userId="213e45b8a479442b" providerId="LiveId" clId="{D95433FB-F15C-0C48-B608-5BA9089AB91D}" dt="2022-07-21T08:16:46.680" v="1926" actId="1076"/>
          <ac:spMkLst>
            <pc:docMk/>
            <pc:sldMk cId="47706739" sldId="454"/>
            <ac:spMk id="4" creationId="{8BB9D81A-0ED6-4509-8DD4-9F4BA5CEBA74}"/>
          </ac:spMkLst>
        </pc:spChg>
        <pc:spChg chg="mod">
          <ac:chgData name="John Hu" userId="213e45b8a479442b" providerId="LiveId" clId="{D95433FB-F15C-0C48-B608-5BA9089AB91D}" dt="2022-07-21T08:16:49.420" v="1927" actId="1076"/>
          <ac:spMkLst>
            <pc:docMk/>
            <pc:sldMk cId="47706739" sldId="454"/>
            <ac:spMk id="9" creationId="{B394361C-95AC-438C-A044-928A108F4A87}"/>
          </ac:spMkLst>
        </pc:spChg>
        <pc:picChg chg="add mod">
          <ac:chgData name="John Hu" userId="213e45b8a479442b" providerId="LiveId" clId="{D95433FB-F15C-0C48-B608-5BA9089AB91D}" dt="2022-07-21T08:16:54.458" v="1928" actId="1076"/>
          <ac:picMkLst>
            <pc:docMk/>
            <pc:sldMk cId="47706739" sldId="454"/>
            <ac:picMk id="10" creationId="{6623A36A-23FB-BE43-A259-0C185ABD8DE2}"/>
          </ac:picMkLst>
        </pc:picChg>
        <pc:picChg chg="add mod">
          <ac:chgData name="John Hu" userId="213e45b8a479442b" providerId="LiveId" clId="{D95433FB-F15C-0C48-B608-5BA9089AB91D}" dt="2022-07-21T08:19:55.075" v="1931" actId="1036"/>
          <ac:picMkLst>
            <pc:docMk/>
            <pc:sldMk cId="47706739" sldId="454"/>
            <ac:picMk id="11" creationId="{38A62CD5-7698-B146-AEE8-7A9C988BF400}"/>
          </ac:picMkLst>
        </pc:picChg>
      </pc:sldChg>
      <pc:sldChg chg="addSp delSp modSp mod">
        <pc:chgData name="John Hu" userId="213e45b8a479442b" providerId="LiveId" clId="{D95433FB-F15C-0C48-B608-5BA9089AB91D}" dt="2022-07-21T08:40:29.040" v="1955"/>
        <pc:sldMkLst>
          <pc:docMk/>
          <pc:sldMk cId="4070035833" sldId="456"/>
        </pc:sldMkLst>
        <pc:spChg chg="add del mod">
          <ac:chgData name="John Hu" userId="213e45b8a479442b" providerId="LiveId" clId="{D95433FB-F15C-0C48-B608-5BA9089AB91D}" dt="2022-07-21T08:31:32.180" v="1934"/>
          <ac:spMkLst>
            <pc:docMk/>
            <pc:sldMk cId="4070035833" sldId="456"/>
            <ac:spMk id="3" creationId="{35045C89-F4AA-BE48-9690-A4BFD51F9C73}"/>
          </ac:spMkLst>
        </pc:spChg>
        <pc:spChg chg="add mod">
          <ac:chgData name="John Hu" userId="213e45b8a479442b" providerId="LiveId" clId="{D95433FB-F15C-0C48-B608-5BA9089AB91D}" dt="2022-07-21T08:40:23.429" v="1952" actId="1036"/>
          <ac:spMkLst>
            <pc:docMk/>
            <pc:sldMk cId="4070035833" sldId="456"/>
            <ac:spMk id="4" creationId="{13063426-B168-F74F-9763-3BBB03713245}"/>
          </ac:spMkLst>
        </pc:spChg>
        <pc:spChg chg="add del mod">
          <ac:chgData name="John Hu" userId="213e45b8a479442b" providerId="LiveId" clId="{D95433FB-F15C-0C48-B608-5BA9089AB91D}" dt="2022-07-21T08:40:29.040" v="1955"/>
          <ac:spMkLst>
            <pc:docMk/>
            <pc:sldMk cId="4070035833" sldId="456"/>
            <ac:spMk id="6" creationId="{2530E720-3DC2-5447-A1E1-096AF8954092}"/>
          </ac:spMkLst>
        </pc:spChg>
      </pc:sldChg>
      <pc:sldChg chg="modSp mod">
        <pc:chgData name="John Hu" userId="213e45b8a479442b" providerId="LiveId" clId="{D95433FB-F15C-0C48-B608-5BA9089AB91D}" dt="2022-02-17T14:23:47.914" v="1" actId="20577"/>
        <pc:sldMkLst>
          <pc:docMk/>
          <pc:sldMk cId="3563370759" sldId="482"/>
        </pc:sldMkLst>
        <pc:spChg chg="mod">
          <ac:chgData name="John Hu" userId="213e45b8a479442b" providerId="LiveId" clId="{D95433FB-F15C-0C48-B608-5BA9089AB91D}" dt="2022-02-17T14:23:47.914" v="1" actId="20577"/>
          <ac:spMkLst>
            <pc:docMk/>
            <pc:sldMk cId="3563370759" sldId="482"/>
            <ac:spMk id="11" creationId="{0E47C3F4-81B9-48F8-866C-596C4B1CBFA4}"/>
          </ac:spMkLst>
        </pc:spChg>
      </pc:sldChg>
      <pc:sldChg chg="addSp modSp mod">
        <pc:chgData name="John Hu" userId="213e45b8a479442b" providerId="LiveId" clId="{D95433FB-F15C-0C48-B608-5BA9089AB91D}" dt="2022-02-17T14:24:09.717" v="5" actId="20577"/>
        <pc:sldMkLst>
          <pc:docMk/>
          <pc:sldMk cId="420553422" sldId="483"/>
        </pc:sldMkLst>
        <pc:spChg chg="add mod">
          <ac:chgData name="John Hu" userId="213e45b8a479442b" providerId="LiveId" clId="{D95433FB-F15C-0C48-B608-5BA9089AB91D}" dt="2022-02-17T14:24:09.717" v="5" actId="20577"/>
          <ac:spMkLst>
            <pc:docMk/>
            <pc:sldMk cId="420553422" sldId="483"/>
            <ac:spMk id="11" creationId="{6206916F-69CC-A348-A9C1-7DEBAD4D676E}"/>
          </ac:spMkLst>
        </pc:spChg>
      </pc:sldChg>
      <pc:sldChg chg="addSp modSp mod">
        <pc:chgData name="John Hu" userId="213e45b8a479442b" providerId="LiveId" clId="{D95433FB-F15C-0C48-B608-5BA9089AB91D}" dt="2022-02-17T14:24:19.872" v="9" actId="20577"/>
        <pc:sldMkLst>
          <pc:docMk/>
          <pc:sldMk cId="14073417" sldId="484"/>
        </pc:sldMkLst>
        <pc:spChg chg="add mod">
          <ac:chgData name="John Hu" userId="213e45b8a479442b" providerId="LiveId" clId="{D95433FB-F15C-0C48-B608-5BA9089AB91D}" dt="2022-02-17T14:24:19.872" v="9" actId="20577"/>
          <ac:spMkLst>
            <pc:docMk/>
            <pc:sldMk cId="14073417" sldId="484"/>
            <ac:spMk id="11" creationId="{ADE8092A-C383-754C-A139-1274102BCF55}"/>
          </ac:spMkLst>
        </pc:spChg>
      </pc:sldChg>
      <pc:sldChg chg="modSp add">
        <pc:chgData name="John Hu" userId="213e45b8a479442b" providerId="LiveId" clId="{D95433FB-F15C-0C48-B608-5BA9089AB91D}" dt="2022-02-17T14:25:29.383" v="13"/>
        <pc:sldMkLst>
          <pc:docMk/>
          <pc:sldMk cId="3222963902" sldId="485"/>
        </pc:sldMkLst>
        <pc:spChg chg="mod">
          <ac:chgData name="John Hu" userId="213e45b8a479442b" providerId="LiveId" clId="{D95433FB-F15C-0C48-B608-5BA9089AB91D}" dt="2022-02-17T14:25:29.383" v="13"/>
          <ac:spMkLst>
            <pc:docMk/>
            <pc:sldMk cId="3222963902" sldId="485"/>
            <ac:spMk id="8" creationId="{36177B38-43AB-4398-968B-448F8F0E5F49}"/>
          </ac:spMkLst>
        </pc:spChg>
      </pc:sldChg>
      <pc:sldChg chg="addSp delSp modSp add mod modAnim">
        <pc:chgData name="John Hu" userId="213e45b8a479442b" providerId="LiveId" clId="{D95433FB-F15C-0C48-B608-5BA9089AB91D}" dt="2022-02-25T06:48:16.261" v="78" actId="1036"/>
        <pc:sldMkLst>
          <pc:docMk/>
          <pc:sldMk cId="3859848191" sldId="494"/>
        </pc:sldMkLst>
        <pc:spChg chg="mod">
          <ac:chgData name="John Hu" userId="213e45b8a479442b" providerId="LiveId" clId="{D95433FB-F15C-0C48-B608-5BA9089AB91D}" dt="2022-02-25T06:31:26.477" v="38" actId="20577"/>
          <ac:spMkLst>
            <pc:docMk/>
            <pc:sldMk cId="3859848191" sldId="494"/>
            <ac:spMk id="8" creationId="{36177B38-43AB-4398-968B-448F8F0E5F49}"/>
          </ac:spMkLst>
        </pc:spChg>
        <pc:spChg chg="add mod">
          <ac:chgData name="John Hu" userId="213e45b8a479442b" providerId="LiveId" clId="{D95433FB-F15C-0C48-B608-5BA9089AB91D}" dt="2022-02-25T06:33:44.016" v="43" actId="2711"/>
          <ac:spMkLst>
            <pc:docMk/>
            <pc:sldMk cId="3859848191" sldId="494"/>
            <ac:spMk id="9" creationId="{95B65772-ADDB-954F-AF50-77CE84F521D4}"/>
          </ac:spMkLst>
        </pc:spChg>
        <pc:spChg chg="add mod">
          <ac:chgData name="John Hu" userId="213e45b8a479442b" providerId="LiveId" clId="{D95433FB-F15C-0C48-B608-5BA9089AB91D}" dt="2022-02-25T06:41:22.730" v="60" actId="207"/>
          <ac:spMkLst>
            <pc:docMk/>
            <pc:sldMk cId="3859848191" sldId="494"/>
            <ac:spMk id="10" creationId="{0C07BE35-9446-3942-BAE9-1EE7ED3475D9}"/>
          </ac:spMkLst>
        </pc:spChg>
        <pc:spChg chg="mod">
          <ac:chgData name="John Hu" userId="213e45b8a479442b" providerId="LiveId" clId="{D95433FB-F15C-0C48-B608-5BA9089AB91D}" dt="2022-02-25T06:31:20.673" v="27" actId="20577"/>
          <ac:spMkLst>
            <pc:docMk/>
            <pc:sldMk cId="3859848191" sldId="494"/>
            <ac:spMk id="33" creationId="{BDFBA113-8EEC-4373-83B4-090F7D999D0D}"/>
          </ac:spMkLst>
        </pc:spChg>
        <pc:graphicFrameChg chg="del">
          <ac:chgData name="John Hu" userId="213e45b8a479442b" providerId="LiveId" clId="{D95433FB-F15C-0C48-B608-5BA9089AB91D}" dt="2022-02-25T06:39:54.562" v="52" actId="478"/>
          <ac:graphicFrameMkLst>
            <pc:docMk/>
            <pc:sldMk cId="3859848191" sldId="494"/>
            <ac:graphicFrameMk id="3" creationId="{AAE56F92-32A1-4636-8C39-C5EDDA4443E2}"/>
          </ac:graphicFrameMkLst>
        </pc:graphicFrameChg>
        <pc:graphicFrameChg chg="add del mod modGraphic">
          <ac:chgData name="John Hu" userId="213e45b8a479442b" providerId="LiveId" clId="{D95433FB-F15C-0C48-B608-5BA9089AB91D}" dt="2022-02-25T06:48:12.543" v="76" actId="478"/>
          <ac:graphicFrameMkLst>
            <pc:docMk/>
            <pc:sldMk cId="3859848191" sldId="494"/>
            <ac:graphicFrameMk id="5" creationId="{0C056F6A-C6B1-344E-AED2-2E7656CC6244}"/>
          </ac:graphicFrameMkLst>
        </pc:graphicFrameChg>
        <pc:graphicFrameChg chg="mod modGraphic">
          <ac:chgData name="John Hu" userId="213e45b8a479442b" providerId="LiveId" clId="{D95433FB-F15C-0C48-B608-5BA9089AB91D}" dt="2022-02-25T06:48:16.261" v="78" actId="1036"/>
          <ac:graphicFrameMkLst>
            <pc:docMk/>
            <pc:sldMk cId="3859848191" sldId="494"/>
            <ac:graphicFrameMk id="37" creationId="{7AD2E580-3B83-456A-AE90-7FFF73FC1DE5}"/>
          </ac:graphicFrameMkLst>
        </pc:graphicFrameChg>
      </pc:sldChg>
      <pc:sldChg chg="addSp delSp modSp add mod delAnim">
        <pc:chgData name="John Hu" userId="213e45b8a479442b" providerId="LiveId" clId="{D95433FB-F15C-0C48-B608-5BA9089AB91D}" dt="2022-02-25T06:57:16.825" v="247" actId="798"/>
        <pc:sldMkLst>
          <pc:docMk/>
          <pc:sldMk cId="3702163382" sldId="495"/>
        </pc:sldMkLst>
        <pc:spChg chg="del">
          <ac:chgData name="John Hu" userId="213e45b8a479442b" providerId="LiveId" clId="{D95433FB-F15C-0C48-B608-5BA9089AB91D}" dt="2022-02-25T06:54:23.018" v="243" actId="478"/>
          <ac:spMkLst>
            <pc:docMk/>
            <pc:sldMk cId="3702163382" sldId="495"/>
            <ac:spMk id="9" creationId="{95B65772-ADDB-954F-AF50-77CE84F521D4}"/>
          </ac:spMkLst>
        </pc:spChg>
        <pc:spChg chg="del">
          <ac:chgData name="John Hu" userId="213e45b8a479442b" providerId="LiveId" clId="{D95433FB-F15C-0C48-B608-5BA9089AB91D}" dt="2022-02-25T06:48:23.269" v="79" actId="478"/>
          <ac:spMkLst>
            <pc:docMk/>
            <pc:sldMk cId="3702163382" sldId="495"/>
            <ac:spMk id="10" creationId="{0C07BE35-9446-3942-BAE9-1EE7ED3475D9}"/>
          </ac:spMkLst>
        </pc:spChg>
        <pc:spChg chg="mod">
          <ac:chgData name="John Hu" userId="213e45b8a479442b" providerId="LiveId" clId="{D95433FB-F15C-0C48-B608-5BA9089AB91D}" dt="2022-02-25T06:48:36.088" v="101" actId="20577"/>
          <ac:spMkLst>
            <pc:docMk/>
            <pc:sldMk cId="3702163382" sldId="495"/>
            <ac:spMk id="33" creationId="{BDFBA113-8EEC-4373-83B4-090F7D999D0D}"/>
          </ac:spMkLst>
        </pc:spChg>
        <pc:graphicFrameChg chg="add mod modGraphic">
          <ac:chgData name="John Hu" userId="213e45b8a479442b" providerId="LiveId" clId="{D95433FB-F15C-0C48-B608-5BA9089AB91D}" dt="2022-02-25T06:57:16.825" v="247" actId="798"/>
          <ac:graphicFrameMkLst>
            <pc:docMk/>
            <pc:sldMk cId="3702163382" sldId="495"/>
            <ac:graphicFrameMk id="3" creationId="{B2A9E56D-6DB0-6447-A5D8-FF8FBA810C63}"/>
          </ac:graphicFrameMkLst>
        </pc:graphicFrameChg>
        <pc:graphicFrameChg chg="mod modGraphic">
          <ac:chgData name="John Hu" userId="213e45b8a479442b" providerId="LiveId" clId="{D95433FB-F15C-0C48-B608-5BA9089AB91D}" dt="2022-02-25T06:54:14.102" v="242" actId="122"/>
          <ac:graphicFrameMkLst>
            <pc:docMk/>
            <pc:sldMk cId="3702163382" sldId="495"/>
            <ac:graphicFrameMk id="5" creationId="{0C056F6A-C6B1-344E-AED2-2E7656CC6244}"/>
          </ac:graphicFrameMkLst>
        </pc:graphicFrameChg>
        <pc:graphicFrameChg chg="del">
          <ac:chgData name="John Hu" userId="213e45b8a479442b" providerId="LiveId" clId="{D95433FB-F15C-0C48-B608-5BA9089AB91D}" dt="2022-02-25T06:48:26.296" v="80" actId="478"/>
          <ac:graphicFrameMkLst>
            <pc:docMk/>
            <pc:sldMk cId="3702163382" sldId="495"/>
            <ac:graphicFrameMk id="37" creationId="{7AD2E580-3B83-456A-AE90-7FFF73FC1DE5}"/>
          </ac:graphicFrameMkLst>
        </pc:graphicFrameChg>
      </pc:sldChg>
      <pc:sldChg chg="modSp add mod">
        <pc:chgData name="John Hu" userId="213e45b8a479442b" providerId="LiveId" clId="{D95433FB-F15C-0C48-B608-5BA9089AB91D}" dt="2022-02-25T07:04:47.804" v="322" actId="1036"/>
        <pc:sldMkLst>
          <pc:docMk/>
          <pc:sldMk cId="3337130703" sldId="497"/>
        </pc:sldMkLst>
        <pc:graphicFrameChg chg="mod modGraphic">
          <ac:chgData name="John Hu" userId="213e45b8a479442b" providerId="LiveId" clId="{D95433FB-F15C-0C48-B608-5BA9089AB91D}" dt="2022-02-25T07:04:47.804" v="322" actId="1036"/>
          <ac:graphicFrameMkLst>
            <pc:docMk/>
            <pc:sldMk cId="3337130703" sldId="497"/>
            <ac:graphicFrameMk id="3" creationId="{B2A9E56D-6DB0-6447-A5D8-FF8FBA810C63}"/>
          </ac:graphicFrameMkLst>
        </pc:graphicFrameChg>
        <pc:graphicFrameChg chg="mod modGraphic">
          <ac:chgData name="John Hu" userId="213e45b8a479442b" providerId="LiveId" clId="{D95433FB-F15C-0C48-B608-5BA9089AB91D}" dt="2022-02-25T07:04:30.674" v="317" actId="113"/>
          <ac:graphicFrameMkLst>
            <pc:docMk/>
            <pc:sldMk cId="3337130703" sldId="497"/>
            <ac:graphicFrameMk id="5" creationId="{0C056F6A-C6B1-344E-AED2-2E7656CC6244}"/>
          </ac:graphicFrameMkLst>
        </pc:graphicFrameChg>
      </pc:sldChg>
      <pc:sldChg chg="addSp delSp modSp add mod">
        <pc:chgData name="John Hu" userId="213e45b8a479442b" providerId="LiveId" clId="{D95433FB-F15C-0C48-B608-5BA9089AB91D}" dt="2022-02-25T07:04:24.084" v="316" actId="113"/>
        <pc:sldMkLst>
          <pc:docMk/>
          <pc:sldMk cId="10178769" sldId="498"/>
        </pc:sldMkLst>
        <pc:spChg chg="mod">
          <ac:chgData name="John Hu" userId="213e45b8a479442b" providerId="LiveId" clId="{D95433FB-F15C-0C48-B608-5BA9089AB91D}" dt="2022-02-25T07:04:02.880" v="312" actId="20577"/>
          <ac:spMkLst>
            <pc:docMk/>
            <pc:sldMk cId="10178769" sldId="498"/>
            <ac:spMk id="33" creationId="{BDFBA113-8EEC-4373-83B4-090F7D999D0D}"/>
          </ac:spMkLst>
        </pc:spChg>
        <pc:graphicFrameChg chg="del mod">
          <ac:chgData name="John Hu" userId="213e45b8a479442b" providerId="LiveId" clId="{D95433FB-F15C-0C48-B608-5BA9089AB91D}" dt="2022-02-25T07:00:41.160" v="280" actId="478"/>
          <ac:graphicFrameMkLst>
            <pc:docMk/>
            <pc:sldMk cId="10178769" sldId="498"/>
            <ac:graphicFrameMk id="3" creationId="{B2A9E56D-6DB0-6447-A5D8-FF8FBA810C63}"/>
          </ac:graphicFrameMkLst>
        </pc:graphicFrameChg>
        <pc:graphicFrameChg chg="add mod modGraphic">
          <ac:chgData name="John Hu" userId="213e45b8a479442b" providerId="LiveId" clId="{D95433FB-F15C-0C48-B608-5BA9089AB91D}" dt="2022-02-25T07:03:38.202" v="306" actId="798"/>
          <ac:graphicFrameMkLst>
            <pc:docMk/>
            <pc:sldMk cId="10178769" sldId="498"/>
            <ac:graphicFrameMk id="4" creationId="{DA12CEA2-0FF3-624A-8DD9-518218447B10}"/>
          </ac:graphicFrameMkLst>
        </pc:graphicFrameChg>
        <pc:graphicFrameChg chg="mod modGraphic">
          <ac:chgData name="John Hu" userId="213e45b8a479442b" providerId="LiveId" clId="{D95433FB-F15C-0C48-B608-5BA9089AB91D}" dt="2022-02-25T07:04:24.084" v="316" actId="113"/>
          <ac:graphicFrameMkLst>
            <pc:docMk/>
            <pc:sldMk cId="10178769" sldId="498"/>
            <ac:graphicFrameMk id="5" creationId="{0C056F6A-C6B1-344E-AED2-2E7656CC6244}"/>
          </ac:graphicFrameMkLst>
        </pc:graphicFrameChg>
      </pc:sldChg>
      <pc:sldChg chg="modSp add mod">
        <pc:chgData name="John Hu" userId="213e45b8a479442b" providerId="LiveId" clId="{D95433FB-F15C-0C48-B608-5BA9089AB91D}" dt="2022-02-25T07:45:53.325" v="345" actId="2062"/>
        <pc:sldMkLst>
          <pc:docMk/>
          <pc:sldMk cId="2561697566" sldId="499"/>
        </pc:sldMkLst>
        <pc:spChg chg="mod">
          <ac:chgData name="John Hu" userId="213e45b8a479442b" providerId="LiveId" clId="{D95433FB-F15C-0C48-B608-5BA9089AB91D}" dt="2022-02-25T07:04:06.766" v="314" actId="20577"/>
          <ac:spMkLst>
            <pc:docMk/>
            <pc:sldMk cId="2561697566" sldId="499"/>
            <ac:spMk id="33" creationId="{BDFBA113-8EEC-4373-83B4-090F7D999D0D}"/>
          </ac:spMkLst>
        </pc:spChg>
        <pc:graphicFrameChg chg="mod modGraphic">
          <ac:chgData name="John Hu" userId="213e45b8a479442b" providerId="LiveId" clId="{D95433FB-F15C-0C48-B608-5BA9089AB91D}" dt="2022-02-25T07:45:53.325" v="345" actId="2062"/>
          <ac:graphicFrameMkLst>
            <pc:docMk/>
            <pc:sldMk cId="2561697566" sldId="499"/>
            <ac:graphicFrameMk id="4" creationId="{DA12CEA2-0FF3-624A-8DD9-518218447B10}"/>
          </ac:graphicFrameMkLst>
        </pc:graphicFrameChg>
        <pc:graphicFrameChg chg="mod modGraphic">
          <ac:chgData name="John Hu" userId="213e45b8a479442b" providerId="LiveId" clId="{D95433FB-F15C-0C48-B608-5BA9089AB91D}" dt="2022-02-25T07:45:48.946" v="344" actId="2062"/>
          <ac:graphicFrameMkLst>
            <pc:docMk/>
            <pc:sldMk cId="2561697566" sldId="499"/>
            <ac:graphicFrameMk id="5" creationId="{0C056F6A-C6B1-344E-AED2-2E7656CC6244}"/>
          </ac:graphicFrameMkLst>
        </pc:graphicFrameChg>
      </pc:sldChg>
      <pc:sldChg chg="modSp add mod">
        <pc:chgData name="John Hu" userId="213e45b8a479442b" providerId="LiveId" clId="{D95433FB-F15C-0C48-B608-5BA9089AB91D}" dt="2022-02-25T08:08:39.035" v="1029" actId="1036"/>
        <pc:sldMkLst>
          <pc:docMk/>
          <pc:sldMk cId="1834804749" sldId="501"/>
        </pc:sldMkLst>
        <pc:spChg chg="mod">
          <ac:chgData name="John Hu" userId="213e45b8a479442b" providerId="LiveId" clId="{D95433FB-F15C-0C48-B608-5BA9089AB91D}" dt="2022-02-25T08:06:02.392" v="959" actId="20577"/>
          <ac:spMkLst>
            <pc:docMk/>
            <pc:sldMk cId="1834804749" sldId="501"/>
            <ac:spMk id="8" creationId="{36177B38-43AB-4398-968B-448F8F0E5F49}"/>
          </ac:spMkLst>
        </pc:spChg>
        <pc:spChg chg="mod">
          <ac:chgData name="John Hu" userId="213e45b8a479442b" providerId="LiveId" clId="{D95433FB-F15C-0C48-B608-5BA9089AB91D}" dt="2022-02-25T08:08:39.035" v="1029" actId="1036"/>
          <ac:spMkLst>
            <pc:docMk/>
            <pc:sldMk cId="1834804749" sldId="501"/>
            <ac:spMk id="10" creationId="{0C07BE35-9446-3942-BAE9-1EE7ED3475D9}"/>
          </ac:spMkLst>
        </pc:spChg>
        <pc:spChg chg="mod">
          <ac:chgData name="John Hu" userId="213e45b8a479442b" providerId="LiveId" clId="{D95433FB-F15C-0C48-B608-5BA9089AB91D}" dt="2022-02-25T08:06:08.225" v="969" actId="20577"/>
          <ac:spMkLst>
            <pc:docMk/>
            <pc:sldMk cId="1834804749" sldId="501"/>
            <ac:spMk id="33" creationId="{BDFBA113-8EEC-4373-83B4-090F7D999D0D}"/>
          </ac:spMkLst>
        </pc:spChg>
      </pc:sldChg>
      <pc:sldChg chg="addSp delSp modSp add mod delAnim">
        <pc:chgData name="John Hu" userId="213e45b8a479442b" providerId="LiveId" clId="{D95433FB-F15C-0C48-B608-5BA9089AB91D}" dt="2022-02-25T08:08:25.330" v="1027" actId="1076"/>
        <pc:sldMkLst>
          <pc:docMk/>
          <pc:sldMk cId="1673221437" sldId="502"/>
        </pc:sldMkLst>
        <pc:spChg chg="add del mod">
          <ac:chgData name="John Hu" userId="213e45b8a479442b" providerId="LiveId" clId="{D95433FB-F15C-0C48-B608-5BA9089AB91D}" dt="2022-02-25T08:04:06.720" v="894" actId="767"/>
          <ac:spMkLst>
            <pc:docMk/>
            <pc:sldMk cId="1673221437" sldId="502"/>
            <ac:spMk id="3" creationId="{0E52518A-D689-5043-A385-8BB224A72B88}"/>
          </ac:spMkLst>
        </pc:spChg>
        <pc:spChg chg="add del mod">
          <ac:chgData name="John Hu" userId="213e45b8a479442b" providerId="LiveId" clId="{D95433FB-F15C-0C48-B608-5BA9089AB91D}" dt="2022-02-25T08:06:50.275" v="992" actId="767"/>
          <ac:spMkLst>
            <pc:docMk/>
            <pc:sldMk cId="1673221437" sldId="502"/>
            <ac:spMk id="4" creationId="{1F115FC4-EDEC-D244-BD97-22213F94ADBE}"/>
          </ac:spMkLst>
        </pc:spChg>
        <pc:spChg chg="mod">
          <ac:chgData name="John Hu" userId="213e45b8a479442b" providerId="LiveId" clId="{D95433FB-F15C-0C48-B608-5BA9089AB91D}" dt="2022-02-25T08:06:13.164" v="977" actId="20577"/>
          <ac:spMkLst>
            <pc:docMk/>
            <pc:sldMk cId="1673221437" sldId="502"/>
            <ac:spMk id="8" creationId="{36177B38-43AB-4398-968B-448F8F0E5F49}"/>
          </ac:spMkLst>
        </pc:spChg>
        <pc:spChg chg="del">
          <ac:chgData name="John Hu" userId="213e45b8a479442b" providerId="LiveId" clId="{D95433FB-F15C-0C48-B608-5BA9089AB91D}" dt="2022-02-25T08:07:29.701" v="1018" actId="478"/>
          <ac:spMkLst>
            <pc:docMk/>
            <pc:sldMk cId="1673221437" sldId="502"/>
            <ac:spMk id="9" creationId="{95B65772-ADDB-954F-AF50-77CE84F521D4}"/>
          </ac:spMkLst>
        </pc:spChg>
        <pc:spChg chg="mod">
          <ac:chgData name="John Hu" userId="213e45b8a479442b" providerId="LiveId" clId="{D95433FB-F15C-0C48-B608-5BA9089AB91D}" dt="2022-02-25T08:08:25.330" v="1027" actId="1076"/>
          <ac:spMkLst>
            <pc:docMk/>
            <pc:sldMk cId="1673221437" sldId="502"/>
            <ac:spMk id="10" creationId="{0C07BE35-9446-3942-BAE9-1EE7ED3475D9}"/>
          </ac:spMkLst>
        </pc:spChg>
        <pc:spChg chg="mod">
          <ac:chgData name="John Hu" userId="213e45b8a479442b" providerId="LiveId" clId="{D95433FB-F15C-0C48-B608-5BA9089AB91D}" dt="2022-02-25T08:08:12.928" v="1024" actId="1076"/>
          <ac:spMkLst>
            <pc:docMk/>
            <pc:sldMk cId="1673221437" sldId="502"/>
            <ac:spMk id="12" creationId="{C2E02533-6BB9-8B42-904D-0AC5DF288CFD}"/>
          </ac:spMkLst>
        </pc:spChg>
        <pc:spChg chg="del">
          <ac:chgData name="John Hu" userId="213e45b8a479442b" providerId="LiveId" clId="{D95433FB-F15C-0C48-B608-5BA9089AB91D}" dt="2022-02-25T08:04:17.729" v="897" actId="478"/>
          <ac:spMkLst>
            <pc:docMk/>
            <pc:sldMk cId="1673221437" sldId="502"/>
            <ac:spMk id="14" creationId="{8FCF5887-3902-1243-BF97-26306F9B63B0}"/>
          </ac:spMkLst>
        </pc:spChg>
        <pc:spChg chg="mod">
          <ac:chgData name="John Hu" userId="213e45b8a479442b" providerId="LiveId" clId="{D95433FB-F15C-0C48-B608-5BA9089AB91D}" dt="2022-02-25T08:07:21.506" v="1016" actId="20577"/>
          <ac:spMkLst>
            <pc:docMk/>
            <pc:sldMk cId="1673221437" sldId="502"/>
            <ac:spMk id="33" creationId="{BDFBA113-8EEC-4373-83B4-090F7D999D0D}"/>
          </ac:spMkLst>
        </pc:spChg>
        <pc:graphicFrameChg chg="del">
          <ac:chgData name="John Hu" userId="213e45b8a479442b" providerId="LiveId" clId="{D95433FB-F15C-0C48-B608-5BA9089AB91D}" dt="2022-02-25T08:04:13.426" v="896" actId="478"/>
          <ac:graphicFrameMkLst>
            <pc:docMk/>
            <pc:sldMk cId="1673221437" sldId="502"/>
            <ac:graphicFrameMk id="11" creationId="{C9DD4C99-C5DD-0641-8DDE-423888BFB7E9}"/>
          </ac:graphicFrameMkLst>
        </pc:graphicFrameChg>
        <pc:graphicFrameChg chg="mod">
          <ac:chgData name="John Hu" userId="213e45b8a479442b" providerId="LiveId" clId="{D95433FB-F15C-0C48-B608-5BA9089AB91D}" dt="2022-02-25T08:07:11.418" v="998" actId="1036"/>
          <ac:graphicFrameMkLst>
            <pc:docMk/>
            <pc:sldMk cId="1673221437" sldId="502"/>
            <ac:graphicFrameMk id="37" creationId="{7AD2E580-3B83-456A-AE90-7FFF73FC1DE5}"/>
          </ac:graphicFrameMkLst>
        </pc:graphicFrameChg>
      </pc:sldChg>
      <pc:sldChg chg="addSp delSp modSp add mod">
        <pc:chgData name="John Hu" userId="213e45b8a479442b" providerId="LiveId" clId="{D95433FB-F15C-0C48-B608-5BA9089AB91D}" dt="2022-02-25T08:09:40.839" v="1052" actId="1076"/>
        <pc:sldMkLst>
          <pc:docMk/>
          <pc:sldMk cId="2502023970" sldId="503"/>
        </pc:sldMkLst>
        <pc:spChg chg="mod">
          <ac:chgData name="John Hu" userId="213e45b8a479442b" providerId="LiveId" clId="{D95433FB-F15C-0C48-B608-5BA9089AB91D}" dt="2022-02-25T08:09:12.034" v="1046" actId="20577"/>
          <ac:spMkLst>
            <pc:docMk/>
            <pc:sldMk cId="2502023970" sldId="503"/>
            <ac:spMk id="8" creationId="{36177B38-43AB-4398-968B-448F8F0E5F49}"/>
          </ac:spMkLst>
        </pc:spChg>
        <pc:spChg chg="del">
          <ac:chgData name="John Hu" userId="213e45b8a479442b" providerId="LiveId" clId="{D95433FB-F15C-0C48-B608-5BA9089AB91D}" dt="2022-02-25T08:09:17.126" v="1047" actId="478"/>
          <ac:spMkLst>
            <pc:docMk/>
            <pc:sldMk cId="2502023970" sldId="503"/>
            <ac:spMk id="10" creationId="{0C07BE35-9446-3942-BAE9-1EE7ED3475D9}"/>
          </ac:spMkLst>
        </pc:spChg>
        <pc:spChg chg="del">
          <ac:chgData name="John Hu" userId="213e45b8a479442b" providerId="LiveId" clId="{D95433FB-F15C-0C48-B608-5BA9089AB91D}" dt="2022-02-25T08:09:17.126" v="1047" actId="478"/>
          <ac:spMkLst>
            <pc:docMk/>
            <pc:sldMk cId="2502023970" sldId="503"/>
            <ac:spMk id="12" creationId="{C2E02533-6BB9-8B42-904D-0AC5DF288CFD}"/>
          </ac:spMkLst>
        </pc:spChg>
        <pc:spChg chg="del">
          <ac:chgData name="John Hu" userId="213e45b8a479442b" providerId="LiveId" clId="{D95433FB-F15C-0C48-B608-5BA9089AB91D}" dt="2022-02-25T08:09:17.126" v="1047" actId="478"/>
          <ac:spMkLst>
            <pc:docMk/>
            <pc:sldMk cId="2502023970" sldId="503"/>
            <ac:spMk id="33" creationId="{BDFBA113-8EEC-4373-83B4-090F7D999D0D}"/>
          </ac:spMkLst>
        </pc:spChg>
        <pc:graphicFrameChg chg="del">
          <ac:chgData name="John Hu" userId="213e45b8a479442b" providerId="LiveId" clId="{D95433FB-F15C-0C48-B608-5BA9089AB91D}" dt="2022-02-25T08:09:17.126" v="1047" actId="478"/>
          <ac:graphicFrameMkLst>
            <pc:docMk/>
            <pc:sldMk cId="2502023970" sldId="503"/>
            <ac:graphicFrameMk id="37" creationId="{7AD2E580-3B83-456A-AE90-7FFF73FC1DE5}"/>
          </ac:graphicFrameMkLst>
        </pc:graphicFrameChg>
        <pc:picChg chg="add mod">
          <ac:chgData name="John Hu" userId="213e45b8a479442b" providerId="LiveId" clId="{D95433FB-F15C-0C48-B608-5BA9089AB91D}" dt="2022-02-25T08:09:40.839" v="1052" actId="1076"/>
          <ac:picMkLst>
            <pc:docMk/>
            <pc:sldMk cId="2502023970" sldId="503"/>
            <ac:picMk id="9" creationId="{4B7ED5DA-CD7F-C441-A16D-C3AA9C64E55F}"/>
          </ac:picMkLst>
        </pc:picChg>
      </pc:sldChg>
      <pc:sldChg chg="modSp add mod">
        <pc:chgData name="John Hu" userId="213e45b8a479442b" providerId="LiveId" clId="{D95433FB-F15C-0C48-B608-5BA9089AB91D}" dt="2022-02-25T08:10:44.357" v="1067" actId="14100"/>
        <pc:sldMkLst>
          <pc:docMk/>
          <pc:sldMk cId="3806440194" sldId="504"/>
        </pc:sldMkLst>
        <pc:spChg chg="mod">
          <ac:chgData name="John Hu" userId="213e45b8a479442b" providerId="LiveId" clId="{D95433FB-F15C-0C48-B608-5BA9089AB91D}" dt="2022-02-25T08:10:12.176" v="1063" actId="20577"/>
          <ac:spMkLst>
            <pc:docMk/>
            <pc:sldMk cId="3806440194" sldId="504"/>
            <ac:spMk id="8" creationId="{36177B38-43AB-4398-968B-448F8F0E5F49}"/>
          </ac:spMkLst>
        </pc:spChg>
        <pc:spChg chg="mod">
          <ac:chgData name="John Hu" userId="213e45b8a479442b" providerId="LiveId" clId="{D95433FB-F15C-0C48-B608-5BA9089AB91D}" dt="2022-02-25T08:10:44.357" v="1067" actId="14100"/>
          <ac:spMkLst>
            <pc:docMk/>
            <pc:sldMk cId="3806440194" sldId="504"/>
            <ac:spMk id="9" creationId="{95B65772-ADDB-954F-AF50-77CE84F521D4}"/>
          </ac:spMkLst>
        </pc:spChg>
      </pc:sldChg>
      <pc:sldChg chg="addSp delSp modSp mod">
        <pc:chgData name="John Hu" userId="213e45b8a479442b" providerId="LiveId" clId="{D95433FB-F15C-0C48-B608-5BA9089AB91D}" dt="2022-02-28T06:33:18.781" v="1193" actId="478"/>
        <pc:sldMkLst>
          <pc:docMk/>
          <pc:sldMk cId="3483693269" sldId="507"/>
        </pc:sldMkLst>
        <pc:spChg chg="mod">
          <ac:chgData name="John Hu" userId="213e45b8a479442b" providerId="LiveId" clId="{D95433FB-F15C-0C48-B608-5BA9089AB91D}" dt="2022-02-28T06:32:22.537" v="1169" actId="2711"/>
          <ac:spMkLst>
            <pc:docMk/>
            <pc:sldMk cId="3483693269" sldId="507"/>
            <ac:spMk id="4" creationId="{E4051928-79EE-412F-85BA-700C365D2861}"/>
          </ac:spMkLst>
        </pc:spChg>
        <pc:spChg chg="add mod">
          <ac:chgData name="John Hu" userId="213e45b8a479442b" providerId="LiveId" clId="{D95433FB-F15C-0C48-B608-5BA9089AB91D}" dt="2022-02-28T06:32:29.636" v="1172" actId="1035"/>
          <ac:spMkLst>
            <pc:docMk/>
            <pc:sldMk cId="3483693269" sldId="507"/>
            <ac:spMk id="6" creationId="{D2A9DCA8-4666-A049-8E57-40FC6D862267}"/>
          </ac:spMkLst>
        </pc:spChg>
        <pc:spChg chg="add del mod">
          <ac:chgData name="John Hu" userId="213e45b8a479442b" providerId="LiveId" clId="{D95433FB-F15C-0C48-B608-5BA9089AB91D}" dt="2022-02-28T06:29:04.536" v="1145" actId="478"/>
          <ac:spMkLst>
            <pc:docMk/>
            <pc:sldMk cId="3483693269" sldId="507"/>
            <ac:spMk id="9" creationId="{902646B9-1E1B-9D49-8711-FEF2E98E83B7}"/>
          </ac:spMkLst>
        </pc:spChg>
        <pc:spChg chg="add del mod">
          <ac:chgData name="John Hu" userId="213e45b8a479442b" providerId="LiveId" clId="{D95433FB-F15C-0C48-B608-5BA9089AB91D}" dt="2022-02-28T06:33:18.781" v="1193" actId="478"/>
          <ac:spMkLst>
            <pc:docMk/>
            <pc:sldMk cId="3483693269" sldId="507"/>
            <ac:spMk id="10" creationId="{A7421734-F131-904C-9276-91919FF06795}"/>
          </ac:spMkLst>
        </pc:spChg>
        <pc:graphicFrameChg chg="add del mod modGraphic">
          <ac:chgData name="John Hu" userId="213e45b8a479442b" providerId="LiveId" clId="{D95433FB-F15C-0C48-B608-5BA9089AB91D}" dt="2022-02-28T06:31:34.983" v="1153"/>
          <ac:graphicFrameMkLst>
            <pc:docMk/>
            <pc:sldMk cId="3483693269" sldId="507"/>
            <ac:graphicFrameMk id="3" creationId="{5F1CCE4A-B5BC-D448-9F68-13AEB5FC650F}"/>
          </ac:graphicFrameMkLst>
        </pc:graphicFrameChg>
        <pc:graphicFrameChg chg="add mod modGraphic">
          <ac:chgData name="John Hu" userId="213e45b8a479442b" providerId="LiveId" clId="{D95433FB-F15C-0C48-B608-5BA9089AB91D}" dt="2022-02-28T06:32:53.224" v="1186" actId="20577"/>
          <ac:graphicFrameMkLst>
            <pc:docMk/>
            <pc:sldMk cId="3483693269" sldId="507"/>
            <ac:graphicFrameMk id="5" creationId="{7E36BC2A-8A69-7B45-8C11-48E42D3B722B}"/>
          </ac:graphicFrameMkLst>
        </pc:graphicFrameChg>
        <pc:graphicFrameChg chg="add mod modGraphic">
          <ac:chgData name="John Hu" userId="213e45b8a479442b" providerId="LiveId" clId="{D95433FB-F15C-0C48-B608-5BA9089AB91D}" dt="2022-02-28T06:33:14.405" v="1191" actId="1036"/>
          <ac:graphicFrameMkLst>
            <pc:docMk/>
            <pc:sldMk cId="3483693269" sldId="507"/>
            <ac:graphicFrameMk id="7" creationId="{2A670024-BC73-C14A-BF46-7D02D71EE3F2}"/>
          </ac:graphicFrameMkLst>
        </pc:graphicFrameChg>
      </pc:sldChg>
      <pc:sldChg chg="addSp delSp modSp add mod modAnim">
        <pc:chgData name="John Hu" userId="213e45b8a479442b" providerId="LiveId" clId="{D95433FB-F15C-0C48-B608-5BA9089AB91D}" dt="2022-02-28T06:36:50.221" v="1272"/>
        <pc:sldMkLst>
          <pc:docMk/>
          <pc:sldMk cId="1216721642" sldId="508"/>
        </pc:sldMkLst>
        <pc:spChg chg="mod">
          <ac:chgData name="John Hu" userId="213e45b8a479442b" providerId="LiveId" clId="{D95433FB-F15C-0C48-B608-5BA9089AB91D}" dt="2022-02-28T06:34:44.032" v="1207"/>
          <ac:spMkLst>
            <pc:docMk/>
            <pc:sldMk cId="1216721642" sldId="508"/>
            <ac:spMk id="4" creationId="{E4051928-79EE-412F-85BA-700C365D2861}"/>
          </ac:spMkLst>
        </pc:spChg>
        <pc:spChg chg="mod">
          <ac:chgData name="John Hu" userId="213e45b8a479442b" providerId="LiveId" clId="{D95433FB-F15C-0C48-B608-5BA9089AB91D}" dt="2022-02-28T06:34:54.061" v="1208" actId="1076"/>
          <ac:spMkLst>
            <pc:docMk/>
            <pc:sldMk cId="1216721642" sldId="508"/>
            <ac:spMk id="6" creationId="{D2A9DCA8-4666-A049-8E57-40FC6D862267}"/>
          </ac:spMkLst>
        </pc:spChg>
        <pc:spChg chg="add del">
          <ac:chgData name="John Hu" userId="213e45b8a479442b" providerId="LiveId" clId="{D95433FB-F15C-0C48-B608-5BA9089AB91D}" dt="2022-02-28T06:35:19.774" v="1214" actId="22"/>
          <ac:spMkLst>
            <pc:docMk/>
            <pc:sldMk cId="1216721642" sldId="508"/>
            <ac:spMk id="10" creationId="{7DC83929-FB7B-8B45-8A10-95D5FAF302DB}"/>
          </ac:spMkLst>
        </pc:spChg>
        <pc:spChg chg="add mod">
          <ac:chgData name="John Hu" userId="213e45b8a479442b" providerId="LiveId" clId="{D95433FB-F15C-0C48-B608-5BA9089AB91D}" dt="2022-02-28T06:36:41.759" v="1271" actId="14100"/>
          <ac:spMkLst>
            <pc:docMk/>
            <pc:sldMk cId="1216721642" sldId="508"/>
            <ac:spMk id="12" creationId="{2120B30D-7FB1-884D-A318-39D41CFF88B5}"/>
          </ac:spMkLst>
        </pc:spChg>
        <pc:graphicFrameChg chg="del">
          <ac:chgData name="John Hu" userId="213e45b8a479442b" providerId="LiveId" clId="{D95433FB-F15C-0C48-B608-5BA9089AB91D}" dt="2022-02-28T06:35:01.052" v="1211" actId="478"/>
          <ac:graphicFrameMkLst>
            <pc:docMk/>
            <pc:sldMk cId="1216721642" sldId="508"/>
            <ac:graphicFrameMk id="5" creationId="{7E36BC2A-8A69-7B45-8C11-48E42D3B722B}"/>
          </ac:graphicFrameMkLst>
        </pc:graphicFrameChg>
        <pc:graphicFrameChg chg="del modGraphic">
          <ac:chgData name="John Hu" userId="213e45b8a479442b" providerId="LiveId" clId="{D95433FB-F15C-0C48-B608-5BA9089AB91D}" dt="2022-02-28T06:34:58.567" v="1210" actId="478"/>
          <ac:graphicFrameMkLst>
            <pc:docMk/>
            <pc:sldMk cId="1216721642" sldId="508"/>
            <ac:graphicFrameMk id="7" creationId="{2A670024-BC73-C14A-BF46-7D02D71EE3F2}"/>
          </ac:graphicFrameMkLst>
        </pc:graphicFrameChg>
        <pc:graphicFrameChg chg="add mod modGraphic">
          <ac:chgData name="John Hu" userId="213e45b8a479442b" providerId="LiveId" clId="{D95433FB-F15C-0C48-B608-5BA9089AB91D}" dt="2022-02-28T06:35:56.351" v="1222" actId="1076"/>
          <ac:graphicFrameMkLst>
            <pc:docMk/>
            <pc:sldMk cId="1216721642" sldId="508"/>
            <ac:graphicFrameMk id="9" creationId="{C97457DC-76DB-F649-AC8D-461E176D1DEC}"/>
          </ac:graphicFrameMkLst>
        </pc:graphicFrameChg>
      </pc:sldChg>
      <pc:sldChg chg="addSp delSp modSp add mod delAnim modAnim">
        <pc:chgData name="John Hu" userId="213e45b8a479442b" providerId="LiveId" clId="{D95433FB-F15C-0C48-B608-5BA9089AB91D}" dt="2022-02-28T07:07:15.342" v="1479" actId="20577"/>
        <pc:sldMkLst>
          <pc:docMk/>
          <pc:sldMk cId="2912750093" sldId="509"/>
        </pc:sldMkLst>
        <pc:spChg chg="add del mod">
          <ac:chgData name="John Hu" userId="213e45b8a479442b" providerId="LiveId" clId="{D95433FB-F15C-0C48-B608-5BA9089AB91D}" dt="2022-02-28T06:45:26.567" v="1399" actId="767"/>
          <ac:spMkLst>
            <pc:docMk/>
            <pc:sldMk cId="2912750093" sldId="509"/>
            <ac:spMk id="3" creationId="{56A970DF-3556-354C-9CA4-CA7988F8D6E4}"/>
          </ac:spMkLst>
        </pc:spChg>
        <pc:spChg chg="mod">
          <ac:chgData name="John Hu" userId="213e45b8a479442b" providerId="LiveId" clId="{D95433FB-F15C-0C48-B608-5BA9089AB91D}" dt="2022-02-28T06:38:03.306" v="1274" actId="20577"/>
          <ac:spMkLst>
            <pc:docMk/>
            <pc:sldMk cId="2912750093" sldId="509"/>
            <ac:spMk id="4" creationId="{E4051928-79EE-412F-85BA-700C365D2861}"/>
          </ac:spMkLst>
        </pc:spChg>
        <pc:spChg chg="mod">
          <ac:chgData name="John Hu" userId="213e45b8a479442b" providerId="LiveId" clId="{D95433FB-F15C-0C48-B608-5BA9089AB91D}" dt="2022-02-28T06:38:15.408" v="1294" actId="20577"/>
          <ac:spMkLst>
            <pc:docMk/>
            <pc:sldMk cId="2912750093" sldId="509"/>
            <ac:spMk id="6" creationId="{D2A9DCA8-4666-A049-8E57-40FC6D862267}"/>
          </ac:spMkLst>
        </pc:spChg>
        <pc:spChg chg="add mod">
          <ac:chgData name="John Hu" userId="213e45b8a479442b" providerId="LiveId" clId="{D95433FB-F15C-0C48-B608-5BA9089AB91D}" dt="2022-02-28T06:43:38.977" v="1358" actId="20577"/>
          <ac:spMkLst>
            <pc:docMk/>
            <pc:sldMk cId="2912750093" sldId="509"/>
            <ac:spMk id="10" creationId="{D5153BA0-BED8-DD4F-AEE8-1E56788005EC}"/>
          </ac:spMkLst>
        </pc:spChg>
        <pc:spChg chg="del">
          <ac:chgData name="John Hu" userId="213e45b8a479442b" providerId="LiveId" clId="{D95433FB-F15C-0C48-B608-5BA9089AB91D}" dt="2022-02-28T06:38:18.623" v="1295" actId="478"/>
          <ac:spMkLst>
            <pc:docMk/>
            <pc:sldMk cId="2912750093" sldId="509"/>
            <ac:spMk id="12" creationId="{2120B30D-7FB1-884D-A318-39D41CFF88B5}"/>
          </ac:spMkLst>
        </pc:spChg>
        <pc:spChg chg="add mod">
          <ac:chgData name="John Hu" userId="213e45b8a479442b" providerId="LiveId" clId="{D95433FB-F15C-0C48-B608-5BA9089AB91D}" dt="2022-02-28T07:07:15.342" v="1479" actId="20577"/>
          <ac:spMkLst>
            <pc:docMk/>
            <pc:sldMk cId="2912750093" sldId="509"/>
            <ac:spMk id="14" creationId="{C1740E59-EDA5-7746-9349-A230688F811A}"/>
          </ac:spMkLst>
        </pc:spChg>
        <pc:graphicFrameChg chg="mod modGraphic">
          <ac:chgData name="John Hu" userId="213e45b8a479442b" providerId="LiveId" clId="{D95433FB-F15C-0C48-B608-5BA9089AB91D}" dt="2022-02-28T06:43:19.778" v="1325" actId="14100"/>
          <ac:graphicFrameMkLst>
            <pc:docMk/>
            <pc:sldMk cId="2912750093" sldId="509"/>
            <ac:graphicFrameMk id="9" creationId="{C97457DC-76DB-F649-AC8D-461E176D1DEC}"/>
          </ac:graphicFrameMkLst>
        </pc:graphicFrameChg>
        <pc:graphicFrameChg chg="add mod modGraphic">
          <ac:chgData name="John Hu" userId="213e45b8a479442b" providerId="LiveId" clId="{D95433FB-F15C-0C48-B608-5BA9089AB91D}" dt="2022-02-28T06:44:29.501" v="1393" actId="1035"/>
          <ac:graphicFrameMkLst>
            <pc:docMk/>
            <pc:sldMk cId="2912750093" sldId="509"/>
            <ac:graphicFrameMk id="11" creationId="{E7D88BC5-078E-6D45-80CF-4298E44EA029}"/>
          </ac:graphicFrameMkLst>
        </pc:graphicFrameChg>
      </pc:sldChg>
      <pc:sldChg chg="modSp add mod ord">
        <pc:chgData name="John Hu" userId="213e45b8a479442b" providerId="LiveId" clId="{D95433FB-F15C-0C48-B608-5BA9089AB91D}" dt="2022-02-28T06:41:27.777" v="1309" actId="20578"/>
        <pc:sldMkLst>
          <pc:docMk/>
          <pc:sldMk cId="3721651617" sldId="510"/>
        </pc:sldMkLst>
        <pc:graphicFrameChg chg="modGraphic">
          <ac:chgData name="John Hu" userId="213e45b8a479442b" providerId="LiveId" clId="{D95433FB-F15C-0C48-B608-5BA9089AB91D}" dt="2022-02-28T06:41:24.303" v="1308" actId="2165"/>
          <ac:graphicFrameMkLst>
            <pc:docMk/>
            <pc:sldMk cId="3721651617" sldId="510"/>
            <ac:graphicFrameMk id="9" creationId="{C97457DC-76DB-F649-AC8D-461E176D1DEC}"/>
          </ac:graphicFrameMkLst>
        </pc:graphicFrameChg>
      </pc:sldChg>
      <pc:sldChg chg="addSp delSp modSp add mod modAnim">
        <pc:chgData name="John Hu" userId="213e45b8a479442b" providerId="LiveId" clId="{D95433FB-F15C-0C48-B608-5BA9089AB91D}" dt="2022-02-28T13:24:04.631" v="1663" actId="20577"/>
        <pc:sldMkLst>
          <pc:docMk/>
          <pc:sldMk cId="883601892" sldId="511"/>
        </pc:sldMkLst>
        <pc:spChg chg="del">
          <ac:chgData name="John Hu" userId="213e45b8a479442b" providerId="LiveId" clId="{D95433FB-F15C-0C48-B608-5BA9089AB91D}" dt="2022-02-28T07:08:33.742" v="1496" actId="478"/>
          <ac:spMkLst>
            <pc:docMk/>
            <pc:sldMk cId="883601892" sldId="511"/>
            <ac:spMk id="4" creationId="{E4051928-79EE-412F-85BA-700C365D2861}"/>
          </ac:spMkLst>
        </pc:spChg>
        <pc:spChg chg="del">
          <ac:chgData name="John Hu" userId="213e45b8a479442b" providerId="LiveId" clId="{D95433FB-F15C-0C48-B608-5BA9089AB91D}" dt="2022-02-28T07:08:31.556" v="1495" actId="478"/>
          <ac:spMkLst>
            <pc:docMk/>
            <pc:sldMk cId="883601892" sldId="511"/>
            <ac:spMk id="6" creationId="{D2A9DCA8-4666-A049-8E57-40FC6D862267}"/>
          </ac:spMkLst>
        </pc:spChg>
        <pc:spChg chg="mod">
          <ac:chgData name="John Hu" userId="213e45b8a479442b" providerId="LiveId" clId="{D95433FB-F15C-0C48-B608-5BA9089AB91D}" dt="2022-02-28T07:08:21.688" v="1494" actId="20577"/>
          <ac:spMkLst>
            <pc:docMk/>
            <pc:sldMk cId="883601892" sldId="511"/>
            <ac:spMk id="8" creationId="{36177B38-43AB-4398-968B-448F8F0E5F49}"/>
          </ac:spMkLst>
        </pc:spChg>
        <pc:spChg chg="del">
          <ac:chgData name="John Hu" userId="213e45b8a479442b" providerId="LiveId" clId="{D95433FB-F15C-0C48-B608-5BA9089AB91D}" dt="2022-02-28T07:08:31.556" v="1495" actId="478"/>
          <ac:spMkLst>
            <pc:docMk/>
            <pc:sldMk cId="883601892" sldId="511"/>
            <ac:spMk id="10" creationId="{D5153BA0-BED8-DD4F-AEE8-1E56788005EC}"/>
          </ac:spMkLst>
        </pc:spChg>
        <pc:spChg chg="del">
          <ac:chgData name="John Hu" userId="213e45b8a479442b" providerId="LiveId" clId="{D95433FB-F15C-0C48-B608-5BA9089AB91D}" dt="2022-02-28T07:08:31.556" v="1495" actId="478"/>
          <ac:spMkLst>
            <pc:docMk/>
            <pc:sldMk cId="883601892" sldId="511"/>
            <ac:spMk id="14" creationId="{C1740E59-EDA5-7746-9349-A230688F811A}"/>
          </ac:spMkLst>
        </pc:spChg>
        <pc:spChg chg="add mod">
          <ac:chgData name="John Hu" userId="213e45b8a479442b" providerId="LiveId" clId="{D95433FB-F15C-0C48-B608-5BA9089AB91D}" dt="2022-02-28T13:24:04.631" v="1663" actId="20577"/>
          <ac:spMkLst>
            <pc:docMk/>
            <pc:sldMk cId="883601892" sldId="511"/>
            <ac:spMk id="15" creationId="{06E0FABE-3F3A-A846-B863-5A49E39B57F3}"/>
          </ac:spMkLst>
        </pc:spChg>
        <pc:graphicFrameChg chg="del">
          <ac:chgData name="John Hu" userId="213e45b8a479442b" providerId="LiveId" clId="{D95433FB-F15C-0C48-B608-5BA9089AB91D}" dt="2022-02-28T07:08:31.556" v="1495" actId="478"/>
          <ac:graphicFrameMkLst>
            <pc:docMk/>
            <pc:sldMk cId="883601892" sldId="511"/>
            <ac:graphicFrameMk id="9" creationId="{C97457DC-76DB-F649-AC8D-461E176D1DEC}"/>
          </ac:graphicFrameMkLst>
        </pc:graphicFrameChg>
        <pc:graphicFrameChg chg="del">
          <ac:chgData name="John Hu" userId="213e45b8a479442b" providerId="LiveId" clId="{D95433FB-F15C-0C48-B608-5BA9089AB91D}" dt="2022-02-28T07:08:31.556" v="1495" actId="478"/>
          <ac:graphicFrameMkLst>
            <pc:docMk/>
            <pc:sldMk cId="883601892" sldId="511"/>
            <ac:graphicFrameMk id="11" creationId="{E7D88BC5-078E-6D45-80CF-4298E44EA029}"/>
          </ac:graphicFrameMkLst>
        </pc:graphicFrameChg>
        <pc:picChg chg="add mod">
          <ac:chgData name="John Hu" userId="213e45b8a479442b" providerId="LiveId" clId="{D95433FB-F15C-0C48-B608-5BA9089AB91D}" dt="2022-02-28T12:01:07.527" v="1499"/>
          <ac:picMkLst>
            <pc:docMk/>
            <pc:sldMk cId="883601892" sldId="511"/>
            <ac:picMk id="3" creationId="{3E5B0114-3875-CF47-901F-1724E6B51FF0}"/>
          </ac:picMkLst>
        </pc:picChg>
      </pc:sldChg>
      <pc:sldChg chg="modSp add mod">
        <pc:chgData name="John Hu" userId="213e45b8a479442b" providerId="LiveId" clId="{D95433FB-F15C-0C48-B608-5BA9089AB91D}" dt="2022-03-01T02:30:12.720" v="1755" actId="20577"/>
        <pc:sldMkLst>
          <pc:docMk/>
          <pc:sldMk cId="1001148925" sldId="512"/>
        </pc:sldMkLst>
        <pc:spChg chg="mod">
          <ac:chgData name="John Hu" userId="213e45b8a479442b" providerId="LiveId" clId="{D95433FB-F15C-0C48-B608-5BA9089AB91D}" dt="2022-03-01T02:30:12.720" v="1755" actId="20577"/>
          <ac:spMkLst>
            <pc:docMk/>
            <pc:sldMk cId="1001148925" sldId="512"/>
            <ac:spMk id="15" creationId="{06E0FABE-3F3A-A846-B863-5A49E39B57F3}"/>
          </ac:spMkLst>
        </pc:spChg>
      </pc:sldChg>
      <pc:sldChg chg="modSp mod">
        <pc:chgData name="John Hu" userId="213e45b8a479442b" providerId="LiveId" clId="{D95433FB-F15C-0C48-B608-5BA9089AB91D}" dt="2022-03-01T02:54:28.840" v="1770" actId="20577"/>
        <pc:sldMkLst>
          <pc:docMk/>
          <pc:sldMk cId="3726421897" sldId="513"/>
        </pc:sldMkLst>
        <pc:spChg chg="mod">
          <ac:chgData name="John Hu" userId="213e45b8a479442b" providerId="LiveId" clId="{D95433FB-F15C-0C48-B608-5BA9089AB91D}" dt="2022-03-01T02:54:28.840" v="1770" actId="20577"/>
          <ac:spMkLst>
            <pc:docMk/>
            <pc:sldMk cId="3726421897" sldId="513"/>
            <ac:spMk id="15" creationId="{06E0FABE-3F3A-A846-B863-5A49E39B57F3}"/>
          </ac:spMkLst>
        </pc:spChg>
      </pc:sldChg>
      <pc:sldChg chg="modSp mod">
        <pc:chgData name="John Hu" userId="213e45b8a479442b" providerId="LiveId" clId="{D95433FB-F15C-0C48-B608-5BA9089AB91D}" dt="2022-03-01T01:57:35.699" v="1743" actId="20577"/>
        <pc:sldMkLst>
          <pc:docMk/>
          <pc:sldMk cId="1610846766" sldId="514"/>
        </pc:sldMkLst>
        <pc:spChg chg="mod">
          <ac:chgData name="John Hu" userId="213e45b8a479442b" providerId="LiveId" clId="{D95433FB-F15C-0C48-B608-5BA9089AB91D}" dt="2022-03-01T01:57:35.699" v="1743" actId="20577"/>
          <ac:spMkLst>
            <pc:docMk/>
            <pc:sldMk cId="1610846766" sldId="514"/>
            <ac:spMk id="6" creationId="{41030CB7-09CD-4D65-AFC0-92183B1414E7}"/>
          </ac:spMkLst>
        </pc:spChg>
      </pc:sldChg>
    </pc:docChg>
  </pc:docChgLst>
  <pc:docChgLst>
    <pc:chgData userId="213e45b8a479442b" providerId="LiveId" clId="{0C2797AA-115E-404E-8A4E-088081DE6C30}"/>
    <pc:docChg chg="undo custSel addSld delSld modSld sldOrd modMainMaster">
      <pc:chgData name="" userId="213e45b8a479442b" providerId="LiveId" clId="{0C2797AA-115E-404E-8A4E-088081DE6C30}" dt="2022-03-04T03:04:22.076" v="7802" actId="404"/>
      <pc:docMkLst>
        <pc:docMk/>
      </pc:docMkLst>
      <pc:sldChg chg="modSp">
        <pc:chgData name="" userId="213e45b8a479442b" providerId="LiveId" clId="{0C2797AA-115E-404E-8A4E-088081DE6C30}" dt="2022-02-15T12:25:15.317" v="249" actId="113"/>
        <pc:sldMkLst>
          <pc:docMk/>
          <pc:sldMk cId="1475978079" sldId="423"/>
        </pc:sldMkLst>
        <pc:spChg chg="mod">
          <ac:chgData name="" userId="213e45b8a479442b" providerId="LiveId" clId="{0C2797AA-115E-404E-8A4E-088081DE6C30}" dt="2022-02-15T12:25:15.317" v="249" actId="113"/>
          <ac:spMkLst>
            <pc:docMk/>
            <pc:sldMk cId="1475978079" sldId="423"/>
            <ac:spMk id="2" creationId="{5888EE31-F44C-4034-8407-4C756F65702C}"/>
          </ac:spMkLst>
        </pc:spChg>
        <pc:spChg chg="mod">
          <ac:chgData name="" userId="213e45b8a479442b" providerId="LiveId" clId="{0C2797AA-115E-404E-8A4E-088081DE6C30}" dt="2022-02-15T12:18:21.998" v="0" actId="20577"/>
          <ac:spMkLst>
            <pc:docMk/>
            <pc:sldMk cId="1475978079" sldId="423"/>
            <ac:spMk id="3" creationId="{4A35EE34-9C2C-4E22-BF6B-F5AC30E8FD11}"/>
          </ac:spMkLst>
        </pc:spChg>
      </pc:sldChg>
      <pc:sldChg chg="addSp delSp modSp add">
        <pc:chgData name="" userId="213e45b8a479442b" providerId="LiveId" clId="{0C2797AA-115E-404E-8A4E-088081DE6C30}" dt="2022-02-25T13:55:12.824" v="7231"/>
        <pc:sldMkLst>
          <pc:docMk/>
          <pc:sldMk cId="2256634334" sldId="427"/>
        </pc:sldMkLst>
        <pc:spChg chg="add del mod">
          <ac:chgData name="" userId="213e45b8a479442b" providerId="LiveId" clId="{0C2797AA-115E-404E-8A4E-088081DE6C30}" dt="2022-02-15T12:23:11.914" v="78" actId="1035"/>
          <ac:spMkLst>
            <pc:docMk/>
            <pc:sldMk cId="2256634334" sldId="427"/>
            <ac:spMk id="2" creationId="{5888EE31-F44C-4034-8407-4C756F65702C}"/>
          </ac:spMkLst>
        </pc:spChg>
        <pc:spChg chg="del">
          <ac:chgData name="" userId="213e45b8a479442b" providerId="LiveId" clId="{0C2797AA-115E-404E-8A4E-088081DE6C30}" dt="2022-02-15T12:19:25.543" v="13" actId="478"/>
          <ac:spMkLst>
            <pc:docMk/>
            <pc:sldMk cId="2256634334" sldId="427"/>
            <ac:spMk id="3" creationId="{4A35EE34-9C2C-4E22-BF6B-F5AC30E8FD11}"/>
          </ac:spMkLst>
        </pc:spChg>
        <pc:spChg chg="add del mod">
          <ac:chgData name="" userId="213e45b8a479442b" providerId="LiveId" clId="{0C2797AA-115E-404E-8A4E-088081DE6C30}" dt="2022-02-15T12:18:56.501" v="6" actId="478"/>
          <ac:spMkLst>
            <pc:docMk/>
            <pc:sldMk cId="2256634334" sldId="427"/>
            <ac:spMk id="5" creationId="{914E5240-761F-4A46-BB0D-5EB305E53051}"/>
          </ac:spMkLst>
        </pc:spChg>
        <pc:spChg chg="add del mod">
          <ac:chgData name="" userId="213e45b8a479442b" providerId="LiveId" clId="{0C2797AA-115E-404E-8A4E-088081DE6C30}" dt="2022-02-15T12:19:28.299" v="14" actId="478"/>
          <ac:spMkLst>
            <pc:docMk/>
            <pc:sldMk cId="2256634334" sldId="427"/>
            <ac:spMk id="7" creationId="{00B247B1-BD17-4260-843D-9C2337300BDF}"/>
          </ac:spMkLst>
        </pc:spChg>
        <pc:spChg chg="add mod">
          <ac:chgData name="" userId="213e45b8a479442b" providerId="LiveId" clId="{0C2797AA-115E-404E-8A4E-088081DE6C30}" dt="2022-02-25T13:55:12.824" v="7231"/>
          <ac:spMkLst>
            <pc:docMk/>
            <pc:sldMk cId="2256634334" sldId="427"/>
            <ac:spMk id="8" creationId="{36177B38-43AB-4398-968B-448F8F0E5F49}"/>
          </ac:spMkLst>
        </pc:spChg>
      </pc:sldChg>
      <pc:sldChg chg="addSp delSp modSp add">
        <pc:chgData name="" userId="213e45b8a479442b" providerId="LiveId" clId="{0C2797AA-115E-404E-8A4E-088081DE6C30}" dt="2022-02-25T13:55:03.370" v="7230" actId="179"/>
        <pc:sldMkLst>
          <pc:docMk/>
          <pc:sldMk cId="3958866134" sldId="428"/>
        </pc:sldMkLst>
        <pc:spChg chg="add mod">
          <ac:chgData name="" userId="213e45b8a479442b" providerId="LiveId" clId="{0C2797AA-115E-404E-8A4E-088081DE6C30}" dt="2022-02-25T13:53:41.936" v="7221"/>
          <ac:spMkLst>
            <pc:docMk/>
            <pc:sldMk cId="3958866134" sldId="428"/>
            <ac:spMk id="3" creationId="{D423414B-884D-44D2-950C-D69CAF6027EC}"/>
          </ac:spMkLst>
        </pc:spChg>
        <pc:spChg chg="add mod">
          <ac:chgData name="" userId="213e45b8a479442b" providerId="LiveId" clId="{0C2797AA-115E-404E-8A4E-088081DE6C30}" dt="2022-02-25T13:54:44.305" v="7227" actId="12"/>
          <ac:spMkLst>
            <pc:docMk/>
            <pc:sldMk cId="3958866134" sldId="428"/>
            <ac:spMk id="5" creationId="{50818C01-AC85-4E74-B6C9-A4967A0A45EF}"/>
          </ac:spMkLst>
        </pc:spChg>
        <pc:spChg chg="add mod">
          <ac:chgData name="" userId="213e45b8a479442b" providerId="LiveId" clId="{0C2797AA-115E-404E-8A4E-088081DE6C30}" dt="2022-02-25T13:55:03.370" v="7230" actId="179"/>
          <ac:spMkLst>
            <pc:docMk/>
            <pc:sldMk cId="3958866134" sldId="428"/>
            <ac:spMk id="6" creationId="{EFB4A61B-1058-4112-A6CF-0FCCFD2C4035}"/>
          </ac:spMkLst>
        </pc:spChg>
        <pc:spChg chg="del mod">
          <ac:chgData name="" userId="213e45b8a479442b" providerId="LiveId" clId="{0C2797AA-115E-404E-8A4E-088081DE6C30}" dt="2022-02-15T12:25:49.909" v="253"/>
          <ac:spMkLst>
            <pc:docMk/>
            <pc:sldMk cId="3958866134" sldId="428"/>
            <ac:spMk id="8" creationId="{36177B38-43AB-4398-968B-448F8F0E5F49}"/>
          </ac:spMkLst>
        </pc:spChg>
        <pc:picChg chg="add mod">
          <ac:chgData name="" userId="213e45b8a479442b" providerId="LiveId" clId="{0C2797AA-115E-404E-8A4E-088081DE6C30}" dt="2022-02-15T12:26:01.441" v="257" actId="14100"/>
          <ac:picMkLst>
            <pc:docMk/>
            <pc:sldMk cId="3958866134" sldId="428"/>
            <ac:picMk id="4" creationId="{993D0918-0230-4AA9-98EC-50C69F59B3D0}"/>
          </ac:picMkLst>
        </pc:picChg>
      </pc:sldChg>
      <pc:sldChg chg="addSp modSp add">
        <pc:chgData name="" userId="213e45b8a479442b" providerId="LiveId" clId="{0C2797AA-115E-404E-8A4E-088081DE6C30}" dt="2022-02-25T13:53:29.762" v="7217" actId="20578"/>
        <pc:sldMkLst>
          <pc:docMk/>
          <pc:sldMk cId="2378383801" sldId="429"/>
        </pc:sldMkLst>
        <pc:spChg chg="mod">
          <ac:chgData name="" userId="213e45b8a479442b" providerId="LiveId" clId="{0C2797AA-115E-404E-8A4E-088081DE6C30}" dt="2022-02-15T12:31:17.906" v="367"/>
          <ac:spMkLst>
            <pc:docMk/>
            <pc:sldMk cId="2378383801" sldId="429"/>
            <ac:spMk id="2" creationId="{5888EE31-F44C-4034-8407-4C756F65702C}"/>
          </ac:spMkLst>
        </pc:spChg>
        <pc:spChg chg="add mod">
          <ac:chgData name="" userId="213e45b8a479442b" providerId="LiveId" clId="{0C2797AA-115E-404E-8A4E-088081DE6C30}" dt="2022-02-25T13:53:29.762" v="7217" actId="20578"/>
          <ac:spMkLst>
            <pc:docMk/>
            <pc:sldMk cId="2378383801" sldId="429"/>
            <ac:spMk id="3" creationId="{FC3DE994-F8E6-4715-916B-9859E1A19738}"/>
          </ac:spMkLst>
        </pc:spChg>
        <pc:spChg chg="add">
          <ac:chgData name="" userId="213e45b8a479442b" providerId="LiveId" clId="{0C2797AA-115E-404E-8A4E-088081DE6C30}" dt="2022-02-15T12:32:09.886" v="394"/>
          <ac:spMkLst>
            <pc:docMk/>
            <pc:sldMk cId="2378383801" sldId="429"/>
            <ac:spMk id="5" creationId="{3C6B055B-8C4C-4091-9358-A7232A340D32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6" creationId="{457E5841-C34F-485E-AA3F-FBF063EABED9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7" creationId="{AC0153D4-853F-48C3-AD95-0CB0BC07C14E}"/>
          </ac:spMkLst>
        </pc:spChg>
        <pc:spChg chg="mod">
          <ac:chgData name="" userId="213e45b8a479442b" providerId="LiveId" clId="{0C2797AA-115E-404E-8A4E-088081DE6C30}" dt="2022-02-15T15:19:19.412" v="980" actId="108"/>
          <ac:spMkLst>
            <pc:docMk/>
            <pc:sldMk cId="2378383801" sldId="429"/>
            <ac:spMk id="8" creationId="{36177B38-43AB-4398-968B-448F8F0E5F49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9" creationId="{0A73D839-F84E-4DDE-9386-DE8254720FD7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0" creationId="{DAF3CA02-D185-406E-AB95-BECC3D6EAA7C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1" creationId="{CD4E43FD-1039-45BE-AC43-9314B71446D3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2" creationId="{D4AF6F56-021C-4661-9C2F-79EB2660DE13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3" creationId="{659C7210-ED61-4AF7-8649-789B7F8081C7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4" creationId="{AF9D842C-2A16-44EF-AB0C-B493DFE7828B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5" creationId="{1652787B-BA0A-4C43-B00C-0FEAA29AFA6B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6" creationId="{1AF35748-6C86-42BD-886E-B43925BD3F19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7" creationId="{08BF6B6F-0C85-488F-8224-2833C8F2015E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8" creationId="{82480D13-59B1-4F9B-BC45-B1E92D578CF6}"/>
          </ac:spMkLst>
        </pc:spChg>
        <pc:grpChg chg="add mod">
          <ac:chgData name="" userId="213e45b8a479442b" providerId="LiveId" clId="{0C2797AA-115E-404E-8A4E-088081DE6C30}" dt="2022-02-15T15:19:59.205" v="989" actId="1036"/>
          <ac:grpSpMkLst>
            <pc:docMk/>
            <pc:sldMk cId="2378383801" sldId="429"/>
            <ac:grpSpMk id="4" creationId="{89549481-EE04-4BA5-AEC3-AF19E9AA98C5}"/>
          </ac:grpSpMkLst>
        </pc:grpChg>
      </pc:sldChg>
      <pc:sldChg chg="addSp modSp add setBg modNotesTx">
        <pc:chgData name="" userId="213e45b8a479442b" providerId="LiveId" clId="{0C2797AA-115E-404E-8A4E-088081DE6C30}" dt="2022-02-25T13:53:24.615" v="7215" actId="207"/>
        <pc:sldMkLst>
          <pc:docMk/>
          <pc:sldMk cId="392881451" sldId="431"/>
        </pc:sldMkLst>
        <pc:spChg chg="add mod">
          <ac:chgData name="" userId="213e45b8a479442b" providerId="LiveId" clId="{0C2797AA-115E-404E-8A4E-088081DE6C30}" dt="2022-02-15T15:20:20.347" v="995"/>
          <ac:spMkLst>
            <pc:docMk/>
            <pc:sldMk cId="392881451" sldId="431"/>
            <ac:spMk id="3" creationId="{4417E806-3840-419E-9024-902DA33AB89B}"/>
          </ac:spMkLst>
        </pc:spChg>
        <pc:spChg chg="mod">
          <ac:chgData name="" userId="213e45b8a479442b" providerId="LiveId" clId="{0C2797AA-115E-404E-8A4E-088081DE6C30}" dt="2022-02-25T13:53:24.615" v="7215" actId="207"/>
          <ac:spMkLst>
            <pc:docMk/>
            <pc:sldMk cId="392881451" sldId="431"/>
            <ac:spMk id="8" creationId="{36177B38-43AB-4398-968B-448F8F0E5F49}"/>
          </ac:spMkLst>
        </pc:spChg>
        <pc:grpChg chg="mod">
          <ac:chgData name="" userId="213e45b8a479442b" providerId="LiveId" clId="{0C2797AA-115E-404E-8A4E-088081DE6C30}" dt="2022-02-15T15:02:48.319" v="519" actId="1076"/>
          <ac:grpSpMkLst>
            <pc:docMk/>
            <pc:sldMk cId="392881451" sldId="431"/>
            <ac:grpSpMk id="4" creationId="{89549481-EE04-4BA5-AEC3-AF19E9AA98C5}"/>
          </ac:grpSpMkLst>
        </pc:grpChg>
      </pc:sldChg>
      <pc:sldChg chg="addSp delSp modSp add modNotesTx">
        <pc:chgData name="" userId="213e45b8a479442b" providerId="LiveId" clId="{0C2797AA-115E-404E-8A4E-088081DE6C30}" dt="2022-02-15T15:21:27.586" v="1011" actId="1076"/>
        <pc:sldMkLst>
          <pc:docMk/>
          <pc:sldMk cId="2619092239" sldId="432"/>
        </pc:sldMkLst>
        <pc:spChg chg="del">
          <ac:chgData name="" userId="213e45b8a479442b" providerId="LiveId" clId="{0C2797AA-115E-404E-8A4E-088081DE6C30}" dt="2022-02-15T15:05:32.424" v="591" actId="478"/>
          <ac:spMkLst>
            <pc:docMk/>
            <pc:sldMk cId="2619092239" sldId="432"/>
            <ac:spMk id="3" creationId="{4417E806-3840-419E-9024-902DA33AB89B}"/>
          </ac:spMkLst>
        </pc:spChg>
        <pc:spChg chg="mod">
          <ac:chgData name="" userId="213e45b8a479442b" providerId="LiveId" clId="{0C2797AA-115E-404E-8A4E-088081DE6C30}" dt="2022-02-15T15:20:40.799" v="997" actId="207"/>
          <ac:spMkLst>
            <pc:docMk/>
            <pc:sldMk cId="2619092239" sldId="432"/>
            <ac:spMk id="8" creationId="{36177B38-43AB-4398-968B-448F8F0E5F49}"/>
          </ac:spMkLst>
        </pc:spChg>
        <pc:spChg chg="add mod">
          <ac:chgData name="" userId="213e45b8a479442b" providerId="LiveId" clId="{0C2797AA-115E-404E-8A4E-088081DE6C30}" dt="2022-02-15T15:06:00.935" v="595" actId="14100"/>
          <ac:spMkLst>
            <pc:docMk/>
            <pc:sldMk cId="2619092239" sldId="432"/>
            <ac:spMk id="19" creationId="{F410D4AF-8E17-4200-8D5F-6DDFAB53A422}"/>
          </ac:spMkLst>
        </pc:spChg>
        <pc:spChg chg="add mod">
          <ac:chgData name="" userId="213e45b8a479442b" providerId="LiveId" clId="{0C2797AA-115E-404E-8A4E-088081DE6C30}" dt="2022-02-15T15:21:27.586" v="1011" actId="1076"/>
          <ac:spMkLst>
            <pc:docMk/>
            <pc:sldMk cId="2619092239" sldId="432"/>
            <ac:spMk id="21" creationId="{AFCBC14D-F67B-47AE-8E07-85957C03C58A}"/>
          </ac:spMkLst>
        </pc:spChg>
        <pc:spChg chg="add mod">
          <ac:chgData name="" userId="213e45b8a479442b" providerId="LiveId" clId="{0C2797AA-115E-404E-8A4E-088081DE6C30}" dt="2022-02-15T15:21:19.393" v="1010" actId="207"/>
          <ac:spMkLst>
            <pc:docMk/>
            <pc:sldMk cId="2619092239" sldId="432"/>
            <ac:spMk id="22" creationId="{DE60212E-D4F2-4956-9B51-EA506350B8D4}"/>
          </ac:spMkLst>
        </pc:spChg>
        <pc:grpChg chg="del">
          <ac:chgData name="" userId="213e45b8a479442b" providerId="LiveId" clId="{0C2797AA-115E-404E-8A4E-088081DE6C30}" dt="2022-02-15T15:05:27.653" v="589" actId="478"/>
          <ac:grpSpMkLst>
            <pc:docMk/>
            <pc:sldMk cId="2619092239" sldId="432"/>
            <ac:grpSpMk id="4" creationId="{89549481-EE04-4BA5-AEC3-AF19E9AA98C5}"/>
          </ac:grpSpMkLst>
        </pc:grpChg>
        <pc:graphicFrameChg chg="add mod">
          <ac:chgData name="" userId="213e45b8a479442b" providerId="LiveId" clId="{0C2797AA-115E-404E-8A4E-088081DE6C30}" dt="2022-02-15T15:21:02.762" v="1005" actId="1076"/>
          <ac:graphicFrameMkLst>
            <pc:docMk/>
            <pc:sldMk cId="2619092239" sldId="432"/>
            <ac:graphicFrameMk id="20" creationId="{7CA53AD6-C9DE-456D-826D-5EE7BD0F8932}"/>
          </ac:graphicFrameMkLst>
        </pc:graphicFrameChg>
      </pc:sldChg>
      <pc:sldChg chg="addSp delSp modSp add">
        <pc:chgData name="" userId="213e45b8a479442b" providerId="LiveId" clId="{0C2797AA-115E-404E-8A4E-088081DE6C30}" dt="2022-02-15T15:22:17.886" v="1034" actId="1076"/>
        <pc:sldMkLst>
          <pc:docMk/>
          <pc:sldMk cId="237209280" sldId="433"/>
        </pc:sldMkLst>
        <pc:spChg chg="mod">
          <ac:chgData name="" userId="213e45b8a479442b" providerId="LiveId" clId="{0C2797AA-115E-404E-8A4E-088081DE6C30}" dt="2022-02-15T15:10:16.094" v="715"/>
          <ac:spMkLst>
            <pc:docMk/>
            <pc:sldMk cId="237209280" sldId="433"/>
            <ac:spMk id="2" creationId="{5888EE31-F44C-4034-8407-4C756F65702C}"/>
          </ac:spMkLst>
        </pc:spChg>
        <pc:spChg chg="add del mod">
          <ac:chgData name="" userId="213e45b8a479442b" providerId="LiveId" clId="{0C2797AA-115E-404E-8A4E-088081DE6C30}" dt="2022-02-15T15:14:06.718" v="792" actId="14100"/>
          <ac:spMkLst>
            <pc:docMk/>
            <pc:sldMk cId="237209280" sldId="433"/>
            <ac:spMk id="4" creationId="{9B409759-010E-4E37-9787-E2CB7D26B108}"/>
          </ac:spMkLst>
        </pc:spChg>
        <pc:spChg chg="add del mod">
          <ac:chgData name="" userId="213e45b8a479442b" providerId="LiveId" clId="{0C2797AA-115E-404E-8A4E-088081DE6C30}" dt="2022-02-15T15:22:10.626" v="1032" actId="478"/>
          <ac:spMkLst>
            <pc:docMk/>
            <pc:sldMk cId="237209280" sldId="433"/>
            <ac:spMk id="5" creationId="{989C8396-FF30-465C-BAFF-2C085DEEACA8}"/>
          </ac:spMkLst>
        </pc:spChg>
        <pc:spChg chg="mod">
          <ac:chgData name="" userId="213e45b8a479442b" providerId="LiveId" clId="{0C2797AA-115E-404E-8A4E-088081DE6C30}" dt="2022-02-15T15:22:06.436" v="1031" actId="20577"/>
          <ac:spMkLst>
            <pc:docMk/>
            <pc:sldMk cId="237209280" sldId="433"/>
            <ac:spMk id="8" creationId="{36177B38-43AB-4398-968B-448F8F0E5F49}"/>
          </ac:spMkLst>
        </pc:spChg>
        <pc:spChg chg="del">
          <ac:chgData name="" userId="213e45b8a479442b" providerId="LiveId" clId="{0C2797AA-115E-404E-8A4E-088081DE6C30}" dt="2022-02-15T15:11:39.623" v="729" actId="478"/>
          <ac:spMkLst>
            <pc:docMk/>
            <pc:sldMk cId="237209280" sldId="433"/>
            <ac:spMk id="19" creationId="{F410D4AF-8E17-4200-8D5F-6DDFAB53A422}"/>
          </ac:spMkLst>
        </pc:spChg>
        <pc:spChg chg="del">
          <ac:chgData name="" userId="213e45b8a479442b" providerId="LiveId" clId="{0C2797AA-115E-404E-8A4E-088081DE6C30}" dt="2022-02-15T15:10:44.261" v="724" actId="478"/>
          <ac:spMkLst>
            <pc:docMk/>
            <pc:sldMk cId="237209280" sldId="433"/>
            <ac:spMk id="21" creationId="{AFCBC14D-F67B-47AE-8E07-85957C03C58A}"/>
          </ac:spMkLst>
        </pc:spChg>
        <pc:spChg chg="del">
          <ac:chgData name="" userId="213e45b8a479442b" providerId="LiveId" clId="{0C2797AA-115E-404E-8A4E-088081DE6C30}" dt="2022-02-15T15:10:42.364" v="723" actId="478"/>
          <ac:spMkLst>
            <pc:docMk/>
            <pc:sldMk cId="237209280" sldId="433"/>
            <ac:spMk id="22" creationId="{DE60212E-D4F2-4956-9B51-EA506350B8D4}"/>
          </ac:spMkLst>
        </pc:spChg>
        <pc:graphicFrameChg chg="add mod modGraphic">
          <ac:chgData name="" userId="213e45b8a479442b" providerId="LiveId" clId="{0C2797AA-115E-404E-8A4E-088081DE6C30}" dt="2022-02-15T15:22:14.086" v="1033" actId="1076"/>
          <ac:graphicFrameMkLst>
            <pc:docMk/>
            <pc:sldMk cId="237209280" sldId="433"/>
            <ac:graphicFrameMk id="3" creationId="{BC627892-6979-4AA4-8455-5E7874F9BCFE}"/>
          </ac:graphicFrameMkLst>
        </pc:graphicFrameChg>
        <pc:graphicFrameChg chg="add mod modGraphic">
          <ac:chgData name="" userId="213e45b8a479442b" providerId="LiveId" clId="{0C2797AA-115E-404E-8A4E-088081DE6C30}" dt="2022-02-15T15:22:17.886" v="1034" actId="1076"/>
          <ac:graphicFrameMkLst>
            <pc:docMk/>
            <pc:sldMk cId="237209280" sldId="433"/>
            <ac:graphicFrameMk id="11" creationId="{D3EF3E7A-0228-415B-8744-85FFCA2EF54B}"/>
          </ac:graphicFrameMkLst>
        </pc:graphicFrameChg>
        <pc:graphicFrameChg chg="del">
          <ac:chgData name="" userId="213e45b8a479442b" providerId="LiveId" clId="{0C2797AA-115E-404E-8A4E-088081DE6C30}" dt="2022-02-15T15:10:33.537" v="716" actId="478"/>
          <ac:graphicFrameMkLst>
            <pc:docMk/>
            <pc:sldMk cId="237209280" sldId="433"/>
            <ac:graphicFrameMk id="20" creationId="{7CA53AD6-C9DE-456D-826D-5EE7BD0F8932}"/>
          </ac:graphicFrameMkLst>
        </pc:graphicFrameChg>
        <pc:picChg chg="add mod">
          <ac:chgData name="" userId="213e45b8a479442b" providerId="LiveId" clId="{0C2797AA-115E-404E-8A4E-088081DE6C30}" dt="2022-02-15T15:16:44.402" v="904" actId="1076"/>
          <ac:picMkLst>
            <pc:docMk/>
            <pc:sldMk cId="237209280" sldId="433"/>
            <ac:picMk id="9" creationId="{A0055E2C-EE07-4B8A-A610-CF99C183B570}"/>
          </ac:picMkLst>
        </pc:picChg>
        <pc:picChg chg="add mod">
          <ac:chgData name="" userId="213e45b8a479442b" providerId="LiveId" clId="{0C2797AA-115E-404E-8A4E-088081DE6C30}" dt="2022-02-15T15:18:43.246" v="976" actId="1076"/>
          <ac:picMkLst>
            <pc:docMk/>
            <pc:sldMk cId="237209280" sldId="433"/>
            <ac:picMk id="13" creationId="{FA6FB8EC-6032-4C05-8701-B5CC791FF071}"/>
          </ac:picMkLst>
        </pc:picChg>
      </pc:sldChg>
      <pc:sldChg chg="addSp delSp modSp add setBg addAnim delAnim modAnim">
        <pc:chgData name="" userId="213e45b8a479442b" providerId="LiveId" clId="{0C2797AA-115E-404E-8A4E-088081DE6C30}" dt="2022-02-25T13:52:57.951" v="7212" actId="14100"/>
        <pc:sldMkLst>
          <pc:docMk/>
          <pc:sldMk cId="3018839193" sldId="434"/>
        </pc:sldMkLst>
        <pc:spChg chg="del">
          <ac:chgData name="" userId="213e45b8a479442b" providerId="LiveId" clId="{0C2797AA-115E-404E-8A4E-088081DE6C30}" dt="2022-02-15T15:22:56.283" v="1036" actId="478"/>
          <ac:spMkLst>
            <pc:docMk/>
            <pc:sldMk cId="3018839193" sldId="434"/>
            <ac:spMk id="4" creationId="{9B409759-010E-4E37-9787-E2CB7D26B108}"/>
          </ac:spMkLst>
        </pc:spChg>
        <pc:spChg chg="add mod">
          <ac:chgData name="" userId="213e45b8a479442b" providerId="LiveId" clId="{0C2797AA-115E-404E-8A4E-088081DE6C30}" dt="2022-02-15T15:37:07.949" v="1229" actId="1035"/>
          <ac:spMkLst>
            <pc:docMk/>
            <pc:sldMk cId="3018839193" sldId="434"/>
            <ac:spMk id="7" creationId="{79093733-1E11-495E-A473-E0940155AE28}"/>
          </ac:spMkLst>
        </pc:spChg>
        <pc:spChg chg="del">
          <ac:chgData name="" userId="213e45b8a479442b" providerId="LiveId" clId="{0C2797AA-115E-404E-8A4E-088081DE6C30}" dt="2022-02-15T15:22:56.283" v="1036" actId="478"/>
          <ac:spMkLst>
            <pc:docMk/>
            <pc:sldMk cId="3018839193" sldId="434"/>
            <ac:spMk id="8" creationId="{36177B38-43AB-4398-968B-448F8F0E5F49}"/>
          </ac:spMkLst>
        </pc:spChg>
        <pc:spChg chg="add mod">
          <ac:chgData name="" userId="213e45b8a479442b" providerId="LiveId" clId="{0C2797AA-115E-404E-8A4E-088081DE6C30}" dt="2022-02-25T13:52:41.084" v="7207" actId="404"/>
          <ac:spMkLst>
            <pc:docMk/>
            <pc:sldMk cId="3018839193" sldId="434"/>
            <ac:spMk id="10" creationId="{F37FA604-4B9C-4EC5-8BEF-A4803280DBDC}"/>
          </ac:spMkLst>
        </pc:spChg>
        <pc:spChg chg="add del mod">
          <ac:chgData name="" userId="213e45b8a479442b" providerId="LiveId" clId="{0C2797AA-115E-404E-8A4E-088081DE6C30}" dt="2022-02-15T15:29:16.360" v="1153" actId="478"/>
          <ac:spMkLst>
            <pc:docMk/>
            <pc:sldMk cId="3018839193" sldId="434"/>
            <ac:spMk id="12" creationId="{97A6E59E-3C0F-4EBA-83D9-2CC992EB0B6D}"/>
          </ac:spMkLst>
        </pc:spChg>
        <pc:spChg chg="add del mod">
          <ac:chgData name="" userId="213e45b8a479442b" providerId="LiveId" clId="{0C2797AA-115E-404E-8A4E-088081DE6C30}" dt="2022-02-15T15:32:05.664" v="1164" actId="478"/>
          <ac:spMkLst>
            <pc:docMk/>
            <pc:sldMk cId="3018839193" sldId="434"/>
            <ac:spMk id="14" creationId="{C068CDA6-9C41-468B-AF5D-4D5A69B92614}"/>
          </ac:spMkLst>
        </pc:spChg>
        <pc:spChg chg="add mod">
          <ac:chgData name="" userId="213e45b8a479442b" providerId="LiveId" clId="{0C2797AA-115E-404E-8A4E-088081DE6C30}" dt="2022-02-15T15:36:34.918" v="1224" actId="20577"/>
          <ac:spMkLst>
            <pc:docMk/>
            <pc:sldMk cId="3018839193" sldId="434"/>
            <ac:spMk id="15" creationId="{0A28ACBB-72CD-45C5-9AB5-D610AF8C6291}"/>
          </ac:spMkLst>
        </pc:spChg>
        <pc:spChg chg="add del mod ord">
          <ac:chgData name="" userId="213e45b8a479442b" providerId="LiveId" clId="{0C2797AA-115E-404E-8A4E-088081DE6C30}" dt="2022-02-15T15:33:37.258" v="1190" actId="478"/>
          <ac:spMkLst>
            <pc:docMk/>
            <pc:sldMk cId="3018839193" sldId="434"/>
            <ac:spMk id="16" creationId="{7DC74E20-B818-4D6B-84B5-106FF8DD91D9}"/>
          </ac:spMkLst>
        </pc:spChg>
        <pc:spChg chg="add del mod">
          <ac:chgData name="" userId="213e45b8a479442b" providerId="LiveId" clId="{0C2797AA-115E-404E-8A4E-088081DE6C30}" dt="2022-02-15T15:29:15.003" v="1152" actId="478"/>
          <ac:spMkLst>
            <pc:docMk/>
            <pc:sldMk cId="3018839193" sldId="434"/>
            <ac:spMk id="17" creationId="{F7D28BF5-96B1-4A79-A7D1-FB051CFCCCC8}"/>
          </ac:spMkLst>
        </pc:spChg>
        <pc:spChg chg="add mod">
          <ac:chgData name="" userId="213e45b8a479442b" providerId="LiveId" clId="{0C2797AA-115E-404E-8A4E-088081DE6C30}" dt="2022-02-15T16:30:15.636" v="1594" actId="14100"/>
          <ac:spMkLst>
            <pc:docMk/>
            <pc:sldMk cId="3018839193" sldId="434"/>
            <ac:spMk id="19" creationId="{36CDB222-FA8F-41E1-BFA8-7EC236A0CBAB}"/>
          </ac:spMkLst>
        </pc:spChg>
        <pc:graphicFrameChg chg="del">
          <ac:chgData name="" userId="213e45b8a479442b" providerId="LiveId" clId="{0C2797AA-115E-404E-8A4E-088081DE6C30}" dt="2022-02-15T15:22:56.283" v="1036" actId="478"/>
          <ac:graphicFrameMkLst>
            <pc:docMk/>
            <pc:sldMk cId="3018839193" sldId="434"/>
            <ac:graphicFrameMk id="3" creationId="{BC627892-6979-4AA4-8455-5E7874F9BCFE}"/>
          </ac:graphicFrameMkLst>
        </pc:graphicFrameChg>
        <pc:graphicFrameChg chg="add mod modGraphic">
          <ac:chgData name="" userId="213e45b8a479442b" providerId="LiveId" clId="{0C2797AA-115E-404E-8A4E-088081DE6C30}" dt="2022-02-15T15:38:03.093" v="1243" actId="1035"/>
          <ac:graphicFrameMkLst>
            <pc:docMk/>
            <pc:sldMk cId="3018839193" sldId="434"/>
            <ac:graphicFrameMk id="5" creationId="{BF7DC955-9623-481B-B403-F7F4CA6275F4}"/>
          </ac:graphicFrameMkLst>
        </pc:graphicFrameChg>
        <pc:graphicFrameChg chg="add del mod modGraphic">
          <ac:chgData name="" userId="213e45b8a479442b" providerId="LiveId" clId="{0C2797AA-115E-404E-8A4E-088081DE6C30}" dt="2022-02-15T15:34:45.735" v="1198" actId="478"/>
          <ac:graphicFrameMkLst>
            <pc:docMk/>
            <pc:sldMk cId="3018839193" sldId="434"/>
            <ac:graphicFrameMk id="6" creationId="{D0690C64-9C47-46F2-9F05-95FF7CE9D4F6}"/>
          </ac:graphicFrameMkLst>
        </pc:graphicFrameChg>
        <pc:graphicFrameChg chg="del">
          <ac:chgData name="" userId="213e45b8a479442b" providerId="LiveId" clId="{0C2797AA-115E-404E-8A4E-088081DE6C30}" dt="2022-02-15T15:22:56.283" v="1036" actId="478"/>
          <ac:graphicFrameMkLst>
            <pc:docMk/>
            <pc:sldMk cId="3018839193" sldId="434"/>
            <ac:graphicFrameMk id="11" creationId="{D3EF3E7A-0228-415B-8744-85FFCA2EF54B}"/>
          </ac:graphicFrameMkLst>
        </pc:graphicFrameChg>
        <pc:graphicFrameChg chg="add mod modGraphic">
          <ac:chgData name="" userId="213e45b8a479442b" providerId="LiveId" clId="{0C2797AA-115E-404E-8A4E-088081DE6C30}" dt="2022-02-25T13:52:57.951" v="7212" actId="14100"/>
          <ac:graphicFrameMkLst>
            <pc:docMk/>
            <pc:sldMk cId="3018839193" sldId="434"/>
            <ac:graphicFrameMk id="18" creationId="{081C2E6D-9AA7-4E9A-9454-85B1BE6CA052}"/>
          </ac:graphicFrameMkLst>
        </pc:graphicFrameChg>
        <pc:picChg chg="del">
          <ac:chgData name="" userId="213e45b8a479442b" providerId="LiveId" clId="{0C2797AA-115E-404E-8A4E-088081DE6C30}" dt="2022-02-15T15:22:56.283" v="1036" actId="478"/>
          <ac:picMkLst>
            <pc:docMk/>
            <pc:sldMk cId="3018839193" sldId="434"/>
            <ac:picMk id="9" creationId="{A0055E2C-EE07-4B8A-A610-CF99C183B570}"/>
          </ac:picMkLst>
        </pc:picChg>
        <pc:picChg chg="del">
          <ac:chgData name="" userId="213e45b8a479442b" providerId="LiveId" clId="{0C2797AA-115E-404E-8A4E-088081DE6C30}" dt="2022-02-15T15:22:56.283" v="1036" actId="478"/>
          <ac:picMkLst>
            <pc:docMk/>
            <pc:sldMk cId="3018839193" sldId="434"/>
            <ac:picMk id="13" creationId="{FA6FB8EC-6032-4C05-8701-B5CC791FF071}"/>
          </ac:picMkLst>
        </pc:picChg>
      </pc:sldChg>
      <pc:sldChg chg="modSp add ord setBg">
        <pc:chgData name="" userId="213e45b8a479442b" providerId="LiveId" clId="{0C2797AA-115E-404E-8A4E-088081DE6C30}" dt="2022-02-25T13:53:07.607" v="7214" actId="2062"/>
        <pc:sldMkLst>
          <pc:docMk/>
          <pc:sldMk cId="3625110864" sldId="435"/>
        </pc:sldMkLst>
        <pc:spChg chg="mod">
          <ac:chgData name="" userId="213e45b8a479442b" providerId="LiveId" clId="{0C2797AA-115E-404E-8A4E-088081DE6C30}" dt="2022-02-15T15:38:25.121" v="1252" actId="20577"/>
          <ac:spMkLst>
            <pc:docMk/>
            <pc:sldMk cId="3625110864" sldId="435"/>
            <ac:spMk id="10" creationId="{F37FA604-4B9C-4EC5-8BEF-A4803280DBDC}"/>
          </ac:spMkLst>
        </pc:spChg>
        <pc:graphicFrameChg chg="modGraphic">
          <ac:chgData name="" userId="213e45b8a479442b" providerId="LiveId" clId="{0C2797AA-115E-404E-8A4E-088081DE6C30}" dt="2022-02-25T13:53:07.607" v="7214" actId="2062"/>
          <ac:graphicFrameMkLst>
            <pc:docMk/>
            <pc:sldMk cId="3625110864" sldId="435"/>
            <ac:graphicFrameMk id="6" creationId="{D0690C64-9C47-46F2-9F05-95FF7CE9D4F6}"/>
          </ac:graphicFrameMkLst>
        </pc:graphicFrameChg>
      </pc:sldChg>
      <pc:sldChg chg="addSp delSp modSp add setBg modAnim">
        <pc:chgData name="" userId="213e45b8a479442b" providerId="LiveId" clId="{0C2797AA-115E-404E-8A4E-088081DE6C30}" dt="2022-02-25T13:52:35.656" v="7206" actId="1076"/>
        <pc:sldMkLst>
          <pc:docMk/>
          <pc:sldMk cId="2338860129" sldId="436"/>
        </pc:sldMkLst>
        <pc:spChg chg="add del mod">
          <ac:chgData name="" userId="213e45b8a479442b" providerId="LiveId" clId="{0C2797AA-115E-404E-8A4E-088081DE6C30}" dt="2022-02-15T15:40:31.441" v="1301"/>
          <ac:spMkLst>
            <pc:docMk/>
            <pc:sldMk cId="2338860129" sldId="436"/>
            <ac:spMk id="4" creationId="{3DD17C59-C495-4CAB-A39B-EA186CACEF09}"/>
          </ac:spMkLst>
        </pc:spChg>
        <pc:spChg chg="add mod">
          <ac:chgData name="" userId="213e45b8a479442b" providerId="LiveId" clId="{0C2797AA-115E-404E-8A4E-088081DE6C30}" dt="2022-02-15T15:41:01.213" v="1310" actId="1076"/>
          <ac:spMkLst>
            <pc:docMk/>
            <pc:sldMk cId="2338860129" sldId="436"/>
            <ac:spMk id="6" creationId="{C3C4697C-DD5D-41BA-9604-22525F79B210}"/>
          </ac:spMkLst>
        </pc:spChg>
        <pc:spChg chg="del">
          <ac:chgData name="" userId="213e45b8a479442b" providerId="LiveId" clId="{0C2797AA-115E-404E-8A4E-088081DE6C30}" dt="2022-02-15T15:38:34.086" v="1254" actId="478"/>
          <ac:spMkLst>
            <pc:docMk/>
            <pc:sldMk cId="2338860129" sldId="436"/>
            <ac:spMk id="7" creationId="{79093733-1E11-495E-A473-E0940155AE28}"/>
          </ac:spMkLst>
        </pc:spChg>
        <pc:spChg chg="mod">
          <ac:chgData name="" userId="213e45b8a479442b" providerId="LiveId" clId="{0C2797AA-115E-404E-8A4E-088081DE6C30}" dt="2022-02-25T13:52:35.656" v="7206" actId="1076"/>
          <ac:spMkLst>
            <pc:docMk/>
            <pc:sldMk cId="2338860129" sldId="436"/>
            <ac:spMk id="10" creationId="{F37FA604-4B9C-4EC5-8BEF-A4803280DBDC}"/>
          </ac:spMkLst>
        </pc:spChg>
        <pc:spChg chg="add mod">
          <ac:chgData name="" userId="213e45b8a479442b" providerId="LiveId" clId="{0C2797AA-115E-404E-8A4E-088081DE6C30}" dt="2022-02-15T15:41:12.087" v="1314" actId="1036"/>
          <ac:spMkLst>
            <pc:docMk/>
            <pc:sldMk cId="2338860129" sldId="436"/>
            <ac:spMk id="11" creationId="{9546CA72-B5BA-4EA5-8666-0A4A80530EED}"/>
          </ac:spMkLst>
        </pc:spChg>
        <pc:graphicFrameChg chg="mod modGraphic">
          <ac:chgData name="" userId="213e45b8a479442b" providerId="LiveId" clId="{0C2797AA-115E-404E-8A4E-088081DE6C30}" dt="2022-02-15T15:41:08.096" v="1312" actId="1036"/>
          <ac:graphicFrameMkLst>
            <pc:docMk/>
            <pc:sldMk cId="2338860129" sldId="436"/>
            <ac:graphicFrameMk id="5" creationId="{BF7DC955-9623-481B-B403-F7F4CA6275F4}"/>
          </ac:graphicFrameMkLst>
        </pc:graphicFrameChg>
        <pc:graphicFrameChg chg="del">
          <ac:chgData name="" userId="213e45b8a479442b" providerId="LiveId" clId="{0C2797AA-115E-404E-8A4E-088081DE6C30}" dt="2022-02-15T15:40:40.945" v="1302" actId="478"/>
          <ac:graphicFrameMkLst>
            <pc:docMk/>
            <pc:sldMk cId="2338860129" sldId="436"/>
            <ac:graphicFrameMk id="18" creationId="{081C2E6D-9AA7-4E9A-9454-85B1BE6CA052}"/>
          </ac:graphicFrameMkLst>
        </pc:graphicFrameChg>
        <pc:picChg chg="add del">
          <ac:chgData name="" userId="213e45b8a479442b" providerId="LiveId" clId="{0C2797AA-115E-404E-8A4E-088081DE6C30}" dt="2022-02-15T15:39:13.399" v="1287"/>
          <ac:picMkLst>
            <pc:docMk/>
            <pc:sldMk cId="2338860129" sldId="436"/>
            <ac:picMk id="3" creationId="{6061FDDC-07FE-4379-8DEA-BE12A4FFCECE}"/>
          </ac:picMkLst>
        </pc:picChg>
      </pc:sldChg>
      <pc:sldChg chg="addSp delSp modSp add">
        <pc:chgData name="" userId="213e45b8a479442b" providerId="LiveId" clId="{0C2797AA-115E-404E-8A4E-088081DE6C30}" dt="2022-02-15T15:51:23.422" v="1455" actId="207"/>
        <pc:sldMkLst>
          <pc:docMk/>
          <pc:sldMk cId="3189069508" sldId="437"/>
        </pc:sldMkLst>
        <pc:spChg chg="del">
          <ac:chgData name="" userId="213e45b8a479442b" providerId="LiveId" clId="{0C2797AA-115E-404E-8A4E-088081DE6C30}" dt="2022-02-15T15:43:00.925" v="1322" actId="478"/>
          <ac:spMkLst>
            <pc:docMk/>
            <pc:sldMk cId="3189069508" sldId="437"/>
            <ac:spMk id="4" creationId="{9B409759-010E-4E37-9787-E2CB7D26B108}"/>
          </ac:spMkLst>
        </pc:spChg>
        <pc:spChg chg="add mod">
          <ac:chgData name="" userId="213e45b8a479442b" providerId="LiveId" clId="{0C2797AA-115E-404E-8A4E-088081DE6C30}" dt="2022-02-15T15:51:23.422" v="1455" actId="207"/>
          <ac:spMkLst>
            <pc:docMk/>
            <pc:sldMk cId="3189069508" sldId="437"/>
            <ac:spMk id="5" creationId="{18B4200E-5891-4AE5-ABDF-B2DD7107D4B8}"/>
          </ac:spMkLst>
        </pc:spChg>
        <pc:spChg chg="mod">
          <ac:chgData name="" userId="213e45b8a479442b" providerId="LiveId" clId="{0C2797AA-115E-404E-8A4E-088081DE6C30}" dt="2022-02-15T15:42:23.001" v="1317" actId="20577"/>
          <ac:spMkLst>
            <pc:docMk/>
            <pc:sldMk cId="3189069508" sldId="437"/>
            <ac:spMk id="8" creationId="{36177B38-43AB-4398-968B-448F8F0E5F49}"/>
          </ac:spMkLst>
        </pc:spChg>
        <pc:graphicFrameChg chg="del mod modGraphic">
          <ac:chgData name="" userId="213e45b8a479442b" providerId="LiveId" clId="{0C2797AA-115E-404E-8A4E-088081DE6C30}" dt="2022-02-15T15:46:28.153" v="1380" actId="478"/>
          <ac:graphicFrameMkLst>
            <pc:docMk/>
            <pc:sldMk cId="3189069508" sldId="437"/>
            <ac:graphicFrameMk id="3" creationId="{BC627892-6979-4AA4-8455-5E7874F9BCFE}"/>
          </ac:graphicFrameMkLst>
        </pc:graphicFrameChg>
        <pc:graphicFrameChg chg="del mod modGraphic">
          <ac:chgData name="" userId="213e45b8a479442b" providerId="LiveId" clId="{0C2797AA-115E-404E-8A4E-088081DE6C30}" dt="2022-02-15T15:44:01.025" v="1327" actId="478"/>
          <ac:graphicFrameMkLst>
            <pc:docMk/>
            <pc:sldMk cId="3189069508" sldId="437"/>
            <ac:graphicFrameMk id="11" creationId="{D3EF3E7A-0228-415B-8744-85FFCA2EF54B}"/>
          </ac:graphicFrameMkLst>
        </pc:graphicFrameChg>
        <pc:picChg chg="del">
          <ac:chgData name="" userId="213e45b8a479442b" providerId="LiveId" clId="{0C2797AA-115E-404E-8A4E-088081DE6C30}" dt="2022-02-15T15:42:59.346" v="1321" actId="478"/>
          <ac:picMkLst>
            <pc:docMk/>
            <pc:sldMk cId="3189069508" sldId="437"/>
            <ac:picMk id="9" creationId="{A0055E2C-EE07-4B8A-A610-CF99C183B570}"/>
          </ac:picMkLst>
        </pc:picChg>
        <pc:picChg chg="add mod">
          <ac:chgData name="" userId="213e45b8a479442b" providerId="LiveId" clId="{0C2797AA-115E-404E-8A4E-088081DE6C30}" dt="2022-02-15T15:46:48.669" v="1388" actId="1076"/>
          <ac:picMkLst>
            <pc:docMk/>
            <pc:sldMk cId="3189069508" sldId="437"/>
            <ac:picMk id="10" creationId="{C10ACC3C-22C0-4082-83F5-85C572E4CD84}"/>
          </ac:picMkLst>
        </pc:picChg>
        <pc:picChg chg="del">
          <ac:chgData name="" userId="213e45b8a479442b" providerId="LiveId" clId="{0C2797AA-115E-404E-8A4E-088081DE6C30}" dt="2022-02-15T15:43:02.317" v="1323" actId="478"/>
          <ac:picMkLst>
            <pc:docMk/>
            <pc:sldMk cId="3189069508" sldId="437"/>
            <ac:picMk id="13" creationId="{FA6FB8EC-6032-4C05-8701-B5CC791FF071}"/>
          </ac:picMkLst>
        </pc:picChg>
      </pc:sldChg>
      <pc:sldChg chg="addSp delSp modSp add">
        <pc:chgData name="" userId="213e45b8a479442b" providerId="LiveId" clId="{0C2797AA-115E-404E-8A4E-088081DE6C30}" dt="2022-02-15T17:10:10.654" v="2373" actId="1076"/>
        <pc:sldMkLst>
          <pc:docMk/>
          <pc:sldMk cId="2340510138" sldId="438"/>
        </pc:sldMkLst>
        <pc:graphicFrameChg chg="mod modGraphic">
          <ac:chgData name="" userId="213e45b8a479442b" providerId="LiveId" clId="{0C2797AA-115E-404E-8A4E-088081DE6C30}" dt="2022-02-15T17:10:01.618" v="2368" actId="1076"/>
          <ac:graphicFrameMkLst>
            <pc:docMk/>
            <pc:sldMk cId="2340510138" sldId="438"/>
            <ac:graphicFrameMk id="3" creationId="{BC627892-6979-4AA4-8455-5E7874F9BCFE}"/>
          </ac:graphicFrameMkLst>
        </pc:graphicFrameChg>
        <pc:picChg chg="add mod">
          <ac:chgData name="" userId="213e45b8a479442b" providerId="LiveId" clId="{0C2797AA-115E-404E-8A4E-088081DE6C30}" dt="2022-02-15T17:10:10.654" v="2373" actId="1076"/>
          <ac:picMkLst>
            <pc:docMk/>
            <pc:sldMk cId="2340510138" sldId="438"/>
            <ac:picMk id="6" creationId="{07748D31-C406-4B2D-884E-F19591AAEAF4}"/>
          </ac:picMkLst>
        </pc:picChg>
        <pc:picChg chg="del">
          <ac:chgData name="" userId="213e45b8a479442b" providerId="LiveId" clId="{0C2797AA-115E-404E-8A4E-088081DE6C30}" dt="2022-02-15T15:48:32.664" v="1423" actId="478"/>
          <ac:picMkLst>
            <pc:docMk/>
            <pc:sldMk cId="2340510138" sldId="438"/>
            <ac:picMk id="10" creationId="{C10ACC3C-22C0-4082-83F5-85C572E4CD84}"/>
          </ac:picMkLst>
        </pc:picChg>
      </pc:sldChg>
      <pc:sldChg chg="delSp modSp add setBg">
        <pc:chgData name="" userId="213e45b8a479442b" providerId="LiveId" clId="{0C2797AA-115E-404E-8A4E-088081DE6C30}" dt="2022-02-25T13:52:27.780" v="7204" actId="404"/>
        <pc:sldMkLst>
          <pc:docMk/>
          <pc:sldMk cId="4198158466" sldId="439"/>
        </pc:sldMkLst>
        <pc:spChg chg="del">
          <ac:chgData name="" userId="213e45b8a479442b" providerId="LiveId" clId="{0C2797AA-115E-404E-8A4E-088081DE6C30}" dt="2022-02-15T16:26:55.765" v="1466" actId="478"/>
          <ac:spMkLst>
            <pc:docMk/>
            <pc:sldMk cId="4198158466" sldId="439"/>
            <ac:spMk id="7" creationId="{79093733-1E11-495E-A473-E0940155AE28}"/>
          </ac:spMkLst>
        </pc:spChg>
        <pc:spChg chg="del">
          <ac:chgData name="" userId="213e45b8a479442b" providerId="LiveId" clId="{0C2797AA-115E-404E-8A4E-088081DE6C30}" dt="2022-02-15T16:26:55.765" v="1466" actId="478"/>
          <ac:spMkLst>
            <pc:docMk/>
            <pc:sldMk cId="4198158466" sldId="439"/>
            <ac:spMk id="10" creationId="{F37FA604-4B9C-4EC5-8BEF-A4803280DBDC}"/>
          </ac:spMkLst>
        </pc:spChg>
        <pc:spChg chg="mod">
          <ac:chgData name="" userId="213e45b8a479442b" providerId="LiveId" clId="{0C2797AA-115E-404E-8A4E-088081DE6C30}" dt="2022-02-25T13:52:27.780" v="7204" actId="404"/>
          <ac:spMkLst>
            <pc:docMk/>
            <pc:sldMk cId="4198158466" sldId="439"/>
            <ac:spMk id="15" creationId="{0A28ACBB-72CD-45C5-9AB5-D610AF8C6291}"/>
          </ac:spMkLst>
        </pc:spChg>
        <pc:graphicFrameChg chg="del">
          <ac:chgData name="" userId="213e45b8a479442b" providerId="LiveId" clId="{0C2797AA-115E-404E-8A4E-088081DE6C30}" dt="2022-02-15T16:26:55.765" v="1466" actId="478"/>
          <ac:graphicFrameMkLst>
            <pc:docMk/>
            <pc:sldMk cId="4198158466" sldId="439"/>
            <ac:graphicFrameMk id="5" creationId="{BF7DC955-9623-481B-B403-F7F4CA6275F4}"/>
          </ac:graphicFrameMkLst>
        </pc:graphicFrameChg>
        <pc:graphicFrameChg chg="del">
          <ac:chgData name="" userId="213e45b8a479442b" providerId="LiveId" clId="{0C2797AA-115E-404E-8A4E-088081DE6C30}" dt="2022-02-15T16:26:55.765" v="1466" actId="478"/>
          <ac:graphicFrameMkLst>
            <pc:docMk/>
            <pc:sldMk cId="4198158466" sldId="439"/>
            <ac:graphicFrameMk id="18" creationId="{081C2E6D-9AA7-4E9A-9454-85B1BE6CA052}"/>
          </ac:graphicFrameMkLst>
        </pc:graphicFrameChg>
      </pc:sldChg>
      <pc:sldChg chg="delSp modSp add ord">
        <pc:chgData name="" userId="213e45b8a479442b" providerId="LiveId" clId="{0C2797AA-115E-404E-8A4E-088081DE6C30}" dt="2022-02-25T13:51:34.148" v="7190" actId="1076"/>
        <pc:sldMkLst>
          <pc:docMk/>
          <pc:sldMk cId="2950523204" sldId="440"/>
        </pc:sldMkLst>
        <pc:spChg chg="del mod">
          <ac:chgData name="" userId="213e45b8a479442b" providerId="LiveId" clId="{0C2797AA-115E-404E-8A4E-088081DE6C30}" dt="2022-02-15T16:57:35.899" v="2033" actId="478"/>
          <ac:spMkLst>
            <pc:docMk/>
            <pc:sldMk cId="2950523204" sldId="440"/>
            <ac:spMk id="6" creationId="{C3C4697C-DD5D-41BA-9604-22525F79B210}"/>
          </ac:spMkLst>
        </pc:spChg>
        <pc:spChg chg="mod">
          <ac:chgData name="" userId="213e45b8a479442b" providerId="LiveId" clId="{0C2797AA-115E-404E-8A4E-088081DE6C30}" dt="2022-02-25T13:51:34.148" v="7190" actId="1076"/>
          <ac:spMkLst>
            <pc:docMk/>
            <pc:sldMk cId="2950523204" sldId="440"/>
            <ac:spMk id="10" creationId="{F37FA604-4B9C-4EC5-8BEF-A4803280DBDC}"/>
          </ac:spMkLst>
        </pc:spChg>
        <pc:spChg chg="mod">
          <ac:chgData name="" userId="213e45b8a479442b" providerId="LiveId" clId="{0C2797AA-115E-404E-8A4E-088081DE6C30}" dt="2022-02-15T16:58:06.946" v="2036" actId="14100"/>
          <ac:spMkLst>
            <pc:docMk/>
            <pc:sldMk cId="2950523204" sldId="440"/>
            <ac:spMk id="11" creationId="{9546CA72-B5BA-4EA5-8666-0A4A80530EED}"/>
          </ac:spMkLst>
        </pc:spChg>
        <pc:spChg chg="mod">
          <ac:chgData name="" userId="213e45b8a479442b" providerId="LiveId" clId="{0C2797AA-115E-404E-8A4E-088081DE6C30}" dt="2022-02-15T16:26:18.852" v="1463"/>
          <ac:spMkLst>
            <pc:docMk/>
            <pc:sldMk cId="2950523204" sldId="440"/>
            <ac:spMk id="15" creationId="{0A28ACBB-72CD-45C5-9AB5-D610AF8C6291}"/>
          </ac:spMkLst>
        </pc:spChg>
        <pc:graphicFrameChg chg="mod modGraphic">
          <ac:chgData name="" userId="213e45b8a479442b" providerId="LiveId" clId="{0C2797AA-115E-404E-8A4E-088081DE6C30}" dt="2022-02-15T16:55:17.378" v="1868" actId="14734"/>
          <ac:graphicFrameMkLst>
            <pc:docMk/>
            <pc:sldMk cId="2950523204" sldId="440"/>
            <ac:graphicFrameMk id="5" creationId="{BF7DC955-9623-481B-B403-F7F4CA6275F4}"/>
          </ac:graphicFrameMkLst>
        </pc:graphicFrameChg>
      </pc:sldChg>
      <pc:sldChg chg="addSp delSp modSp add">
        <pc:chgData name="" userId="213e45b8a479442b" providerId="LiveId" clId="{0C2797AA-115E-404E-8A4E-088081DE6C30}" dt="2022-02-15T17:00:25.586" v="2132" actId="1076"/>
        <pc:sldMkLst>
          <pc:docMk/>
          <pc:sldMk cId="871412393" sldId="441"/>
        </pc:sldMkLst>
        <pc:spChg chg="mod">
          <ac:chgData name="" userId="213e45b8a479442b" providerId="LiveId" clId="{0C2797AA-115E-404E-8A4E-088081DE6C30}" dt="2022-02-15T17:00:25.586" v="2132" actId="1076"/>
          <ac:spMkLst>
            <pc:docMk/>
            <pc:sldMk cId="871412393" sldId="441"/>
            <ac:spMk id="5" creationId="{18B4200E-5891-4AE5-ABDF-B2DD7107D4B8}"/>
          </ac:spMkLst>
        </pc:spChg>
        <pc:spChg chg="mod">
          <ac:chgData name="" userId="213e45b8a479442b" providerId="LiveId" clId="{0C2797AA-115E-404E-8A4E-088081DE6C30}" dt="2022-02-15T16:59:49.364" v="2110" actId="1076"/>
          <ac:spMkLst>
            <pc:docMk/>
            <pc:sldMk cId="871412393" sldId="441"/>
            <ac:spMk id="8" creationId="{36177B38-43AB-4398-968B-448F8F0E5F49}"/>
          </ac:spMkLst>
        </pc:spChg>
        <pc:picChg chg="add mod">
          <ac:chgData name="" userId="213e45b8a479442b" providerId="LiveId" clId="{0C2797AA-115E-404E-8A4E-088081DE6C30}" dt="2022-02-15T17:00:22.918" v="2131" actId="1076"/>
          <ac:picMkLst>
            <pc:docMk/>
            <pc:sldMk cId="871412393" sldId="441"/>
            <ac:picMk id="6" creationId="{148777E4-12B3-46D5-AD58-35660A4613FB}"/>
          </ac:picMkLst>
        </pc:picChg>
        <pc:picChg chg="del">
          <ac:chgData name="" userId="213e45b8a479442b" providerId="LiveId" clId="{0C2797AA-115E-404E-8A4E-088081DE6C30}" dt="2022-02-15T17:00:05.654" v="2123" actId="478"/>
          <ac:picMkLst>
            <pc:docMk/>
            <pc:sldMk cId="871412393" sldId="441"/>
            <ac:picMk id="10" creationId="{C10ACC3C-22C0-4082-83F5-85C572E4CD84}"/>
          </ac:picMkLst>
        </pc:picChg>
      </pc:sldChg>
      <pc:sldChg chg="addSp delSp modSp add">
        <pc:chgData name="" userId="213e45b8a479442b" providerId="LiveId" clId="{0C2797AA-115E-404E-8A4E-088081DE6C30}" dt="2022-02-15T17:01:17.327" v="2164" actId="20577"/>
        <pc:sldMkLst>
          <pc:docMk/>
          <pc:sldMk cId="2343170938" sldId="442"/>
        </pc:sldMkLst>
        <pc:spChg chg="mod">
          <ac:chgData name="" userId="213e45b8a479442b" providerId="LiveId" clId="{0C2797AA-115E-404E-8A4E-088081DE6C30}" dt="2022-02-15T16:58:49.004" v="2072" actId="20577"/>
          <ac:spMkLst>
            <pc:docMk/>
            <pc:sldMk cId="2343170938" sldId="442"/>
            <ac:spMk id="8" creationId="{36177B38-43AB-4398-968B-448F8F0E5F49}"/>
          </ac:spMkLst>
        </pc:spChg>
        <pc:graphicFrameChg chg="mod modGraphic">
          <ac:chgData name="" userId="213e45b8a479442b" providerId="LiveId" clId="{0C2797AA-115E-404E-8A4E-088081DE6C30}" dt="2022-02-15T17:01:17.327" v="2164" actId="20577"/>
          <ac:graphicFrameMkLst>
            <pc:docMk/>
            <pc:sldMk cId="2343170938" sldId="442"/>
            <ac:graphicFrameMk id="3" creationId="{BC627892-6979-4AA4-8455-5E7874F9BCFE}"/>
          </ac:graphicFrameMkLst>
        </pc:graphicFrameChg>
        <pc:graphicFrameChg chg="add del">
          <ac:chgData name="" userId="213e45b8a479442b" providerId="LiveId" clId="{0C2797AA-115E-404E-8A4E-088081DE6C30}" dt="2022-02-15T16:50:50.690" v="1828"/>
          <ac:graphicFrameMkLst>
            <pc:docMk/>
            <pc:sldMk cId="2343170938" sldId="442"/>
            <ac:graphicFrameMk id="5" creationId="{85679F72-77EC-4122-BB8A-FCE9DDE0E0C8}"/>
          </ac:graphicFrameMkLst>
        </pc:graphicFrameChg>
      </pc:sldChg>
      <pc:sldChg chg="addSp delSp modSp add">
        <pc:chgData name="" userId="213e45b8a479442b" providerId="LiveId" clId="{0C2797AA-115E-404E-8A4E-088081DE6C30}" dt="2022-02-15T16:53:15.135" v="1849" actId="1076"/>
        <pc:sldMkLst>
          <pc:docMk/>
          <pc:sldMk cId="3420905373" sldId="443"/>
        </pc:sldMkLst>
        <pc:spChg chg="del">
          <ac:chgData name="" userId="213e45b8a479442b" providerId="LiveId" clId="{0C2797AA-115E-404E-8A4E-088081DE6C30}" dt="2022-02-15T16:36:19.543" v="1624" actId="478"/>
          <ac:spMkLst>
            <pc:docMk/>
            <pc:sldMk cId="3420905373" sldId="443"/>
            <ac:spMk id="7" creationId="{79093733-1E11-495E-A473-E0940155AE28}"/>
          </ac:spMkLst>
        </pc:spChg>
        <pc:spChg chg="mod">
          <ac:chgData name="" userId="213e45b8a479442b" providerId="LiveId" clId="{0C2797AA-115E-404E-8A4E-088081DE6C30}" dt="2022-02-15T16:36:34.529" v="1638" actId="20577"/>
          <ac:spMkLst>
            <pc:docMk/>
            <pc:sldMk cId="3420905373" sldId="443"/>
            <ac:spMk id="10" creationId="{F37FA604-4B9C-4EC5-8BEF-A4803280DBDC}"/>
          </ac:spMkLst>
        </pc:spChg>
        <pc:graphicFrameChg chg="mod modGraphic">
          <ac:chgData name="" userId="213e45b8a479442b" providerId="LiveId" clId="{0C2797AA-115E-404E-8A4E-088081DE6C30}" dt="2022-02-15T16:36:58.362" v="1645" actId="6549"/>
          <ac:graphicFrameMkLst>
            <pc:docMk/>
            <pc:sldMk cId="3420905373" sldId="443"/>
            <ac:graphicFrameMk id="5" creationId="{BF7DC955-9623-481B-B403-F7F4CA6275F4}"/>
          </ac:graphicFrameMkLst>
        </pc:graphicFrameChg>
        <pc:graphicFrameChg chg="add mod modGraphic">
          <ac:chgData name="" userId="213e45b8a479442b" providerId="LiveId" clId="{0C2797AA-115E-404E-8A4E-088081DE6C30}" dt="2022-02-15T16:53:03.495" v="1846" actId="14100"/>
          <ac:graphicFrameMkLst>
            <pc:docMk/>
            <pc:sldMk cId="3420905373" sldId="443"/>
            <ac:graphicFrameMk id="8" creationId="{55C7F8CC-D71F-4F0C-9720-7BD035C10301}"/>
          </ac:graphicFrameMkLst>
        </pc:graphicFrameChg>
        <pc:graphicFrameChg chg="mod modGraphic">
          <ac:chgData name="" userId="213e45b8a479442b" providerId="LiveId" clId="{0C2797AA-115E-404E-8A4E-088081DE6C30}" dt="2022-02-15T16:53:15.135" v="1849" actId="1076"/>
          <ac:graphicFrameMkLst>
            <pc:docMk/>
            <pc:sldMk cId="3420905373" sldId="443"/>
            <ac:graphicFrameMk id="18" creationId="{081C2E6D-9AA7-4E9A-9454-85B1BE6CA052}"/>
          </ac:graphicFrameMkLst>
        </pc:graphicFrameChg>
      </pc:sldChg>
      <pc:sldChg chg="addSp delSp modSp add">
        <pc:chgData name="" userId="213e45b8a479442b" providerId="LiveId" clId="{0C2797AA-115E-404E-8A4E-088081DE6C30}" dt="2022-02-25T13:52:05.974" v="7199" actId="14100"/>
        <pc:sldMkLst>
          <pc:docMk/>
          <pc:sldMk cId="4238534814" sldId="444"/>
        </pc:sldMkLst>
        <pc:spChg chg="add del mod">
          <ac:chgData name="" userId="213e45b8a479442b" providerId="LiveId" clId="{0C2797AA-115E-404E-8A4E-088081DE6C30}" dt="2022-02-15T16:43:34.560" v="1728" actId="478"/>
          <ac:spMkLst>
            <pc:docMk/>
            <pc:sldMk cId="4238534814" sldId="444"/>
            <ac:spMk id="8" creationId="{78566C41-BD45-4B33-BFB6-9E2B4C1ECEA9}"/>
          </ac:spMkLst>
        </pc:spChg>
        <pc:spChg chg="mod">
          <ac:chgData name="" userId="213e45b8a479442b" providerId="LiveId" clId="{0C2797AA-115E-404E-8A4E-088081DE6C30}" dt="2022-02-15T16:41:49.691" v="1709" actId="20577"/>
          <ac:spMkLst>
            <pc:docMk/>
            <pc:sldMk cId="4238534814" sldId="444"/>
            <ac:spMk id="10" creationId="{F37FA604-4B9C-4EC5-8BEF-A4803280DBDC}"/>
          </ac:spMkLst>
        </pc:spChg>
        <pc:graphicFrameChg chg="add del mod">
          <ac:chgData name="" userId="213e45b8a479442b" providerId="LiveId" clId="{0C2797AA-115E-404E-8A4E-088081DE6C30}" dt="2022-02-15T16:40:48.152" v="1682"/>
          <ac:graphicFrameMkLst>
            <pc:docMk/>
            <pc:sldMk cId="4238534814" sldId="444"/>
            <ac:graphicFrameMk id="3" creationId="{65BE2D77-2B35-4597-AA8C-AF22F2BE5179}"/>
          </ac:graphicFrameMkLst>
        </pc:graphicFrameChg>
        <pc:graphicFrameChg chg="mod modGraphic">
          <ac:chgData name="" userId="213e45b8a479442b" providerId="LiveId" clId="{0C2797AA-115E-404E-8A4E-088081DE6C30}" dt="2022-02-15T16:44:07.923" v="1736" actId="120"/>
          <ac:graphicFrameMkLst>
            <pc:docMk/>
            <pc:sldMk cId="4238534814" sldId="444"/>
            <ac:graphicFrameMk id="5" creationId="{BF7DC955-9623-481B-B403-F7F4CA6275F4}"/>
          </ac:graphicFrameMkLst>
        </pc:graphicFrameChg>
        <pc:graphicFrameChg chg="add del mod modGraphic">
          <ac:chgData name="" userId="213e45b8a479442b" providerId="LiveId" clId="{0C2797AA-115E-404E-8A4E-088081DE6C30}" dt="2022-02-25T13:51:59.767" v="7197" actId="14100"/>
          <ac:graphicFrameMkLst>
            <pc:docMk/>
            <pc:sldMk cId="4238534814" sldId="444"/>
            <ac:graphicFrameMk id="9" creationId="{B2DEB930-2B08-4A75-BE97-2B1BDC094A2B}"/>
          </ac:graphicFrameMkLst>
        </pc:graphicFrameChg>
        <pc:graphicFrameChg chg="mod modGraphic">
          <ac:chgData name="" userId="213e45b8a479442b" providerId="LiveId" clId="{0C2797AA-115E-404E-8A4E-088081DE6C30}" dt="2022-02-25T13:52:05.974" v="7199" actId="14100"/>
          <ac:graphicFrameMkLst>
            <pc:docMk/>
            <pc:sldMk cId="4238534814" sldId="444"/>
            <ac:graphicFrameMk id="18" creationId="{081C2E6D-9AA7-4E9A-9454-85B1BE6CA052}"/>
          </ac:graphicFrameMkLst>
        </pc:graphicFrameChg>
      </pc:sldChg>
      <pc:sldChg chg="addSp delSp modSp add modAnim">
        <pc:chgData name="" userId="213e45b8a479442b" providerId="LiveId" clId="{0C2797AA-115E-404E-8A4E-088081DE6C30}" dt="2022-02-25T13:51:44.205" v="7193" actId="2062"/>
        <pc:sldMkLst>
          <pc:docMk/>
          <pc:sldMk cId="907552771" sldId="445"/>
        </pc:sldMkLst>
        <pc:spChg chg="mod">
          <ac:chgData name="" userId="213e45b8a479442b" providerId="LiveId" clId="{0C2797AA-115E-404E-8A4E-088081DE6C30}" dt="2022-02-25T13:51:36.831" v="7191" actId="404"/>
          <ac:spMkLst>
            <pc:docMk/>
            <pc:sldMk cId="907552771" sldId="445"/>
            <ac:spMk id="10" creationId="{F37FA604-4B9C-4EC5-8BEF-A4803280DBDC}"/>
          </ac:spMkLst>
        </pc:spChg>
        <pc:graphicFrameChg chg="mod">
          <ac:chgData name="" userId="213e45b8a479442b" providerId="LiveId" clId="{0C2797AA-115E-404E-8A4E-088081DE6C30}" dt="2022-02-15T16:45:24.050" v="1761"/>
          <ac:graphicFrameMkLst>
            <pc:docMk/>
            <pc:sldMk cId="907552771" sldId="445"/>
            <ac:graphicFrameMk id="5" creationId="{BF7DC955-9623-481B-B403-F7F4CA6275F4}"/>
          </ac:graphicFrameMkLst>
        </pc:graphicFrameChg>
        <pc:graphicFrameChg chg="add mod modGraphic">
          <ac:chgData name="" userId="213e45b8a479442b" providerId="LiveId" clId="{0C2797AA-115E-404E-8A4E-088081DE6C30}" dt="2022-02-15T16:49:09.235" v="1820" actId="1035"/>
          <ac:graphicFrameMkLst>
            <pc:docMk/>
            <pc:sldMk cId="907552771" sldId="445"/>
            <ac:graphicFrameMk id="8" creationId="{DF671E66-A8B0-48CB-8F25-708E32BEA521}"/>
          </ac:graphicFrameMkLst>
        </pc:graphicFrameChg>
        <pc:graphicFrameChg chg="del">
          <ac:chgData name="" userId="213e45b8a479442b" providerId="LiveId" clId="{0C2797AA-115E-404E-8A4E-088081DE6C30}" dt="2022-02-15T16:46:15.509" v="1762" actId="478"/>
          <ac:graphicFrameMkLst>
            <pc:docMk/>
            <pc:sldMk cId="907552771" sldId="445"/>
            <ac:graphicFrameMk id="9" creationId="{B2DEB930-2B08-4A75-BE97-2B1BDC094A2B}"/>
          </ac:graphicFrameMkLst>
        </pc:graphicFrameChg>
        <pc:graphicFrameChg chg="mod modGraphic">
          <ac:chgData name="" userId="213e45b8a479442b" providerId="LiveId" clId="{0C2797AA-115E-404E-8A4E-088081DE6C30}" dt="2022-02-25T13:51:44.205" v="7193" actId="2062"/>
          <ac:graphicFrameMkLst>
            <pc:docMk/>
            <pc:sldMk cId="907552771" sldId="445"/>
            <ac:graphicFrameMk id="18" creationId="{081C2E6D-9AA7-4E9A-9454-85B1BE6CA052}"/>
          </ac:graphicFrameMkLst>
        </pc:graphicFrameChg>
        <pc:picChg chg="add mod">
          <ac:chgData name="" userId="213e45b8a479442b" providerId="LiveId" clId="{0C2797AA-115E-404E-8A4E-088081DE6C30}" dt="2022-02-15T16:49:58.711" v="1822" actId="1076"/>
          <ac:picMkLst>
            <pc:docMk/>
            <pc:sldMk cId="907552771" sldId="445"/>
            <ac:picMk id="11" creationId="{1673AA6D-4103-4A6C-BDC5-B05E735646FC}"/>
          </ac:picMkLst>
        </pc:picChg>
      </pc:sldChg>
      <pc:sldChg chg="modSp add setBg">
        <pc:chgData name="" userId="213e45b8a479442b" providerId="LiveId" clId="{0C2797AA-115E-404E-8A4E-088081DE6C30}" dt="2022-02-25T13:51:25.816" v="7188" actId="404"/>
        <pc:sldMkLst>
          <pc:docMk/>
          <pc:sldMk cId="129445622" sldId="446"/>
        </pc:sldMkLst>
        <pc:spChg chg="mod">
          <ac:chgData name="" userId="213e45b8a479442b" providerId="LiveId" clId="{0C2797AA-115E-404E-8A4E-088081DE6C30}" dt="2022-02-15T17:03:30.949" v="2184" actId="1035"/>
          <ac:spMkLst>
            <pc:docMk/>
            <pc:sldMk cId="129445622" sldId="446"/>
            <ac:spMk id="7" creationId="{79093733-1E11-495E-A473-E0940155AE28}"/>
          </ac:spMkLst>
        </pc:spChg>
        <pc:spChg chg="mod">
          <ac:chgData name="" userId="213e45b8a479442b" providerId="LiveId" clId="{0C2797AA-115E-404E-8A4E-088081DE6C30}" dt="2022-02-25T13:51:25.816" v="7188" actId="404"/>
          <ac:spMkLst>
            <pc:docMk/>
            <pc:sldMk cId="129445622" sldId="446"/>
            <ac:spMk id="10" creationId="{F37FA604-4B9C-4EC5-8BEF-A4803280DBDC}"/>
          </ac:spMkLst>
        </pc:spChg>
        <pc:spChg chg="mod">
          <ac:chgData name="" userId="213e45b8a479442b" providerId="LiveId" clId="{0C2797AA-115E-404E-8A4E-088081DE6C30}" dt="2022-02-15T17:02:01.038" v="2170" actId="20577"/>
          <ac:spMkLst>
            <pc:docMk/>
            <pc:sldMk cId="129445622" sldId="446"/>
            <ac:spMk id="15" creationId="{0A28ACBB-72CD-45C5-9AB5-D610AF8C6291}"/>
          </ac:spMkLst>
        </pc:spChg>
        <pc:spChg chg="mod">
          <ac:chgData name="" userId="213e45b8a479442b" providerId="LiveId" clId="{0C2797AA-115E-404E-8A4E-088081DE6C30}" dt="2022-02-15T17:04:51.675" v="2242" actId="20577"/>
          <ac:spMkLst>
            <pc:docMk/>
            <pc:sldMk cId="129445622" sldId="446"/>
            <ac:spMk id="19" creationId="{36CDB222-FA8F-41E1-BFA8-7EC236A0CBAB}"/>
          </ac:spMkLst>
        </pc:spChg>
        <pc:graphicFrameChg chg="mod">
          <ac:chgData name="" userId="213e45b8a479442b" providerId="LiveId" clId="{0C2797AA-115E-404E-8A4E-088081DE6C30}" dt="2022-02-15T17:04:44.959" v="2237" actId="1035"/>
          <ac:graphicFrameMkLst>
            <pc:docMk/>
            <pc:sldMk cId="129445622" sldId="446"/>
            <ac:graphicFrameMk id="5" creationId="{BF7DC955-9623-481B-B403-F7F4CA6275F4}"/>
          </ac:graphicFrameMkLst>
        </pc:graphicFrameChg>
        <pc:graphicFrameChg chg="mod modGraphic">
          <ac:chgData name="" userId="213e45b8a479442b" providerId="LiveId" clId="{0C2797AA-115E-404E-8A4E-088081DE6C30}" dt="2022-02-15T17:04:35.599" v="2236" actId="108"/>
          <ac:graphicFrameMkLst>
            <pc:docMk/>
            <pc:sldMk cId="129445622" sldId="446"/>
            <ac:graphicFrameMk id="18" creationId="{081C2E6D-9AA7-4E9A-9454-85B1BE6CA052}"/>
          </ac:graphicFrameMkLst>
        </pc:graphicFrameChg>
      </pc:sldChg>
      <pc:sldChg chg="modSp add">
        <pc:chgData name="" userId="213e45b8a479442b" providerId="LiveId" clId="{0C2797AA-115E-404E-8A4E-088081DE6C30}" dt="2022-02-25T13:51:20.996" v="7187" actId="404"/>
        <pc:sldMkLst>
          <pc:docMk/>
          <pc:sldMk cId="1703774239" sldId="447"/>
        </pc:sldMkLst>
        <pc:spChg chg="mod">
          <ac:chgData name="" userId="213e45b8a479442b" providerId="LiveId" clId="{0C2797AA-115E-404E-8A4E-088081DE6C30}" dt="2022-02-15T17:05:37.258" v="2284" actId="1076"/>
          <ac:spMkLst>
            <pc:docMk/>
            <pc:sldMk cId="1703774239" sldId="447"/>
            <ac:spMk id="6" creationId="{C3C4697C-DD5D-41BA-9604-22525F79B210}"/>
          </ac:spMkLst>
        </pc:spChg>
        <pc:spChg chg="mod">
          <ac:chgData name="" userId="213e45b8a479442b" providerId="LiveId" clId="{0C2797AA-115E-404E-8A4E-088081DE6C30}" dt="2022-02-25T13:51:20.996" v="7187" actId="404"/>
          <ac:spMkLst>
            <pc:docMk/>
            <pc:sldMk cId="1703774239" sldId="447"/>
            <ac:spMk id="10" creationId="{F37FA604-4B9C-4EC5-8BEF-A4803280DBDC}"/>
          </ac:spMkLst>
        </pc:spChg>
        <pc:graphicFrameChg chg="modGraphic">
          <ac:chgData name="" userId="213e45b8a479442b" providerId="LiveId" clId="{0C2797AA-115E-404E-8A4E-088081DE6C30}" dt="2022-02-15T17:05:07.012" v="2249" actId="20577"/>
          <ac:graphicFrameMkLst>
            <pc:docMk/>
            <pc:sldMk cId="1703774239" sldId="447"/>
            <ac:graphicFrameMk id="5" creationId="{BF7DC955-9623-481B-B403-F7F4CA6275F4}"/>
          </ac:graphicFrameMkLst>
        </pc:graphicFrameChg>
      </pc:sldChg>
      <pc:sldChg chg="addSp delSp modSp add">
        <pc:chgData name="" userId="213e45b8a479442b" providerId="LiveId" clId="{0C2797AA-115E-404E-8A4E-088081DE6C30}" dt="2022-02-15T17:06:46.144" v="2318" actId="20577"/>
        <pc:sldMkLst>
          <pc:docMk/>
          <pc:sldMk cId="3674595013" sldId="448"/>
        </pc:sldMkLst>
        <pc:spChg chg="mod">
          <ac:chgData name="" userId="213e45b8a479442b" providerId="LiveId" clId="{0C2797AA-115E-404E-8A4E-088081DE6C30}" dt="2022-02-15T17:06:43.242" v="2316" actId="1076"/>
          <ac:spMkLst>
            <pc:docMk/>
            <pc:sldMk cId="3674595013" sldId="448"/>
            <ac:spMk id="5" creationId="{18B4200E-5891-4AE5-ABDF-B2DD7107D4B8}"/>
          </ac:spMkLst>
        </pc:spChg>
        <pc:spChg chg="mod">
          <ac:chgData name="" userId="213e45b8a479442b" providerId="LiveId" clId="{0C2797AA-115E-404E-8A4E-088081DE6C30}" dt="2022-02-15T17:06:46.144" v="2318" actId="20577"/>
          <ac:spMkLst>
            <pc:docMk/>
            <pc:sldMk cId="3674595013" sldId="448"/>
            <ac:spMk id="8" creationId="{36177B38-43AB-4398-968B-448F8F0E5F49}"/>
          </ac:spMkLst>
        </pc:spChg>
        <pc:picChg chg="add mod">
          <ac:chgData name="" userId="213e45b8a479442b" providerId="LiveId" clId="{0C2797AA-115E-404E-8A4E-088081DE6C30}" dt="2022-02-15T17:05:51.026" v="2289" actId="1076"/>
          <ac:picMkLst>
            <pc:docMk/>
            <pc:sldMk cId="3674595013" sldId="448"/>
            <ac:picMk id="6" creationId="{85DB4254-49AA-4140-9FE6-1098B5B045FB}"/>
          </ac:picMkLst>
        </pc:picChg>
        <pc:picChg chg="del">
          <ac:chgData name="" userId="213e45b8a479442b" providerId="LiveId" clId="{0C2797AA-115E-404E-8A4E-088081DE6C30}" dt="2022-02-15T17:05:46.030" v="2285" actId="478"/>
          <ac:picMkLst>
            <pc:docMk/>
            <pc:sldMk cId="3674595013" sldId="448"/>
            <ac:picMk id="10" creationId="{C10ACC3C-22C0-4082-83F5-85C572E4CD84}"/>
          </ac:picMkLst>
        </pc:picChg>
      </pc:sldChg>
      <pc:sldChg chg="addSp modSp add">
        <pc:chgData name="" userId="213e45b8a479442b" providerId="LiveId" clId="{0C2797AA-115E-404E-8A4E-088081DE6C30}" dt="2022-02-15T17:10:50.142" v="2380" actId="1076"/>
        <pc:sldMkLst>
          <pc:docMk/>
          <pc:sldMk cId="38366376" sldId="449"/>
        </pc:sldMkLst>
        <pc:spChg chg="mod">
          <ac:chgData name="" userId="213e45b8a479442b" providerId="LiveId" clId="{0C2797AA-115E-404E-8A4E-088081DE6C30}" dt="2022-02-15T17:06:57.160" v="2320" actId="20577"/>
          <ac:spMkLst>
            <pc:docMk/>
            <pc:sldMk cId="38366376" sldId="449"/>
            <ac:spMk id="8" creationId="{36177B38-43AB-4398-968B-448F8F0E5F49}"/>
          </ac:spMkLst>
        </pc:spChg>
        <pc:graphicFrameChg chg="mod modGraphic">
          <ac:chgData name="" userId="213e45b8a479442b" providerId="LiveId" clId="{0C2797AA-115E-404E-8A4E-088081DE6C30}" dt="2022-02-15T17:10:45.430" v="2378" actId="1076"/>
          <ac:graphicFrameMkLst>
            <pc:docMk/>
            <pc:sldMk cId="38366376" sldId="449"/>
            <ac:graphicFrameMk id="3" creationId="{BC627892-6979-4AA4-8455-5E7874F9BCFE}"/>
          </ac:graphicFrameMkLst>
        </pc:graphicFrameChg>
        <pc:picChg chg="add mod">
          <ac:chgData name="" userId="213e45b8a479442b" providerId="LiveId" clId="{0C2797AA-115E-404E-8A4E-088081DE6C30}" dt="2022-02-15T17:10:50.142" v="2380" actId="1076"/>
          <ac:picMkLst>
            <pc:docMk/>
            <pc:sldMk cId="38366376" sldId="449"/>
            <ac:picMk id="5" creationId="{FAF8797B-0365-41A7-BE79-A1B121A27224}"/>
          </ac:picMkLst>
        </pc:picChg>
      </pc:sldChg>
      <pc:sldChg chg="delSp modSp add modNotesTx">
        <pc:chgData name="" userId="213e45b8a479442b" providerId="LiveId" clId="{0C2797AA-115E-404E-8A4E-088081DE6C30}" dt="2022-02-25T13:51:11.275" v="7186" actId="207"/>
        <pc:sldMkLst>
          <pc:docMk/>
          <pc:sldMk cId="448916076" sldId="450"/>
        </pc:sldMkLst>
        <pc:spChg chg="mod">
          <ac:chgData name="" userId="213e45b8a479442b" providerId="LiveId" clId="{0C2797AA-115E-404E-8A4E-088081DE6C30}" dt="2022-02-15T17:11:35.570" v="2382"/>
          <ac:spMkLst>
            <pc:docMk/>
            <pc:sldMk cId="448916076" sldId="450"/>
            <ac:spMk id="2" creationId="{5888EE31-F44C-4034-8407-4C756F65702C}"/>
          </ac:spMkLst>
        </pc:spChg>
        <pc:spChg chg="del">
          <ac:chgData name="" userId="213e45b8a479442b" providerId="LiveId" clId="{0C2797AA-115E-404E-8A4E-088081DE6C30}" dt="2022-02-16T12:59:54.030" v="2407" actId="478"/>
          <ac:spMkLst>
            <pc:docMk/>
            <pc:sldMk cId="448916076" sldId="450"/>
            <ac:spMk id="3" creationId="{4417E806-3840-419E-9024-902DA33AB89B}"/>
          </ac:spMkLst>
        </pc:spChg>
        <pc:spChg chg="mod">
          <ac:chgData name="" userId="213e45b8a479442b" providerId="LiveId" clId="{0C2797AA-115E-404E-8A4E-088081DE6C30}" dt="2022-02-25T13:51:11.275" v="7186" actId="207"/>
          <ac:spMkLst>
            <pc:docMk/>
            <pc:sldMk cId="448916076" sldId="450"/>
            <ac:spMk id="8" creationId="{36177B38-43AB-4398-968B-448F8F0E5F49}"/>
          </ac:spMkLst>
        </pc:spChg>
        <pc:grpChg chg="del">
          <ac:chgData name="" userId="213e45b8a479442b" providerId="LiveId" clId="{0C2797AA-115E-404E-8A4E-088081DE6C30}" dt="2022-02-16T11:15:37.055" v="2393" actId="478"/>
          <ac:grpSpMkLst>
            <pc:docMk/>
            <pc:sldMk cId="448916076" sldId="450"/>
            <ac:grpSpMk id="4" creationId="{89549481-EE04-4BA5-AEC3-AF19E9AA98C5}"/>
          </ac:grpSpMkLst>
        </pc:grpChg>
      </pc:sldChg>
      <pc:sldChg chg="delSp modSp add">
        <pc:chgData name="" userId="213e45b8a479442b" providerId="LiveId" clId="{0C2797AA-115E-404E-8A4E-088081DE6C30}" dt="2022-02-25T13:50:59.620" v="7184" actId="207"/>
        <pc:sldMkLst>
          <pc:docMk/>
          <pc:sldMk cId="2091548937" sldId="451"/>
        </pc:sldMkLst>
        <pc:spChg chg="del">
          <ac:chgData name="" userId="213e45b8a479442b" providerId="LiveId" clId="{0C2797AA-115E-404E-8A4E-088081DE6C30}" dt="2022-02-16T13:05:33.742" v="2436" actId="478"/>
          <ac:spMkLst>
            <pc:docMk/>
            <pc:sldMk cId="2091548937" sldId="451"/>
            <ac:spMk id="3" creationId="{4417E806-3840-419E-9024-902DA33AB89B}"/>
          </ac:spMkLst>
        </pc:spChg>
        <pc:spChg chg="mod">
          <ac:chgData name="" userId="213e45b8a479442b" providerId="LiveId" clId="{0C2797AA-115E-404E-8A4E-088081DE6C30}" dt="2022-02-25T13:50:59.620" v="7184" actId="207"/>
          <ac:spMkLst>
            <pc:docMk/>
            <pc:sldMk cId="2091548937" sldId="451"/>
            <ac:spMk id="8" creationId="{36177B38-43AB-4398-968B-448F8F0E5F49}"/>
          </ac:spMkLst>
        </pc:spChg>
        <pc:grpChg chg="del">
          <ac:chgData name="" userId="213e45b8a479442b" providerId="LiveId" clId="{0C2797AA-115E-404E-8A4E-088081DE6C30}" dt="2022-02-16T13:05:30.634" v="2435" actId="478"/>
          <ac:grpSpMkLst>
            <pc:docMk/>
            <pc:sldMk cId="2091548937" sldId="451"/>
            <ac:grpSpMk id="4" creationId="{89549481-EE04-4BA5-AEC3-AF19E9AA98C5}"/>
          </ac:grpSpMkLst>
        </pc:grpChg>
      </pc:sldChg>
      <pc:sldChg chg="modSp add">
        <pc:chgData name="" userId="213e45b8a479442b" providerId="LiveId" clId="{0C2797AA-115E-404E-8A4E-088081DE6C30}" dt="2022-02-25T13:50:55.796" v="7183" actId="207"/>
        <pc:sldMkLst>
          <pc:docMk/>
          <pc:sldMk cId="1372314061" sldId="452"/>
        </pc:sldMkLst>
        <pc:spChg chg="mod">
          <ac:chgData name="" userId="213e45b8a479442b" providerId="LiveId" clId="{0C2797AA-115E-404E-8A4E-088081DE6C30}" dt="2022-02-25T13:50:55.796" v="7183" actId="207"/>
          <ac:spMkLst>
            <pc:docMk/>
            <pc:sldMk cId="1372314061" sldId="452"/>
            <ac:spMk id="8" creationId="{36177B38-43AB-4398-968B-448F8F0E5F49}"/>
          </ac:spMkLst>
        </pc:spChg>
      </pc:sldChg>
      <pc:sldChg chg="modSp add">
        <pc:chgData name="" userId="213e45b8a479442b" providerId="LiveId" clId="{0C2797AA-115E-404E-8A4E-088081DE6C30}" dt="2022-02-25T13:50:49.552" v="7182" actId="207"/>
        <pc:sldMkLst>
          <pc:docMk/>
          <pc:sldMk cId="1150813134" sldId="453"/>
        </pc:sldMkLst>
        <pc:spChg chg="mod">
          <ac:chgData name="" userId="213e45b8a479442b" providerId="LiveId" clId="{0C2797AA-115E-404E-8A4E-088081DE6C30}" dt="2022-02-25T13:50:49.552" v="7182" actId="207"/>
          <ac:spMkLst>
            <pc:docMk/>
            <pc:sldMk cId="1150813134" sldId="453"/>
            <ac:spMk id="8" creationId="{36177B38-43AB-4398-968B-448F8F0E5F49}"/>
          </ac:spMkLst>
        </pc:spChg>
      </pc:sldChg>
      <pc:sldChg chg="addSp delSp modSp add modAnim">
        <pc:chgData name="" userId="213e45b8a479442b" providerId="LiveId" clId="{0C2797AA-115E-404E-8A4E-088081DE6C30}" dt="2022-02-16T15:14:10.752" v="4054" actId="255"/>
        <pc:sldMkLst>
          <pc:docMk/>
          <pc:sldMk cId="47706739" sldId="454"/>
        </pc:sldMkLst>
        <pc:spChg chg="add mod">
          <ac:chgData name="" userId="213e45b8a479442b" providerId="LiveId" clId="{0C2797AA-115E-404E-8A4E-088081DE6C30}" dt="2022-02-16T15:14:10.752" v="4054" actId="255"/>
          <ac:spMkLst>
            <pc:docMk/>
            <pc:sldMk cId="47706739" sldId="454"/>
            <ac:spMk id="3" creationId="{E9D343F0-0191-4806-8F2A-0A48E38EF48F}"/>
          </ac:spMkLst>
        </pc:spChg>
        <pc:spChg chg="add mod">
          <ac:chgData name="" userId="213e45b8a479442b" providerId="LiveId" clId="{0C2797AA-115E-404E-8A4E-088081DE6C30}" dt="2022-02-16T15:14:05.826" v="4053" actId="1076"/>
          <ac:spMkLst>
            <pc:docMk/>
            <pc:sldMk cId="47706739" sldId="454"/>
            <ac:spMk id="4" creationId="{8BB9D81A-0ED6-4509-8DD4-9F4BA5CEBA74}"/>
          </ac:spMkLst>
        </pc:spChg>
        <pc:spChg chg="add del mod">
          <ac:chgData name="" userId="213e45b8a479442b" providerId="LiveId" clId="{0C2797AA-115E-404E-8A4E-088081DE6C30}" dt="2022-02-16T13:50:08.574" v="2814" actId="478"/>
          <ac:spMkLst>
            <pc:docMk/>
            <pc:sldMk cId="47706739" sldId="454"/>
            <ac:spMk id="5" creationId="{49ED71D3-201C-400A-A179-9E9479514440}"/>
          </ac:spMkLst>
        </pc:spChg>
        <pc:spChg chg="add mod">
          <ac:chgData name="" userId="213e45b8a479442b" providerId="LiveId" clId="{0C2797AA-115E-404E-8A4E-088081DE6C30}" dt="2022-02-16T13:50:19.857" v="2820" actId="122"/>
          <ac:spMkLst>
            <pc:docMk/>
            <pc:sldMk cId="47706739" sldId="454"/>
            <ac:spMk id="7" creationId="{6C327B18-C194-4038-B9B6-F8FA4845AF8E}"/>
          </ac:spMkLst>
        </pc:spChg>
        <pc:spChg chg="mod">
          <ac:chgData name="" userId="213e45b8a479442b" providerId="LiveId" clId="{0C2797AA-115E-404E-8A4E-088081DE6C30}" dt="2022-02-16T13:48:19.082" v="2778" actId="20577"/>
          <ac:spMkLst>
            <pc:docMk/>
            <pc:sldMk cId="47706739" sldId="454"/>
            <ac:spMk id="8" creationId="{36177B38-43AB-4398-968B-448F8F0E5F49}"/>
          </ac:spMkLst>
        </pc:spChg>
        <pc:spChg chg="add mod">
          <ac:chgData name="" userId="213e45b8a479442b" providerId="LiveId" clId="{0C2797AA-115E-404E-8A4E-088081DE6C30}" dt="2022-02-16T13:50:41.371" v="2833" actId="14100"/>
          <ac:spMkLst>
            <pc:docMk/>
            <pc:sldMk cId="47706739" sldId="454"/>
            <ac:spMk id="9" creationId="{B394361C-95AC-438C-A044-928A108F4A87}"/>
          </ac:spMkLst>
        </pc:spChg>
      </pc:sldChg>
      <pc:sldChg chg="modSp add">
        <pc:chgData name="" userId="213e45b8a479442b" providerId="LiveId" clId="{0C2797AA-115E-404E-8A4E-088081DE6C30}" dt="2022-02-16T13:54:34.251" v="2877"/>
        <pc:sldMkLst>
          <pc:docMk/>
          <pc:sldMk cId="1869866149" sldId="455"/>
        </pc:sldMkLst>
        <pc:spChg chg="mod">
          <ac:chgData name="" userId="213e45b8a479442b" providerId="LiveId" clId="{0C2797AA-115E-404E-8A4E-088081DE6C30}" dt="2022-02-16T13:54:34.251" v="2877"/>
          <ac:spMkLst>
            <pc:docMk/>
            <pc:sldMk cId="1869866149" sldId="455"/>
            <ac:spMk id="8" creationId="{36177B38-43AB-4398-968B-448F8F0E5F49}"/>
          </ac:spMkLst>
        </pc:spChg>
      </pc:sldChg>
      <pc:sldChg chg="delSp modSp add delAnim">
        <pc:chgData name="" userId="213e45b8a479442b" providerId="LiveId" clId="{0C2797AA-115E-404E-8A4E-088081DE6C30}" dt="2022-03-04T03:04:22.076" v="7802" actId="404"/>
        <pc:sldMkLst>
          <pc:docMk/>
          <pc:sldMk cId="4070035833" sldId="456"/>
        </pc:sldMkLst>
        <pc:spChg chg="mod">
          <ac:chgData name="" userId="213e45b8a479442b" providerId="LiveId" clId="{0C2797AA-115E-404E-8A4E-088081DE6C30}" dt="2022-02-16T13:54:57.348" v="2879"/>
          <ac:spMkLst>
            <pc:docMk/>
            <pc:sldMk cId="4070035833" sldId="456"/>
            <ac:spMk id="2" creationId="{5888EE31-F44C-4034-8407-4C756F65702C}"/>
          </ac:spMkLst>
        </pc:spChg>
        <pc:spChg chg="mod">
          <ac:chgData name="" userId="213e45b8a479442b" providerId="LiveId" clId="{0C2797AA-115E-404E-8A4E-088081DE6C30}" dt="2022-03-04T03:04:22.076" v="7802" actId="404"/>
          <ac:spMkLst>
            <pc:docMk/>
            <pc:sldMk cId="4070035833" sldId="456"/>
            <ac:spMk id="10" creationId="{F37FA604-4B9C-4EC5-8BEF-A4803280DBDC}"/>
          </ac:spMkLst>
        </pc:spChg>
        <pc:spChg chg="mod">
          <ac:chgData name="" userId="213e45b8a479442b" providerId="LiveId" clId="{0C2797AA-115E-404E-8A4E-088081DE6C30}" dt="2022-02-16T13:55:01.526" v="2880"/>
          <ac:spMkLst>
            <pc:docMk/>
            <pc:sldMk cId="4070035833" sldId="456"/>
            <ac:spMk id="15" creationId="{0A28ACBB-72CD-45C5-9AB5-D610AF8C6291}"/>
          </ac:spMkLst>
        </pc:spChg>
        <pc:spChg chg="del">
          <ac:chgData name="" userId="213e45b8a479442b" providerId="LiveId" clId="{0C2797AA-115E-404E-8A4E-088081DE6C30}" dt="2022-02-16T13:55:21.200" v="2883" actId="478"/>
          <ac:spMkLst>
            <pc:docMk/>
            <pc:sldMk cId="4070035833" sldId="456"/>
            <ac:spMk id="19" creationId="{36CDB222-FA8F-41E1-BFA8-7EC236A0CBAB}"/>
          </ac:spMkLst>
        </pc:spChg>
        <pc:graphicFrameChg chg="mod modGraphic">
          <ac:chgData name="" userId="213e45b8a479442b" providerId="LiveId" clId="{0C2797AA-115E-404E-8A4E-088081DE6C30}" dt="2022-02-16T13:55:52.544" v="2898" actId="20577"/>
          <ac:graphicFrameMkLst>
            <pc:docMk/>
            <pc:sldMk cId="4070035833" sldId="456"/>
            <ac:graphicFrameMk id="5" creationId="{BF7DC955-9623-481B-B403-F7F4CA6275F4}"/>
          </ac:graphicFrameMkLst>
        </pc:graphicFrameChg>
        <pc:graphicFrameChg chg="del">
          <ac:chgData name="" userId="213e45b8a479442b" providerId="LiveId" clId="{0C2797AA-115E-404E-8A4E-088081DE6C30}" dt="2022-02-16T13:56:11.748" v="2899" actId="478"/>
          <ac:graphicFrameMkLst>
            <pc:docMk/>
            <pc:sldMk cId="4070035833" sldId="456"/>
            <ac:graphicFrameMk id="18" creationId="{081C2E6D-9AA7-4E9A-9454-85B1BE6CA052}"/>
          </ac:graphicFrameMkLst>
        </pc:graphicFrameChg>
      </pc:sldChg>
      <pc:sldChg chg="addSp delSp modSp add">
        <pc:chgData name="" userId="213e45b8a479442b" providerId="LiveId" clId="{0C2797AA-115E-404E-8A4E-088081DE6C30}" dt="2022-03-04T03:04:15.093" v="7800" actId="1076"/>
        <pc:sldMkLst>
          <pc:docMk/>
          <pc:sldMk cId="383277438" sldId="457"/>
        </pc:sldMkLst>
        <pc:spChg chg="del">
          <ac:chgData name="" userId="213e45b8a479442b" providerId="LiveId" clId="{0C2797AA-115E-404E-8A4E-088081DE6C30}" dt="2022-02-16T13:56:45.831" v="2909" actId="478"/>
          <ac:spMkLst>
            <pc:docMk/>
            <pc:sldMk cId="383277438" sldId="457"/>
            <ac:spMk id="7" creationId="{79093733-1E11-495E-A473-E0940155AE28}"/>
          </ac:spMkLst>
        </pc:spChg>
        <pc:spChg chg="mod">
          <ac:chgData name="" userId="213e45b8a479442b" providerId="LiveId" clId="{0C2797AA-115E-404E-8A4E-088081DE6C30}" dt="2022-03-04T03:04:15.093" v="7800" actId="1076"/>
          <ac:spMkLst>
            <pc:docMk/>
            <pc:sldMk cId="383277438" sldId="457"/>
            <ac:spMk id="10" creationId="{F37FA604-4B9C-4EC5-8BEF-A4803280DBDC}"/>
          </ac:spMkLst>
        </pc:spChg>
        <pc:graphicFrameChg chg="add del mod">
          <ac:chgData name="" userId="213e45b8a479442b" providerId="LiveId" clId="{0C2797AA-115E-404E-8A4E-088081DE6C30}" dt="2022-02-16T13:56:36.052" v="2905"/>
          <ac:graphicFrameMkLst>
            <pc:docMk/>
            <pc:sldMk cId="383277438" sldId="457"/>
            <ac:graphicFrameMk id="3" creationId="{C5DB81F5-B36F-42E3-B315-6D31F9A25BA0}"/>
          </ac:graphicFrameMkLst>
        </pc:graphicFrameChg>
        <pc:graphicFrameChg chg="add mod modGraphic">
          <ac:chgData name="" userId="213e45b8a479442b" providerId="LiveId" clId="{0C2797AA-115E-404E-8A4E-088081DE6C30}" dt="2022-02-16T14:02:23.500" v="2982" actId="2062"/>
          <ac:graphicFrameMkLst>
            <pc:docMk/>
            <pc:sldMk cId="383277438" sldId="457"/>
            <ac:graphicFrameMk id="4" creationId="{B048BB95-D978-45DE-8DDF-EF3E3BED10B5}"/>
          </ac:graphicFrameMkLst>
        </pc:graphicFrameChg>
        <pc:graphicFrameChg chg="del">
          <ac:chgData name="" userId="213e45b8a479442b" providerId="LiveId" clId="{0C2797AA-115E-404E-8A4E-088081DE6C30}" dt="2022-02-16T13:56:31.346" v="2901" actId="478"/>
          <ac:graphicFrameMkLst>
            <pc:docMk/>
            <pc:sldMk cId="383277438" sldId="457"/>
            <ac:graphicFrameMk id="5" creationId="{BF7DC955-9623-481B-B403-F7F4CA6275F4}"/>
          </ac:graphicFrameMkLst>
        </pc:graphicFrameChg>
      </pc:sldChg>
      <pc:sldChg chg="addSp delSp modSp add ord">
        <pc:chgData name="" userId="213e45b8a479442b" providerId="LiveId" clId="{0C2797AA-115E-404E-8A4E-088081DE6C30}" dt="2022-03-04T03:04:18.685" v="7801" actId="404"/>
        <pc:sldMkLst>
          <pc:docMk/>
          <pc:sldMk cId="1182133341" sldId="458"/>
        </pc:sldMkLst>
        <pc:spChg chg="mod">
          <ac:chgData name="" userId="213e45b8a479442b" providerId="LiveId" clId="{0C2797AA-115E-404E-8A4E-088081DE6C30}" dt="2022-03-04T03:04:18.685" v="7801" actId="404"/>
          <ac:spMkLst>
            <pc:docMk/>
            <pc:sldMk cId="1182133341" sldId="458"/>
            <ac:spMk id="10" creationId="{F37FA604-4B9C-4EC5-8BEF-A4803280DBDC}"/>
          </ac:spMkLst>
        </pc:spChg>
        <pc:graphicFrameChg chg="add del">
          <ac:chgData name="" userId="213e45b8a479442b" providerId="LiveId" clId="{0C2797AA-115E-404E-8A4E-088081DE6C30}" dt="2022-02-16T14:00:15.156" v="2951"/>
          <ac:graphicFrameMkLst>
            <pc:docMk/>
            <pc:sldMk cId="1182133341" sldId="458"/>
            <ac:graphicFrameMk id="3" creationId="{9A3F36D8-E74F-4B63-A0AB-47FBB378A183}"/>
          </ac:graphicFrameMkLst>
        </pc:graphicFrameChg>
        <pc:graphicFrameChg chg="mod modGraphic">
          <ac:chgData name="" userId="213e45b8a479442b" providerId="LiveId" clId="{0C2797AA-115E-404E-8A4E-088081DE6C30}" dt="2022-02-16T14:02:38.310" v="2984" actId="14734"/>
          <ac:graphicFrameMkLst>
            <pc:docMk/>
            <pc:sldMk cId="1182133341" sldId="458"/>
            <ac:graphicFrameMk id="4" creationId="{B048BB95-D978-45DE-8DDF-EF3E3BED10B5}"/>
          </ac:graphicFrameMkLst>
        </pc:graphicFrameChg>
        <pc:graphicFrameChg chg="add mod modGraphic">
          <ac:chgData name="" userId="213e45b8a479442b" providerId="LiveId" clId="{0C2797AA-115E-404E-8A4E-088081DE6C30}" dt="2022-02-16T14:02:50.618" v="2987" actId="1076"/>
          <ac:graphicFrameMkLst>
            <pc:docMk/>
            <pc:sldMk cId="1182133341" sldId="458"/>
            <ac:graphicFrameMk id="5" creationId="{A1FC6C14-C009-41C9-9F7B-904F95C9D062}"/>
          </ac:graphicFrameMkLst>
        </pc:graphicFrameChg>
      </pc:sldChg>
      <pc:sldChg chg="addSp delSp modSp add">
        <pc:chgData name="" userId="213e45b8a479442b" providerId="LiveId" clId="{0C2797AA-115E-404E-8A4E-088081DE6C30}" dt="2022-02-16T14:45:12.194" v="3045" actId="1076"/>
        <pc:sldMkLst>
          <pc:docMk/>
          <pc:sldMk cId="3068682567" sldId="459"/>
        </pc:sldMkLst>
        <pc:spChg chg="mod">
          <ac:chgData name="" userId="213e45b8a479442b" providerId="LiveId" clId="{0C2797AA-115E-404E-8A4E-088081DE6C30}" dt="2022-02-16T14:43:34.807" v="2989"/>
          <ac:spMkLst>
            <pc:docMk/>
            <pc:sldMk cId="3068682567" sldId="459"/>
            <ac:spMk id="2" creationId="{5888EE31-F44C-4034-8407-4C756F65702C}"/>
          </ac:spMkLst>
        </pc:spChg>
        <pc:spChg chg="mod">
          <ac:chgData name="" userId="213e45b8a479442b" providerId="LiveId" clId="{0C2797AA-115E-404E-8A4E-088081DE6C30}" dt="2022-02-16T14:45:12.194" v="3045" actId="1076"/>
          <ac:spMkLst>
            <pc:docMk/>
            <pc:sldMk cId="3068682567" sldId="459"/>
            <ac:spMk id="5" creationId="{18B4200E-5891-4AE5-ABDF-B2DD7107D4B8}"/>
          </ac:spMkLst>
        </pc:spChg>
        <pc:spChg chg="mod">
          <ac:chgData name="" userId="213e45b8a479442b" providerId="LiveId" clId="{0C2797AA-115E-404E-8A4E-088081DE6C30}" dt="2022-02-16T14:43:37.945" v="2991" actId="20577"/>
          <ac:spMkLst>
            <pc:docMk/>
            <pc:sldMk cId="3068682567" sldId="459"/>
            <ac:spMk id="8" creationId="{36177B38-43AB-4398-968B-448F8F0E5F49}"/>
          </ac:spMkLst>
        </pc:spChg>
        <pc:picChg chg="del">
          <ac:chgData name="" userId="213e45b8a479442b" providerId="LiveId" clId="{0C2797AA-115E-404E-8A4E-088081DE6C30}" dt="2022-02-16T14:43:47.079" v="2992" actId="478"/>
          <ac:picMkLst>
            <pc:docMk/>
            <pc:sldMk cId="3068682567" sldId="459"/>
            <ac:picMk id="6" creationId="{85DB4254-49AA-4140-9FE6-1098B5B045FB}"/>
          </ac:picMkLst>
        </pc:picChg>
        <pc:picChg chg="add mod">
          <ac:chgData name="" userId="213e45b8a479442b" providerId="LiveId" clId="{0C2797AA-115E-404E-8A4E-088081DE6C30}" dt="2022-02-16T14:44:33.358" v="3003" actId="1076"/>
          <ac:picMkLst>
            <pc:docMk/>
            <pc:sldMk cId="3068682567" sldId="459"/>
            <ac:picMk id="7" creationId="{AF509118-A41A-4E7E-854F-96016E223E00}"/>
          </ac:picMkLst>
        </pc:picChg>
      </pc:sldChg>
      <pc:sldChg chg="modSp add">
        <pc:chgData name="" userId="213e45b8a479442b" providerId="LiveId" clId="{0C2797AA-115E-404E-8A4E-088081DE6C30}" dt="2022-02-16T14:46:31.429" v="3115" actId="1076"/>
        <pc:sldMkLst>
          <pc:docMk/>
          <pc:sldMk cId="196691859" sldId="460"/>
        </pc:sldMkLst>
        <pc:spChg chg="mod">
          <ac:chgData name="" userId="213e45b8a479442b" providerId="LiveId" clId="{0C2797AA-115E-404E-8A4E-088081DE6C30}" dt="2022-02-16T14:46:30.194" v="3114" actId="1076"/>
          <ac:spMkLst>
            <pc:docMk/>
            <pc:sldMk cId="196691859" sldId="460"/>
            <ac:spMk id="5" creationId="{18B4200E-5891-4AE5-ABDF-B2DD7107D4B8}"/>
          </ac:spMkLst>
        </pc:spChg>
        <pc:picChg chg="mod">
          <ac:chgData name="" userId="213e45b8a479442b" providerId="LiveId" clId="{0C2797AA-115E-404E-8A4E-088081DE6C30}" dt="2022-02-16T14:46:31.429" v="3115" actId="1076"/>
          <ac:picMkLst>
            <pc:docMk/>
            <pc:sldMk cId="196691859" sldId="460"/>
            <ac:picMk id="7" creationId="{AF509118-A41A-4E7E-854F-96016E223E00}"/>
          </ac:picMkLst>
        </pc:picChg>
      </pc:sldChg>
      <pc:sldChg chg="modSp add">
        <pc:chgData name="" userId="213e45b8a479442b" providerId="LiveId" clId="{0C2797AA-115E-404E-8A4E-088081DE6C30}" dt="2022-02-16T14:48:07.374" v="3156" actId="20577"/>
        <pc:sldMkLst>
          <pc:docMk/>
          <pc:sldMk cId="33222505" sldId="461"/>
        </pc:sldMkLst>
        <pc:spChg chg="mod">
          <ac:chgData name="" userId="213e45b8a479442b" providerId="LiveId" clId="{0C2797AA-115E-404E-8A4E-088081DE6C30}" dt="2022-02-16T14:46:49.025" v="3117"/>
          <ac:spMkLst>
            <pc:docMk/>
            <pc:sldMk cId="33222505" sldId="461"/>
            <ac:spMk id="2" creationId="{5888EE31-F44C-4034-8407-4C756F65702C}"/>
          </ac:spMkLst>
        </pc:spChg>
        <pc:spChg chg="mod">
          <ac:chgData name="" userId="213e45b8a479442b" providerId="LiveId" clId="{0C2797AA-115E-404E-8A4E-088081DE6C30}" dt="2022-02-16T14:48:07.374" v="3156" actId="20577"/>
          <ac:spMkLst>
            <pc:docMk/>
            <pc:sldMk cId="33222505" sldId="461"/>
            <ac:spMk id="8" creationId="{36177B38-43AB-4398-968B-448F8F0E5F49}"/>
          </ac:spMkLst>
        </pc:spChg>
      </pc:sldChg>
      <pc:sldChg chg="addSp delSp modSp add delAnim modAnim">
        <pc:chgData name="" userId="213e45b8a479442b" providerId="LiveId" clId="{0C2797AA-115E-404E-8A4E-088081DE6C30}" dt="2022-02-25T13:50:32.588" v="7180" actId="14100"/>
        <pc:sldMkLst>
          <pc:docMk/>
          <pc:sldMk cId="2501881813" sldId="462"/>
        </pc:sldMkLst>
        <pc:spChg chg="mod">
          <ac:chgData name="" userId="213e45b8a479442b" providerId="LiveId" clId="{0C2797AA-115E-404E-8A4E-088081DE6C30}" dt="2022-02-16T14:48:50.291" v="3161"/>
          <ac:spMkLst>
            <pc:docMk/>
            <pc:sldMk cId="2501881813" sldId="462"/>
            <ac:spMk id="2" creationId="{5888EE31-F44C-4034-8407-4C756F65702C}"/>
          </ac:spMkLst>
        </pc:spChg>
        <pc:spChg chg="del">
          <ac:chgData name="" userId="213e45b8a479442b" providerId="LiveId" clId="{0C2797AA-115E-404E-8A4E-088081DE6C30}" dt="2022-02-16T14:50:33.544" v="3190" actId="478"/>
          <ac:spMkLst>
            <pc:docMk/>
            <pc:sldMk cId="2501881813" sldId="462"/>
            <ac:spMk id="6" creationId="{C3C4697C-DD5D-41BA-9604-22525F79B210}"/>
          </ac:spMkLst>
        </pc:spChg>
        <pc:spChg chg="add mod">
          <ac:chgData name="" userId="213e45b8a479442b" providerId="LiveId" clId="{0C2797AA-115E-404E-8A4E-088081DE6C30}" dt="2022-02-25T13:50:32.588" v="7180" actId="14100"/>
          <ac:spMkLst>
            <pc:docMk/>
            <pc:sldMk cId="2501881813" sldId="462"/>
            <ac:spMk id="8" creationId="{5BE99B3E-45D8-42F2-B91C-65AA4036EA51}"/>
          </ac:spMkLst>
        </pc:spChg>
        <pc:spChg chg="mod">
          <ac:chgData name="" userId="213e45b8a479442b" providerId="LiveId" clId="{0C2797AA-115E-404E-8A4E-088081DE6C30}" dt="2022-02-25T13:50:21.765" v="7175" actId="1076"/>
          <ac:spMkLst>
            <pc:docMk/>
            <pc:sldMk cId="2501881813" sldId="462"/>
            <ac:spMk id="10" creationId="{F37FA604-4B9C-4EC5-8BEF-A4803280DBDC}"/>
          </ac:spMkLst>
        </pc:spChg>
        <pc:spChg chg="del">
          <ac:chgData name="" userId="213e45b8a479442b" providerId="LiveId" clId="{0C2797AA-115E-404E-8A4E-088081DE6C30}" dt="2022-02-16T14:50:37.768" v="3191" actId="478"/>
          <ac:spMkLst>
            <pc:docMk/>
            <pc:sldMk cId="2501881813" sldId="462"/>
            <ac:spMk id="11" creationId="{9546CA72-B5BA-4EA5-8666-0A4A80530EED}"/>
          </ac:spMkLst>
        </pc:spChg>
        <pc:spChg chg="add del mod">
          <ac:chgData name="" userId="213e45b8a479442b" providerId="LiveId" clId="{0C2797AA-115E-404E-8A4E-088081DE6C30}" dt="2022-02-25T13:50:14.739" v="7174" actId="478"/>
          <ac:spMkLst>
            <pc:docMk/>
            <pc:sldMk cId="2501881813" sldId="462"/>
            <ac:spMk id="12" creationId="{79F31362-C1AE-4992-BE3E-C18C82E21D2D}"/>
          </ac:spMkLst>
        </pc:spChg>
        <pc:spChg chg="mod">
          <ac:chgData name="" userId="213e45b8a479442b" providerId="LiveId" clId="{0C2797AA-115E-404E-8A4E-088081DE6C30}" dt="2022-02-16T14:48:45.944" v="3160" actId="20577"/>
          <ac:spMkLst>
            <pc:docMk/>
            <pc:sldMk cId="2501881813" sldId="462"/>
            <ac:spMk id="15" creationId="{0A28ACBB-72CD-45C5-9AB5-D610AF8C6291}"/>
          </ac:spMkLst>
        </pc:spChg>
        <pc:graphicFrameChg chg="add del">
          <ac:chgData name="" userId="213e45b8a479442b" providerId="LiveId" clId="{0C2797AA-115E-404E-8A4E-088081DE6C30}" dt="2022-02-16T14:49:21.462" v="3166"/>
          <ac:graphicFrameMkLst>
            <pc:docMk/>
            <pc:sldMk cId="2501881813" sldId="462"/>
            <ac:graphicFrameMk id="3" creationId="{383AF676-D9F2-40F4-935B-4FBB2B453D05}"/>
          </ac:graphicFrameMkLst>
        </pc:graphicFrameChg>
        <pc:graphicFrameChg chg="add del">
          <ac:chgData name="" userId="213e45b8a479442b" providerId="LiveId" clId="{0C2797AA-115E-404E-8A4E-088081DE6C30}" dt="2022-02-16T14:50:45.410" v="3193"/>
          <ac:graphicFrameMkLst>
            <pc:docMk/>
            <pc:sldMk cId="2501881813" sldId="462"/>
            <ac:graphicFrameMk id="4" creationId="{1B844996-F1D1-45E7-BC0C-60AB1C15210B}"/>
          </ac:graphicFrameMkLst>
        </pc:graphicFrameChg>
        <pc:graphicFrameChg chg="mod modGraphic">
          <ac:chgData name="" userId="213e45b8a479442b" providerId="LiveId" clId="{0C2797AA-115E-404E-8A4E-088081DE6C30}" dt="2022-02-25T13:50:21.765" v="7175" actId="1076"/>
          <ac:graphicFrameMkLst>
            <pc:docMk/>
            <pc:sldMk cId="2501881813" sldId="462"/>
            <ac:graphicFrameMk id="5" creationId="{BF7DC955-9623-481B-B403-F7F4CA6275F4}"/>
          </ac:graphicFrameMkLst>
        </pc:graphicFrameChg>
        <pc:graphicFrameChg chg="add mod modGraphic">
          <ac:chgData name="" userId="213e45b8a479442b" providerId="LiveId" clId="{0C2797AA-115E-404E-8A4E-088081DE6C30}" dt="2022-02-25T13:50:24.230" v="7176" actId="1076"/>
          <ac:graphicFrameMkLst>
            <pc:docMk/>
            <pc:sldMk cId="2501881813" sldId="462"/>
            <ac:graphicFrameMk id="7" creationId="{58B2B4E4-4BBD-45BB-82C7-DA7A23869F1B}"/>
          </ac:graphicFrameMkLst>
        </pc:graphicFrameChg>
      </pc:sldChg>
      <pc:sldChg chg="modSp add">
        <pc:chgData name="" userId="213e45b8a479442b" providerId="LiveId" clId="{0C2797AA-115E-404E-8A4E-088081DE6C30}" dt="2022-02-16T14:59:08.010" v="3485" actId="1076"/>
        <pc:sldMkLst>
          <pc:docMk/>
          <pc:sldMk cId="1071614141" sldId="463"/>
        </pc:sldMkLst>
        <pc:spChg chg="mod">
          <ac:chgData name="" userId="213e45b8a479442b" providerId="LiveId" clId="{0C2797AA-115E-404E-8A4E-088081DE6C30}" dt="2022-02-16T14:56:10.813" v="3458" actId="1076"/>
          <ac:spMkLst>
            <pc:docMk/>
            <pc:sldMk cId="1071614141" sldId="463"/>
            <ac:spMk id="10" creationId="{F37FA604-4B9C-4EC5-8BEF-A4803280DBDC}"/>
          </ac:spMkLst>
        </pc:spChg>
        <pc:spChg chg="mod">
          <ac:chgData name="" userId="213e45b8a479442b" providerId="LiveId" clId="{0C2797AA-115E-404E-8A4E-088081DE6C30}" dt="2022-02-16T14:56:14.333" v="3459" actId="1076"/>
          <ac:spMkLst>
            <pc:docMk/>
            <pc:sldMk cId="1071614141" sldId="463"/>
            <ac:spMk id="12" creationId="{79F31362-C1AE-4992-BE3E-C18C82E21D2D}"/>
          </ac:spMkLst>
        </pc:spChg>
        <pc:spChg chg="mod">
          <ac:chgData name="" userId="213e45b8a479442b" providerId="LiveId" clId="{0C2797AA-115E-404E-8A4E-088081DE6C30}" dt="2022-02-16T14:53:40.206" v="3292" actId="20577"/>
          <ac:spMkLst>
            <pc:docMk/>
            <pc:sldMk cId="1071614141" sldId="463"/>
            <ac:spMk id="15" creationId="{0A28ACBB-72CD-45C5-9AB5-D610AF8C6291}"/>
          </ac:spMkLst>
        </pc:spChg>
        <pc:graphicFrameChg chg="mod modGraphic">
          <ac:chgData name="" userId="213e45b8a479442b" providerId="LiveId" clId="{0C2797AA-115E-404E-8A4E-088081DE6C30}" dt="2022-02-16T14:58:22.284" v="3480" actId="14100"/>
          <ac:graphicFrameMkLst>
            <pc:docMk/>
            <pc:sldMk cId="1071614141" sldId="463"/>
            <ac:graphicFrameMk id="5" creationId="{BF7DC955-9623-481B-B403-F7F4CA6275F4}"/>
          </ac:graphicFrameMkLst>
        </pc:graphicFrameChg>
        <pc:graphicFrameChg chg="mod modGraphic">
          <ac:chgData name="" userId="213e45b8a479442b" providerId="LiveId" clId="{0C2797AA-115E-404E-8A4E-088081DE6C30}" dt="2022-02-16T14:59:08.010" v="3485" actId="1076"/>
          <ac:graphicFrameMkLst>
            <pc:docMk/>
            <pc:sldMk cId="1071614141" sldId="463"/>
            <ac:graphicFrameMk id="7" creationId="{58B2B4E4-4BBD-45BB-82C7-DA7A23869F1B}"/>
          </ac:graphicFrameMkLst>
        </pc:graphicFrameChg>
      </pc:sldChg>
      <pc:sldChg chg="addSp delSp modSp add del">
        <pc:chgData name="" userId="213e45b8a479442b" providerId="LiveId" clId="{0C2797AA-115E-404E-8A4E-088081DE6C30}" dt="2022-02-25T13:49:38.732" v="7166" actId="1035"/>
        <pc:sldMkLst>
          <pc:docMk/>
          <pc:sldMk cId="3370843192" sldId="464"/>
        </pc:sldMkLst>
        <pc:spChg chg="add del mod">
          <ac:chgData name="" userId="213e45b8a479442b" providerId="LiveId" clId="{0C2797AA-115E-404E-8A4E-088081DE6C30}" dt="2022-02-16T15:10:03.711" v="4034" actId="478"/>
          <ac:spMkLst>
            <pc:docMk/>
            <pc:sldMk cId="3370843192" sldId="464"/>
            <ac:spMk id="8" creationId="{9CCB167A-E357-4925-BD88-5AD8CBBC2040}"/>
          </ac:spMkLst>
        </pc:spChg>
        <pc:spChg chg="mod">
          <ac:chgData name="" userId="213e45b8a479442b" providerId="LiveId" clId="{0C2797AA-115E-404E-8A4E-088081DE6C30}" dt="2022-02-25T13:49:38.732" v="7166" actId="1035"/>
          <ac:spMkLst>
            <pc:docMk/>
            <pc:sldMk cId="3370843192" sldId="464"/>
            <ac:spMk id="10" creationId="{F37FA604-4B9C-4EC5-8BEF-A4803280DBDC}"/>
          </ac:spMkLst>
        </pc:spChg>
        <pc:spChg chg="del">
          <ac:chgData name="" userId="213e45b8a479442b" providerId="LiveId" clId="{0C2797AA-115E-404E-8A4E-088081DE6C30}" dt="2022-02-16T15:09:15.961" v="3983" actId="478"/>
          <ac:spMkLst>
            <pc:docMk/>
            <pc:sldMk cId="3370843192" sldId="464"/>
            <ac:spMk id="12" creationId="{79F31362-C1AE-4992-BE3E-C18C82E21D2D}"/>
          </ac:spMkLst>
        </pc:spChg>
        <pc:spChg chg="mod">
          <ac:chgData name="" userId="213e45b8a479442b" providerId="LiveId" clId="{0C2797AA-115E-404E-8A4E-088081DE6C30}" dt="2022-02-16T15:08:18.426" v="3945"/>
          <ac:spMkLst>
            <pc:docMk/>
            <pc:sldMk cId="3370843192" sldId="464"/>
            <ac:spMk id="15" creationId="{0A28ACBB-72CD-45C5-9AB5-D610AF8C6291}"/>
          </ac:spMkLst>
        </pc:spChg>
        <pc:graphicFrameChg chg="mod modGraphic">
          <ac:chgData name="" userId="213e45b8a479442b" providerId="LiveId" clId="{0C2797AA-115E-404E-8A4E-088081DE6C30}" dt="2022-02-16T15:10:10.115" v="4037" actId="14100"/>
          <ac:graphicFrameMkLst>
            <pc:docMk/>
            <pc:sldMk cId="3370843192" sldId="464"/>
            <ac:graphicFrameMk id="5" creationId="{BF7DC955-9623-481B-B403-F7F4CA6275F4}"/>
          </ac:graphicFrameMkLst>
        </pc:graphicFrameChg>
        <pc:graphicFrameChg chg="mod modGraphic">
          <ac:chgData name="" userId="213e45b8a479442b" providerId="LiveId" clId="{0C2797AA-115E-404E-8A4E-088081DE6C30}" dt="2022-02-16T15:10:08.127" v="4036" actId="1076"/>
          <ac:graphicFrameMkLst>
            <pc:docMk/>
            <pc:sldMk cId="3370843192" sldId="464"/>
            <ac:graphicFrameMk id="7" creationId="{58B2B4E4-4BBD-45BB-82C7-DA7A23869F1B}"/>
          </ac:graphicFrameMkLst>
        </pc:graphicFrameChg>
      </pc:sldChg>
      <pc:sldChg chg="addSp delSp modSp add">
        <pc:chgData name="" userId="213e45b8a479442b" providerId="LiveId" clId="{0C2797AA-115E-404E-8A4E-088081DE6C30}" dt="2022-02-16T15:00:55.776" v="3553" actId="1076"/>
        <pc:sldMkLst>
          <pc:docMk/>
          <pc:sldMk cId="909537735" sldId="465"/>
        </pc:sldMkLst>
        <pc:spChg chg="mod">
          <ac:chgData name="" userId="213e45b8a479442b" providerId="LiveId" clId="{0C2797AA-115E-404E-8A4E-088081DE6C30}" dt="2022-02-16T14:59:19.258" v="3487"/>
          <ac:spMkLst>
            <pc:docMk/>
            <pc:sldMk cId="909537735" sldId="465"/>
            <ac:spMk id="2" creationId="{5888EE31-F44C-4034-8407-4C756F65702C}"/>
          </ac:spMkLst>
        </pc:spChg>
        <pc:spChg chg="mod">
          <ac:chgData name="" userId="213e45b8a479442b" providerId="LiveId" clId="{0C2797AA-115E-404E-8A4E-088081DE6C30}" dt="2022-02-16T15:00:50.481" v="3552" actId="6549"/>
          <ac:spMkLst>
            <pc:docMk/>
            <pc:sldMk cId="909537735" sldId="465"/>
            <ac:spMk id="5" creationId="{18B4200E-5891-4AE5-ABDF-B2DD7107D4B8}"/>
          </ac:spMkLst>
        </pc:spChg>
        <pc:spChg chg="mod">
          <ac:chgData name="" userId="213e45b8a479442b" providerId="LiveId" clId="{0C2797AA-115E-404E-8A4E-088081DE6C30}" dt="2022-02-16T14:59:30.901" v="3489" actId="20577"/>
          <ac:spMkLst>
            <pc:docMk/>
            <pc:sldMk cId="909537735" sldId="465"/>
            <ac:spMk id="8" creationId="{36177B38-43AB-4398-968B-448F8F0E5F49}"/>
          </ac:spMkLst>
        </pc:spChg>
        <pc:picChg chg="del">
          <ac:chgData name="" userId="213e45b8a479442b" providerId="LiveId" clId="{0C2797AA-115E-404E-8A4E-088081DE6C30}" dt="2022-02-16T14:59:37.252" v="3490" actId="478"/>
          <ac:picMkLst>
            <pc:docMk/>
            <pc:sldMk cId="909537735" sldId="465"/>
            <ac:picMk id="6" creationId="{85DB4254-49AA-4140-9FE6-1098B5B045FB}"/>
          </ac:picMkLst>
        </pc:picChg>
        <pc:picChg chg="add mod">
          <ac:chgData name="" userId="213e45b8a479442b" providerId="LiveId" clId="{0C2797AA-115E-404E-8A4E-088081DE6C30}" dt="2022-02-16T15:00:55.776" v="3553" actId="1076"/>
          <ac:picMkLst>
            <pc:docMk/>
            <pc:sldMk cId="909537735" sldId="465"/>
            <ac:picMk id="7" creationId="{9DB68767-B770-440F-94D4-A049F05EF5D8}"/>
          </ac:picMkLst>
        </pc:picChg>
      </pc:sldChg>
      <pc:sldChg chg="addSp delSp modSp add">
        <pc:chgData name="" userId="213e45b8a479442b" providerId="LiveId" clId="{0C2797AA-115E-404E-8A4E-088081DE6C30}" dt="2022-02-16T15:05:21.615" v="3898" actId="1076"/>
        <pc:sldMkLst>
          <pc:docMk/>
          <pc:sldMk cId="2624277011" sldId="466"/>
        </pc:sldMkLst>
        <pc:spChg chg="add del mod">
          <ac:chgData name="" userId="213e45b8a479442b" providerId="LiveId" clId="{0C2797AA-115E-404E-8A4E-088081DE6C30}" dt="2022-02-16T15:05:14.458" v="3895" actId="478"/>
          <ac:spMkLst>
            <pc:docMk/>
            <pc:sldMk cId="2624277011" sldId="466"/>
            <ac:spMk id="3" creationId="{CD667B2A-4D7A-4FDE-840A-42CC84406765}"/>
          </ac:spMkLst>
        </pc:spChg>
        <pc:spChg chg="mod">
          <ac:chgData name="" userId="213e45b8a479442b" providerId="LiveId" clId="{0C2797AA-115E-404E-8A4E-088081DE6C30}" dt="2022-02-16T15:05:21.615" v="3898" actId="1076"/>
          <ac:spMkLst>
            <pc:docMk/>
            <pc:sldMk cId="2624277011" sldId="466"/>
            <ac:spMk id="5" creationId="{18B4200E-5891-4AE5-ABDF-B2DD7107D4B8}"/>
          </ac:spMkLst>
        </pc:spChg>
        <pc:spChg chg="add del mod">
          <ac:chgData name="" userId="213e45b8a479442b" providerId="LiveId" clId="{0C2797AA-115E-404E-8A4E-088081DE6C30}" dt="2022-02-16T15:05:12.707" v="3894" actId="478"/>
          <ac:spMkLst>
            <pc:docMk/>
            <pc:sldMk cId="2624277011" sldId="466"/>
            <ac:spMk id="6" creationId="{45B59982-F7AB-485A-B29C-0D4A66A7C271}"/>
          </ac:spMkLst>
        </pc:spChg>
        <pc:picChg chg="del">
          <ac:chgData name="" userId="213e45b8a479442b" providerId="LiveId" clId="{0C2797AA-115E-404E-8A4E-088081DE6C30}" dt="2022-02-16T15:02:02.366" v="3642" actId="478"/>
          <ac:picMkLst>
            <pc:docMk/>
            <pc:sldMk cId="2624277011" sldId="466"/>
            <ac:picMk id="7" creationId="{9DB68767-B770-440F-94D4-A049F05EF5D8}"/>
          </ac:picMkLst>
        </pc:picChg>
        <pc:picChg chg="add mod">
          <ac:chgData name="" userId="213e45b8a479442b" providerId="LiveId" clId="{0C2797AA-115E-404E-8A4E-088081DE6C30}" dt="2022-02-16T15:05:19.496" v="3897" actId="1076"/>
          <ac:picMkLst>
            <pc:docMk/>
            <pc:sldMk cId="2624277011" sldId="466"/>
            <ac:picMk id="9" creationId="{EA8179DA-5612-414B-B69E-3DE01E9C6D50}"/>
          </ac:picMkLst>
        </pc:picChg>
      </pc:sldChg>
      <pc:sldChg chg="addSp delSp modSp add">
        <pc:chgData name="" userId="213e45b8a479442b" providerId="LiveId" clId="{0C2797AA-115E-404E-8A4E-088081DE6C30}" dt="2022-02-16T15:08:06.187" v="3944" actId="1076"/>
        <pc:sldMkLst>
          <pc:docMk/>
          <pc:sldMk cId="1697989537" sldId="467"/>
        </pc:sldMkLst>
        <pc:spChg chg="del mod">
          <ac:chgData name="" userId="213e45b8a479442b" providerId="LiveId" clId="{0C2797AA-115E-404E-8A4E-088081DE6C30}" dt="2022-02-16T15:07:01.541" v="3924" actId="478"/>
          <ac:spMkLst>
            <pc:docMk/>
            <pc:sldMk cId="1697989537" sldId="467"/>
            <ac:spMk id="3" creationId="{CD667B2A-4D7A-4FDE-840A-42CC84406765}"/>
          </ac:spMkLst>
        </pc:spChg>
        <pc:spChg chg="add mod">
          <ac:chgData name="" userId="213e45b8a479442b" providerId="LiveId" clId="{0C2797AA-115E-404E-8A4E-088081DE6C30}" dt="2022-02-16T15:08:06.187" v="3944" actId="1076"/>
          <ac:spMkLst>
            <pc:docMk/>
            <pc:sldMk cId="1697989537" sldId="467"/>
            <ac:spMk id="4" creationId="{4C281B0A-F19A-4005-A6B5-9832F0C46D7D}"/>
          </ac:spMkLst>
        </pc:spChg>
        <pc:spChg chg="del">
          <ac:chgData name="" userId="213e45b8a479442b" providerId="LiveId" clId="{0C2797AA-115E-404E-8A4E-088081DE6C30}" dt="2022-02-16T15:05:31.566" v="3901" actId="478"/>
          <ac:spMkLst>
            <pc:docMk/>
            <pc:sldMk cId="1697989537" sldId="467"/>
            <ac:spMk id="5" creationId="{18B4200E-5891-4AE5-ABDF-B2DD7107D4B8}"/>
          </ac:spMkLst>
        </pc:spChg>
        <pc:spChg chg="del mod">
          <ac:chgData name="" userId="213e45b8a479442b" providerId="LiveId" clId="{0C2797AA-115E-404E-8A4E-088081DE6C30}" dt="2022-02-16T15:06:21.291" v="3915"/>
          <ac:spMkLst>
            <pc:docMk/>
            <pc:sldMk cId="1697989537" sldId="467"/>
            <ac:spMk id="6" creationId="{45B59982-F7AB-485A-B29C-0D4A66A7C271}"/>
          </ac:spMkLst>
        </pc:spChg>
        <pc:picChg chg="add del mod">
          <ac:chgData name="" userId="213e45b8a479442b" providerId="LiveId" clId="{0C2797AA-115E-404E-8A4E-088081DE6C30}" dt="2022-02-16T15:07:57.026" v="3939" actId="478"/>
          <ac:picMkLst>
            <pc:docMk/>
            <pc:sldMk cId="1697989537" sldId="467"/>
            <ac:picMk id="9" creationId="{BEF5D344-06C4-47F8-B1E6-B0CD47C5F87A}"/>
          </ac:picMkLst>
        </pc:picChg>
        <pc:picChg chg="add mod">
          <ac:chgData name="" userId="213e45b8a479442b" providerId="LiveId" clId="{0C2797AA-115E-404E-8A4E-088081DE6C30}" dt="2022-02-16T15:08:03.423" v="3943" actId="1076"/>
          <ac:picMkLst>
            <pc:docMk/>
            <pc:sldMk cId="1697989537" sldId="467"/>
            <ac:picMk id="10" creationId="{02CD9373-6094-49E8-882E-0E55E85D0651}"/>
          </ac:picMkLst>
        </pc:picChg>
      </pc:sldChg>
      <pc:sldChg chg="addSp delSp modSp add">
        <pc:chgData name="" userId="213e45b8a479442b" providerId="LiveId" clId="{0C2797AA-115E-404E-8A4E-088081DE6C30}" dt="2022-02-16T15:06:27.008" v="3918" actId="1076"/>
        <pc:sldMkLst>
          <pc:docMk/>
          <pc:sldMk cId="2016209327" sldId="468"/>
        </pc:sldMkLst>
        <pc:spChg chg="del">
          <ac:chgData name="" userId="213e45b8a479442b" providerId="LiveId" clId="{0C2797AA-115E-404E-8A4E-088081DE6C30}" dt="2022-02-16T15:06:23.942" v="3916" actId="478"/>
          <ac:spMkLst>
            <pc:docMk/>
            <pc:sldMk cId="2016209327" sldId="468"/>
            <ac:spMk id="5" creationId="{18B4200E-5891-4AE5-ABDF-B2DD7107D4B8}"/>
          </ac:spMkLst>
        </pc:spChg>
        <pc:spChg chg="add mod">
          <ac:chgData name="" userId="213e45b8a479442b" providerId="LiveId" clId="{0C2797AA-115E-404E-8A4E-088081DE6C30}" dt="2022-02-16T15:06:27.008" v="3918" actId="1076"/>
          <ac:spMkLst>
            <pc:docMk/>
            <pc:sldMk cId="2016209327" sldId="468"/>
            <ac:spMk id="6" creationId="{9210F81D-1E6B-49F9-8973-C655150BB3FA}"/>
          </ac:spMkLst>
        </pc:spChg>
      </pc:sldChg>
      <pc:sldChg chg="delSp modSp add ord">
        <pc:chgData name="" userId="213e45b8a479442b" providerId="LiveId" clId="{0C2797AA-115E-404E-8A4E-088081DE6C30}" dt="2022-02-16T15:07:35.011" v="3938" actId="1076"/>
        <pc:sldMkLst>
          <pc:docMk/>
          <pc:sldMk cId="2235271731" sldId="469"/>
        </pc:sldMkLst>
        <pc:spChg chg="mod">
          <ac:chgData name="" userId="213e45b8a479442b" providerId="LiveId" clId="{0C2797AA-115E-404E-8A4E-088081DE6C30}" dt="2022-02-16T15:07:35.011" v="3938" actId="1076"/>
          <ac:spMkLst>
            <pc:docMk/>
            <pc:sldMk cId="2235271731" sldId="469"/>
            <ac:spMk id="3" creationId="{CD667B2A-4D7A-4FDE-840A-42CC84406765}"/>
          </ac:spMkLst>
        </pc:spChg>
        <pc:spChg chg="del">
          <ac:chgData name="" userId="213e45b8a479442b" providerId="LiveId" clId="{0C2797AA-115E-404E-8A4E-088081DE6C30}" dt="2022-02-16T15:06:53.775" v="3922" actId="478"/>
          <ac:spMkLst>
            <pc:docMk/>
            <pc:sldMk cId="2235271731" sldId="469"/>
            <ac:spMk id="4" creationId="{4C281B0A-F19A-4005-A6B5-9832F0C46D7D}"/>
          </ac:spMkLst>
        </pc:spChg>
      </pc:sldChg>
      <pc:sldChg chg="delSp modSp add">
        <pc:chgData name="" userId="213e45b8a479442b" providerId="LiveId" clId="{0C2797AA-115E-404E-8A4E-088081DE6C30}" dt="2022-02-25T13:49:31.381" v="7160" actId="1076"/>
        <pc:sldMkLst>
          <pc:docMk/>
          <pc:sldMk cId="1827641424" sldId="470"/>
        </pc:sldMkLst>
        <pc:spChg chg="del">
          <ac:chgData name="" userId="213e45b8a479442b" providerId="LiveId" clId="{0C2797AA-115E-404E-8A4E-088081DE6C30}" dt="2022-02-16T15:14:22.617" v="4055" actId="478"/>
          <ac:spMkLst>
            <pc:docMk/>
            <pc:sldMk cId="1827641424" sldId="470"/>
            <ac:spMk id="8" creationId="{9CCB167A-E357-4925-BD88-5AD8CBBC2040}"/>
          </ac:spMkLst>
        </pc:spChg>
        <pc:spChg chg="mod">
          <ac:chgData name="" userId="213e45b8a479442b" providerId="LiveId" clId="{0C2797AA-115E-404E-8A4E-088081DE6C30}" dt="2022-02-25T13:49:31.381" v="7160" actId="1076"/>
          <ac:spMkLst>
            <pc:docMk/>
            <pc:sldMk cId="1827641424" sldId="470"/>
            <ac:spMk id="10" creationId="{F37FA604-4B9C-4EC5-8BEF-A4803280DBDC}"/>
          </ac:spMkLst>
        </pc:spChg>
        <pc:graphicFrameChg chg="modGraphic">
          <ac:chgData name="" userId="213e45b8a479442b" providerId="LiveId" clId="{0C2797AA-115E-404E-8A4E-088081DE6C30}" dt="2022-02-23T14:26:19.841" v="5801" actId="14734"/>
          <ac:graphicFrameMkLst>
            <pc:docMk/>
            <pc:sldMk cId="1827641424" sldId="470"/>
            <ac:graphicFrameMk id="5" creationId="{BF7DC955-9623-481B-B403-F7F4CA6275F4}"/>
          </ac:graphicFrameMkLst>
        </pc:graphicFrameChg>
        <pc:graphicFrameChg chg="mod modGraphic">
          <ac:chgData name="" userId="213e45b8a479442b" providerId="LiveId" clId="{0C2797AA-115E-404E-8A4E-088081DE6C30}" dt="2022-02-16T15:15:31.318" v="4073" actId="1076"/>
          <ac:graphicFrameMkLst>
            <pc:docMk/>
            <pc:sldMk cId="1827641424" sldId="470"/>
            <ac:graphicFrameMk id="7" creationId="{58B2B4E4-4BBD-45BB-82C7-DA7A23869F1B}"/>
          </ac:graphicFrameMkLst>
        </pc:graphicFrameChg>
      </pc:sldChg>
      <pc:sldChg chg="addSp delSp modSp add">
        <pc:chgData name="" userId="213e45b8a479442b" providerId="LiveId" clId="{0C2797AA-115E-404E-8A4E-088081DE6C30}" dt="2022-02-16T15:19:29.047" v="4135" actId="207"/>
        <pc:sldMkLst>
          <pc:docMk/>
          <pc:sldMk cId="3710143167" sldId="471"/>
        </pc:sldMkLst>
        <pc:spChg chg="mod">
          <ac:chgData name="" userId="213e45b8a479442b" providerId="LiveId" clId="{0C2797AA-115E-404E-8A4E-088081DE6C30}" dt="2022-02-16T15:19:29.047" v="4135" actId="207"/>
          <ac:spMkLst>
            <pc:docMk/>
            <pc:sldMk cId="3710143167" sldId="471"/>
            <ac:spMk id="5" creationId="{18B4200E-5891-4AE5-ABDF-B2DD7107D4B8}"/>
          </ac:spMkLst>
        </pc:spChg>
        <pc:spChg chg="mod">
          <ac:chgData name="" userId="213e45b8a479442b" providerId="LiveId" clId="{0C2797AA-115E-404E-8A4E-088081DE6C30}" dt="2022-02-16T15:16:16.971" v="4077" actId="20577"/>
          <ac:spMkLst>
            <pc:docMk/>
            <pc:sldMk cId="3710143167" sldId="471"/>
            <ac:spMk id="8" creationId="{36177B38-43AB-4398-968B-448F8F0E5F49}"/>
          </ac:spMkLst>
        </pc:spChg>
        <pc:picChg chg="add mod">
          <ac:chgData name="" userId="213e45b8a479442b" providerId="LiveId" clId="{0C2797AA-115E-404E-8A4E-088081DE6C30}" dt="2022-02-16T15:19:22.622" v="4133" actId="1076"/>
          <ac:picMkLst>
            <pc:docMk/>
            <pc:sldMk cId="3710143167" sldId="471"/>
            <ac:picMk id="6" creationId="{B268E743-C09B-4485-BDBC-0B9214C80C32}"/>
          </ac:picMkLst>
        </pc:picChg>
        <pc:picChg chg="del mod">
          <ac:chgData name="" userId="213e45b8a479442b" providerId="LiveId" clId="{0C2797AA-115E-404E-8A4E-088081DE6C30}" dt="2022-02-16T15:17:06.126" v="4082" actId="478"/>
          <ac:picMkLst>
            <pc:docMk/>
            <pc:sldMk cId="3710143167" sldId="471"/>
            <ac:picMk id="7" creationId="{9DB68767-B770-440F-94D4-A049F05EF5D8}"/>
          </ac:picMkLst>
        </pc:picChg>
      </pc:sldChg>
      <pc:sldChg chg="modSp add">
        <pc:chgData name="" userId="213e45b8a479442b" providerId="LiveId" clId="{0C2797AA-115E-404E-8A4E-088081DE6C30}" dt="2022-02-16T15:20:16.305" v="4163" actId="14100"/>
        <pc:sldMkLst>
          <pc:docMk/>
          <pc:sldMk cId="345655123" sldId="472"/>
        </pc:sldMkLst>
        <pc:spChg chg="mod">
          <ac:chgData name="" userId="213e45b8a479442b" providerId="LiveId" clId="{0C2797AA-115E-404E-8A4E-088081DE6C30}" dt="2022-02-16T15:20:16.305" v="4163" actId="14100"/>
          <ac:spMkLst>
            <pc:docMk/>
            <pc:sldMk cId="345655123" sldId="472"/>
            <ac:spMk id="5" creationId="{18B4200E-5891-4AE5-ABDF-B2DD7107D4B8}"/>
          </ac:spMkLst>
        </pc:spChg>
        <pc:picChg chg="mod">
          <ac:chgData name="" userId="213e45b8a479442b" providerId="LiveId" clId="{0C2797AA-115E-404E-8A4E-088081DE6C30}" dt="2022-02-16T15:20:09.646" v="4162" actId="1076"/>
          <ac:picMkLst>
            <pc:docMk/>
            <pc:sldMk cId="345655123" sldId="472"/>
            <ac:picMk id="6" creationId="{B268E743-C09B-4485-BDBC-0B9214C80C32}"/>
          </ac:picMkLst>
        </pc:picChg>
      </pc:sldChg>
      <pc:sldChg chg="modSp add">
        <pc:chgData name="" userId="213e45b8a479442b" providerId="LiveId" clId="{0C2797AA-115E-404E-8A4E-088081DE6C30}" dt="2022-02-16T15:22:27.485" v="4341" actId="1076"/>
        <pc:sldMkLst>
          <pc:docMk/>
          <pc:sldMk cId="1545459300" sldId="473"/>
        </pc:sldMkLst>
        <pc:spChg chg="mod">
          <ac:chgData name="" userId="213e45b8a479442b" providerId="LiveId" clId="{0C2797AA-115E-404E-8A4E-088081DE6C30}" dt="2022-02-16T15:22:27.485" v="4341" actId="1076"/>
          <ac:spMkLst>
            <pc:docMk/>
            <pc:sldMk cId="1545459300" sldId="473"/>
            <ac:spMk id="5" creationId="{18B4200E-5891-4AE5-ABDF-B2DD7107D4B8}"/>
          </ac:spMkLst>
        </pc:spChg>
      </pc:sldChg>
      <pc:sldChg chg="addSp modSp add">
        <pc:chgData name="" userId="213e45b8a479442b" providerId="LiveId" clId="{0C2797AA-115E-404E-8A4E-088081DE6C30}" dt="2022-02-16T15:26:22.111" v="4415" actId="207"/>
        <pc:sldMkLst>
          <pc:docMk/>
          <pc:sldMk cId="1652852266" sldId="474"/>
        </pc:sldMkLst>
        <pc:spChg chg="add mod">
          <ac:chgData name="" userId="213e45b8a479442b" providerId="LiveId" clId="{0C2797AA-115E-404E-8A4E-088081DE6C30}" dt="2022-02-16T15:26:17.648" v="4414" actId="207"/>
          <ac:spMkLst>
            <pc:docMk/>
            <pc:sldMk cId="1652852266" sldId="474"/>
            <ac:spMk id="3" creationId="{4566947D-E40B-46F8-9EE2-8FD354425093}"/>
          </ac:spMkLst>
        </pc:spChg>
        <pc:spChg chg="add mod">
          <ac:chgData name="" userId="213e45b8a479442b" providerId="LiveId" clId="{0C2797AA-115E-404E-8A4E-088081DE6C30}" dt="2022-02-16T15:26:22.111" v="4415" actId="207"/>
          <ac:spMkLst>
            <pc:docMk/>
            <pc:sldMk cId="1652852266" sldId="474"/>
            <ac:spMk id="4" creationId="{5D20FED5-1E61-4476-ABB0-91E1EE3998F0}"/>
          </ac:spMkLst>
        </pc:spChg>
        <pc:spChg chg="mod">
          <ac:chgData name="" userId="213e45b8a479442b" providerId="LiveId" clId="{0C2797AA-115E-404E-8A4E-088081DE6C30}" dt="2022-02-16T15:26:15.456" v="4413" actId="207"/>
          <ac:spMkLst>
            <pc:docMk/>
            <pc:sldMk cId="1652852266" sldId="474"/>
            <ac:spMk id="5" creationId="{18B4200E-5891-4AE5-ABDF-B2DD7107D4B8}"/>
          </ac:spMkLst>
        </pc:spChg>
        <pc:picChg chg="mod modCrop">
          <ac:chgData name="" userId="213e45b8a479442b" providerId="LiveId" clId="{0C2797AA-115E-404E-8A4E-088081DE6C30}" dt="2022-02-16T15:26:03.885" v="4411" actId="1076"/>
          <ac:picMkLst>
            <pc:docMk/>
            <pc:sldMk cId="1652852266" sldId="474"/>
            <ac:picMk id="6" creationId="{B268E743-C09B-4485-BDBC-0B9214C80C32}"/>
          </ac:picMkLst>
        </pc:picChg>
      </pc:sldChg>
      <pc:sldChg chg="addSp modSp add">
        <pc:chgData name="" userId="213e45b8a479442b" providerId="LiveId" clId="{0C2797AA-115E-404E-8A4E-088081DE6C30}" dt="2022-02-25T13:49:17.585" v="7158" actId="207"/>
        <pc:sldMkLst>
          <pc:docMk/>
          <pc:sldMk cId="2835684106" sldId="475"/>
        </pc:sldMkLst>
        <pc:spChg chg="add mod">
          <ac:chgData name="" userId="213e45b8a479442b" providerId="LiveId" clId="{0C2797AA-115E-404E-8A4E-088081DE6C30}" dt="2022-02-25T13:49:17.585" v="7158" actId="207"/>
          <ac:spMkLst>
            <pc:docMk/>
            <pc:sldMk cId="2835684106" sldId="475"/>
            <ac:spMk id="3" creationId="{C8F062B4-C59A-48DF-A96D-2A9600C7840C}"/>
          </ac:spMkLst>
        </pc:spChg>
        <pc:spChg chg="add">
          <ac:chgData name="" userId="213e45b8a479442b" providerId="LiveId" clId="{0C2797AA-115E-404E-8A4E-088081DE6C30}" dt="2022-02-16T15:27:05.537" v="4423"/>
          <ac:spMkLst>
            <pc:docMk/>
            <pc:sldMk cId="2835684106" sldId="475"/>
            <ac:spMk id="5" creationId="{BF49D7FC-9139-4B43-B406-5CED2017A706}"/>
          </ac:spMkLst>
        </pc:spChg>
        <pc:spChg chg="add mod">
          <ac:chgData name="" userId="213e45b8a479442b" providerId="LiveId" clId="{0C2797AA-115E-404E-8A4E-088081DE6C30}" dt="2022-02-16T15:27:19.998" v="4437" actId="404"/>
          <ac:spMkLst>
            <pc:docMk/>
            <pc:sldMk cId="2835684106" sldId="475"/>
            <ac:spMk id="6" creationId="{EDAC6501-1B1B-4424-A825-FE29FBF6A9C1}"/>
          </ac:spMkLst>
        </pc:spChg>
        <pc:spChg chg="mod">
          <ac:chgData name="" userId="213e45b8a479442b" providerId="LiveId" clId="{0C2797AA-115E-404E-8A4E-088081DE6C30}" dt="2022-02-16T15:27:03.450" v="4422" actId="20577"/>
          <ac:spMkLst>
            <pc:docMk/>
            <pc:sldMk cId="2835684106" sldId="475"/>
            <ac:spMk id="8" creationId="{36177B38-43AB-4398-968B-448F8F0E5F49}"/>
          </ac:spMkLst>
        </pc:spChg>
        <pc:spChg chg="add mod">
          <ac:chgData name="" userId="213e45b8a479442b" providerId="LiveId" clId="{0C2797AA-115E-404E-8A4E-088081DE6C30}" dt="2022-02-16T15:27:36.093" v="4448" actId="20577"/>
          <ac:spMkLst>
            <pc:docMk/>
            <pc:sldMk cId="2835684106" sldId="475"/>
            <ac:spMk id="12" creationId="{01054D29-B6B9-429B-9F86-8B8082EB59D3}"/>
          </ac:spMkLst>
        </pc:spChg>
        <pc:spChg chg="add mod">
          <ac:chgData name="" userId="213e45b8a479442b" providerId="LiveId" clId="{0C2797AA-115E-404E-8A4E-088081DE6C30}" dt="2022-02-16T15:27:41.533" v="4454" actId="6549"/>
          <ac:spMkLst>
            <pc:docMk/>
            <pc:sldMk cId="2835684106" sldId="475"/>
            <ac:spMk id="13" creationId="{D24E6C7B-07BC-41AA-888D-A740B7FF9E5B}"/>
          </ac:spMkLst>
        </pc:spChg>
        <pc:spChg chg="add mod">
          <ac:chgData name="" userId="213e45b8a479442b" providerId="LiveId" clId="{0C2797AA-115E-404E-8A4E-088081DE6C30}" dt="2022-02-16T15:27:46.766" v="4460" actId="6549"/>
          <ac:spMkLst>
            <pc:docMk/>
            <pc:sldMk cId="2835684106" sldId="475"/>
            <ac:spMk id="14" creationId="{E67DABA9-D01C-4FA6-BDA4-86913606C28E}"/>
          </ac:spMkLst>
        </pc:spChg>
        <pc:spChg chg="add mod">
          <ac:chgData name="" userId="213e45b8a479442b" providerId="LiveId" clId="{0C2797AA-115E-404E-8A4E-088081DE6C30}" dt="2022-02-16T15:27:28.414" v="4442" actId="6549"/>
          <ac:spMkLst>
            <pc:docMk/>
            <pc:sldMk cId="2835684106" sldId="475"/>
            <ac:spMk id="15" creationId="{3FC53246-ABFB-45EF-8850-35540AC4D2BB}"/>
          </ac:spMkLst>
        </pc:spChg>
        <pc:grpChg chg="add mod">
          <ac:chgData name="" userId="213e45b8a479442b" providerId="LiveId" clId="{0C2797AA-115E-404E-8A4E-088081DE6C30}" dt="2022-02-16T15:29:16.485" v="4492" actId="1076"/>
          <ac:grpSpMkLst>
            <pc:docMk/>
            <pc:sldMk cId="2835684106" sldId="475"/>
            <ac:grpSpMk id="4" creationId="{DF9C3607-1D10-4EBE-B281-4997470F0E28}"/>
          </ac:grpSpMkLst>
        </pc:grpChg>
        <pc:cxnChg chg="add">
          <ac:chgData name="" userId="213e45b8a479442b" providerId="LiveId" clId="{0C2797AA-115E-404E-8A4E-088081DE6C30}" dt="2022-02-16T15:27:05.537" v="4423"/>
          <ac:cxnSpMkLst>
            <pc:docMk/>
            <pc:sldMk cId="2835684106" sldId="475"/>
            <ac:cxnSpMk id="7" creationId="{50A49C06-E44B-4A4B-AC66-E9C70A68B4DC}"/>
          </ac:cxnSpMkLst>
        </pc:cxnChg>
        <pc:cxnChg chg="add">
          <ac:chgData name="" userId="213e45b8a479442b" providerId="LiveId" clId="{0C2797AA-115E-404E-8A4E-088081DE6C30}" dt="2022-02-16T15:27:05.537" v="4423"/>
          <ac:cxnSpMkLst>
            <pc:docMk/>
            <pc:sldMk cId="2835684106" sldId="475"/>
            <ac:cxnSpMk id="9" creationId="{9FF86212-938A-4E5A-9A28-31AA4D2D7BC9}"/>
          </ac:cxnSpMkLst>
        </pc:cxnChg>
        <pc:cxnChg chg="add">
          <ac:chgData name="" userId="213e45b8a479442b" providerId="LiveId" clId="{0C2797AA-115E-404E-8A4E-088081DE6C30}" dt="2022-02-16T15:27:05.537" v="4423"/>
          <ac:cxnSpMkLst>
            <pc:docMk/>
            <pc:sldMk cId="2835684106" sldId="475"/>
            <ac:cxnSpMk id="10" creationId="{7DFBB4F9-35BB-4B99-AAF4-60E3EDC9D069}"/>
          </ac:cxnSpMkLst>
        </pc:cxnChg>
        <pc:cxnChg chg="add">
          <ac:chgData name="" userId="213e45b8a479442b" providerId="LiveId" clId="{0C2797AA-115E-404E-8A4E-088081DE6C30}" dt="2022-02-16T15:27:05.537" v="4423"/>
          <ac:cxnSpMkLst>
            <pc:docMk/>
            <pc:sldMk cId="2835684106" sldId="475"/>
            <ac:cxnSpMk id="11" creationId="{CB1A2B96-4551-4B12-B73E-D4020E672A25}"/>
          </ac:cxnSpMkLst>
        </pc:cxnChg>
      </pc:sldChg>
      <pc:sldChg chg="addSp delSp modSp add modAnim">
        <pc:chgData name="" userId="213e45b8a479442b" providerId="LiveId" clId="{0C2797AA-115E-404E-8A4E-088081DE6C30}" dt="2022-03-04T03:03:53.947" v="7798" actId="2711"/>
        <pc:sldMkLst>
          <pc:docMk/>
          <pc:sldMk cId="2367343886" sldId="476"/>
        </pc:sldMkLst>
        <pc:spChg chg="mod">
          <ac:chgData name="" userId="213e45b8a479442b" providerId="LiveId" clId="{0C2797AA-115E-404E-8A4E-088081DE6C30}" dt="2022-02-16T15:31:11.250" v="4528" actId="14100"/>
          <ac:spMkLst>
            <pc:docMk/>
            <pc:sldMk cId="2367343886" sldId="476"/>
            <ac:spMk id="3" creationId="{C8F062B4-C59A-48DF-A96D-2A9600C7840C}"/>
          </ac:spMkLst>
        </pc:spChg>
        <pc:spChg chg="add mod">
          <ac:chgData name="" userId="213e45b8a479442b" providerId="LiveId" clId="{0C2797AA-115E-404E-8A4E-088081DE6C30}" dt="2022-03-04T03:03:53.947" v="7798" actId="2711"/>
          <ac:spMkLst>
            <pc:docMk/>
            <pc:sldMk cId="2367343886" sldId="476"/>
            <ac:spMk id="16" creationId="{1799DCD1-B50F-459E-A8C9-E0ED3D789A7E}"/>
          </ac:spMkLst>
        </pc:spChg>
        <pc:spChg chg="add mod">
          <ac:chgData name="" userId="213e45b8a479442b" providerId="LiveId" clId="{0C2797AA-115E-404E-8A4E-088081DE6C30}" dt="2022-02-16T15:31:40.694" v="4532" actId="6549"/>
          <ac:spMkLst>
            <pc:docMk/>
            <pc:sldMk cId="2367343886" sldId="476"/>
            <ac:spMk id="17" creationId="{F4ACFAF1-F479-469F-8C04-E2FD50730140}"/>
          </ac:spMkLst>
        </pc:spChg>
        <pc:spChg chg="add del mod">
          <ac:chgData name="" userId="213e45b8a479442b" providerId="LiveId" clId="{0C2797AA-115E-404E-8A4E-088081DE6C30}" dt="2022-02-16T15:33:23.919" v="4618"/>
          <ac:spMkLst>
            <pc:docMk/>
            <pc:sldMk cId="2367343886" sldId="476"/>
            <ac:spMk id="19" creationId="{71568919-AE1D-4030-AF82-5B493303F9DB}"/>
          </ac:spMkLst>
        </pc:spChg>
        <pc:spChg chg="add mod">
          <ac:chgData name="" userId="213e45b8a479442b" providerId="LiveId" clId="{0C2797AA-115E-404E-8A4E-088081DE6C30}" dt="2022-02-16T15:33:42.521" v="4633" actId="14100"/>
          <ac:spMkLst>
            <pc:docMk/>
            <pc:sldMk cId="2367343886" sldId="476"/>
            <ac:spMk id="20" creationId="{03977AE7-8705-4C58-85EC-8FC3DBE02F96}"/>
          </ac:spMkLst>
        </pc:spChg>
        <pc:grpChg chg="del">
          <ac:chgData name="" userId="213e45b8a479442b" providerId="LiveId" clId="{0C2797AA-115E-404E-8A4E-088081DE6C30}" dt="2022-02-16T15:29:52.610" v="4507" actId="478"/>
          <ac:grpSpMkLst>
            <pc:docMk/>
            <pc:sldMk cId="2367343886" sldId="476"/>
            <ac:grpSpMk id="4" creationId="{DF9C3607-1D10-4EBE-B281-4997470F0E28}"/>
          </ac:grpSpMkLst>
        </pc:grpChg>
        <pc:graphicFrameChg chg="add mod modGraphic">
          <ac:chgData name="" userId="213e45b8a479442b" providerId="LiveId" clId="{0C2797AA-115E-404E-8A4E-088081DE6C30}" dt="2022-02-16T15:33:22.944" v="4616" actId="20577"/>
          <ac:graphicFrameMkLst>
            <pc:docMk/>
            <pc:sldMk cId="2367343886" sldId="476"/>
            <ac:graphicFrameMk id="18" creationId="{42C91F5B-9CF7-41D7-BFFD-D1C076BFFBCE}"/>
          </ac:graphicFrameMkLst>
        </pc:graphicFrameChg>
      </pc:sldChg>
      <pc:sldChg chg="addSp delSp modSp add">
        <pc:chgData name="" userId="213e45b8a479442b" providerId="LiveId" clId="{0C2797AA-115E-404E-8A4E-088081DE6C30}" dt="2022-02-16T15:34:38.629" v="4649" actId="1076"/>
        <pc:sldMkLst>
          <pc:docMk/>
          <pc:sldMk cId="1785043686" sldId="477"/>
        </pc:sldMkLst>
        <pc:spChg chg="mod">
          <ac:chgData name="" userId="213e45b8a479442b" providerId="LiveId" clId="{0C2797AA-115E-404E-8A4E-088081DE6C30}" dt="2022-02-16T15:34:37.533" v="4648" actId="1076"/>
          <ac:spMkLst>
            <pc:docMk/>
            <pc:sldMk cId="1785043686" sldId="477"/>
            <ac:spMk id="5" creationId="{18B4200E-5891-4AE5-ABDF-B2DD7107D4B8}"/>
          </ac:spMkLst>
        </pc:spChg>
        <pc:spChg chg="mod">
          <ac:chgData name="" userId="213e45b8a479442b" providerId="LiveId" clId="{0C2797AA-115E-404E-8A4E-088081DE6C30}" dt="2022-02-16T15:34:07.369" v="4636" actId="20577"/>
          <ac:spMkLst>
            <pc:docMk/>
            <pc:sldMk cId="1785043686" sldId="477"/>
            <ac:spMk id="8" creationId="{36177B38-43AB-4398-968B-448F8F0E5F49}"/>
          </ac:spMkLst>
        </pc:spChg>
        <pc:picChg chg="del">
          <ac:chgData name="" userId="213e45b8a479442b" providerId="LiveId" clId="{0C2797AA-115E-404E-8A4E-088081DE6C30}" dt="2022-02-16T15:34:09.132" v="4637" actId="478"/>
          <ac:picMkLst>
            <pc:docMk/>
            <pc:sldMk cId="1785043686" sldId="477"/>
            <ac:picMk id="6" creationId="{B268E743-C09B-4485-BDBC-0B9214C80C32}"/>
          </ac:picMkLst>
        </pc:picChg>
        <pc:picChg chg="add mod">
          <ac:chgData name="" userId="213e45b8a479442b" providerId="LiveId" clId="{0C2797AA-115E-404E-8A4E-088081DE6C30}" dt="2022-02-16T15:34:38.629" v="4649" actId="1076"/>
          <ac:picMkLst>
            <pc:docMk/>
            <pc:sldMk cId="1785043686" sldId="477"/>
            <ac:picMk id="7" creationId="{34ADD0BC-7AC9-403C-AEB6-F4765EEE0BFA}"/>
          </ac:picMkLst>
        </pc:picChg>
      </pc:sldChg>
      <pc:sldChg chg="modSp add">
        <pc:chgData name="" userId="213e45b8a479442b" providerId="LiveId" clId="{0C2797AA-115E-404E-8A4E-088081DE6C30}" dt="2022-02-16T15:35:54.733" v="4757" actId="1076"/>
        <pc:sldMkLst>
          <pc:docMk/>
          <pc:sldMk cId="3720687755" sldId="478"/>
        </pc:sldMkLst>
        <pc:spChg chg="mod">
          <ac:chgData name="" userId="213e45b8a479442b" providerId="LiveId" clId="{0C2797AA-115E-404E-8A4E-088081DE6C30}" dt="2022-02-16T15:35:54.733" v="4757" actId="1076"/>
          <ac:spMkLst>
            <pc:docMk/>
            <pc:sldMk cId="3720687755" sldId="478"/>
            <ac:spMk id="5" creationId="{18B4200E-5891-4AE5-ABDF-B2DD7107D4B8}"/>
          </ac:spMkLst>
        </pc:spChg>
      </pc:sldChg>
      <pc:sldChg chg="addSp modSp add modAnim">
        <pc:chgData name="" userId="213e45b8a479442b" providerId="LiveId" clId="{0C2797AA-115E-404E-8A4E-088081DE6C30}" dt="2022-02-16T15:42:35.676" v="5136" actId="14100"/>
        <pc:sldMkLst>
          <pc:docMk/>
          <pc:sldMk cId="1464057342" sldId="479"/>
        </pc:sldMkLst>
        <pc:spChg chg="add mod">
          <ac:chgData name="" userId="213e45b8a479442b" providerId="LiveId" clId="{0C2797AA-115E-404E-8A4E-088081DE6C30}" dt="2022-02-16T15:41:36.257" v="5089" actId="14100"/>
          <ac:spMkLst>
            <pc:docMk/>
            <pc:sldMk cId="1464057342" sldId="479"/>
            <ac:spMk id="3" creationId="{4B65D2D1-6B85-4540-B0F5-0C8668CFA551}"/>
          </ac:spMkLst>
        </pc:spChg>
        <pc:spChg chg="mod">
          <ac:chgData name="" userId="213e45b8a479442b" providerId="LiveId" clId="{0C2797AA-115E-404E-8A4E-088081DE6C30}" dt="2022-02-16T15:38:13.922" v="4970" actId="207"/>
          <ac:spMkLst>
            <pc:docMk/>
            <pc:sldMk cId="1464057342" sldId="479"/>
            <ac:spMk id="5" creationId="{18B4200E-5891-4AE5-ABDF-B2DD7107D4B8}"/>
          </ac:spMkLst>
        </pc:spChg>
        <pc:spChg chg="add mod">
          <ac:chgData name="" userId="213e45b8a479442b" providerId="LiveId" clId="{0C2797AA-115E-404E-8A4E-088081DE6C30}" dt="2022-02-16T15:42:35.676" v="5136" actId="14100"/>
          <ac:spMkLst>
            <pc:docMk/>
            <pc:sldMk cId="1464057342" sldId="479"/>
            <ac:spMk id="9" creationId="{04F611A3-963E-426B-904B-CECBAED084BA}"/>
          </ac:spMkLst>
        </pc:spChg>
      </pc:sldChg>
      <pc:sldChg chg="addSp delSp modSp add delAnim modAnim">
        <pc:chgData name="" userId="213e45b8a479442b" providerId="LiveId" clId="{0C2797AA-115E-404E-8A4E-088081DE6C30}" dt="2022-02-25T13:49:07.879" v="7157" actId="404"/>
        <pc:sldMkLst>
          <pc:docMk/>
          <pc:sldMk cId="2216257652" sldId="480"/>
        </pc:sldMkLst>
        <pc:spChg chg="mod">
          <ac:chgData name="" userId="213e45b8a479442b" providerId="LiveId" clId="{0C2797AA-115E-404E-8A4E-088081DE6C30}" dt="2022-02-16T15:43:12.651" v="5138"/>
          <ac:spMkLst>
            <pc:docMk/>
            <pc:sldMk cId="2216257652" sldId="480"/>
            <ac:spMk id="2" creationId="{5888EE31-F44C-4034-8407-4C756F65702C}"/>
          </ac:spMkLst>
        </pc:spChg>
        <pc:spChg chg="del">
          <ac:chgData name="" userId="213e45b8a479442b" providerId="LiveId" clId="{0C2797AA-115E-404E-8A4E-088081DE6C30}" dt="2022-02-16T15:44:03.625" v="5142" actId="478"/>
          <ac:spMkLst>
            <pc:docMk/>
            <pc:sldMk cId="2216257652" sldId="480"/>
            <ac:spMk id="3" creationId="{C8F062B4-C59A-48DF-A96D-2A9600C7840C}"/>
          </ac:spMkLst>
        </pc:spChg>
        <pc:spChg chg="mod">
          <ac:chgData name="" userId="213e45b8a479442b" providerId="LiveId" clId="{0C2797AA-115E-404E-8A4E-088081DE6C30}" dt="2022-02-16T15:43:35.720" v="5141" actId="20577"/>
          <ac:spMkLst>
            <pc:docMk/>
            <pc:sldMk cId="2216257652" sldId="480"/>
            <ac:spMk id="8" creationId="{36177B38-43AB-4398-968B-448F8F0E5F49}"/>
          </ac:spMkLst>
        </pc:spChg>
        <pc:spChg chg="add mod">
          <ac:chgData name="" userId="213e45b8a479442b" providerId="LiveId" clId="{0C2797AA-115E-404E-8A4E-088081DE6C30}" dt="2022-02-25T13:49:07.879" v="7157" actId="404"/>
          <ac:spMkLst>
            <pc:docMk/>
            <pc:sldMk cId="2216257652" sldId="480"/>
            <ac:spMk id="9" creationId="{C2E25CC4-B913-4A95-BCE6-5D87013E753A}"/>
          </ac:spMkLst>
        </pc:spChg>
        <pc:spChg chg="add del">
          <ac:chgData name="" userId="213e45b8a479442b" providerId="LiveId" clId="{0C2797AA-115E-404E-8A4E-088081DE6C30}" dt="2022-02-16T15:48:07.042" v="5238"/>
          <ac:spMkLst>
            <pc:docMk/>
            <pc:sldMk cId="2216257652" sldId="480"/>
            <ac:spMk id="12" creationId="{DB8C7770-6367-4561-9387-4B5D86706CD6}"/>
          </ac:spMkLst>
        </pc:spChg>
        <pc:spChg chg="add mod">
          <ac:chgData name="" userId="213e45b8a479442b" providerId="LiveId" clId="{0C2797AA-115E-404E-8A4E-088081DE6C30}" dt="2022-02-16T15:52:38.401" v="5359" actId="20577"/>
          <ac:spMkLst>
            <pc:docMk/>
            <pc:sldMk cId="2216257652" sldId="480"/>
            <ac:spMk id="13" creationId="{306C9B38-56E2-4D93-A0C9-CDCD2353D14E}"/>
          </ac:spMkLst>
        </pc:spChg>
        <pc:spChg chg="del">
          <ac:chgData name="" userId="213e45b8a479442b" providerId="LiveId" clId="{0C2797AA-115E-404E-8A4E-088081DE6C30}" dt="2022-02-16T15:44:03.625" v="5142" actId="478"/>
          <ac:spMkLst>
            <pc:docMk/>
            <pc:sldMk cId="2216257652" sldId="480"/>
            <ac:spMk id="16" creationId="{1799DCD1-B50F-459E-A8C9-E0ED3D789A7E}"/>
          </ac:spMkLst>
        </pc:spChg>
        <pc:spChg chg="del">
          <ac:chgData name="" userId="213e45b8a479442b" providerId="LiveId" clId="{0C2797AA-115E-404E-8A4E-088081DE6C30}" dt="2022-02-16T15:44:03.625" v="5142" actId="478"/>
          <ac:spMkLst>
            <pc:docMk/>
            <pc:sldMk cId="2216257652" sldId="480"/>
            <ac:spMk id="17" creationId="{F4ACFAF1-F479-469F-8C04-E2FD50730140}"/>
          </ac:spMkLst>
        </pc:spChg>
        <pc:spChg chg="del">
          <ac:chgData name="" userId="213e45b8a479442b" providerId="LiveId" clId="{0C2797AA-115E-404E-8A4E-088081DE6C30}" dt="2022-02-16T15:44:03.625" v="5142" actId="478"/>
          <ac:spMkLst>
            <pc:docMk/>
            <pc:sldMk cId="2216257652" sldId="480"/>
            <ac:spMk id="20" creationId="{03977AE7-8705-4C58-85EC-8FC3DBE02F96}"/>
          </ac:spMkLst>
        </pc:spChg>
        <pc:graphicFrameChg chg="add mod modGraphic">
          <ac:chgData name="" userId="213e45b8a479442b" providerId="LiveId" clId="{0C2797AA-115E-404E-8A4E-088081DE6C30}" dt="2022-02-16T15:46:52.459" v="5212" actId="14734"/>
          <ac:graphicFrameMkLst>
            <pc:docMk/>
            <pc:sldMk cId="2216257652" sldId="480"/>
            <ac:graphicFrameMk id="10" creationId="{6C3F7D4D-FC49-4363-94E7-CE9D37EF8E66}"/>
          </ac:graphicFrameMkLst>
        </pc:graphicFrameChg>
        <pc:graphicFrameChg chg="add mod modGraphic">
          <ac:chgData name="" userId="213e45b8a479442b" providerId="LiveId" clId="{0C2797AA-115E-404E-8A4E-088081DE6C30}" dt="2022-02-16T15:45:03.366" v="5189" actId="2062"/>
          <ac:graphicFrameMkLst>
            <pc:docMk/>
            <pc:sldMk cId="2216257652" sldId="480"/>
            <ac:graphicFrameMk id="11" creationId="{8A04321B-1E56-4ED0-820D-8FC06655805A}"/>
          </ac:graphicFrameMkLst>
        </pc:graphicFrameChg>
        <pc:graphicFrameChg chg="del">
          <ac:chgData name="" userId="213e45b8a479442b" providerId="LiveId" clId="{0C2797AA-115E-404E-8A4E-088081DE6C30}" dt="2022-02-16T15:44:03.625" v="5142" actId="478"/>
          <ac:graphicFrameMkLst>
            <pc:docMk/>
            <pc:sldMk cId="2216257652" sldId="480"/>
            <ac:graphicFrameMk id="18" creationId="{42C91F5B-9CF7-41D7-BFFD-D1C076BFFBCE}"/>
          </ac:graphicFrameMkLst>
        </pc:graphicFrameChg>
      </pc:sldChg>
      <pc:sldChg chg="addSp delSp modSp add modAnim">
        <pc:chgData name="" userId="213e45b8a479442b" providerId="LiveId" clId="{0C2797AA-115E-404E-8A4E-088081DE6C30}" dt="2022-02-25T13:49:03.436" v="7155" actId="1076"/>
        <pc:sldMkLst>
          <pc:docMk/>
          <pc:sldMk cId="927161898" sldId="481"/>
        </pc:sldMkLst>
        <pc:spChg chg="add del mod">
          <ac:chgData name="" userId="213e45b8a479442b" providerId="LiveId" clId="{0C2797AA-115E-404E-8A4E-088081DE6C30}" dt="2022-02-16T15:48:32.254" v="5251" actId="478"/>
          <ac:spMkLst>
            <pc:docMk/>
            <pc:sldMk cId="927161898" sldId="481"/>
            <ac:spMk id="5" creationId="{4E0EFAF1-47E8-42A9-BBDE-9594AF4B4AC5}"/>
          </ac:spMkLst>
        </pc:spChg>
        <pc:spChg chg="mod">
          <ac:chgData name="" userId="213e45b8a479442b" providerId="LiveId" clId="{0C2797AA-115E-404E-8A4E-088081DE6C30}" dt="2022-02-25T13:48:58.523" v="7153" actId="404"/>
          <ac:spMkLst>
            <pc:docMk/>
            <pc:sldMk cId="927161898" sldId="481"/>
            <ac:spMk id="8" creationId="{36177B38-43AB-4398-968B-448F8F0E5F49}"/>
          </ac:spMkLst>
        </pc:spChg>
        <pc:spChg chg="mod">
          <ac:chgData name="" userId="213e45b8a479442b" providerId="LiveId" clId="{0C2797AA-115E-404E-8A4E-088081DE6C30}" dt="2022-02-25T13:49:03.436" v="7155" actId="1076"/>
          <ac:spMkLst>
            <pc:docMk/>
            <pc:sldMk cId="927161898" sldId="481"/>
            <ac:spMk id="9" creationId="{C2E25CC4-B913-4A95-BCE6-5D87013E753A}"/>
          </ac:spMkLst>
        </pc:spChg>
        <pc:spChg chg="add mod">
          <ac:chgData name="" userId="213e45b8a479442b" providerId="LiveId" clId="{0C2797AA-115E-404E-8A4E-088081DE6C30}" dt="2022-02-16T15:48:44.375" v="5258" actId="1076"/>
          <ac:spMkLst>
            <pc:docMk/>
            <pc:sldMk cId="927161898" sldId="481"/>
            <ac:spMk id="12" creationId="{7AC5F555-7281-4A2D-ABD3-599B6BC519CF}"/>
          </ac:spMkLst>
        </pc:spChg>
        <pc:spChg chg="add mod">
          <ac:chgData name="" userId="213e45b8a479442b" providerId="LiveId" clId="{0C2797AA-115E-404E-8A4E-088081DE6C30}" dt="2022-02-16T15:53:10.828" v="5369" actId="14100"/>
          <ac:spMkLst>
            <pc:docMk/>
            <pc:sldMk cId="927161898" sldId="481"/>
            <ac:spMk id="13" creationId="{9A8FCC14-8F2F-4E44-8A93-0BBDB92C03CF}"/>
          </ac:spMkLst>
        </pc:spChg>
        <pc:graphicFrameChg chg="add del">
          <ac:chgData name="" userId="213e45b8a479442b" providerId="LiveId" clId="{0C2797AA-115E-404E-8A4E-088081DE6C30}" dt="2022-02-16T15:47:14.584" v="5217"/>
          <ac:graphicFrameMkLst>
            <pc:docMk/>
            <pc:sldMk cId="927161898" sldId="481"/>
            <ac:graphicFrameMk id="3" creationId="{FDD41214-4CC2-41AC-AAFE-B2743ADE0520}"/>
          </ac:graphicFrameMkLst>
        </pc:graphicFrameChg>
        <pc:graphicFrameChg chg="add mod modGraphic">
          <ac:chgData name="" userId="213e45b8a479442b" providerId="LiveId" clId="{0C2797AA-115E-404E-8A4E-088081DE6C30}" dt="2022-02-16T15:53:02.355" v="5364" actId="14100"/>
          <ac:graphicFrameMkLst>
            <pc:docMk/>
            <pc:sldMk cId="927161898" sldId="481"/>
            <ac:graphicFrameMk id="4" creationId="{E11D3334-8B65-4809-9F18-064C999B45EF}"/>
          </ac:graphicFrameMkLst>
        </pc:graphicFrameChg>
        <pc:graphicFrameChg chg="mod modGraphic">
          <ac:chgData name="" userId="213e45b8a479442b" providerId="LiveId" clId="{0C2797AA-115E-404E-8A4E-088081DE6C30}" dt="2022-02-16T15:47:05.634" v="5214"/>
          <ac:graphicFrameMkLst>
            <pc:docMk/>
            <pc:sldMk cId="927161898" sldId="481"/>
            <ac:graphicFrameMk id="10" creationId="{6C3F7D4D-FC49-4363-94E7-CE9D37EF8E66}"/>
          </ac:graphicFrameMkLst>
        </pc:graphicFrameChg>
        <pc:graphicFrameChg chg="del mod">
          <ac:chgData name="" userId="213e45b8a479442b" providerId="LiveId" clId="{0C2797AA-115E-404E-8A4E-088081DE6C30}" dt="2022-02-16T15:47:13.149" v="5215" actId="478"/>
          <ac:graphicFrameMkLst>
            <pc:docMk/>
            <pc:sldMk cId="927161898" sldId="481"/>
            <ac:graphicFrameMk id="11" creationId="{8A04321B-1E56-4ED0-820D-8FC06655805A}"/>
          </ac:graphicFrameMkLst>
        </pc:graphicFrameChg>
      </pc:sldChg>
      <pc:sldChg chg="addSp delSp modSp add">
        <pc:chgData name="" userId="213e45b8a479442b" providerId="LiveId" clId="{0C2797AA-115E-404E-8A4E-088081DE6C30}" dt="2022-02-25T13:48:55.248" v="7152" actId="1076"/>
        <pc:sldMkLst>
          <pc:docMk/>
          <pc:sldMk cId="3563370759" sldId="482"/>
        </pc:sldMkLst>
        <pc:spChg chg="mod">
          <ac:chgData name="" userId="213e45b8a479442b" providerId="LiveId" clId="{0C2797AA-115E-404E-8A4E-088081DE6C30}" dt="2022-02-25T13:48:52.081" v="7151" actId="404"/>
          <ac:spMkLst>
            <pc:docMk/>
            <pc:sldMk cId="3563370759" sldId="482"/>
            <ac:spMk id="8" creationId="{36177B38-43AB-4398-968B-448F8F0E5F49}"/>
          </ac:spMkLst>
        </pc:spChg>
        <pc:spChg chg="mod">
          <ac:chgData name="" userId="213e45b8a479442b" providerId="LiveId" clId="{0C2797AA-115E-404E-8A4E-088081DE6C30}" dt="2022-02-25T13:48:55.248" v="7152" actId="1076"/>
          <ac:spMkLst>
            <pc:docMk/>
            <pc:sldMk cId="3563370759" sldId="482"/>
            <ac:spMk id="9" creationId="{C2E25CC4-B913-4A95-BCE6-5D87013E753A}"/>
          </ac:spMkLst>
        </pc:spChg>
        <pc:spChg chg="add mod">
          <ac:chgData name="" userId="213e45b8a479442b" providerId="LiveId" clId="{0C2797AA-115E-404E-8A4E-088081DE6C30}" dt="2022-02-16T15:53:18.121" v="5373" actId="20577"/>
          <ac:spMkLst>
            <pc:docMk/>
            <pc:sldMk cId="3563370759" sldId="482"/>
            <ac:spMk id="11" creationId="{0E47C3F4-81B9-48F8-866C-596C4B1CBFA4}"/>
          </ac:spMkLst>
        </pc:spChg>
        <pc:spChg chg="mod">
          <ac:chgData name="" userId="213e45b8a479442b" providerId="LiveId" clId="{0C2797AA-115E-404E-8A4E-088081DE6C30}" dt="2022-02-16T15:52:10.804" v="5347"/>
          <ac:spMkLst>
            <pc:docMk/>
            <pc:sldMk cId="3563370759" sldId="482"/>
            <ac:spMk id="12" creationId="{7AC5F555-7281-4A2D-ABD3-599B6BC519CF}"/>
          </ac:spMkLst>
        </pc:spChg>
        <pc:graphicFrameChg chg="add mod modGraphic">
          <ac:chgData name="" userId="213e45b8a479442b" providerId="LiveId" clId="{0C2797AA-115E-404E-8A4E-088081DE6C30}" dt="2022-02-16T15:49:47.090" v="5267" actId="14100"/>
          <ac:graphicFrameMkLst>
            <pc:docMk/>
            <pc:sldMk cId="3563370759" sldId="482"/>
            <ac:graphicFrameMk id="3" creationId="{020C7EC2-2357-4724-BF63-EEC4029A0DA8}"/>
          </ac:graphicFrameMkLst>
        </pc:graphicFrameChg>
        <pc:graphicFrameChg chg="del">
          <ac:chgData name="" userId="213e45b8a479442b" providerId="LiveId" clId="{0C2797AA-115E-404E-8A4E-088081DE6C30}" dt="2022-02-16T15:49:28.130" v="5262" actId="478"/>
          <ac:graphicFrameMkLst>
            <pc:docMk/>
            <pc:sldMk cId="3563370759" sldId="482"/>
            <ac:graphicFrameMk id="4" creationId="{E11D3334-8B65-4809-9F18-064C999B45EF}"/>
          </ac:graphicFrameMkLst>
        </pc:graphicFrameChg>
        <pc:graphicFrameChg chg="mod modGraphic">
          <ac:chgData name="" userId="213e45b8a479442b" providerId="LiveId" clId="{0C2797AA-115E-404E-8A4E-088081DE6C30}" dt="2022-02-16T15:50:42.063" v="5288" actId="14100"/>
          <ac:graphicFrameMkLst>
            <pc:docMk/>
            <pc:sldMk cId="3563370759" sldId="482"/>
            <ac:graphicFrameMk id="10" creationId="{6C3F7D4D-FC49-4363-94E7-CE9D37EF8E66}"/>
          </ac:graphicFrameMkLst>
        </pc:graphicFrameChg>
      </pc:sldChg>
      <pc:sldChg chg="addSp delSp modSp add">
        <pc:chgData name="" userId="213e45b8a479442b" providerId="LiveId" clId="{0C2797AA-115E-404E-8A4E-088081DE6C30}" dt="2022-02-25T13:48:47.629" v="7149" actId="404"/>
        <pc:sldMkLst>
          <pc:docMk/>
          <pc:sldMk cId="420553422" sldId="483"/>
        </pc:sldMkLst>
        <pc:spChg chg="mod">
          <ac:chgData name="" userId="213e45b8a479442b" providerId="LiveId" clId="{0C2797AA-115E-404E-8A4E-088081DE6C30}" dt="2022-02-25T13:48:45.837" v="7148" actId="404"/>
          <ac:spMkLst>
            <pc:docMk/>
            <pc:sldMk cId="420553422" sldId="483"/>
            <ac:spMk id="8" creationId="{36177B38-43AB-4398-968B-448F8F0E5F49}"/>
          </ac:spMkLst>
        </pc:spChg>
        <pc:spChg chg="mod">
          <ac:chgData name="" userId="213e45b8a479442b" providerId="LiveId" clId="{0C2797AA-115E-404E-8A4E-088081DE6C30}" dt="2022-02-25T13:48:47.629" v="7149" actId="404"/>
          <ac:spMkLst>
            <pc:docMk/>
            <pc:sldMk cId="420553422" sldId="483"/>
            <ac:spMk id="9" creationId="{C2E25CC4-B913-4A95-BCE6-5D87013E753A}"/>
          </ac:spMkLst>
        </pc:spChg>
        <pc:spChg chg="del">
          <ac:chgData name="" userId="213e45b8a479442b" providerId="LiveId" clId="{0C2797AA-115E-404E-8A4E-088081DE6C30}" dt="2022-02-16T15:54:11.886" v="5377" actId="478"/>
          <ac:spMkLst>
            <pc:docMk/>
            <pc:sldMk cId="420553422" sldId="483"/>
            <ac:spMk id="11" creationId="{0E47C3F4-81B9-48F8-866C-596C4B1CBFA4}"/>
          </ac:spMkLst>
        </pc:spChg>
        <pc:spChg chg="mod">
          <ac:chgData name="" userId="213e45b8a479442b" providerId="LiveId" clId="{0C2797AA-115E-404E-8A4E-088081DE6C30}" dt="2022-02-16T15:54:44.966" v="5387" actId="1076"/>
          <ac:spMkLst>
            <pc:docMk/>
            <pc:sldMk cId="420553422" sldId="483"/>
            <ac:spMk id="12" creationId="{7AC5F555-7281-4A2D-ABD3-599B6BC519CF}"/>
          </ac:spMkLst>
        </pc:spChg>
        <pc:graphicFrameChg chg="del">
          <ac:chgData name="" userId="213e45b8a479442b" providerId="LiveId" clId="{0C2797AA-115E-404E-8A4E-088081DE6C30}" dt="2022-02-16T15:54:11.886" v="5377" actId="478"/>
          <ac:graphicFrameMkLst>
            <pc:docMk/>
            <pc:sldMk cId="420553422" sldId="483"/>
            <ac:graphicFrameMk id="3" creationId="{020C7EC2-2357-4724-BF63-EEC4029A0DA8}"/>
          </ac:graphicFrameMkLst>
        </pc:graphicFrameChg>
        <pc:graphicFrameChg chg="mod modGraphic">
          <ac:chgData name="" userId="213e45b8a479442b" providerId="LiveId" clId="{0C2797AA-115E-404E-8A4E-088081DE6C30}" dt="2022-02-16T15:59:44.335" v="5438" actId="20577"/>
          <ac:graphicFrameMkLst>
            <pc:docMk/>
            <pc:sldMk cId="420553422" sldId="483"/>
            <ac:graphicFrameMk id="10" creationId="{6C3F7D4D-FC49-4363-94E7-CE9D37EF8E66}"/>
          </ac:graphicFrameMkLst>
        </pc:graphicFrameChg>
        <pc:graphicFrameChg chg="add mod modGraphic">
          <ac:chgData name="" userId="213e45b8a479442b" providerId="LiveId" clId="{0C2797AA-115E-404E-8A4E-088081DE6C30}" dt="2022-02-16T15:58:26.585" v="5436" actId="20577"/>
          <ac:graphicFrameMkLst>
            <pc:docMk/>
            <pc:sldMk cId="420553422" sldId="483"/>
            <ac:graphicFrameMk id="13" creationId="{FF2877CF-8466-45A3-AAB1-0B75447A0586}"/>
          </ac:graphicFrameMkLst>
        </pc:graphicFrameChg>
        <pc:graphicFrameChg chg="add mod modGraphic">
          <ac:chgData name="" userId="213e45b8a479442b" providerId="LiveId" clId="{0C2797AA-115E-404E-8A4E-088081DE6C30}" dt="2022-02-16T15:58:17.636" v="5432" actId="6549"/>
          <ac:graphicFrameMkLst>
            <pc:docMk/>
            <pc:sldMk cId="420553422" sldId="483"/>
            <ac:graphicFrameMk id="14" creationId="{2FF59115-26B1-4BEA-A1AD-E24DDCC5DB76}"/>
          </ac:graphicFrameMkLst>
        </pc:graphicFrameChg>
      </pc:sldChg>
      <pc:sldChg chg="addSp delSp modSp add modAnim">
        <pc:chgData name="" userId="213e45b8a479442b" providerId="LiveId" clId="{0C2797AA-115E-404E-8A4E-088081DE6C30}" dt="2022-02-25T13:48:42.583" v="7147" actId="404"/>
        <pc:sldMkLst>
          <pc:docMk/>
          <pc:sldMk cId="14073417" sldId="484"/>
        </pc:sldMkLst>
        <pc:spChg chg="mod">
          <ac:chgData name="" userId="213e45b8a479442b" providerId="LiveId" clId="{0C2797AA-115E-404E-8A4E-088081DE6C30}" dt="2022-02-25T13:48:39.533" v="7146" actId="404"/>
          <ac:spMkLst>
            <pc:docMk/>
            <pc:sldMk cId="14073417" sldId="484"/>
            <ac:spMk id="8" creationId="{36177B38-43AB-4398-968B-448F8F0E5F49}"/>
          </ac:spMkLst>
        </pc:spChg>
        <pc:spChg chg="mod">
          <ac:chgData name="" userId="213e45b8a479442b" providerId="LiveId" clId="{0C2797AA-115E-404E-8A4E-088081DE6C30}" dt="2022-02-25T13:48:42.583" v="7147" actId="404"/>
          <ac:spMkLst>
            <pc:docMk/>
            <pc:sldMk cId="14073417" sldId="484"/>
            <ac:spMk id="9" creationId="{C2E25CC4-B913-4A95-BCE6-5D87013E753A}"/>
          </ac:spMkLst>
        </pc:spChg>
        <pc:spChg chg="mod">
          <ac:chgData name="" userId="213e45b8a479442b" providerId="LiveId" clId="{0C2797AA-115E-404E-8A4E-088081DE6C30}" dt="2022-02-16T16:02:40.596" v="5479" actId="20577"/>
          <ac:spMkLst>
            <pc:docMk/>
            <pc:sldMk cId="14073417" sldId="484"/>
            <ac:spMk id="12" creationId="{7AC5F555-7281-4A2D-ABD3-599B6BC519CF}"/>
          </ac:spMkLst>
        </pc:spChg>
        <pc:graphicFrameChg chg="add mod modGraphic">
          <ac:chgData name="" userId="213e45b8a479442b" providerId="LiveId" clId="{0C2797AA-115E-404E-8A4E-088081DE6C30}" dt="2022-02-16T16:02:10.986" v="5451" actId="14100"/>
          <ac:graphicFrameMkLst>
            <pc:docMk/>
            <pc:sldMk cId="14073417" sldId="484"/>
            <ac:graphicFrameMk id="3" creationId="{CBB4E6CA-6BC0-48BE-9162-BA41BAF183DC}"/>
          </ac:graphicFrameMkLst>
        </pc:graphicFrameChg>
        <pc:graphicFrameChg chg="mod">
          <ac:chgData name="" userId="213e45b8a479442b" providerId="LiveId" clId="{0C2797AA-115E-404E-8A4E-088081DE6C30}" dt="2022-02-16T16:01:45.688" v="5441"/>
          <ac:graphicFrameMkLst>
            <pc:docMk/>
            <pc:sldMk cId="14073417" sldId="484"/>
            <ac:graphicFrameMk id="10" creationId="{6C3F7D4D-FC49-4363-94E7-CE9D37EF8E66}"/>
          </ac:graphicFrameMkLst>
        </pc:graphicFrameChg>
        <pc:graphicFrameChg chg="del">
          <ac:chgData name="" userId="213e45b8a479442b" providerId="LiveId" clId="{0C2797AA-115E-404E-8A4E-088081DE6C30}" dt="2022-02-16T16:01:47.982" v="5442" actId="478"/>
          <ac:graphicFrameMkLst>
            <pc:docMk/>
            <pc:sldMk cId="14073417" sldId="484"/>
            <ac:graphicFrameMk id="13" creationId="{FF2877CF-8466-45A3-AAB1-0B75447A0586}"/>
          </ac:graphicFrameMkLst>
        </pc:graphicFrameChg>
        <pc:graphicFrameChg chg="del modGraphic">
          <ac:chgData name="" userId="213e45b8a479442b" providerId="LiveId" clId="{0C2797AA-115E-404E-8A4E-088081DE6C30}" dt="2022-02-16T16:01:52.535" v="5444" actId="478"/>
          <ac:graphicFrameMkLst>
            <pc:docMk/>
            <pc:sldMk cId="14073417" sldId="484"/>
            <ac:graphicFrameMk id="14" creationId="{2FF59115-26B1-4BEA-A1AD-E24DDCC5DB76}"/>
          </ac:graphicFrameMkLst>
        </pc:graphicFrameChg>
      </pc:sldChg>
      <pc:sldChg chg="modSp">
        <pc:chgData name="" userId="213e45b8a479442b" providerId="LiveId" clId="{0C2797AA-115E-404E-8A4E-088081DE6C30}" dt="2022-02-25T13:48:32.966" v="7144" actId="404"/>
        <pc:sldMkLst>
          <pc:docMk/>
          <pc:sldMk cId="3222963902" sldId="485"/>
        </pc:sldMkLst>
        <pc:spChg chg="mod">
          <ac:chgData name="" userId="213e45b8a479442b" providerId="LiveId" clId="{0C2797AA-115E-404E-8A4E-088081DE6C30}" dt="2022-02-25T13:48:32.966" v="7144" actId="404"/>
          <ac:spMkLst>
            <pc:docMk/>
            <pc:sldMk cId="3222963902" sldId="485"/>
            <ac:spMk id="8" creationId="{36177B38-43AB-4398-968B-448F8F0E5F49}"/>
          </ac:spMkLst>
        </pc:spChg>
        <pc:spChg chg="mod">
          <ac:chgData name="" userId="213e45b8a479442b" providerId="LiveId" clId="{0C2797AA-115E-404E-8A4E-088081DE6C30}" dt="2022-02-25T13:48:30.555" v="7143" actId="404"/>
          <ac:spMkLst>
            <pc:docMk/>
            <pc:sldMk cId="3222963902" sldId="485"/>
            <ac:spMk id="9" creationId="{C2E25CC4-B913-4A95-BCE6-5D87013E753A}"/>
          </ac:spMkLst>
        </pc:spChg>
        <pc:spChg chg="mod">
          <ac:chgData name="" userId="213e45b8a479442b" providerId="LiveId" clId="{0C2797AA-115E-404E-8A4E-088081DE6C30}" dt="2022-02-23T14:17:40.803" v="5547" actId="20577"/>
          <ac:spMkLst>
            <pc:docMk/>
            <pc:sldMk cId="3222963902" sldId="485"/>
            <ac:spMk id="11" creationId="{ADE8092A-C383-754C-A139-1274102BCF55}"/>
          </ac:spMkLst>
        </pc:spChg>
        <pc:spChg chg="mod">
          <ac:chgData name="" userId="213e45b8a479442b" providerId="LiveId" clId="{0C2797AA-115E-404E-8A4E-088081DE6C30}" dt="2022-02-23T14:19:34.652" v="5669" actId="20577"/>
          <ac:spMkLst>
            <pc:docMk/>
            <pc:sldMk cId="3222963902" sldId="485"/>
            <ac:spMk id="12" creationId="{7AC5F555-7281-4A2D-ABD3-599B6BC519CF}"/>
          </ac:spMkLst>
        </pc:spChg>
        <pc:graphicFrameChg chg="mod modGraphic">
          <ac:chgData name="" userId="213e45b8a479442b" providerId="LiveId" clId="{0C2797AA-115E-404E-8A4E-088081DE6C30}" dt="2022-02-23T14:17:31.543" v="5545" actId="14100"/>
          <ac:graphicFrameMkLst>
            <pc:docMk/>
            <pc:sldMk cId="3222963902" sldId="485"/>
            <ac:graphicFrameMk id="3" creationId="{CBB4E6CA-6BC0-48BE-9162-BA41BAF183DC}"/>
          </ac:graphicFrameMkLst>
        </pc:graphicFrameChg>
        <pc:graphicFrameChg chg="mod modGraphic">
          <ac:chgData name="" userId="213e45b8a479442b" providerId="LiveId" clId="{0C2797AA-115E-404E-8A4E-088081DE6C30}" dt="2022-02-23T13:57:51.994" v="5532" actId="6549"/>
          <ac:graphicFrameMkLst>
            <pc:docMk/>
            <pc:sldMk cId="3222963902" sldId="485"/>
            <ac:graphicFrameMk id="10" creationId="{6C3F7D4D-FC49-4363-94E7-CE9D37EF8E66}"/>
          </ac:graphicFrameMkLst>
        </pc:graphicFrameChg>
      </pc:sldChg>
      <pc:sldChg chg="addSp delSp modSp add delAnim">
        <pc:chgData name="" userId="213e45b8a479442b" providerId="LiveId" clId="{0C2797AA-115E-404E-8A4E-088081DE6C30}" dt="2022-02-25T13:48:36.614" v="7145" actId="404"/>
        <pc:sldMkLst>
          <pc:docMk/>
          <pc:sldMk cId="3881530849" sldId="486"/>
        </pc:sldMkLst>
        <pc:spChg chg="mod">
          <ac:chgData name="" userId="213e45b8a479442b" providerId="LiveId" clId="{0C2797AA-115E-404E-8A4E-088081DE6C30}" dt="2022-02-25T13:48:36.614" v="7145" actId="404"/>
          <ac:spMkLst>
            <pc:docMk/>
            <pc:sldMk cId="3881530849" sldId="486"/>
            <ac:spMk id="8" creationId="{36177B38-43AB-4398-968B-448F8F0E5F49}"/>
          </ac:spMkLst>
        </pc:spChg>
        <pc:spChg chg="mod">
          <ac:chgData name="" userId="213e45b8a479442b" providerId="LiveId" clId="{0C2797AA-115E-404E-8A4E-088081DE6C30}" dt="2022-02-25T13:48:01.622" v="7136" actId="1076"/>
          <ac:spMkLst>
            <pc:docMk/>
            <pc:sldMk cId="3881530849" sldId="486"/>
            <ac:spMk id="9" creationId="{C2E25CC4-B913-4A95-BCE6-5D87013E753A}"/>
          </ac:spMkLst>
        </pc:spChg>
        <pc:spChg chg="mod">
          <ac:chgData name="" userId="213e45b8a479442b" providerId="LiveId" clId="{0C2797AA-115E-404E-8A4E-088081DE6C30}" dt="2022-02-23T14:22:00.841" v="5727" actId="20577"/>
          <ac:spMkLst>
            <pc:docMk/>
            <pc:sldMk cId="3881530849" sldId="486"/>
            <ac:spMk id="11" creationId="{ADE8092A-C383-754C-A139-1274102BCF55}"/>
          </ac:spMkLst>
        </pc:spChg>
        <pc:spChg chg="del">
          <ac:chgData name="" userId="213e45b8a479442b" providerId="LiveId" clId="{0C2797AA-115E-404E-8A4E-088081DE6C30}" dt="2022-02-23T14:18:52.546" v="5595" actId="478"/>
          <ac:spMkLst>
            <pc:docMk/>
            <pc:sldMk cId="3881530849" sldId="486"/>
            <ac:spMk id="12" creationId="{7AC5F555-7281-4A2D-ABD3-599B6BC519CF}"/>
          </ac:spMkLst>
        </pc:spChg>
        <pc:graphicFrameChg chg="del">
          <ac:chgData name="" userId="213e45b8a479442b" providerId="LiveId" clId="{0C2797AA-115E-404E-8A4E-088081DE6C30}" dt="2022-02-23T14:18:24.231" v="5583" actId="478"/>
          <ac:graphicFrameMkLst>
            <pc:docMk/>
            <pc:sldMk cId="3881530849" sldId="486"/>
            <ac:graphicFrameMk id="3" creationId="{CBB4E6CA-6BC0-48BE-9162-BA41BAF183DC}"/>
          </ac:graphicFrameMkLst>
        </pc:graphicFrameChg>
        <pc:graphicFrameChg chg="add mod modGraphic">
          <ac:chgData name="" userId="213e45b8a479442b" providerId="LiveId" clId="{0C2797AA-115E-404E-8A4E-088081DE6C30}" dt="2022-02-25T13:48:19.879" v="7142" actId="14734"/>
          <ac:graphicFrameMkLst>
            <pc:docMk/>
            <pc:sldMk cId="3881530849" sldId="486"/>
            <ac:graphicFrameMk id="4" creationId="{1E321A9F-16DF-418D-A819-DCE8D1847614}"/>
          </ac:graphicFrameMkLst>
        </pc:graphicFrameChg>
        <pc:graphicFrameChg chg="del">
          <ac:chgData name="" userId="213e45b8a479442b" providerId="LiveId" clId="{0C2797AA-115E-404E-8A4E-088081DE6C30}" dt="2022-02-23T14:18:24.231" v="5583" actId="478"/>
          <ac:graphicFrameMkLst>
            <pc:docMk/>
            <pc:sldMk cId="3881530849" sldId="486"/>
            <ac:graphicFrameMk id="10" creationId="{6C3F7D4D-FC49-4363-94E7-CE9D37EF8E66}"/>
          </ac:graphicFrameMkLst>
        </pc:graphicFrameChg>
      </pc:sldChg>
      <pc:sldChg chg="addSp delSp modSp add modAnim">
        <pc:chgData name="" userId="213e45b8a479442b" providerId="LiveId" clId="{0C2797AA-115E-404E-8A4E-088081DE6C30}" dt="2022-02-25T13:47:56.269" v="7134" actId="404"/>
        <pc:sldMkLst>
          <pc:docMk/>
          <pc:sldMk cId="217911135" sldId="487"/>
        </pc:sldMkLst>
        <pc:spChg chg="mod">
          <ac:chgData name="" userId="213e45b8a479442b" providerId="LiveId" clId="{0C2797AA-115E-404E-8A4E-088081DE6C30}" dt="2022-02-23T14:20:19.257" v="5702" actId="6549"/>
          <ac:spMkLst>
            <pc:docMk/>
            <pc:sldMk cId="217911135" sldId="487"/>
            <ac:spMk id="8" creationId="{36177B38-43AB-4398-968B-448F8F0E5F49}"/>
          </ac:spMkLst>
        </pc:spChg>
        <pc:spChg chg="mod">
          <ac:chgData name="" userId="213e45b8a479442b" providerId="LiveId" clId="{0C2797AA-115E-404E-8A4E-088081DE6C30}" dt="2022-02-25T13:47:56.269" v="7134" actId="404"/>
          <ac:spMkLst>
            <pc:docMk/>
            <pc:sldMk cId="217911135" sldId="487"/>
            <ac:spMk id="9" creationId="{C2E25CC4-B913-4A95-BCE6-5D87013E753A}"/>
          </ac:spMkLst>
        </pc:spChg>
        <pc:spChg chg="mod">
          <ac:chgData name="" userId="213e45b8a479442b" providerId="LiveId" clId="{0C2797AA-115E-404E-8A4E-088081DE6C30}" dt="2022-02-23T14:22:04.367" v="5729" actId="20577"/>
          <ac:spMkLst>
            <pc:docMk/>
            <pc:sldMk cId="217911135" sldId="487"/>
            <ac:spMk id="11" creationId="{ADE8092A-C383-754C-A139-1274102BCF55}"/>
          </ac:spMkLst>
        </pc:spChg>
        <pc:spChg chg="add mod">
          <ac:chgData name="" userId="213e45b8a479442b" providerId="LiveId" clId="{0C2797AA-115E-404E-8A4E-088081DE6C30}" dt="2022-02-23T14:23:52.215" v="5754" actId="1076"/>
          <ac:spMkLst>
            <pc:docMk/>
            <pc:sldMk cId="217911135" sldId="487"/>
            <ac:spMk id="12" creationId="{BB55C09E-7462-45AC-AD04-2D35056CD5D5}"/>
          </ac:spMkLst>
        </pc:spChg>
        <pc:graphicFrameChg chg="add del">
          <ac:chgData name="" userId="213e45b8a479442b" providerId="LiveId" clId="{0C2797AA-115E-404E-8A4E-088081DE6C30}" dt="2022-02-23T14:21:07.080" v="5715"/>
          <ac:graphicFrameMkLst>
            <pc:docMk/>
            <pc:sldMk cId="217911135" sldId="487"/>
            <ac:graphicFrameMk id="3" creationId="{14042A31-C79B-4262-8CF6-14FC3F637C89}"/>
          </ac:graphicFrameMkLst>
        </pc:graphicFrameChg>
        <pc:graphicFrameChg chg="del mod">
          <ac:chgData name="" userId="213e45b8a479442b" providerId="LiveId" clId="{0C2797AA-115E-404E-8A4E-088081DE6C30}" dt="2022-02-23T14:21:04.695" v="5711" actId="478"/>
          <ac:graphicFrameMkLst>
            <pc:docMk/>
            <pc:sldMk cId="217911135" sldId="487"/>
            <ac:graphicFrameMk id="4" creationId="{1E321A9F-16DF-418D-A819-DCE8D1847614}"/>
          </ac:graphicFrameMkLst>
        </pc:graphicFrameChg>
        <pc:graphicFrameChg chg="add mod modGraphic">
          <ac:chgData name="" userId="213e45b8a479442b" providerId="LiveId" clId="{0C2797AA-115E-404E-8A4E-088081DE6C30}" dt="2022-02-23T14:23:04.104" v="5744" actId="1076"/>
          <ac:graphicFrameMkLst>
            <pc:docMk/>
            <pc:sldMk cId="217911135" sldId="487"/>
            <ac:graphicFrameMk id="5" creationId="{DA25C862-30E7-465D-90B4-11D6C88A182E}"/>
          </ac:graphicFrameMkLst>
        </pc:graphicFrameChg>
        <pc:graphicFrameChg chg="add mod modGraphic">
          <ac:chgData name="" userId="213e45b8a479442b" providerId="LiveId" clId="{0C2797AA-115E-404E-8A4E-088081DE6C30}" dt="2022-02-23T14:23:01.328" v="5743" actId="14100"/>
          <ac:graphicFrameMkLst>
            <pc:docMk/>
            <pc:sldMk cId="217911135" sldId="487"/>
            <ac:graphicFrameMk id="7" creationId="{0CD26FD8-9744-4390-8592-6C83476FB228}"/>
          </ac:graphicFrameMkLst>
        </pc:graphicFrameChg>
        <pc:graphicFrameChg chg="add del">
          <ac:chgData name="" userId="213e45b8a479442b" providerId="LiveId" clId="{0C2797AA-115E-404E-8A4E-088081DE6C30}" dt="2022-02-23T14:21:09.632" v="5717"/>
          <ac:graphicFrameMkLst>
            <pc:docMk/>
            <pc:sldMk cId="217911135" sldId="487"/>
            <ac:graphicFrameMk id="10" creationId="{5AC4121C-C0AD-4863-BC3F-0CF0DA1927C7}"/>
          </ac:graphicFrameMkLst>
        </pc:graphicFrameChg>
      </pc:sldChg>
      <pc:sldChg chg="addSp delSp modSp add delAnim modAnim">
        <pc:chgData name="" userId="213e45b8a479442b" providerId="LiveId" clId="{0C2797AA-115E-404E-8A4E-088081DE6C30}" dt="2022-02-25T13:47:49.658" v="7133" actId="20577"/>
        <pc:sldMkLst>
          <pc:docMk/>
          <pc:sldMk cId="2112201761" sldId="488"/>
        </pc:sldMkLst>
        <pc:spChg chg="mod">
          <ac:chgData name="" userId="213e45b8a479442b" providerId="LiveId" clId="{0C2797AA-115E-404E-8A4E-088081DE6C30}" dt="2022-02-23T14:24:33.598" v="5791" actId="20577"/>
          <ac:spMkLst>
            <pc:docMk/>
            <pc:sldMk cId="2112201761" sldId="488"/>
            <ac:spMk id="2" creationId="{5888EE31-F44C-4034-8407-4C756F65702C}"/>
          </ac:spMkLst>
        </pc:spChg>
        <pc:spChg chg="add mod">
          <ac:chgData name="" userId="213e45b8a479442b" providerId="LiveId" clId="{0C2797AA-115E-404E-8A4E-088081DE6C30}" dt="2022-02-25T13:47:49.658" v="7133" actId="20577"/>
          <ac:spMkLst>
            <pc:docMk/>
            <pc:sldMk cId="2112201761" sldId="488"/>
            <ac:spMk id="3" creationId="{1FFDE8B4-2F0F-4216-B1A2-842A44461EEE}"/>
          </ac:spMkLst>
        </pc:spChg>
        <pc:spChg chg="mod">
          <ac:chgData name="" userId="213e45b8a479442b" providerId="LiveId" clId="{0C2797AA-115E-404E-8A4E-088081DE6C30}" dt="2022-02-25T13:47:29.168" v="7114" actId="1076"/>
          <ac:spMkLst>
            <pc:docMk/>
            <pc:sldMk cId="2112201761" sldId="488"/>
            <ac:spMk id="8" creationId="{36177B38-43AB-4398-968B-448F8F0E5F49}"/>
          </ac:spMkLst>
        </pc:spChg>
        <pc:spChg chg="del">
          <ac:chgData name="" userId="213e45b8a479442b" providerId="LiveId" clId="{0C2797AA-115E-404E-8A4E-088081DE6C30}" dt="2022-02-23T16:18:29.727" v="5833" actId="478"/>
          <ac:spMkLst>
            <pc:docMk/>
            <pc:sldMk cId="2112201761" sldId="488"/>
            <ac:spMk id="9" creationId="{C2E25CC4-B913-4A95-BCE6-5D87013E753A}"/>
          </ac:spMkLst>
        </pc:spChg>
        <pc:spChg chg="add mod">
          <ac:chgData name="" userId="213e45b8a479442b" providerId="LiveId" clId="{0C2797AA-115E-404E-8A4E-088081DE6C30}" dt="2022-02-23T16:21:08.847" v="5980" actId="20577"/>
          <ac:spMkLst>
            <pc:docMk/>
            <pc:sldMk cId="2112201761" sldId="488"/>
            <ac:spMk id="10" creationId="{A7F3976E-E0CB-495D-A68E-7DD71EFCAE1A}"/>
          </ac:spMkLst>
        </pc:spChg>
        <pc:spChg chg="del">
          <ac:chgData name="" userId="213e45b8a479442b" providerId="LiveId" clId="{0C2797AA-115E-404E-8A4E-088081DE6C30}" dt="2022-02-23T16:18:29.727" v="5833" actId="478"/>
          <ac:spMkLst>
            <pc:docMk/>
            <pc:sldMk cId="2112201761" sldId="488"/>
            <ac:spMk id="11" creationId="{ADE8092A-C383-754C-A139-1274102BCF55}"/>
          </ac:spMkLst>
        </pc:spChg>
        <pc:spChg chg="del">
          <ac:chgData name="" userId="213e45b8a479442b" providerId="LiveId" clId="{0C2797AA-115E-404E-8A4E-088081DE6C30}" dt="2022-02-23T16:18:29.727" v="5833" actId="478"/>
          <ac:spMkLst>
            <pc:docMk/>
            <pc:sldMk cId="2112201761" sldId="488"/>
            <ac:spMk id="12" creationId="{BB55C09E-7462-45AC-AD04-2D35056CD5D5}"/>
          </ac:spMkLst>
        </pc:spChg>
        <pc:spChg chg="add mod">
          <ac:chgData name="" userId="213e45b8a479442b" providerId="LiveId" clId="{0C2797AA-115E-404E-8A4E-088081DE6C30}" dt="2022-02-23T16:23:06.706" v="6074" actId="20577"/>
          <ac:spMkLst>
            <pc:docMk/>
            <pc:sldMk cId="2112201761" sldId="488"/>
            <ac:spMk id="13" creationId="{3E38ABFF-CF85-40EA-B43E-705F34523623}"/>
          </ac:spMkLst>
        </pc:spChg>
        <pc:graphicFrameChg chg="del">
          <ac:chgData name="" userId="213e45b8a479442b" providerId="LiveId" clId="{0C2797AA-115E-404E-8A4E-088081DE6C30}" dt="2022-02-23T16:18:29.727" v="5833" actId="478"/>
          <ac:graphicFrameMkLst>
            <pc:docMk/>
            <pc:sldMk cId="2112201761" sldId="488"/>
            <ac:graphicFrameMk id="5" creationId="{DA25C862-30E7-465D-90B4-11D6C88A182E}"/>
          </ac:graphicFrameMkLst>
        </pc:graphicFrameChg>
        <pc:graphicFrameChg chg="del">
          <ac:chgData name="" userId="213e45b8a479442b" providerId="LiveId" clId="{0C2797AA-115E-404E-8A4E-088081DE6C30}" dt="2022-02-23T16:18:29.727" v="5833" actId="478"/>
          <ac:graphicFrameMkLst>
            <pc:docMk/>
            <pc:sldMk cId="2112201761" sldId="488"/>
            <ac:graphicFrameMk id="7" creationId="{0CD26FD8-9744-4390-8592-6C83476FB228}"/>
          </ac:graphicFrameMkLst>
        </pc:graphicFrameChg>
      </pc:sldChg>
      <pc:sldChg chg="addSp delSp modSp add delAnim modAnim">
        <pc:chgData name="" userId="213e45b8a479442b" providerId="LiveId" clId="{0C2797AA-115E-404E-8A4E-088081DE6C30}" dt="2022-02-25T13:47:07.589" v="7108" actId="404"/>
        <pc:sldMkLst>
          <pc:docMk/>
          <pc:sldMk cId="1458509720" sldId="489"/>
        </pc:sldMkLst>
        <pc:spChg chg="mod">
          <ac:chgData name="" userId="213e45b8a479442b" providerId="LiveId" clId="{0C2797AA-115E-404E-8A4E-088081DE6C30}" dt="2022-02-23T16:24:17.150" v="6117"/>
          <ac:spMkLst>
            <pc:docMk/>
            <pc:sldMk cId="1458509720" sldId="489"/>
            <ac:spMk id="2" creationId="{5888EE31-F44C-4034-8407-4C756F65702C}"/>
          </ac:spMkLst>
        </pc:spChg>
        <pc:spChg chg="add del mod topLvl">
          <ac:chgData name="" userId="213e45b8a479442b" providerId="LiveId" clId="{0C2797AA-115E-404E-8A4E-088081DE6C30}" dt="2022-02-23T16:32:33.980" v="6327" actId="478"/>
          <ac:spMkLst>
            <pc:docMk/>
            <pc:sldMk cId="1458509720" sldId="489"/>
            <ac:spMk id="3" creationId="{07DFBF36-C27E-43A4-B28D-479B7255CBF6}"/>
          </ac:spMkLst>
        </pc:spChg>
        <pc:spChg chg="add del mod">
          <ac:chgData name="" userId="213e45b8a479442b" providerId="LiveId" clId="{0C2797AA-115E-404E-8A4E-088081DE6C30}" dt="2022-02-23T16:32:33.980" v="6327" actId="478"/>
          <ac:spMkLst>
            <pc:docMk/>
            <pc:sldMk cId="1458509720" sldId="489"/>
            <ac:spMk id="6" creationId="{179FE9D7-C73E-481F-A60F-08B6B6C49AAD}"/>
          </ac:spMkLst>
        </pc:spChg>
        <pc:spChg chg="mod">
          <ac:chgData name="" userId="213e45b8a479442b" providerId="LiveId" clId="{0C2797AA-115E-404E-8A4E-088081DE6C30}" dt="2022-02-23T16:25:00.519" v="6132" actId="1076"/>
          <ac:spMkLst>
            <pc:docMk/>
            <pc:sldMk cId="1458509720" sldId="489"/>
            <ac:spMk id="8" creationId="{36177B38-43AB-4398-968B-448F8F0E5F49}"/>
          </ac:spMkLst>
        </pc:spChg>
        <pc:spChg chg="del">
          <ac:chgData name="" userId="213e45b8a479442b" providerId="LiveId" clId="{0C2797AA-115E-404E-8A4E-088081DE6C30}" dt="2022-02-23T16:24:34.900" v="6119" actId="478"/>
          <ac:spMkLst>
            <pc:docMk/>
            <pc:sldMk cId="1458509720" sldId="489"/>
            <ac:spMk id="9" creationId="{C2E25CC4-B913-4A95-BCE6-5D87013E753A}"/>
          </ac:spMkLst>
        </pc:spChg>
        <pc:spChg chg="del">
          <ac:chgData name="" userId="213e45b8a479442b" providerId="LiveId" clId="{0C2797AA-115E-404E-8A4E-088081DE6C30}" dt="2022-02-23T16:24:34.900" v="6119" actId="478"/>
          <ac:spMkLst>
            <pc:docMk/>
            <pc:sldMk cId="1458509720" sldId="489"/>
            <ac:spMk id="11" creationId="{ADE8092A-C383-754C-A139-1274102BCF55}"/>
          </ac:spMkLst>
        </pc:spChg>
        <pc:spChg chg="del">
          <ac:chgData name="" userId="213e45b8a479442b" providerId="LiveId" clId="{0C2797AA-115E-404E-8A4E-088081DE6C30}" dt="2022-02-23T16:24:34.900" v="6119" actId="478"/>
          <ac:spMkLst>
            <pc:docMk/>
            <pc:sldMk cId="1458509720" sldId="489"/>
            <ac:spMk id="12" creationId="{BB55C09E-7462-45AC-AD04-2D35056CD5D5}"/>
          </ac:spMkLst>
        </pc:spChg>
        <pc:spChg chg="add mod topLvl">
          <ac:chgData name="" userId="213e45b8a479442b" providerId="LiveId" clId="{0C2797AA-115E-404E-8A4E-088081DE6C30}" dt="2022-02-23T16:28:20.138" v="6189" actId="165"/>
          <ac:spMkLst>
            <pc:docMk/>
            <pc:sldMk cId="1458509720" sldId="489"/>
            <ac:spMk id="13" creationId="{C7CB8A07-7503-46C9-B110-E3164668C3ED}"/>
          </ac:spMkLst>
        </pc:spChg>
        <pc:spChg chg="add mod topLvl">
          <ac:chgData name="" userId="213e45b8a479442b" providerId="LiveId" clId="{0C2797AA-115E-404E-8A4E-088081DE6C30}" dt="2022-02-23T16:28:26.212" v="6190" actId="164"/>
          <ac:spMkLst>
            <pc:docMk/>
            <pc:sldMk cId="1458509720" sldId="489"/>
            <ac:spMk id="14" creationId="{CF6C4470-9002-4D26-B864-8149936DC34D}"/>
          </ac:spMkLst>
        </pc:spChg>
        <pc:spChg chg="add mod topLvl">
          <ac:chgData name="" userId="213e45b8a479442b" providerId="LiveId" clId="{0C2797AA-115E-404E-8A4E-088081DE6C30}" dt="2022-02-23T16:28:26.212" v="6190" actId="164"/>
          <ac:spMkLst>
            <pc:docMk/>
            <pc:sldMk cId="1458509720" sldId="489"/>
            <ac:spMk id="16" creationId="{83613BE7-4ADB-4457-A25C-0431F2A87C5E}"/>
          </ac:spMkLst>
        </pc:spChg>
        <pc:spChg chg="add mod topLvl">
          <ac:chgData name="" userId="213e45b8a479442b" providerId="LiveId" clId="{0C2797AA-115E-404E-8A4E-088081DE6C30}" dt="2022-02-23T16:28:26.212" v="6190" actId="164"/>
          <ac:spMkLst>
            <pc:docMk/>
            <pc:sldMk cId="1458509720" sldId="489"/>
            <ac:spMk id="17" creationId="{32AC0A81-1E35-4D99-A2DA-222C732B363B}"/>
          </ac:spMkLst>
        </pc:spChg>
        <pc:spChg chg="add mod">
          <ac:chgData name="" userId="213e45b8a479442b" providerId="LiveId" clId="{0C2797AA-115E-404E-8A4E-088081DE6C30}" dt="2022-02-23T16:26:14.961" v="6148" actId="404"/>
          <ac:spMkLst>
            <pc:docMk/>
            <pc:sldMk cId="1458509720" sldId="489"/>
            <ac:spMk id="21" creationId="{714FD43A-3514-4926-9437-A6BBBC06F36C}"/>
          </ac:spMkLst>
        </pc:spChg>
        <pc:spChg chg="add mod">
          <ac:chgData name="" userId="213e45b8a479442b" providerId="LiveId" clId="{0C2797AA-115E-404E-8A4E-088081DE6C30}" dt="2022-02-23T16:26:14.961" v="6148" actId="404"/>
          <ac:spMkLst>
            <pc:docMk/>
            <pc:sldMk cId="1458509720" sldId="489"/>
            <ac:spMk id="24" creationId="{630F0347-0655-4290-AC4E-5953DB373B49}"/>
          </ac:spMkLst>
        </pc:spChg>
        <pc:spChg chg="add mod">
          <ac:chgData name="" userId="213e45b8a479442b" providerId="LiveId" clId="{0C2797AA-115E-404E-8A4E-088081DE6C30}" dt="2022-02-23T16:26:14.961" v="6148" actId="404"/>
          <ac:spMkLst>
            <pc:docMk/>
            <pc:sldMk cId="1458509720" sldId="489"/>
            <ac:spMk id="27" creationId="{CBFAB2F3-D84A-4B04-A461-9C8D1FEA1169}"/>
          </ac:spMkLst>
        </pc:spChg>
        <pc:spChg chg="add mod">
          <ac:chgData name="" userId="213e45b8a479442b" providerId="LiveId" clId="{0C2797AA-115E-404E-8A4E-088081DE6C30}" dt="2022-02-23T16:26:14.961" v="6148" actId="404"/>
          <ac:spMkLst>
            <pc:docMk/>
            <pc:sldMk cId="1458509720" sldId="489"/>
            <ac:spMk id="30" creationId="{846B2BDF-C2D3-4CB2-A48B-1BEE4B91A514}"/>
          </ac:spMkLst>
        </pc:spChg>
        <pc:spChg chg="add mod">
          <ac:chgData name="" userId="213e45b8a479442b" providerId="LiveId" clId="{0C2797AA-115E-404E-8A4E-088081DE6C30}" dt="2022-02-25T13:47:07.589" v="7108" actId="404"/>
          <ac:spMkLst>
            <pc:docMk/>
            <pc:sldMk cId="1458509720" sldId="489"/>
            <ac:spMk id="33" creationId="{BDFBA113-8EEC-4373-83B4-090F7D999D0D}"/>
          </ac:spMkLst>
        </pc:spChg>
        <pc:spChg chg="add del mod">
          <ac:chgData name="" userId="213e45b8a479442b" providerId="LiveId" clId="{0C2797AA-115E-404E-8A4E-088081DE6C30}" dt="2022-02-23T16:32:36.960" v="6328" actId="478"/>
          <ac:spMkLst>
            <pc:docMk/>
            <pc:sldMk cId="1458509720" sldId="489"/>
            <ac:spMk id="36" creationId="{27F4A850-6318-4604-8640-8A43B9D1C591}"/>
          </ac:spMkLst>
        </pc:spChg>
        <pc:spChg chg="add mod">
          <ac:chgData name="" userId="213e45b8a479442b" providerId="LiveId" clId="{0C2797AA-115E-404E-8A4E-088081DE6C30}" dt="2022-02-23T16:32:41.407" v="6329" actId="1076"/>
          <ac:spMkLst>
            <pc:docMk/>
            <pc:sldMk cId="1458509720" sldId="489"/>
            <ac:spMk id="38" creationId="{F5D27F70-DB27-4F62-9068-DE8F38662D38}"/>
          </ac:spMkLst>
        </pc:spChg>
        <pc:spChg chg="add mod">
          <ac:chgData name="" userId="213e45b8a479442b" providerId="LiveId" clId="{0C2797AA-115E-404E-8A4E-088081DE6C30}" dt="2022-02-23T16:35:11.523" v="6353" actId="113"/>
          <ac:spMkLst>
            <pc:docMk/>
            <pc:sldMk cId="1458509720" sldId="489"/>
            <ac:spMk id="39" creationId="{E7B0F480-2D2B-4E6D-806A-13A8049E2D1F}"/>
          </ac:spMkLst>
        </pc:spChg>
        <pc:grpChg chg="add del mod">
          <ac:chgData name="" userId="213e45b8a479442b" providerId="LiveId" clId="{0C2797AA-115E-404E-8A4E-088081DE6C30}" dt="2022-02-23T16:28:13.461" v="6188" actId="165"/>
          <ac:grpSpMkLst>
            <pc:docMk/>
            <pc:sldMk cId="1458509720" sldId="489"/>
            <ac:grpSpMk id="4" creationId="{83D88DFA-35F9-4272-A2D8-D9B5B0552B45}"/>
          </ac:grpSpMkLst>
        </pc:grpChg>
        <pc:grpChg chg="add del mod topLvl">
          <ac:chgData name="" userId="213e45b8a479442b" providerId="LiveId" clId="{0C2797AA-115E-404E-8A4E-088081DE6C30}" dt="2022-02-23T16:28:20.138" v="6189" actId="165"/>
          <ac:grpSpMkLst>
            <pc:docMk/>
            <pc:sldMk cId="1458509720" sldId="489"/>
            <ac:grpSpMk id="10" creationId="{46920CAF-4255-4D91-8F24-6EE01D5BA59D}"/>
          </ac:grpSpMkLst>
        </pc:grpChg>
        <pc:grpChg chg="add mod topLvl">
          <ac:chgData name="" userId="213e45b8a479442b" providerId="LiveId" clId="{0C2797AA-115E-404E-8A4E-088081DE6C30}" dt="2022-02-23T16:28:26.212" v="6190" actId="164"/>
          <ac:grpSpMkLst>
            <pc:docMk/>
            <pc:sldMk cId="1458509720" sldId="489"/>
            <ac:grpSpMk id="15" creationId="{4F445C57-7DD0-45F2-878B-288006234A97}"/>
          </ac:grpSpMkLst>
        </pc:grpChg>
        <pc:grpChg chg="add mod topLvl">
          <ac:chgData name="" userId="213e45b8a479442b" providerId="LiveId" clId="{0C2797AA-115E-404E-8A4E-088081DE6C30}" dt="2022-02-23T16:28:26.212" v="6190" actId="164"/>
          <ac:grpSpMkLst>
            <pc:docMk/>
            <pc:sldMk cId="1458509720" sldId="489"/>
            <ac:grpSpMk id="18" creationId="{8DA91477-32A9-43ED-A684-E17B0216833D}"/>
          </ac:grpSpMkLst>
        </pc:grpChg>
        <pc:grpChg chg="add mod topLvl">
          <ac:chgData name="" userId="213e45b8a479442b" providerId="LiveId" clId="{0C2797AA-115E-404E-8A4E-088081DE6C30}" dt="2022-02-23T16:28:26.212" v="6190" actId="164"/>
          <ac:grpSpMkLst>
            <pc:docMk/>
            <pc:sldMk cId="1458509720" sldId="489"/>
            <ac:grpSpMk id="19" creationId="{C1BB5654-D153-4CCE-8310-AB7ACC8F4E7B}"/>
          </ac:grpSpMkLst>
        </pc:grpChg>
        <pc:grpChg chg="add mod topLvl">
          <ac:chgData name="" userId="213e45b8a479442b" providerId="LiveId" clId="{0C2797AA-115E-404E-8A4E-088081DE6C30}" dt="2022-02-23T16:28:26.212" v="6190" actId="164"/>
          <ac:grpSpMkLst>
            <pc:docMk/>
            <pc:sldMk cId="1458509720" sldId="489"/>
            <ac:grpSpMk id="20" creationId="{83491D3C-AAA7-4D82-BF14-E86A5DA9B8E4}"/>
          </ac:grpSpMkLst>
        </pc:grpChg>
        <pc:grpChg chg="add del mod">
          <ac:chgData name="" userId="213e45b8a479442b" providerId="LiveId" clId="{0C2797AA-115E-404E-8A4E-088081DE6C30}" dt="2022-02-23T16:32:33.980" v="6327" actId="478"/>
          <ac:grpSpMkLst>
            <pc:docMk/>
            <pc:sldMk cId="1458509720" sldId="489"/>
            <ac:grpSpMk id="35" creationId="{62CB2CD5-2F7F-4C09-9FB0-6ED542A3958E}"/>
          </ac:grpSpMkLst>
        </pc:grpChg>
        <pc:graphicFrameChg chg="del">
          <ac:chgData name="" userId="213e45b8a479442b" providerId="LiveId" clId="{0C2797AA-115E-404E-8A4E-088081DE6C30}" dt="2022-02-23T16:24:34.900" v="6119" actId="478"/>
          <ac:graphicFrameMkLst>
            <pc:docMk/>
            <pc:sldMk cId="1458509720" sldId="489"/>
            <ac:graphicFrameMk id="5" creationId="{DA25C862-30E7-465D-90B4-11D6C88A182E}"/>
          </ac:graphicFrameMkLst>
        </pc:graphicFrameChg>
        <pc:graphicFrameChg chg="del">
          <ac:chgData name="" userId="213e45b8a479442b" providerId="LiveId" clId="{0C2797AA-115E-404E-8A4E-088081DE6C30}" dt="2022-02-23T16:24:34.900" v="6119" actId="478"/>
          <ac:graphicFrameMkLst>
            <pc:docMk/>
            <pc:sldMk cId="1458509720" sldId="489"/>
            <ac:graphicFrameMk id="7" creationId="{0CD26FD8-9744-4390-8592-6C83476FB228}"/>
          </ac:graphicFrameMkLst>
        </pc:graphicFrameChg>
        <pc:graphicFrameChg chg="add del mod modGraphic">
          <ac:chgData name="" userId="213e45b8a479442b" providerId="LiveId" clId="{0C2797AA-115E-404E-8A4E-088081DE6C30}" dt="2022-02-23T16:32:33.980" v="6327" actId="478"/>
          <ac:graphicFrameMkLst>
            <pc:docMk/>
            <pc:sldMk cId="1458509720" sldId="489"/>
            <ac:graphicFrameMk id="34" creationId="{3CB918BA-3D4D-411B-B7F8-1AC53325E686}"/>
          </ac:graphicFrameMkLst>
        </pc:graphicFrameChg>
        <pc:graphicFrameChg chg="add mod modGraphic">
          <ac:chgData name="" userId="213e45b8a479442b" providerId="LiveId" clId="{0C2797AA-115E-404E-8A4E-088081DE6C30}" dt="2022-02-23T16:32:41.407" v="6329" actId="1076"/>
          <ac:graphicFrameMkLst>
            <pc:docMk/>
            <pc:sldMk cId="1458509720" sldId="489"/>
            <ac:graphicFrameMk id="37" creationId="{7AD2E580-3B83-456A-AE90-7FFF73FC1DE5}"/>
          </ac:graphicFrameMkLst>
        </pc:graphicFrameChg>
        <pc:cxnChg chg="add">
          <ac:chgData name="" userId="213e45b8a479442b" providerId="LiveId" clId="{0C2797AA-115E-404E-8A4E-088081DE6C30}" dt="2022-02-23T16:24:35.897" v="6120"/>
          <ac:cxnSpMkLst>
            <pc:docMk/>
            <pc:sldMk cId="1458509720" sldId="489"/>
            <ac:cxnSpMk id="22" creationId="{899B211F-906F-4A35-AFC1-FDD3A70EC22E}"/>
          </ac:cxnSpMkLst>
        </pc:cxnChg>
        <pc:cxnChg chg="add">
          <ac:chgData name="" userId="213e45b8a479442b" providerId="LiveId" clId="{0C2797AA-115E-404E-8A4E-088081DE6C30}" dt="2022-02-23T16:24:35.897" v="6120"/>
          <ac:cxnSpMkLst>
            <pc:docMk/>
            <pc:sldMk cId="1458509720" sldId="489"/>
            <ac:cxnSpMk id="23" creationId="{ADC8D5A4-EB7B-462F-B844-F571FA32D9F6}"/>
          </ac:cxnSpMkLst>
        </pc:cxnChg>
        <pc:cxnChg chg="add">
          <ac:chgData name="" userId="213e45b8a479442b" providerId="LiveId" clId="{0C2797AA-115E-404E-8A4E-088081DE6C30}" dt="2022-02-23T16:24:35.897" v="6120"/>
          <ac:cxnSpMkLst>
            <pc:docMk/>
            <pc:sldMk cId="1458509720" sldId="489"/>
            <ac:cxnSpMk id="25" creationId="{B3CBD654-54F0-45C5-8B26-B673E172F6D5}"/>
          </ac:cxnSpMkLst>
        </pc:cxnChg>
        <pc:cxnChg chg="add">
          <ac:chgData name="" userId="213e45b8a479442b" providerId="LiveId" clId="{0C2797AA-115E-404E-8A4E-088081DE6C30}" dt="2022-02-23T16:24:35.897" v="6120"/>
          <ac:cxnSpMkLst>
            <pc:docMk/>
            <pc:sldMk cId="1458509720" sldId="489"/>
            <ac:cxnSpMk id="26" creationId="{E4BE87B2-0C0E-4163-AA25-4FEBB920924B}"/>
          </ac:cxnSpMkLst>
        </pc:cxnChg>
        <pc:cxnChg chg="add">
          <ac:chgData name="" userId="213e45b8a479442b" providerId="LiveId" clId="{0C2797AA-115E-404E-8A4E-088081DE6C30}" dt="2022-02-23T16:24:35.897" v="6120"/>
          <ac:cxnSpMkLst>
            <pc:docMk/>
            <pc:sldMk cId="1458509720" sldId="489"/>
            <ac:cxnSpMk id="28" creationId="{D14C6C59-AEB1-41EA-9528-C6B581A265F1}"/>
          </ac:cxnSpMkLst>
        </pc:cxnChg>
        <pc:cxnChg chg="add">
          <ac:chgData name="" userId="213e45b8a479442b" providerId="LiveId" clId="{0C2797AA-115E-404E-8A4E-088081DE6C30}" dt="2022-02-23T16:24:35.897" v="6120"/>
          <ac:cxnSpMkLst>
            <pc:docMk/>
            <pc:sldMk cId="1458509720" sldId="489"/>
            <ac:cxnSpMk id="29" creationId="{2D63CCE4-967C-41B6-A8A4-6BFDF65911BE}"/>
          </ac:cxnSpMkLst>
        </pc:cxnChg>
        <pc:cxnChg chg="add mod">
          <ac:chgData name="" userId="213e45b8a479442b" providerId="LiveId" clId="{0C2797AA-115E-404E-8A4E-088081DE6C30}" dt="2022-02-23T16:32:33.980" v="6327" actId="478"/>
          <ac:cxnSpMkLst>
            <pc:docMk/>
            <pc:sldMk cId="1458509720" sldId="489"/>
            <ac:cxnSpMk id="31" creationId="{8A5B252D-32D3-4238-93F0-CCB2B20DB30A}"/>
          </ac:cxnSpMkLst>
        </pc:cxnChg>
        <pc:cxnChg chg="add mod">
          <ac:chgData name="" userId="213e45b8a479442b" providerId="LiveId" clId="{0C2797AA-115E-404E-8A4E-088081DE6C30}" dt="2022-02-23T16:32:33.980" v="6327" actId="478"/>
          <ac:cxnSpMkLst>
            <pc:docMk/>
            <pc:sldMk cId="1458509720" sldId="489"/>
            <ac:cxnSpMk id="32" creationId="{439D51D3-4E20-45AA-AC1F-DB689B7F034D}"/>
          </ac:cxnSpMkLst>
        </pc:cxnChg>
      </pc:sldChg>
      <pc:sldChg chg="delSp modSp add ord delAnim">
        <pc:chgData name="" userId="213e45b8a479442b" providerId="LiveId" clId="{0C2797AA-115E-404E-8A4E-088081DE6C30}" dt="2022-02-25T13:47:09.945" v="7109" actId="404"/>
        <pc:sldMkLst>
          <pc:docMk/>
          <pc:sldMk cId="3832198936" sldId="490"/>
        </pc:sldMkLst>
        <pc:spChg chg="mod">
          <ac:chgData name="" userId="213e45b8a479442b" providerId="LiveId" clId="{0C2797AA-115E-404E-8A4E-088081DE6C30}" dt="2022-02-23T16:35:09.039" v="6352" actId="1076"/>
          <ac:spMkLst>
            <pc:docMk/>
            <pc:sldMk cId="3832198936" sldId="490"/>
            <ac:spMk id="6" creationId="{179FE9D7-C73E-481F-A60F-08B6B6C49AAD}"/>
          </ac:spMkLst>
        </pc:spChg>
        <pc:spChg chg="mod">
          <ac:chgData name="" userId="213e45b8a479442b" providerId="LiveId" clId="{0C2797AA-115E-404E-8A4E-088081DE6C30}" dt="2022-02-25T13:47:09.945" v="7109" actId="404"/>
          <ac:spMkLst>
            <pc:docMk/>
            <pc:sldMk cId="3832198936" sldId="490"/>
            <ac:spMk id="33" creationId="{BDFBA113-8EEC-4373-83B4-090F7D999D0D}"/>
          </ac:spMkLst>
        </pc:spChg>
        <pc:spChg chg="del">
          <ac:chgData name="" userId="213e45b8a479442b" providerId="LiveId" clId="{0C2797AA-115E-404E-8A4E-088081DE6C30}" dt="2022-02-23T16:34:48.821" v="6343" actId="478"/>
          <ac:spMkLst>
            <pc:docMk/>
            <pc:sldMk cId="3832198936" sldId="490"/>
            <ac:spMk id="38" creationId="{F5D27F70-DB27-4F62-9068-DE8F38662D38}"/>
          </ac:spMkLst>
        </pc:spChg>
        <pc:graphicFrameChg chg="del">
          <ac:chgData name="" userId="213e45b8a479442b" providerId="LiveId" clId="{0C2797AA-115E-404E-8A4E-088081DE6C30}" dt="2022-02-23T16:34:48.821" v="6343" actId="478"/>
          <ac:graphicFrameMkLst>
            <pc:docMk/>
            <pc:sldMk cId="3832198936" sldId="490"/>
            <ac:graphicFrameMk id="37" creationId="{7AD2E580-3B83-456A-AE90-7FFF73FC1DE5}"/>
          </ac:graphicFrameMkLst>
        </pc:graphicFrameChg>
      </pc:sldChg>
      <pc:sldChg chg="addSp delSp modSp add delAnim">
        <pc:chgData name="" userId="213e45b8a479442b" providerId="LiveId" clId="{0C2797AA-115E-404E-8A4E-088081DE6C30}" dt="2022-02-25T13:47:05.079" v="7107" actId="404"/>
        <pc:sldMkLst>
          <pc:docMk/>
          <pc:sldMk cId="3376447769" sldId="491"/>
        </pc:sldMkLst>
        <pc:spChg chg="mod">
          <ac:chgData name="" userId="213e45b8a479442b" providerId="LiveId" clId="{0C2797AA-115E-404E-8A4E-088081DE6C30}" dt="2022-02-23T16:37:16.354" v="6375" actId="20577"/>
          <ac:spMkLst>
            <pc:docMk/>
            <pc:sldMk cId="3376447769" sldId="491"/>
            <ac:spMk id="8" creationId="{36177B38-43AB-4398-968B-448F8F0E5F49}"/>
          </ac:spMkLst>
        </pc:spChg>
        <pc:spChg chg="mod">
          <ac:chgData name="" userId="213e45b8a479442b" providerId="LiveId" clId="{0C2797AA-115E-404E-8A4E-088081DE6C30}" dt="2022-02-25T13:47:05.079" v="7107" actId="404"/>
          <ac:spMkLst>
            <pc:docMk/>
            <pc:sldMk cId="3376447769" sldId="491"/>
            <ac:spMk id="33" creationId="{BDFBA113-8EEC-4373-83B4-090F7D999D0D}"/>
          </ac:spMkLst>
        </pc:spChg>
        <pc:spChg chg="del">
          <ac:chgData name="" userId="213e45b8a479442b" providerId="LiveId" clId="{0C2797AA-115E-404E-8A4E-088081DE6C30}" dt="2022-02-23T16:37:46.847" v="6380" actId="478"/>
          <ac:spMkLst>
            <pc:docMk/>
            <pc:sldMk cId="3376447769" sldId="491"/>
            <ac:spMk id="38" creationId="{F5D27F70-DB27-4F62-9068-DE8F38662D38}"/>
          </ac:spMkLst>
        </pc:spChg>
        <pc:spChg chg="del">
          <ac:chgData name="" userId="213e45b8a479442b" providerId="LiveId" clId="{0C2797AA-115E-404E-8A4E-088081DE6C30}" dt="2022-02-23T16:38:01.790" v="6383" actId="478"/>
          <ac:spMkLst>
            <pc:docMk/>
            <pc:sldMk cId="3376447769" sldId="491"/>
            <ac:spMk id="39" creationId="{E7B0F480-2D2B-4E6D-806A-13A8049E2D1F}"/>
          </ac:spMkLst>
        </pc:spChg>
        <pc:graphicFrameChg chg="add mod modGraphic">
          <ac:chgData name="" userId="213e45b8a479442b" providerId="LiveId" clId="{0C2797AA-115E-404E-8A4E-088081DE6C30}" dt="2022-02-23T16:38:26.726" v="6390" actId="14100"/>
          <ac:graphicFrameMkLst>
            <pc:docMk/>
            <pc:sldMk cId="3376447769" sldId="491"/>
            <ac:graphicFrameMk id="3" creationId="{AAE56F92-32A1-4636-8C39-C5EDDA4443E2}"/>
          </ac:graphicFrameMkLst>
        </pc:graphicFrameChg>
        <pc:graphicFrameChg chg="mod modGraphic">
          <ac:chgData name="" userId="213e45b8a479442b" providerId="LiveId" clId="{0C2797AA-115E-404E-8A4E-088081DE6C30}" dt="2022-02-23T16:37:52.025" v="6382" actId="14734"/>
          <ac:graphicFrameMkLst>
            <pc:docMk/>
            <pc:sldMk cId="3376447769" sldId="491"/>
            <ac:graphicFrameMk id="37" creationId="{7AD2E580-3B83-456A-AE90-7FFF73FC1DE5}"/>
          </ac:graphicFrameMkLst>
        </pc:graphicFrameChg>
      </pc:sldChg>
      <pc:sldChg chg="addSp delSp modSp add">
        <pc:chgData name="" userId="213e45b8a479442b" providerId="LiveId" clId="{0C2797AA-115E-404E-8A4E-088081DE6C30}" dt="2022-02-23T16:42:02.279" v="6539" actId="20577"/>
        <pc:sldMkLst>
          <pc:docMk/>
          <pc:sldMk cId="1843255124" sldId="492"/>
        </pc:sldMkLst>
        <pc:spChg chg="mod">
          <ac:chgData name="" userId="213e45b8a479442b" providerId="LiveId" clId="{0C2797AA-115E-404E-8A4E-088081DE6C30}" dt="2022-02-23T16:39:15.082" v="6392"/>
          <ac:spMkLst>
            <pc:docMk/>
            <pc:sldMk cId="1843255124" sldId="492"/>
            <ac:spMk id="2" creationId="{5888EE31-F44C-4034-8407-4C756F65702C}"/>
          </ac:spMkLst>
        </pc:spChg>
        <pc:spChg chg="add mod">
          <ac:chgData name="" userId="213e45b8a479442b" providerId="LiveId" clId="{0C2797AA-115E-404E-8A4E-088081DE6C30}" dt="2022-02-23T16:42:02.279" v="6539" actId="20577"/>
          <ac:spMkLst>
            <pc:docMk/>
            <pc:sldMk cId="1843255124" sldId="492"/>
            <ac:spMk id="3" creationId="{DB4DC0A0-86EE-4F07-810A-175A154EA623}"/>
          </ac:spMkLst>
        </pc:spChg>
        <pc:spChg chg="mod">
          <ac:chgData name="" userId="213e45b8a479442b" providerId="LiveId" clId="{0C2797AA-115E-404E-8A4E-088081DE6C30}" dt="2022-02-23T16:41:51.559" v="6525" actId="1076"/>
          <ac:spMkLst>
            <pc:docMk/>
            <pc:sldMk cId="1843255124" sldId="492"/>
            <ac:spMk id="5" creationId="{18B4200E-5891-4AE5-ABDF-B2DD7107D4B8}"/>
          </ac:spMkLst>
        </pc:spChg>
        <pc:spChg chg="mod">
          <ac:chgData name="" userId="213e45b8a479442b" providerId="LiveId" clId="{0C2797AA-115E-404E-8A4E-088081DE6C30}" dt="2022-02-23T16:40:47.391" v="6435" actId="1076"/>
          <ac:spMkLst>
            <pc:docMk/>
            <pc:sldMk cId="1843255124" sldId="492"/>
            <ac:spMk id="8" creationId="{36177B38-43AB-4398-968B-448F8F0E5F49}"/>
          </ac:spMkLst>
        </pc:spChg>
        <pc:picChg chg="add mod">
          <ac:chgData name="" userId="213e45b8a479442b" providerId="LiveId" clId="{0C2797AA-115E-404E-8A4E-088081DE6C30}" dt="2022-02-23T16:39:29.079" v="6400" actId="1076"/>
          <ac:picMkLst>
            <pc:docMk/>
            <pc:sldMk cId="1843255124" sldId="492"/>
            <ac:picMk id="6" creationId="{035492BA-B522-42B9-BF13-969165712C36}"/>
          </ac:picMkLst>
        </pc:picChg>
        <pc:picChg chg="del">
          <ac:chgData name="" userId="213e45b8a479442b" providerId="LiveId" clId="{0C2797AA-115E-404E-8A4E-088081DE6C30}" dt="2022-02-23T16:39:23.374" v="6396" actId="478"/>
          <ac:picMkLst>
            <pc:docMk/>
            <pc:sldMk cId="1843255124" sldId="492"/>
            <ac:picMk id="7" creationId="{34ADD0BC-7AC9-403C-AEB6-F4765EEE0BFA}"/>
          </ac:picMkLst>
        </pc:picChg>
        <pc:picChg chg="add mod">
          <ac:chgData name="" userId="213e45b8a479442b" providerId="LiveId" clId="{0C2797AA-115E-404E-8A4E-088081DE6C30}" dt="2022-02-23T16:39:35.871" v="6403" actId="14100"/>
          <ac:picMkLst>
            <pc:docMk/>
            <pc:sldMk cId="1843255124" sldId="492"/>
            <ac:picMk id="9" creationId="{109360D3-94DA-4905-8ECD-FE38C8AC7BEA}"/>
          </ac:picMkLst>
        </pc:picChg>
      </pc:sldChg>
      <pc:sldChg chg="modSp add">
        <pc:chgData name="" userId="213e45b8a479442b" providerId="LiveId" clId="{0C2797AA-115E-404E-8A4E-088081DE6C30}" dt="2022-02-23T16:42:49.786" v="6587" actId="207"/>
        <pc:sldMkLst>
          <pc:docMk/>
          <pc:sldMk cId="1230471272" sldId="493"/>
        </pc:sldMkLst>
        <pc:spChg chg="mod">
          <ac:chgData name="" userId="213e45b8a479442b" providerId="LiveId" clId="{0C2797AA-115E-404E-8A4E-088081DE6C30}" dt="2022-02-23T16:42:49.786" v="6587" actId="207"/>
          <ac:spMkLst>
            <pc:docMk/>
            <pc:sldMk cId="1230471272" sldId="493"/>
            <ac:spMk id="5" creationId="{18B4200E-5891-4AE5-ABDF-B2DD7107D4B8}"/>
          </ac:spMkLst>
        </pc:spChg>
        <pc:spChg chg="mod">
          <ac:chgData name="" userId="213e45b8a479442b" providerId="LiveId" clId="{0C2797AA-115E-404E-8A4E-088081DE6C30}" dt="2022-02-23T16:42:39.964" v="6584" actId="1076"/>
          <ac:spMkLst>
            <pc:docMk/>
            <pc:sldMk cId="1230471272" sldId="493"/>
            <ac:spMk id="8" creationId="{36177B38-43AB-4398-968B-448F8F0E5F49}"/>
          </ac:spMkLst>
        </pc:spChg>
      </pc:sldChg>
      <pc:sldChg chg="modSp">
        <pc:chgData name="" userId="213e45b8a479442b" providerId="LiveId" clId="{0C2797AA-115E-404E-8A4E-088081DE6C30}" dt="2022-02-25T13:47:01.546" v="7106" actId="404"/>
        <pc:sldMkLst>
          <pc:docMk/>
          <pc:sldMk cId="3859848191" sldId="494"/>
        </pc:sldMkLst>
        <pc:spChg chg="mod">
          <ac:chgData name="" userId="213e45b8a479442b" providerId="LiveId" clId="{0C2797AA-115E-404E-8A4E-088081DE6C30}" dt="2022-02-25T13:26:04.171" v="6624"/>
          <ac:spMkLst>
            <pc:docMk/>
            <pc:sldMk cId="3859848191" sldId="494"/>
            <ac:spMk id="10" creationId="{0C07BE35-9446-3942-BAE9-1EE7ED3475D9}"/>
          </ac:spMkLst>
        </pc:spChg>
        <pc:spChg chg="mod">
          <ac:chgData name="" userId="213e45b8a479442b" providerId="LiveId" clId="{0C2797AA-115E-404E-8A4E-088081DE6C30}" dt="2022-02-25T13:47:01.546" v="7106" actId="404"/>
          <ac:spMkLst>
            <pc:docMk/>
            <pc:sldMk cId="3859848191" sldId="494"/>
            <ac:spMk id="33" creationId="{BDFBA113-8EEC-4373-83B4-090F7D999D0D}"/>
          </ac:spMkLst>
        </pc:spChg>
      </pc:sldChg>
      <pc:sldChg chg="modSp">
        <pc:chgData name="" userId="213e45b8a479442b" providerId="LiveId" clId="{0C2797AA-115E-404E-8A4E-088081DE6C30}" dt="2022-02-25T13:46:59.418" v="7105" actId="404"/>
        <pc:sldMkLst>
          <pc:docMk/>
          <pc:sldMk cId="3702163382" sldId="495"/>
        </pc:sldMkLst>
        <pc:spChg chg="mod">
          <ac:chgData name="" userId="213e45b8a479442b" providerId="LiveId" clId="{0C2797AA-115E-404E-8A4E-088081DE6C30}" dt="2022-02-25T13:46:59.418" v="7105" actId="404"/>
          <ac:spMkLst>
            <pc:docMk/>
            <pc:sldMk cId="3702163382" sldId="495"/>
            <ac:spMk id="33" creationId="{BDFBA113-8EEC-4373-83B4-090F7D999D0D}"/>
          </ac:spMkLst>
        </pc:spChg>
      </pc:sldChg>
      <pc:sldChg chg="modSp">
        <pc:chgData name="" userId="213e45b8a479442b" providerId="LiveId" clId="{0C2797AA-115E-404E-8A4E-088081DE6C30}" dt="2022-02-25T13:46:56.218" v="7104" actId="404"/>
        <pc:sldMkLst>
          <pc:docMk/>
          <pc:sldMk cId="3337130703" sldId="497"/>
        </pc:sldMkLst>
        <pc:spChg chg="mod">
          <ac:chgData name="" userId="213e45b8a479442b" providerId="LiveId" clId="{0C2797AA-115E-404E-8A4E-088081DE6C30}" dt="2022-02-25T13:46:56.218" v="7104" actId="404"/>
          <ac:spMkLst>
            <pc:docMk/>
            <pc:sldMk cId="3337130703" sldId="497"/>
            <ac:spMk id="33" creationId="{BDFBA113-8EEC-4373-83B4-090F7D999D0D}"/>
          </ac:spMkLst>
        </pc:spChg>
      </pc:sldChg>
      <pc:sldChg chg="modSp">
        <pc:chgData name="" userId="213e45b8a479442b" providerId="LiveId" clId="{0C2797AA-115E-404E-8A4E-088081DE6C30}" dt="2022-02-25T13:46:53.849" v="7103" actId="404"/>
        <pc:sldMkLst>
          <pc:docMk/>
          <pc:sldMk cId="10178769" sldId="498"/>
        </pc:sldMkLst>
        <pc:spChg chg="mod">
          <ac:chgData name="" userId="213e45b8a479442b" providerId="LiveId" clId="{0C2797AA-115E-404E-8A4E-088081DE6C30}" dt="2022-02-25T13:46:53.849" v="7103" actId="404"/>
          <ac:spMkLst>
            <pc:docMk/>
            <pc:sldMk cId="10178769" sldId="498"/>
            <ac:spMk id="33" creationId="{BDFBA113-8EEC-4373-83B4-090F7D999D0D}"/>
          </ac:spMkLst>
        </pc:spChg>
      </pc:sldChg>
      <pc:sldChg chg="modSp">
        <pc:chgData name="" userId="213e45b8a479442b" providerId="LiveId" clId="{0C2797AA-115E-404E-8A4E-088081DE6C30}" dt="2022-02-25T13:46:50.131" v="7102" actId="404"/>
        <pc:sldMkLst>
          <pc:docMk/>
          <pc:sldMk cId="2561697566" sldId="499"/>
        </pc:sldMkLst>
        <pc:spChg chg="mod">
          <ac:chgData name="" userId="213e45b8a479442b" providerId="LiveId" clId="{0C2797AA-115E-404E-8A4E-088081DE6C30}" dt="2022-02-25T13:46:50.131" v="7102" actId="404"/>
          <ac:spMkLst>
            <pc:docMk/>
            <pc:sldMk cId="2561697566" sldId="499"/>
            <ac:spMk id="33" creationId="{BDFBA113-8EEC-4373-83B4-090F7D999D0D}"/>
          </ac:spMkLst>
        </pc:spChg>
      </pc:sldChg>
      <pc:sldChg chg="modSp">
        <pc:chgData name="" userId="213e45b8a479442b" providerId="LiveId" clId="{0C2797AA-115E-404E-8A4E-088081DE6C30}" dt="2022-02-25T13:46:46.143" v="7101" actId="404"/>
        <pc:sldMkLst>
          <pc:docMk/>
          <pc:sldMk cId="1834804749" sldId="501"/>
        </pc:sldMkLst>
        <pc:spChg chg="mod">
          <ac:chgData name="" userId="213e45b8a479442b" providerId="LiveId" clId="{0C2797AA-115E-404E-8A4E-088081DE6C30}" dt="2022-02-25T13:24:45.286" v="6605" actId="14100"/>
          <ac:spMkLst>
            <pc:docMk/>
            <pc:sldMk cId="1834804749" sldId="501"/>
            <ac:spMk id="9" creationId="{95B65772-ADDB-954F-AF50-77CE84F521D4}"/>
          </ac:spMkLst>
        </pc:spChg>
        <pc:spChg chg="mod">
          <ac:chgData name="" userId="213e45b8a479442b" providerId="LiveId" clId="{0C2797AA-115E-404E-8A4E-088081DE6C30}" dt="2022-02-25T13:26:09.232" v="6625"/>
          <ac:spMkLst>
            <pc:docMk/>
            <pc:sldMk cId="1834804749" sldId="501"/>
            <ac:spMk id="10" creationId="{0C07BE35-9446-3942-BAE9-1EE7ED3475D9}"/>
          </ac:spMkLst>
        </pc:spChg>
        <pc:spChg chg="mod">
          <ac:chgData name="" userId="213e45b8a479442b" providerId="LiveId" clId="{0C2797AA-115E-404E-8A4E-088081DE6C30}" dt="2022-02-25T13:26:11.306" v="6626"/>
          <ac:spMkLst>
            <pc:docMk/>
            <pc:sldMk cId="1834804749" sldId="501"/>
            <ac:spMk id="12" creationId="{C2E02533-6BB9-8B42-904D-0AC5DF288CFD}"/>
          </ac:spMkLst>
        </pc:spChg>
        <pc:spChg chg="mod">
          <ac:chgData name="" userId="213e45b8a479442b" providerId="LiveId" clId="{0C2797AA-115E-404E-8A4E-088081DE6C30}" dt="2022-02-25T13:26:13.599" v="6627"/>
          <ac:spMkLst>
            <pc:docMk/>
            <pc:sldMk cId="1834804749" sldId="501"/>
            <ac:spMk id="14" creationId="{8FCF5887-3902-1243-BF97-26306F9B63B0}"/>
          </ac:spMkLst>
        </pc:spChg>
        <pc:spChg chg="mod">
          <ac:chgData name="" userId="213e45b8a479442b" providerId="LiveId" clId="{0C2797AA-115E-404E-8A4E-088081DE6C30}" dt="2022-02-25T13:46:46.143" v="7101" actId="404"/>
          <ac:spMkLst>
            <pc:docMk/>
            <pc:sldMk cId="1834804749" sldId="501"/>
            <ac:spMk id="33" creationId="{BDFBA113-8EEC-4373-83B4-090F7D999D0D}"/>
          </ac:spMkLst>
        </pc:spChg>
      </pc:sldChg>
      <pc:sldChg chg="modSp">
        <pc:chgData name="" userId="213e45b8a479442b" providerId="LiveId" clId="{0C2797AA-115E-404E-8A4E-088081DE6C30}" dt="2022-02-25T13:46:41.928" v="7100" actId="1076"/>
        <pc:sldMkLst>
          <pc:docMk/>
          <pc:sldMk cId="1673221437" sldId="502"/>
        </pc:sldMkLst>
        <pc:spChg chg="mod">
          <ac:chgData name="" userId="213e45b8a479442b" providerId="LiveId" clId="{0C2797AA-115E-404E-8A4E-088081DE6C30}" dt="2022-02-25T13:24:09.677" v="6601"/>
          <ac:spMkLst>
            <pc:docMk/>
            <pc:sldMk cId="1673221437" sldId="502"/>
            <ac:spMk id="10" creationId="{0C07BE35-9446-3942-BAE9-1EE7ED3475D9}"/>
          </ac:spMkLst>
        </pc:spChg>
        <pc:spChg chg="mod">
          <ac:chgData name="" userId="213e45b8a479442b" providerId="LiveId" clId="{0C2797AA-115E-404E-8A4E-088081DE6C30}" dt="2022-02-25T13:46:20.670" v="7098"/>
          <ac:spMkLst>
            <pc:docMk/>
            <pc:sldMk cId="1673221437" sldId="502"/>
            <ac:spMk id="12" creationId="{C2E02533-6BB9-8B42-904D-0AC5DF288CFD}"/>
          </ac:spMkLst>
        </pc:spChg>
        <pc:spChg chg="mod">
          <ac:chgData name="" userId="213e45b8a479442b" providerId="LiveId" clId="{0C2797AA-115E-404E-8A4E-088081DE6C30}" dt="2022-02-25T13:46:41.928" v="7100" actId="1076"/>
          <ac:spMkLst>
            <pc:docMk/>
            <pc:sldMk cId="1673221437" sldId="502"/>
            <ac:spMk id="33" creationId="{BDFBA113-8EEC-4373-83B4-090F7D999D0D}"/>
          </ac:spMkLst>
        </pc:spChg>
        <pc:graphicFrameChg chg="mod modGraphic">
          <ac:chgData name="" userId="213e45b8a479442b" providerId="LiveId" clId="{0C2797AA-115E-404E-8A4E-088081DE6C30}" dt="2022-02-25T13:25:08.595" v="6610" actId="14100"/>
          <ac:graphicFrameMkLst>
            <pc:docMk/>
            <pc:sldMk cId="1673221437" sldId="502"/>
            <ac:graphicFrameMk id="37" creationId="{7AD2E580-3B83-456A-AE90-7FFF73FC1DE5}"/>
          </ac:graphicFrameMkLst>
        </pc:graphicFrameChg>
      </pc:sldChg>
      <pc:sldChg chg="addSp delSp modSp delAnim">
        <pc:chgData name="" userId="213e45b8a479442b" providerId="LiveId" clId="{0C2797AA-115E-404E-8A4E-088081DE6C30}" dt="2022-02-25T13:40:02.081" v="6866" actId="1076"/>
        <pc:sldMkLst>
          <pc:docMk/>
          <pc:sldMk cId="3806440194" sldId="504"/>
        </pc:sldMkLst>
        <pc:spChg chg="add mod">
          <ac:chgData name="" userId="213e45b8a479442b" providerId="LiveId" clId="{0C2797AA-115E-404E-8A4E-088081DE6C30}" dt="2022-02-25T13:40:02.081" v="6866" actId="1076"/>
          <ac:spMkLst>
            <pc:docMk/>
            <pc:sldMk cId="3806440194" sldId="504"/>
            <ac:spMk id="3" creationId="{00AA6BE9-F40D-49B1-B2F1-1EA74682E408}"/>
          </ac:spMkLst>
        </pc:spChg>
        <pc:spChg chg="add mod">
          <ac:chgData name="" userId="213e45b8a479442b" providerId="LiveId" clId="{0C2797AA-115E-404E-8A4E-088081DE6C30}" dt="2022-02-25T13:26:40.413" v="6630" actId="403"/>
          <ac:spMkLst>
            <pc:docMk/>
            <pc:sldMk cId="3806440194" sldId="504"/>
            <ac:spMk id="4" creationId="{E4051928-79EE-412F-85BA-700C365D2861}"/>
          </ac:spMkLst>
        </pc:spChg>
        <pc:spChg chg="del mod">
          <ac:chgData name="" userId="213e45b8a479442b" providerId="LiveId" clId="{0C2797AA-115E-404E-8A4E-088081DE6C30}" dt="2022-02-25T13:33:04.503" v="6742" actId="478"/>
          <ac:spMkLst>
            <pc:docMk/>
            <pc:sldMk cId="3806440194" sldId="504"/>
            <ac:spMk id="9" creationId="{95B65772-ADDB-954F-AF50-77CE84F521D4}"/>
          </ac:spMkLst>
        </pc:spChg>
        <pc:spChg chg="del">
          <ac:chgData name="" userId="213e45b8a479442b" providerId="LiveId" clId="{0C2797AA-115E-404E-8A4E-088081DE6C30}" dt="2022-02-25T13:23:27.523" v="6588" actId="478"/>
          <ac:spMkLst>
            <pc:docMk/>
            <pc:sldMk cId="3806440194" sldId="504"/>
            <ac:spMk id="10" creationId="{0C07BE35-9446-3942-BAE9-1EE7ED3475D9}"/>
          </ac:spMkLst>
        </pc:spChg>
        <pc:spChg chg="del">
          <ac:chgData name="" userId="213e45b8a479442b" providerId="LiveId" clId="{0C2797AA-115E-404E-8A4E-088081DE6C30}" dt="2022-02-25T13:23:27.523" v="6588" actId="478"/>
          <ac:spMkLst>
            <pc:docMk/>
            <pc:sldMk cId="3806440194" sldId="504"/>
            <ac:spMk id="12" creationId="{C2E02533-6BB9-8B42-904D-0AC5DF288CFD}"/>
          </ac:spMkLst>
        </pc:spChg>
        <pc:spChg chg="del">
          <ac:chgData name="" userId="213e45b8a479442b" providerId="LiveId" clId="{0C2797AA-115E-404E-8A4E-088081DE6C30}" dt="2022-02-25T13:23:27.523" v="6588" actId="478"/>
          <ac:spMkLst>
            <pc:docMk/>
            <pc:sldMk cId="3806440194" sldId="504"/>
            <ac:spMk id="14" creationId="{8FCF5887-3902-1243-BF97-26306F9B63B0}"/>
          </ac:spMkLst>
        </pc:spChg>
        <pc:spChg chg="del">
          <ac:chgData name="" userId="213e45b8a479442b" providerId="LiveId" clId="{0C2797AA-115E-404E-8A4E-088081DE6C30}" dt="2022-02-25T13:23:27.523" v="6588" actId="478"/>
          <ac:spMkLst>
            <pc:docMk/>
            <pc:sldMk cId="3806440194" sldId="504"/>
            <ac:spMk id="33" creationId="{BDFBA113-8EEC-4373-83B4-090F7D999D0D}"/>
          </ac:spMkLst>
        </pc:spChg>
        <pc:graphicFrameChg chg="add del mod modGraphic">
          <ac:chgData name="" userId="213e45b8a479442b" providerId="LiveId" clId="{0C2797AA-115E-404E-8A4E-088081DE6C30}" dt="2022-02-25T13:37:43.999" v="6815"/>
          <ac:graphicFrameMkLst>
            <pc:docMk/>
            <pc:sldMk cId="3806440194" sldId="504"/>
            <ac:graphicFrameMk id="5" creationId="{911ED632-DD06-4642-A624-C93038DA0406}"/>
          </ac:graphicFrameMkLst>
        </pc:graphicFrameChg>
        <pc:graphicFrameChg chg="del">
          <ac:chgData name="" userId="213e45b8a479442b" providerId="LiveId" clId="{0C2797AA-115E-404E-8A4E-088081DE6C30}" dt="2022-02-25T13:23:27.523" v="6588" actId="478"/>
          <ac:graphicFrameMkLst>
            <pc:docMk/>
            <pc:sldMk cId="3806440194" sldId="504"/>
            <ac:graphicFrameMk id="11" creationId="{C9DD4C99-C5DD-0641-8DDE-423888BFB7E9}"/>
          </ac:graphicFrameMkLst>
        </pc:graphicFrameChg>
        <pc:graphicFrameChg chg="del">
          <ac:chgData name="" userId="213e45b8a479442b" providerId="LiveId" clId="{0C2797AA-115E-404E-8A4E-088081DE6C30}" dt="2022-02-25T13:23:27.523" v="6588" actId="478"/>
          <ac:graphicFrameMkLst>
            <pc:docMk/>
            <pc:sldMk cId="3806440194" sldId="504"/>
            <ac:graphicFrameMk id="37" creationId="{7AD2E580-3B83-456A-AE90-7FFF73FC1DE5}"/>
          </ac:graphicFrameMkLst>
        </pc:graphicFrameChg>
      </pc:sldChg>
      <pc:sldChg chg="addSp delSp modSp add">
        <pc:chgData name="" userId="213e45b8a479442b" providerId="LiveId" clId="{0C2797AA-115E-404E-8A4E-088081DE6C30}" dt="2022-02-25T13:40:34.849" v="6870" actId="20577"/>
        <pc:sldMkLst>
          <pc:docMk/>
          <pc:sldMk cId="756613559" sldId="505"/>
        </pc:sldMkLst>
        <pc:spChg chg="del">
          <ac:chgData name="" userId="213e45b8a479442b" providerId="LiveId" clId="{0C2797AA-115E-404E-8A4E-088081DE6C30}" dt="2022-02-25T13:35:44.544" v="6772" actId="478"/>
          <ac:spMkLst>
            <pc:docMk/>
            <pc:sldMk cId="756613559" sldId="505"/>
            <ac:spMk id="3" creationId="{00AA6BE9-F40D-49B1-B2F1-1EA74682E408}"/>
          </ac:spMkLst>
        </pc:spChg>
        <pc:spChg chg="del">
          <ac:chgData name="" userId="213e45b8a479442b" providerId="LiveId" clId="{0C2797AA-115E-404E-8A4E-088081DE6C30}" dt="2022-02-25T13:35:44.544" v="6772" actId="478"/>
          <ac:spMkLst>
            <pc:docMk/>
            <pc:sldMk cId="756613559" sldId="505"/>
            <ac:spMk id="4" creationId="{E4051928-79EE-412F-85BA-700C365D2861}"/>
          </ac:spMkLst>
        </pc:spChg>
        <pc:spChg chg="add mod">
          <ac:chgData name="" userId="213e45b8a479442b" providerId="LiveId" clId="{0C2797AA-115E-404E-8A4E-088081DE6C30}" dt="2022-02-25T13:38:57.296" v="6854" actId="1076"/>
          <ac:spMkLst>
            <pc:docMk/>
            <pc:sldMk cId="756613559" sldId="505"/>
            <ac:spMk id="9" creationId="{39DED0BA-5E80-4C54-BF83-D985F9B4F454}"/>
          </ac:spMkLst>
        </pc:spChg>
        <pc:spChg chg="add del">
          <ac:chgData name="" userId="213e45b8a479442b" providerId="LiveId" clId="{0C2797AA-115E-404E-8A4E-088081DE6C30}" dt="2022-02-25T13:37:02.813" v="6809" actId="478"/>
          <ac:spMkLst>
            <pc:docMk/>
            <pc:sldMk cId="756613559" sldId="505"/>
            <ac:spMk id="11" creationId="{1A53D167-7F1F-4B57-B026-1E25191ADDF7}"/>
          </ac:spMkLst>
        </pc:spChg>
        <pc:spChg chg="add mod">
          <ac:chgData name="" userId="213e45b8a479442b" providerId="LiveId" clId="{0C2797AA-115E-404E-8A4E-088081DE6C30}" dt="2022-02-25T13:38:46.533" v="6851" actId="1076"/>
          <ac:spMkLst>
            <pc:docMk/>
            <pc:sldMk cId="756613559" sldId="505"/>
            <ac:spMk id="14" creationId="{E65F6A00-C44C-4B2D-B0B3-C3E42F66CBBB}"/>
          </ac:spMkLst>
        </pc:spChg>
        <pc:spChg chg="add mod">
          <ac:chgData name="" userId="213e45b8a479442b" providerId="LiveId" clId="{0C2797AA-115E-404E-8A4E-088081DE6C30}" dt="2022-02-25T13:40:34.849" v="6870" actId="20577"/>
          <ac:spMkLst>
            <pc:docMk/>
            <pc:sldMk cId="756613559" sldId="505"/>
            <ac:spMk id="15" creationId="{58422CD5-9D72-4D41-8300-D729A1970E27}"/>
          </ac:spMkLst>
        </pc:spChg>
        <pc:graphicFrameChg chg="del">
          <ac:chgData name="" userId="213e45b8a479442b" providerId="LiveId" clId="{0C2797AA-115E-404E-8A4E-088081DE6C30}" dt="2022-02-25T13:35:44.544" v="6772" actId="478"/>
          <ac:graphicFrameMkLst>
            <pc:docMk/>
            <pc:sldMk cId="756613559" sldId="505"/>
            <ac:graphicFrameMk id="5" creationId="{911ED632-DD06-4642-A624-C93038DA0406}"/>
          </ac:graphicFrameMkLst>
        </pc:graphicFrameChg>
        <pc:graphicFrameChg chg="add mod modGraphic">
          <ac:chgData name="" userId="213e45b8a479442b" providerId="LiveId" clId="{0C2797AA-115E-404E-8A4E-088081DE6C30}" dt="2022-02-25T13:39:48.131" v="6865" actId="14100"/>
          <ac:graphicFrameMkLst>
            <pc:docMk/>
            <pc:sldMk cId="756613559" sldId="505"/>
            <ac:graphicFrameMk id="10" creationId="{49D027BC-4A7F-4889-B299-68BDFF275560}"/>
          </ac:graphicFrameMkLst>
        </pc:graphicFrameChg>
        <pc:graphicFrameChg chg="add mod modGraphic">
          <ac:chgData name="" userId="213e45b8a479442b" providerId="LiveId" clId="{0C2797AA-115E-404E-8A4E-088081DE6C30}" dt="2022-02-25T13:39:25.727" v="6862" actId="14734"/>
          <ac:graphicFrameMkLst>
            <pc:docMk/>
            <pc:sldMk cId="756613559" sldId="505"/>
            <ac:graphicFrameMk id="12" creationId="{6CB397D0-CFE9-4625-A128-8393BE89DDDE}"/>
          </ac:graphicFrameMkLst>
        </pc:graphicFrameChg>
      </pc:sldChg>
      <pc:sldChg chg="addSp delSp modSp add">
        <pc:chgData name="" userId="213e45b8a479442b" providerId="LiveId" clId="{0C2797AA-115E-404E-8A4E-088081DE6C30}" dt="2022-02-25T16:54:29.214" v="7339" actId="20577"/>
        <pc:sldMkLst>
          <pc:docMk/>
          <pc:sldMk cId="3618929228" sldId="506"/>
        </pc:sldMkLst>
        <pc:spChg chg="del mod">
          <ac:chgData name="" userId="213e45b8a479442b" providerId="LiveId" clId="{0C2797AA-115E-404E-8A4E-088081DE6C30}" dt="2022-02-25T13:42:46.623" v="6894" actId="478"/>
          <ac:spMkLst>
            <pc:docMk/>
            <pc:sldMk cId="3618929228" sldId="506"/>
            <ac:spMk id="3" creationId="{00AA6BE9-F40D-49B1-B2F1-1EA74682E408}"/>
          </ac:spMkLst>
        </pc:spChg>
        <pc:spChg chg="mod">
          <ac:chgData name="" userId="213e45b8a479442b" providerId="LiveId" clId="{0C2797AA-115E-404E-8A4E-088081DE6C30}" dt="2022-02-25T14:04:29.697" v="7263" actId="1076"/>
          <ac:spMkLst>
            <pc:docMk/>
            <pc:sldMk cId="3618929228" sldId="506"/>
            <ac:spMk id="4" creationId="{E4051928-79EE-412F-85BA-700C365D2861}"/>
          </ac:spMkLst>
        </pc:spChg>
        <pc:spChg chg="add mod">
          <ac:chgData name="" userId="213e45b8a479442b" providerId="LiveId" clId="{0C2797AA-115E-404E-8A4E-088081DE6C30}" dt="2022-02-25T16:54:29.214" v="7339" actId="20577"/>
          <ac:spMkLst>
            <pc:docMk/>
            <pc:sldMk cId="3618929228" sldId="506"/>
            <ac:spMk id="7" creationId="{22A445E1-0ED1-408F-B49C-03183435397E}"/>
          </ac:spMkLst>
        </pc:spChg>
        <pc:spChg chg="mod">
          <ac:chgData name="" userId="213e45b8a479442b" providerId="LiveId" clId="{0C2797AA-115E-404E-8A4E-088081DE6C30}" dt="2022-02-25T13:41:32.100" v="6884" actId="20577"/>
          <ac:spMkLst>
            <pc:docMk/>
            <pc:sldMk cId="3618929228" sldId="506"/>
            <ac:spMk id="8" creationId="{36177B38-43AB-4398-968B-448F8F0E5F49}"/>
          </ac:spMkLst>
        </pc:spChg>
        <pc:spChg chg="add del">
          <ac:chgData name="" userId="213e45b8a479442b" providerId="LiveId" clId="{0C2797AA-115E-404E-8A4E-088081DE6C30}" dt="2022-02-25T14:03:17.383" v="7243"/>
          <ac:spMkLst>
            <pc:docMk/>
            <pc:sldMk cId="3618929228" sldId="506"/>
            <ac:spMk id="9" creationId="{1E24E3F5-E936-409E-A8F4-F772BFA4B271}"/>
          </ac:spMkLst>
        </pc:spChg>
        <pc:picChg chg="add del">
          <ac:chgData name="" userId="213e45b8a479442b" providerId="LiveId" clId="{0C2797AA-115E-404E-8A4E-088081DE6C30}" dt="2022-02-25T14:03:19.924" v="7245"/>
          <ac:picMkLst>
            <pc:docMk/>
            <pc:sldMk cId="3618929228" sldId="506"/>
            <ac:picMk id="5" creationId="{0369A192-A539-478C-BF13-2F7DD25B6FDC}"/>
          </ac:picMkLst>
        </pc:picChg>
      </pc:sldChg>
      <pc:sldChg chg="addSp delSp modSp add">
        <pc:chgData name="" userId="213e45b8a479442b" providerId="LiveId" clId="{0C2797AA-115E-404E-8A4E-088081DE6C30}" dt="2022-02-25T16:53:06.809" v="7315" actId="478"/>
        <pc:sldMkLst>
          <pc:docMk/>
          <pc:sldMk cId="3483693269" sldId="507"/>
        </pc:sldMkLst>
        <pc:spChg chg="add del mod">
          <ac:chgData name="" userId="213e45b8a479442b" providerId="LiveId" clId="{0C2797AA-115E-404E-8A4E-088081DE6C30}" dt="2022-02-25T16:53:06.809" v="7315" actId="478"/>
          <ac:spMkLst>
            <pc:docMk/>
            <pc:sldMk cId="3483693269" sldId="507"/>
            <ac:spMk id="3" creationId="{370A3902-5334-441E-8791-B573C2487190}"/>
          </ac:spMkLst>
        </pc:spChg>
        <pc:spChg chg="mod">
          <ac:chgData name="" userId="213e45b8a479442b" providerId="LiveId" clId="{0C2797AA-115E-404E-8A4E-088081DE6C30}" dt="2022-02-25T13:55:52.373" v="7234" actId="6549"/>
          <ac:spMkLst>
            <pc:docMk/>
            <pc:sldMk cId="3483693269" sldId="507"/>
            <ac:spMk id="4" creationId="{E4051928-79EE-412F-85BA-700C365D2861}"/>
          </ac:spMkLst>
        </pc:spChg>
        <pc:spChg chg="del">
          <ac:chgData name="" userId="213e45b8a479442b" providerId="LiveId" clId="{0C2797AA-115E-404E-8A4E-088081DE6C30}" dt="2022-02-25T13:55:55.234" v="7235" actId="478"/>
          <ac:spMkLst>
            <pc:docMk/>
            <pc:sldMk cId="3483693269" sldId="507"/>
            <ac:spMk id="7" creationId="{22A445E1-0ED1-408F-B49C-03183435397E}"/>
          </ac:spMkLst>
        </pc:spChg>
      </pc:sldChg>
      <pc:sldChg chg="modSp">
        <pc:chgData name="" userId="213e45b8a479442b" providerId="LiveId" clId="{0C2797AA-115E-404E-8A4E-088081DE6C30}" dt="2022-02-28T16:15:14.542" v="7674" actId="1076"/>
        <pc:sldMkLst>
          <pc:docMk/>
          <pc:sldMk cId="883601892" sldId="511"/>
        </pc:sldMkLst>
        <pc:spChg chg="mod">
          <ac:chgData name="" userId="213e45b8a479442b" providerId="LiveId" clId="{0C2797AA-115E-404E-8A4E-088081DE6C30}" dt="2022-02-28T16:15:14.542" v="7674" actId="1076"/>
          <ac:spMkLst>
            <pc:docMk/>
            <pc:sldMk cId="883601892" sldId="511"/>
            <ac:spMk id="15" creationId="{06E0FABE-3F3A-A846-B863-5A49E39B57F3}"/>
          </ac:spMkLst>
        </pc:spChg>
      </pc:sldChg>
      <pc:sldChg chg="addSp modSp">
        <pc:chgData name="" userId="213e45b8a479442b" providerId="LiveId" clId="{0C2797AA-115E-404E-8A4E-088081DE6C30}" dt="2022-02-28T16:27:28.051" v="7710" actId="20577"/>
        <pc:sldMkLst>
          <pc:docMk/>
          <pc:sldMk cId="1001148925" sldId="512"/>
        </pc:sldMkLst>
        <pc:spChg chg="add mod">
          <ac:chgData name="" userId="213e45b8a479442b" providerId="LiveId" clId="{0C2797AA-115E-404E-8A4E-088081DE6C30}" dt="2022-02-28T16:27:10.988" v="7691"/>
          <ac:spMkLst>
            <pc:docMk/>
            <pc:sldMk cId="1001148925" sldId="512"/>
            <ac:spMk id="4" creationId="{8749C76F-B604-422F-8F1D-02094C0E5A18}"/>
          </ac:spMkLst>
        </pc:spChg>
        <pc:spChg chg="add mod">
          <ac:chgData name="" userId="213e45b8a479442b" providerId="LiveId" clId="{0C2797AA-115E-404E-8A4E-088081DE6C30}" dt="2022-02-28T16:27:28.051" v="7710" actId="20577"/>
          <ac:spMkLst>
            <pc:docMk/>
            <pc:sldMk cId="1001148925" sldId="512"/>
            <ac:spMk id="7" creationId="{46DDD202-58D4-48BE-869F-602C61CBB82F}"/>
          </ac:spMkLst>
        </pc:spChg>
        <pc:spChg chg="mod">
          <ac:chgData name="" userId="213e45b8a479442b" providerId="LiveId" clId="{0C2797AA-115E-404E-8A4E-088081DE6C30}" dt="2022-02-28T16:26:37.234" v="7682" actId="1076"/>
          <ac:spMkLst>
            <pc:docMk/>
            <pc:sldMk cId="1001148925" sldId="512"/>
            <ac:spMk id="15" creationId="{06E0FABE-3F3A-A846-B863-5A49E39B57F3}"/>
          </ac:spMkLst>
        </pc:spChg>
      </pc:sldChg>
      <pc:sldChg chg="addSp delSp modSp add ord">
        <pc:chgData name="" userId="213e45b8a479442b" providerId="LiveId" clId="{0C2797AA-115E-404E-8A4E-088081DE6C30}" dt="2022-02-28T16:26:32.352" v="7681"/>
        <pc:sldMkLst>
          <pc:docMk/>
          <pc:sldMk cId="3726421897" sldId="513"/>
        </pc:sldMkLst>
        <pc:spChg chg="add del mod">
          <ac:chgData name="" userId="213e45b8a479442b" providerId="LiveId" clId="{0C2797AA-115E-404E-8A4E-088081DE6C30}" dt="2022-02-28T16:26:32.352" v="7681"/>
          <ac:spMkLst>
            <pc:docMk/>
            <pc:sldMk cId="3726421897" sldId="513"/>
            <ac:spMk id="4" creationId="{652582B1-7FE2-4C81-BA91-072AD27E7486}"/>
          </ac:spMkLst>
        </pc:spChg>
        <pc:spChg chg="mod">
          <ac:chgData name="" userId="213e45b8a479442b" providerId="LiveId" clId="{0C2797AA-115E-404E-8A4E-088081DE6C30}" dt="2022-02-28T16:15:00.625" v="7669" actId="207"/>
          <ac:spMkLst>
            <pc:docMk/>
            <pc:sldMk cId="3726421897" sldId="513"/>
            <ac:spMk id="15" creationId="{06E0FABE-3F3A-A846-B863-5A49E39B57F3}"/>
          </ac:spMkLst>
        </pc:spChg>
        <pc:picChg chg="mod">
          <ac:chgData name="" userId="213e45b8a479442b" providerId="LiveId" clId="{0C2797AA-115E-404E-8A4E-088081DE6C30}" dt="2022-02-28T16:26:28.246" v="7679" actId="1076"/>
          <ac:picMkLst>
            <pc:docMk/>
            <pc:sldMk cId="3726421897" sldId="513"/>
            <ac:picMk id="3" creationId="{3E5B0114-3875-CF47-901F-1724E6B51FF0}"/>
          </ac:picMkLst>
        </pc:picChg>
      </pc:sldChg>
      <pc:sldChg chg="addSp delSp modSp add delAnim">
        <pc:chgData name="" userId="213e45b8a479442b" providerId="LiveId" clId="{0C2797AA-115E-404E-8A4E-088081DE6C30}" dt="2022-02-28T16:34:18.583" v="7796" actId="207"/>
        <pc:sldMkLst>
          <pc:docMk/>
          <pc:sldMk cId="1610846766" sldId="514"/>
        </pc:sldMkLst>
        <pc:spChg chg="mod">
          <ac:chgData name="" userId="213e45b8a479442b" providerId="LiveId" clId="{0C2797AA-115E-404E-8A4E-088081DE6C30}" dt="2022-02-28T16:34:07.783" v="7794" actId="1076"/>
          <ac:spMkLst>
            <pc:docMk/>
            <pc:sldMk cId="1610846766" sldId="514"/>
            <ac:spMk id="2" creationId="{5888EE31-F44C-4034-8407-4C756F65702C}"/>
          </ac:spMkLst>
        </pc:spChg>
        <pc:spChg chg="del">
          <ac:chgData name="" userId="213e45b8a479442b" providerId="LiveId" clId="{0C2797AA-115E-404E-8A4E-088081DE6C30}" dt="2022-02-28T16:29:35.415" v="7735" actId="478"/>
          <ac:spMkLst>
            <pc:docMk/>
            <pc:sldMk cId="1610846766" sldId="514"/>
            <ac:spMk id="4" creationId="{8749C76F-B604-422F-8F1D-02094C0E5A18}"/>
          </ac:spMkLst>
        </pc:spChg>
        <pc:spChg chg="add del">
          <ac:chgData name="" userId="213e45b8a479442b" providerId="LiveId" clId="{0C2797AA-115E-404E-8A4E-088081DE6C30}" dt="2022-02-28T16:30:46.521" v="7737"/>
          <ac:spMkLst>
            <pc:docMk/>
            <pc:sldMk cId="1610846766" sldId="514"/>
            <ac:spMk id="5" creationId="{204B5F0A-3AE8-4BFB-87C8-18913A99E006}"/>
          </ac:spMkLst>
        </pc:spChg>
        <pc:spChg chg="add mod">
          <ac:chgData name="" userId="213e45b8a479442b" providerId="LiveId" clId="{0C2797AA-115E-404E-8A4E-088081DE6C30}" dt="2022-02-28T16:34:18.583" v="7796" actId="207"/>
          <ac:spMkLst>
            <pc:docMk/>
            <pc:sldMk cId="1610846766" sldId="514"/>
            <ac:spMk id="6" creationId="{41030CB7-09CD-4D65-AFC0-92183B1414E7}"/>
          </ac:spMkLst>
        </pc:spChg>
        <pc:spChg chg="del">
          <ac:chgData name="" userId="213e45b8a479442b" providerId="LiveId" clId="{0C2797AA-115E-404E-8A4E-088081DE6C30}" dt="2022-02-28T16:29:35.415" v="7735" actId="478"/>
          <ac:spMkLst>
            <pc:docMk/>
            <pc:sldMk cId="1610846766" sldId="514"/>
            <ac:spMk id="7" creationId="{46DDD202-58D4-48BE-869F-602C61CBB82F}"/>
          </ac:spMkLst>
        </pc:spChg>
        <pc:spChg chg="del">
          <ac:chgData name="" userId="213e45b8a479442b" providerId="LiveId" clId="{0C2797AA-115E-404E-8A4E-088081DE6C30}" dt="2022-02-28T16:29:35.415" v="7735" actId="478"/>
          <ac:spMkLst>
            <pc:docMk/>
            <pc:sldMk cId="1610846766" sldId="514"/>
            <ac:spMk id="8" creationId="{36177B38-43AB-4398-968B-448F8F0E5F49}"/>
          </ac:spMkLst>
        </pc:spChg>
        <pc:spChg chg="add del mod">
          <ac:chgData name="" userId="213e45b8a479442b" providerId="LiveId" clId="{0C2797AA-115E-404E-8A4E-088081DE6C30}" dt="2022-02-28T16:31:38.233" v="7744" actId="478"/>
          <ac:spMkLst>
            <pc:docMk/>
            <pc:sldMk cId="1610846766" sldId="514"/>
            <ac:spMk id="9" creationId="{BACB3169-C4EB-45E2-9894-62EC75A72A2E}"/>
          </ac:spMkLst>
        </pc:spChg>
        <pc:spChg chg="add del mod">
          <ac:chgData name="" userId="213e45b8a479442b" providerId="LiveId" clId="{0C2797AA-115E-404E-8A4E-088081DE6C30}" dt="2022-02-28T16:31:34.164" v="7742" actId="478"/>
          <ac:spMkLst>
            <pc:docMk/>
            <pc:sldMk cId="1610846766" sldId="514"/>
            <ac:spMk id="10" creationId="{5DF463FB-953F-4EDA-9106-B6444487EA3A}"/>
          </ac:spMkLst>
        </pc:spChg>
        <pc:spChg chg="add del mod">
          <ac:chgData name="" userId="213e45b8a479442b" providerId="LiveId" clId="{0C2797AA-115E-404E-8A4E-088081DE6C30}" dt="2022-02-28T16:31:38.249" v="7746"/>
          <ac:spMkLst>
            <pc:docMk/>
            <pc:sldMk cId="1610846766" sldId="514"/>
            <ac:spMk id="11" creationId="{B71A569B-6ABC-46EE-A1DD-83999483E603}"/>
          </ac:spMkLst>
        </pc:spChg>
        <pc:spChg chg="add del mod">
          <ac:chgData name="" userId="213e45b8a479442b" providerId="LiveId" clId="{0C2797AA-115E-404E-8A4E-088081DE6C30}" dt="2022-02-28T16:32:49.353" v="7782"/>
          <ac:spMkLst>
            <pc:docMk/>
            <pc:sldMk cId="1610846766" sldId="514"/>
            <ac:spMk id="12" creationId="{7C6C5234-F0A9-4D06-87D4-CA8A38D57DC2}"/>
          </ac:spMkLst>
        </pc:spChg>
        <pc:spChg chg="del">
          <ac:chgData name="" userId="213e45b8a479442b" providerId="LiveId" clId="{0C2797AA-115E-404E-8A4E-088081DE6C30}" dt="2022-02-28T16:34:11.407" v="7795" actId="478"/>
          <ac:spMkLst>
            <pc:docMk/>
            <pc:sldMk cId="1610846766" sldId="514"/>
            <ac:spMk id="13" creationId="{C7CB8A07-7503-46C9-B110-E3164668C3ED}"/>
          </ac:spMkLst>
        </pc:spChg>
        <pc:spChg chg="del">
          <ac:chgData name="" userId="213e45b8a479442b" providerId="LiveId" clId="{0C2797AA-115E-404E-8A4E-088081DE6C30}" dt="2022-02-28T16:29:35.415" v="7735" actId="478"/>
          <ac:spMkLst>
            <pc:docMk/>
            <pc:sldMk cId="1610846766" sldId="514"/>
            <ac:spMk id="15" creationId="{06E0FABE-3F3A-A846-B863-5A49E39B57F3}"/>
          </ac:spMkLst>
        </pc:spChg>
        <pc:spChg chg="add mod">
          <ac:chgData name="" userId="213e45b8a479442b" providerId="LiveId" clId="{0C2797AA-115E-404E-8A4E-088081DE6C30}" dt="2022-02-28T16:31:57.406" v="7755" actId="1076"/>
          <ac:spMkLst>
            <pc:docMk/>
            <pc:sldMk cId="1610846766" sldId="514"/>
            <ac:spMk id="16" creationId="{8E1FC958-4B26-4066-A7BF-16C99023EC9C}"/>
          </ac:spMkLst>
        </pc:spChg>
        <pc:picChg chg="del">
          <ac:chgData name="" userId="213e45b8a479442b" providerId="LiveId" clId="{0C2797AA-115E-404E-8A4E-088081DE6C30}" dt="2022-02-28T16:29:35.415" v="7735" actId="478"/>
          <ac:picMkLst>
            <pc:docMk/>
            <pc:sldMk cId="1610846766" sldId="514"/>
            <ac:picMk id="3" creationId="{3E5B0114-3875-CF47-901F-1724E6B51FF0}"/>
          </ac:picMkLst>
        </pc:picChg>
        <pc:picChg chg="add mod">
          <ac:chgData name="" userId="213e45b8a479442b" providerId="LiveId" clId="{0C2797AA-115E-404E-8A4E-088081DE6C30}" dt="2022-02-28T16:34:02.872" v="7792" actId="1076"/>
          <ac:picMkLst>
            <pc:docMk/>
            <pc:sldMk cId="1610846766" sldId="514"/>
            <ac:picMk id="14" creationId="{473DEE16-0568-4F47-9A86-CCF2CCF723B2}"/>
          </ac:picMkLst>
        </pc:picChg>
      </pc:sldChg>
      <pc:sldMasterChg chg="modSp setBg modSldLayout">
        <pc:chgData name="" userId="213e45b8a479442b" providerId="LiveId" clId="{0C2797AA-115E-404E-8A4E-088081DE6C30}" dt="2022-02-15T15:24:13.151" v="1044"/>
        <pc:sldMasterMkLst>
          <pc:docMk/>
          <pc:sldMasterMk cId="0" sldId="2147483701"/>
        </pc:sldMasterMkLst>
        <pc:spChg chg="mod">
          <ac:chgData name="" userId="213e45b8a479442b" providerId="LiveId" clId="{0C2797AA-115E-404E-8A4E-088081DE6C30}" dt="2022-02-15T12:22:41.376" v="73"/>
          <ac:spMkLst>
            <pc:docMk/>
            <pc:sldMasterMk cId="0" sldId="2147483701"/>
            <ac:spMk id="1026" creationId="{00000000-0000-0000-0000-000000000000}"/>
          </ac:spMkLst>
        </pc:spChg>
        <pc:spChg chg="mod">
          <ac:chgData name="" userId="213e45b8a479442b" providerId="LiveId" clId="{0C2797AA-115E-404E-8A4E-088081DE6C30}" dt="2022-02-15T12:22:41.376" v="73"/>
          <ac:spMkLst>
            <pc:docMk/>
            <pc:sldMasterMk cId="0" sldId="2147483701"/>
            <ac:spMk id="1027" creationId="{00000000-0000-0000-0000-000000000000}"/>
          </ac:spMkLst>
        </pc:spChg>
        <pc:spChg chg="mod">
          <ac:chgData name="" userId="213e45b8a479442b" providerId="LiveId" clId="{0C2797AA-115E-404E-8A4E-088081DE6C30}" dt="2022-02-15T12:22:41.376" v="73"/>
          <ac:spMkLst>
            <pc:docMk/>
            <pc:sldMasterMk cId="0" sldId="2147483701"/>
            <ac:spMk id="1028" creationId="{00000000-0000-0000-0000-000000000000}"/>
          </ac:spMkLst>
        </pc:sp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647947346" sldId="2147483702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647947346" sldId="2147483702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647947346" sldId="2147483702"/>
              <ac:spMk id="3" creationId="{00000000-0000-0000-0000-000000000000}"/>
            </ac:spMkLst>
          </pc:spChg>
        </pc:sldLayoutChg>
        <pc:sldLayoutChg chg="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3978205495" sldId="2147483703"/>
          </pc:sldLayoutMkLst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2105034718" sldId="2147483704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105034718" sldId="2147483704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105034718" sldId="2147483704"/>
              <ac:spMk id="3" creationId="{00000000-0000-0000-0000-000000000000}"/>
            </ac:spMkLst>
          </pc:spChg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1775862322" sldId="2147483705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1775862322" sldId="2147483705"/>
              <ac:spMk id="3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1775862322" sldId="2147483705"/>
              <ac:spMk id="4" creationId="{00000000-0000-0000-0000-000000000000}"/>
            </ac:spMkLst>
          </pc:spChg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2673633216" sldId="2147483706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3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4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5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6" creationId="{00000000-0000-0000-0000-000000000000}"/>
            </ac:spMkLst>
          </pc:spChg>
        </pc:sldLayoutChg>
        <pc:sldLayoutChg chg="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3679120110" sldId="2147483707"/>
          </pc:sldLayoutMkLst>
        </pc:sldLayoutChg>
        <pc:sldLayoutChg chg="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3295251748" sldId="2147483708"/>
          </pc:sldLayoutMkLst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791523328" sldId="2147483709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791523328" sldId="2147483709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791523328" sldId="2147483709"/>
              <ac:spMk id="3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791523328" sldId="2147483709"/>
              <ac:spMk id="4" creationId="{00000000-0000-0000-0000-000000000000}"/>
            </ac:spMkLst>
          </pc:spChg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2081641735" sldId="2147483710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081641735" sldId="2147483710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081641735" sldId="2147483710"/>
              <ac:spMk id="3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081641735" sldId="2147483710"/>
              <ac:spMk id="4" creationId="{00000000-0000-0000-0000-000000000000}"/>
            </ac:spMkLst>
          </pc:spChg>
        </pc:sldLayoutChg>
        <pc:sldLayoutChg chg="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1304169010" sldId="2147483711"/>
          </pc:sldLayoutMkLst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1179287809" sldId="2147483712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1179287809" sldId="2147483712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1179287809" sldId="2147483712"/>
              <ac:spMk id="3" creationId="{00000000-0000-0000-0000-000000000000}"/>
            </ac:spMkLst>
          </pc:spChg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3518206933" sldId="2147483713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3518206933" sldId="2147483713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3518206933" sldId="2147483713"/>
              <ac:spMk id="3" creationId="{00000000-0000-0000-0000-000000000000}"/>
            </ac:spMkLst>
          </pc:spChg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D314487-0CE3-481E-A6CD-359E0D2485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3317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9212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8583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47796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9716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46467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5761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5054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4348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（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）内容。盒子的内容区域具有高度、宽度和背景等属性。内容区域的高宽属性决定了内容区域的四周边界。内容区域还具有背景属性，可以为内容区域填充颜色、图片等样式。</a:t>
            </a:r>
          </a:p>
          <a:p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（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2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）内边距（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Padding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），亦称作填充，将内容区域包围起来。对于其他邻近盒子来说，内容和内边距看上去是一体的。内边距区域分为顶、底、左、右四个部分，可以分别设置不同的边距宽度。如果内边距宽度为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0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，则内边距边界和内容的边界完全重合。</a:t>
            </a:r>
          </a:p>
          <a:p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（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3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）边框（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Border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，在内容区域和内边距区域外。边框拥有宽度（或者称为厚度）和样式属性，就像现实世界中的盒子一样。例如有的盒子比较厚，有的盒子涂满了色彩，还有的盒子中间有镂空。边框区域也分为顶、底、左、右四个部分，可以分别具有不同的宽度和样式。如果边框宽度为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0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，则边框边界和内边距的外边界完全重合。</a:t>
            </a:r>
          </a:p>
          <a:p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（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4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）外边距（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Margin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），表示当前的盒子与其他盒子之间的距离，外边距不是盒子的一部分，所以盒子的大小和外边距无关。外边距也分为顶、底、左、右四个部分，可以分别设置不同的宽度。如果外边界宽度为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0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，则外边界和边框的外边界完全重合。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0517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6759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6457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6839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3038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6432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956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box1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元素设置了四边相同的内边距，所以其内部元素在布局时，贴近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box1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边缘的方位均空出了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50px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box2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元素的右侧看上去似乎不符合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box1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的内边距设置，这是因为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box2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的宽度本身就小于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box1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，所以留白区域较大。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box2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元素设置了顶部和底部内边距为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50px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，左右内边距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20px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。同样的，由于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box2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元素内部的内容部分宽度没有达到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box2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宽度，所以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box2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内部右侧看上去留白较多。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box3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元素设置了左内边距为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20%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，即父元素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box1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宽度的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20%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，为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100px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box3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元素内部右侧的留白同样很大，但请注意，这个留白不是内边距造成的，而是因为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box3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没有设置宽度，所以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box3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的宽度默认为父元素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box1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宽度的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100%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3803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2556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328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049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7947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690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52004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14377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9104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7091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7564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box1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元素同时设置了四侧的外边距，实际结果中右边距并没有按照设置值显示，这是因为默认情况下会先对左侧进行计算，而内容区域宽度设置本身远小于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元素实际宽度，这样右侧外边距就无法按照设置值实现，于是得到图中的效果。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box2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元素的左右边距设为</a:t>
            </a:r>
            <a:r>
              <a:rPr lang="en-US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auto</a:t>
            </a:r>
            <a:r>
              <a:rPr lang="zh-CN" altLang="zh-CN" sz="13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，实现了自动水平居中。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36362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2554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33706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41880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57449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58796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16839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72249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1529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5439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2023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9763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74727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6393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83005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73587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70405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53714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49129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23757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76371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08134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45553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9543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05870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51513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18378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63477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18606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61987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844258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17777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030733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466990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67943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1063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333524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932073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338339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542697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141844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15646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836731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183943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84271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209322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537495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43516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94022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441368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401850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785190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324683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961663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08352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768153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755560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165499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71416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923020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173660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960502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357273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711384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87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27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2026" y="2125012"/>
            <a:ext cx="10336213" cy="14662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4038" y="3876308"/>
            <a:ext cx="8512175" cy="1748137"/>
          </a:xfrm>
        </p:spPr>
        <p:txBody>
          <a:bodyPr/>
          <a:lstStyle>
            <a:lvl1pPr marL="0" indent="0" algn="ctr">
              <a:buNone/>
              <a:defRPr/>
            </a:lvl1pPr>
            <a:lvl2pPr marL="492948" indent="0" algn="ctr">
              <a:buNone/>
              <a:defRPr/>
            </a:lvl2pPr>
            <a:lvl3pPr marL="985898" indent="0" algn="ctr">
              <a:buNone/>
              <a:defRPr/>
            </a:lvl3pPr>
            <a:lvl4pPr marL="1478845" indent="0" algn="ctr">
              <a:buNone/>
              <a:defRPr/>
            </a:lvl4pPr>
            <a:lvl5pPr marL="1971795" indent="0" algn="ctr">
              <a:buNone/>
              <a:defRPr/>
            </a:lvl5pPr>
            <a:lvl6pPr marL="2464745" indent="0" algn="ctr">
              <a:buNone/>
              <a:defRPr/>
            </a:lvl6pPr>
            <a:lvl7pPr marL="2957693" indent="0" algn="ctr">
              <a:buNone/>
              <a:defRPr/>
            </a:lvl7pPr>
            <a:lvl8pPr marL="3450642" indent="0" algn="ctr">
              <a:buNone/>
              <a:defRPr/>
            </a:lvl8pPr>
            <a:lvl9pPr marL="394359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4794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820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580" y="4395683"/>
            <a:ext cx="10336213" cy="1358607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0580" y="2899314"/>
            <a:ext cx="10336213" cy="1496367"/>
          </a:xfrm>
        </p:spPr>
        <p:txBody>
          <a:bodyPr anchor="b"/>
          <a:lstStyle>
            <a:lvl1pPr marL="0" indent="0">
              <a:buNone/>
              <a:defRPr sz="2100"/>
            </a:lvl1pPr>
            <a:lvl2pPr marL="492948" indent="0">
              <a:buNone/>
              <a:defRPr sz="1900"/>
            </a:lvl2pPr>
            <a:lvl3pPr marL="985898" indent="0">
              <a:buNone/>
              <a:defRPr sz="1700"/>
            </a:lvl3pPr>
            <a:lvl4pPr marL="1478845" indent="0">
              <a:buNone/>
              <a:defRPr sz="1500"/>
            </a:lvl4pPr>
            <a:lvl5pPr marL="1971795" indent="0">
              <a:buNone/>
              <a:defRPr sz="1500"/>
            </a:lvl5pPr>
            <a:lvl6pPr marL="2464745" indent="0">
              <a:buNone/>
              <a:defRPr sz="1500"/>
            </a:lvl6pPr>
            <a:lvl7pPr marL="2957693" indent="0">
              <a:buNone/>
              <a:defRPr sz="1500"/>
            </a:lvl7pPr>
            <a:lvl8pPr marL="3450642" indent="0">
              <a:buNone/>
              <a:defRPr sz="1500"/>
            </a:lvl8pPr>
            <a:lvl9pPr marL="394359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503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369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13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586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0" y="273940"/>
            <a:ext cx="10944225" cy="114009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014" y="1531208"/>
            <a:ext cx="537288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014" y="2169338"/>
            <a:ext cx="537288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7259" y="1531208"/>
            <a:ext cx="537499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7259" y="2169338"/>
            <a:ext cx="537499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7363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91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25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7" y="272356"/>
            <a:ext cx="4000638" cy="1159092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4326" y="272361"/>
            <a:ext cx="6797918" cy="583821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027" y="1431451"/>
            <a:ext cx="4000638" cy="4679120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9152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3494" y="4788380"/>
            <a:ext cx="7296150" cy="565296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3494" y="611219"/>
            <a:ext cx="7296150" cy="4104323"/>
          </a:xfrm>
        </p:spPr>
        <p:txBody>
          <a:bodyPr/>
          <a:lstStyle>
            <a:lvl1pPr marL="0" indent="0">
              <a:buNone/>
              <a:defRPr sz="3500"/>
            </a:lvl1pPr>
            <a:lvl2pPr marL="492948" indent="0">
              <a:buNone/>
              <a:defRPr sz="3000"/>
            </a:lvl2pPr>
            <a:lvl3pPr marL="985898" indent="0">
              <a:buNone/>
              <a:defRPr sz="2600"/>
            </a:lvl3pPr>
            <a:lvl4pPr marL="1478845" indent="0">
              <a:buNone/>
              <a:defRPr sz="2100"/>
            </a:lvl4pPr>
            <a:lvl5pPr marL="1971795" indent="0">
              <a:buNone/>
              <a:defRPr sz="2100"/>
            </a:lvl5pPr>
            <a:lvl6pPr marL="2464745" indent="0">
              <a:buNone/>
              <a:defRPr sz="2100"/>
            </a:lvl6pPr>
            <a:lvl7pPr marL="2957693" indent="0">
              <a:buNone/>
              <a:defRPr sz="2100"/>
            </a:lvl7pPr>
            <a:lvl8pPr marL="3450642" indent="0">
              <a:buNone/>
              <a:defRPr sz="2100"/>
            </a:lvl8pPr>
            <a:lvl9pPr marL="3943590" indent="0">
              <a:buNone/>
              <a:defRPr sz="21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3494" y="5353683"/>
            <a:ext cx="7296150" cy="802814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164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416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42310" y="304024"/>
            <a:ext cx="2662166" cy="57004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3686" y="304024"/>
            <a:ext cx="7785939" cy="57004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928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4238" y="304032"/>
            <a:ext cx="10640219" cy="1212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3683" y="1748139"/>
            <a:ext cx="10640219" cy="425633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51820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4067" y="298329"/>
            <a:ext cx="10641057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2895" y="1049338"/>
            <a:ext cx="10641055" cy="51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0984" y="906463"/>
            <a:ext cx="10582968" cy="10795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CCCC"/>
          </a:solidFill>
          <a:ln w="9525">
            <a:solidFill>
              <a:srgbClr val="33CCCC"/>
            </a:solidFill>
            <a:round/>
            <a:headEnd/>
            <a:tailEnd/>
          </a:ln>
        </p:spPr>
        <p:txBody>
          <a:bodyPr lIns="98587" tIns="49294" rIns="98587" bIns="49294"/>
          <a:lstStyle/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宋体" panose="02010600030101010101" pitchFamily="2" charset="-12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9294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8589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47884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97179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506427" indent="-50642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200">
          <a:solidFill>
            <a:schemeClr val="tx1"/>
          </a:solidFill>
          <a:latin typeface="宋体" panose="02010600030101010101" pitchFamily="2" charset="-122"/>
          <a:ea typeface="+mn-ea"/>
          <a:cs typeface="+mn-cs"/>
        </a:defRPr>
      </a:lvl1pPr>
      <a:lvl2pPr marL="977927" indent="-469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800">
          <a:solidFill>
            <a:schemeClr val="tx1"/>
          </a:solidFill>
          <a:latin typeface="宋体" panose="02010600030101010101" pitchFamily="2" charset="-122"/>
          <a:ea typeface="+mn-ea"/>
        </a:defRPr>
      </a:lvl2pPr>
      <a:lvl3pPr marL="1406564" indent="-42546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500">
          <a:solidFill>
            <a:schemeClr val="tx1"/>
          </a:solidFill>
          <a:latin typeface="宋体" panose="02010600030101010101" pitchFamily="2" charset="-122"/>
          <a:ea typeface="+mn-ea"/>
        </a:defRPr>
      </a:lvl3pPr>
      <a:lvl4pPr marL="1825675" indent="-41752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4pPr>
      <a:lvl5pPr marL="2257487" indent="-428637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5pPr>
      <a:lvl6pPr marL="2750588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6pPr>
      <a:lvl7pPr marL="3243535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7pPr>
      <a:lvl8pPr marL="373648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8pPr>
      <a:lvl9pPr marL="422943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294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589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88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7179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47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57693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50642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4359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3.xml"/><Relationship Id="rId3" Type="http://schemas.openxmlformats.org/officeDocument/2006/relationships/slide" Target="slide4.xml"/><Relationship Id="rId7" Type="http://schemas.openxmlformats.org/officeDocument/2006/relationships/slide" Target="slide54.xml"/><Relationship Id="rId2" Type="http://schemas.openxmlformats.org/officeDocument/2006/relationships/slide" Target="slide8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5.xml"/><Relationship Id="rId5" Type="http://schemas.openxmlformats.org/officeDocument/2006/relationships/slide" Target="slide24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Visio___.vsd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80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8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8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项目</a:t>
            </a:r>
            <a:r>
              <a:rPr lang="en-US" altLang="zh-CN" b="1" dirty="0"/>
              <a:t>4 </a:t>
            </a:r>
            <a:r>
              <a:rPr lang="zh-CN" altLang="en-US" b="1" dirty="0"/>
              <a:t>企业网站首页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F76E3F-97A7-4EED-8A9F-8DD6DD10A39B}"/>
              </a:ext>
            </a:extLst>
          </p:cNvPr>
          <p:cNvSpPr/>
          <p:nvPr/>
        </p:nvSpPr>
        <p:spPr>
          <a:xfrm>
            <a:off x="751533" y="323925"/>
            <a:ext cx="3510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Web</a:t>
            </a:r>
            <a:r>
              <a:rPr lang="zh-CN" alt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前端开发与项目实践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597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企业网站首页</a:t>
            </a:r>
          </a:p>
        </p:txBody>
      </p:sp>
      <p:sp>
        <p:nvSpPr>
          <p:cNvPr id="8" name="Text Box 7">
            <a:hlinkClick r:id="rId2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001" y="5050071"/>
            <a:ext cx="530412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4-7~4-9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企业网站首页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hlinkClick r:id="rId3" action="ppaction://hlinksldjump"/>
            <a:extLst>
              <a:ext uri="{FF2B5EF4-FFF2-40B4-BE49-F238E27FC236}">
                <a16:creationId xmlns:a16="http://schemas.microsoft.com/office/drawing/2014/main" id="{6A7866A4-2F7A-4E6E-98EB-51491B6BDB3B}"/>
              </a:ext>
            </a:extLst>
          </p:cNvPr>
          <p:cNvSpPr/>
          <p:nvPr/>
        </p:nvSpPr>
        <p:spPr>
          <a:xfrm>
            <a:off x="776001" y="1286491"/>
            <a:ext cx="5016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4-1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盒子模型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1FD13436-9310-4DF0-B98D-523E2F03C2B2}"/>
              </a:ext>
            </a:extLst>
          </p:cNvPr>
          <p:cNvSpPr/>
          <p:nvPr/>
        </p:nvSpPr>
        <p:spPr>
          <a:xfrm>
            <a:off x="776001" y="1913754"/>
            <a:ext cx="3978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4-2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盒子模型进阶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>
            <a:hlinkClick r:id="rId5" action="ppaction://hlinksldjump"/>
            <a:extLst>
              <a:ext uri="{FF2B5EF4-FFF2-40B4-BE49-F238E27FC236}">
                <a16:creationId xmlns:a16="http://schemas.microsoft.com/office/drawing/2014/main" id="{B7214584-8E47-4988-89AE-614B70709F39}"/>
              </a:ext>
            </a:extLst>
          </p:cNvPr>
          <p:cNvSpPr/>
          <p:nvPr/>
        </p:nvSpPr>
        <p:spPr>
          <a:xfrm>
            <a:off x="776001" y="2541017"/>
            <a:ext cx="3978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4-3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显示类型设置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hlinkClick r:id="rId6" action="ppaction://hlinksldjump"/>
            <a:extLst>
              <a:ext uri="{FF2B5EF4-FFF2-40B4-BE49-F238E27FC236}">
                <a16:creationId xmlns:a16="http://schemas.microsoft.com/office/drawing/2014/main" id="{68E2B4DB-A693-4D4F-A209-8A284A11F2B8}"/>
              </a:ext>
            </a:extLst>
          </p:cNvPr>
          <p:cNvSpPr/>
          <p:nvPr/>
        </p:nvSpPr>
        <p:spPr>
          <a:xfrm>
            <a:off x="776001" y="3168280"/>
            <a:ext cx="32608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4-4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定位设置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hlinkClick r:id="rId7" action="ppaction://hlinksldjump"/>
            <a:extLst>
              <a:ext uri="{FF2B5EF4-FFF2-40B4-BE49-F238E27FC236}">
                <a16:creationId xmlns:a16="http://schemas.microsoft.com/office/drawing/2014/main" id="{3A858C47-83B3-411B-BF25-086C32D3178A}"/>
              </a:ext>
            </a:extLst>
          </p:cNvPr>
          <p:cNvSpPr/>
          <p:nvPr/>
        </p:nvSpPr>
        <p:spPr>
          <a:xfrm>
            <a:off x="776001" y="3795543"/>
            <a:ext cx="32608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4-5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背景设置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>
            <a:hlinkClick r:id="rId8" action="ppaction://hlinksldjump"/>
            <a:extLst>
              <a:ext uri="{FF2B5EF4-FFF2-40B4-BE49-F238E27FC236}">
                <a16:creationId xmlns:a16="http://schemas.microsoft.com/office/drawing/2014/main" id="{193D9F54-51A6-4EAE-88EA-FA9347E87CD0}"/>
              </a:ext>
            </a:extLst>
          </p:cNvPr>
          <p:cNvSpPr/>
          <p:nvPr/>
        </p:nvSpPr>
        <p:spPr>
          <a:xfrm>
            <a:off x="776001" y="4422806"/>
            <a:ext cx="41569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4-6  CSS3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新增效果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63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企业网站首页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3D0918-0230-4AA9-98EC-50C69F59B3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895549" y="1188021"/>
            <a:ext cx="4032448" cy="54006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423414B-884D-44D2-950C-D69CAF6027EC}"/>
              </a:ext>
            </a:extLst>
          </p:cNvPr>
          <p:cNvSpPr/>
          <p:nvPr/>
        </p:nvSpPr>
        <p:spPr>
          <a:xfrm>
            <a:off x="5430391" y="1259766"/>
            <a:ext cx="6032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本项目将介绍如何制作一个企业网站的首页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18C01-AC85-4E74-B6C9-A4967A0A45EF}"/>
              </a:ext>
            </a:extLst>
          </p:cNvPr>
          <p:cNvSpPr/>
          <p:nvPr/>
        </p:nvSpPr>
        <p:spPr>
          <a:xfrm>
            <a:off x="5430391" y="1764085"/>
            <a:ext cx="6080125" cy="168424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网页的布局更为</a:t>
            </a:r>
            <a:r>
              <a:rPr lang="zh-CN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复杂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文字、图片的排版更加</a:t>
            </a:r>
            <a:r>
              <a:rPr lang="zh-CN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丰富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需要运用到更多的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HTML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CSS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特性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B4A61B-1058-4112-A6CF-0FCCFD2C4035}"/>
              </a:ext>
            </a:extLst>
          </p:cNvPr>
          <p:cNvSpPr/>
          <p:nvPr/>
        </p:nvSpPr>
        <p:spPr>
          <a:xfrm>
            <a:off x="5430391" y="3490983"/>
            <a:ext cx="6080125" cy="289624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主要知识点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盒子模型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显示类型设置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定位设置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背景设置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CSS3</a:t>
            </a:r>
            <a:r>
              <a:rPr lang="zh-CN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效果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886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 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盒子模型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pSp>
        <p:nvGrpSpPr>
          <p:cNvPr id="4" name="画布 2">
            <a:extLst>
              <a:ext uri="{FF2B5EF4-FFF2-40B4-BE49-F238E27FC236}">
                <a16:creationId xmlns:a16="http://schemas.microsoft.com/office/drawing/2014/main" id="{89549481-EE04-4BA5-AEC3-AF19E9AA98C5}"/>
              </a:ext>
            </a:extLst>
          </p:cNvPr>
          <p:cNvGrpSpPr/>
          <p:nvPr/>
        </p:nvGrpSpPr>
        <p:grpSpPr>
          <a:xfrm>
            <a:off x="2767757" y="3135703"/>
            <a:ext cx="6959197" cy="3452918"/>
            <a:chOff x="0" y="0"/>
            <a:chExt cx="5175885" cy="256794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C6B055B-8C4C-4091-9358-A7232A340D32}"/>
                </a:ext>
              </a:extLst>
            </p:cNvPr>
            <p:cNvSpPr/>
            <p:nvPr/>
          </p:nvSpPr>
          <p:spPr>
            <a:xfrm>
              <a:off x="0" y="0"/>
              <a:ext cx="5175885" cy="2567940"/>
            </a:xfrm>
            <a:prstGeom prst="rect">
              <a:avLst/>
            </a:prstGeom>
          </p:spPr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57E5841-C34F-485E-AA3F-FBF063EABED9}"/>
                </a:ext>
              </a:extLst>
            </p:cNvPr>
            <p:cNvSpPr/>
            <p:nvPr/>
          </p:nvSpPr>
          <p:spPr>
            <a:xfrm>
              <a:off x="866692" y="286246"/>
              <a:ext cx="3077155" cy="2019581"/>
            </a:xfrm>
            <a:prstGeom prst="rect">
              <a:avLst/>
            </a:prstGeom>
            <a:solidFill>
              <a:schemeClr val="bg1"/>
            </a:solidFill>
            <a:ln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C0153D4-853F-48C3-AD95-0CB0BC07C14E}"/>
                </a:ext>
              </a:extLst>
            </p:cNvPr>
            <p:cNvSpPr/>
            <p:nvPr/>
          </p:nvSpPr>
          <p:spPr>
            <a:xfrm>
              <a:off x="1097279" y="503423"/>
              <a:ext cx="2615979" cy="159567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A73D839-F84E-4DDE-9386-DE8254720FD7}"/>
                </a:ext>
              </a:extLst>
            </p:cNvPr>
            <p:cNvSpPr/>
            <p:nvPr/>
          </p:nvSpPr>
          <p:spPr>
            <a:xfrm>
              <a:off x="1327867" y="707667"/>
              <a:ext cx="2130950" cy="116884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AF3CA02-D185-406E-AB95-BECC3D6EAA7C}"/>
                </a:ext>
              </a:extLst>
            </p:cNvPr>
            <p:cNvSpPr/>
            <p:nvPr/>
          </p:nvSpPr>
          <p:spPr>
            <a:xfrm>
              <a:off x="1590261" y="978011"/>
              <a:ext cx="1637968" cy="69176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/>
            </a:p>
          </p:txBody>
        </p:sp>
        <p:sp>
          <p:nvSpPr>
            <p:cNvPr id="11" name="文本框 7">
              <a:extLst>
                <a:ext uri="{FF2B5EF4-FFF2-40B4-BE49-F238E27FC236}">
                  <a16:creationId xmlns:a16="http://schemas.microsoft.com/office/drawing/2014/main" id="{CD4E43FD-1039-45BE-AC43-9314B71446D3}"/>
                </a:ext>
              </a:extLst>
            </p:cNvPr>
            <p:cNvSpPr txBox="1"/>
            <p:nvPr/>
          </p:nvSpPr>
          <p:spPr>
            <a:xfrm>
              <a:off x="2183565" y="28419"/>
              <a:ext cx="578485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40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顶（</a:t>
              </a:r>
              <a:r>
                <a:rPr lang="en-US" sz="140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top</a:t>
              </a:r>
              <a:r>
                <a:rPr lang="zh-CN" sz="140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16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7">
              <a:extLst>
                <a:ext uri="{FF2B5EF4-FFF2-40B4-BE49-F238E27FC236}">
                  <a16:creationId xmlns:a16="http://schemas.microsoft.com/office/drawing/2014/main" id="{D4AF6F56-021C-4661-9C2F-79EB2660DE13}"/>
                </a:ext>
              </a:extLst>
            </p:cNvPr>
            <p:cNvSpPr txBox="1"/>
            <p:nvPr/>
          </p:nvSpPr>
          <p:spPr>
            <a:xfrm>
              <a:off x="258997" y="1133765"/>
              <a:ext cx="641985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左（</a:t>
              </a:r>
              <a:r>
                <a:rPr lang="en-US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left</a:t>
              </a:r>
              <a:r>
                <a:rPr lang="zh-CN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文本框 7">
              <a:extLst>
                <a:ext uri="{FF2B5EF4-FFF2-40B4-BE49-F238E27FC236}">
                  <a16:creationId xmlns:a16="http://schemas.microsoft.com/office/drawing/2014/main" id="{659C7210-ED61-4AF7-8649-789B7F8081C7}"/>
                </a:ext>
              </a:extLst>
            </p:cNvPr>
            <p:cNvSpPr txBox="1"/>
            <p:nvPr/>
          </p:nvSpPr>
          <p:spPr>
            <a:xfrm>
              <a:off x="2044586" y="2322250"/>
              <a:ext cx="810260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底（</a:t>
              </a:r>
              <a:r>
                <a:rPr lang="en-US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bottom</a:t>
              </a:r>
              <a:r>
                <a:rPr lang="zh-CN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文本框 7">
              <a:extLst>
                <a:ext uri="{FF2B5EF4-FFF2-40B4-BE49-F238E27FC236}">
                  <a16:creationId xmlns:a16="http://schemas.microsoft.com/office/drawing/2014/main" id="{AF9D842C-2A16-44EF-AB0C-B493DFE7828B}"/>
                </a:ext>
              </a:extLst>
            </p:cNvPr>
            <p:cNvSpPr txBox="1"/>
            <p:nvPr/>
          </p:nvSpPr>
          <p:spPr>
            <a:xfrm>
              <a:off x="4023359" y="1133765"/>
              <a:ext cx="740410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6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右（</a:t>
              </a:r>
              <a:r>
                <a:rPr lang="en-US" sz="16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right</a:t>
              </a:r>
              <a:r>
                <a:rPr lang="zh-CN" sz="16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文本框 7">
              <a:extLst>
                <a:ext uri="{FF2B5EF4-FFF2-40B4-BE49-F238E27FC236}">
                  <a16:creationId xmlns:a16="http://schemas.microsoft.com/office/drawing/2014/main" id="{1652787B-BA0A-4C43-B00C-0FEAA29AFA6B}"/>
                </a:ext>
              </a:extLst>
            </p:cNvPr>
            <p:cNvSpPr txBox="1"/>
            <p:nvPr/>
          </p:nvSpPr>
          <p:spPr>
            <a:xfrm>
              <a:off x="2002054" y="296812"/>
              <a:ext cx="1022985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外边距（</a:t>
              </a:r>
              <a:r>
                <a:rPr lang="en-US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margin</a:t>
              </a:r>
              <a:r>
                <a:rPr lang="zh-CN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" name="文本框 7">
              <a:extLst>
                <a:ext uri="{FF2B5EF4-FFF2-40B4-BE49-F238E27FC236}">
                  <a16:creationId xmlns:a16="http://schemas.microsoft.com/office/drawing/2014/main" id="{1AF35748-6C86-42BD-886E-B43925BD3F19}"/>
                </a:ext>
              </a:extLst>
            </p:cNvPr>
            <p:cNvSpPr txBox="1"/>
            <p:nvPr/>
          </p:nvSpPr>
          <p:spPr>
            <a:xfrm>
              <a:off x="2044586" y="503423"/>
              <a:ext cx="895985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400">
                  <a:solidFill>
                    <a:srgbClr val="FFFF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边框（</a:t>
              </a:r>
              <a:r>
                <a:rPr lang="en-US" sz="1400">
                  <a:solidFill>
                    <a:srgbClr val="FFFF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border</a:t>
              </a:r>
              <a:r>
                <a:rPr lang="zh-CN" sz="1400">
                  <a:solidFill>
                    <a:srgbClr val="FFFF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7" name="文本框 7">
              <a:extLst>
                <a:ext uri="{FF2B5EF4-FFF2-40B4-BE49-F238E27FC236}">
                  <a16:creationId xmlns:a16="http://schemas.microsoft.com/office/drawing/2014/main" id="{08BF6B6F-0C85-488F-8224-2833C8F2015E}"/>
                </a:ext>
              </a:extLst>
            </p:cNvPr>
            <p:cNvSpPr txBox="1"/>
            <p:nvPr/>
          </p:nvSpPr>
          <p:spPr>
            <a:xfrm>
              <a:off x="1975518" y="722093"/>
              <a:ext cx="1086485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4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内边距（</a:t>
              </a:r>
              <a:r>
                <a:rPr lang="en-US" sz="14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padding</a:t>
              </a:r>
              <a:r>
                <a:rPr lang="zh-CN" sz="14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" name="文本框 7">
              <a:extLst>
                <a:ext uri="{FF2B5EF4-FFF2-40B4-BE49-F238E27FC236}">
                  <a16:creationId xmlns:a16="http://schemas.microsoft.com/office/drawing/2014/main" id="{82480D13-59B1-4F9B-BC45-B1E92D578CF6}"/>
                </a:ext>
              </a:extLst>
            </p:cNvPr>
            <p:cNvSpPr txBox="1"/>
            <p:nvPr/>
          </p:nvSpPr>
          <p:spPr>
            <a:xfrm>
              <a:off x="2034554" y="1184816"/>
              <a:ext cx="959485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内容（</a:t>
              </a:r>
              <a:r>
                <a:rPr lang="en-US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content</a:t>
              </a:r>
              <a:r>
                <a:rPr lang="zh-CN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225329" cy="1113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盒子模型是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定义的一种</a:t>
            </a:r>
            <a:r>
              <a:rPr lang="zh-CN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布局模型概念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描述用于生成文档树（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DOM tree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）元素的</a:t>
            </a:r>
            <a:r>
              <a:rPr lang="zh-CN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矩形盒子的属性</a:t>
            </a:r>
            <a:endParaRPr lang="zh-CN" alt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383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 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29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盒子模型的组成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285750" indent="-28575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内容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Content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内边距（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Padding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，填充</a:t>
            </a:r>
            <a:r>
              <a:rPr lang="zh-CN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边框（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Border</a:t>
            </a:r>
            <a:r>
              <a:rPr lang="zh-CN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外边距（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Margin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pSp>
        <p:nvGrpSpPr>
          <p:cNvPr id="4" name="画布 2">
            <a:extLst>
              <a:ext uri="{FF2B5EF4-FFF2-40B4-BE49-F238E27FC236}">
                <a16:creationId xmlns:a16="http://schemas.microsoft.com/office/drawing/2014/main" id="{89549481-EE04-4BA5-AEC3-AF19E9AA98C5}"/>
              </a:ext>
            </a:extLst>
          </p:cNvPr>
          <p:cNvGrpSpPr/>
          <p:nvPr/>
        </p:nvGrpSpPr>
        <p:grpSpPr>
          <a:xfrm>
            <a:off x="5201053" y="1836093"/>
            <a:ext cx="6959197" cy="3452918"/>
            <a:chOff x="0" y="0"/>
            <a:chExt cx="5175885" cy="256794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C6B055B-8C4C-4091-9358-A7232A340D32}"/>
                </a:ext>
              </a:extLst>
            </p:cNvPr>
            <p:cNvSpPr/>
            <p:nvPr/>
          </p:nvSpPr>
          <p:spPr>
            <a:xfrm>
              <a:off x="0" y="0"/>
              <a:ext cx="5175885" cy="2567940"/>
            </a:xfrm>
            <a:prstGeom prst="rect">
              <a:avLst/>
            </a:prstGeom>
          </p:spPr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57E5841-C34F-485E-AA3F-FBF063EABED9}"/>
                </a:ext>
              </a:extLst>
            </p:cNvPr>
            <p:cNvSpPr/>
            <p:nvPr/>
          </p:nvSpPr>
          <p:spPr>
            <a:xfrm>
              <a:off x="866692" y="286246"/>
              <a:ext cx="3077155" cy="2019581"/>
            </a:xfrm>
            <a:prstGeom prst="rect">
              <a:avLst/>
            </a:prstGeom>
            <a:solidFill>
              <a:schemeClr val="bg1"/>
            </a:solidFill>
            <a:ln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C0153D4-853F-48C3-AD95-0CB0BC07C14E}"/>
                </a:ext>
              </a:extLst>
            </p:cNvPr>
            <p:cNvSpPr/>
            <p:nvPr/>
          </p:nvSpPr>
          <p:spPr>
            <a:xfrm>
              <a:off x="1097279" y="503423"/>
              <a:ext cx="2615979" cy="159567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A73D839-F84E-4DDE-9386-DE8254720FD7}"/>
                </a:ext>
              </a:extLst>
            </p:cNvPr>
            <p:cNvSpPr/>
            <p:nvPr/>
          </p:nvSpPr>
          <p:spPr>
            <a:xfrm>
              <a:off x="1327867" y="707667"/>
              <a:ext cx="2130950" cy="116884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AF3CA02-D185-406E-AB95-BECC3D6EAA7C}"/>
                </a:ext>
              </a:extLst>
            </p:cNvPr>
            <p:cNvSpPr/>
            <p:nvPr/>
          </p:nvSpPr>
          <p:spPr>
            <a:xfrm>
              <a:off x="1590261" y="978011"/>
              <a:ext cx="1637968" cy="69176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/>
            </a:p>
          </p:txBody>
        </p:sp>
        <p:sp>
          <p:nvSpPr>
            <p:cNvPr id="11" name="文本框 7">
              <a:extLst>
                <a:ext uri="{FF2B5EF4-FFF2-40B4-BE49-F238E27FC236}">
                  <a16:creationId xmlns:a16="http://schemas.microsoft.com/office/drawing/2014/main" id="{CD4E43FD-1039-45BE-AC43-9314B71446D3}"/>
                </a:ext>
              </a:extLst>
            </p:cNvPr>
            <p:cNvSpPr txBox="1"/>
            <p:nvPr/>
          </p:nvSpPr>
          <p:spPr>
            <a:xfrm>
              <a:off x="2183565" y="28419"/>
              <a:ext cx="578485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40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顶（</a:t>
              </a:r>
              <a:r>
                <a:rPr lang="en-US" sz="140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top</a:t>
              </a:r>
              <a:r>
                <a:rPr lang="zh-CN" sz="140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16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7">
              <a:extLst>
                <a:ext uri="{FF2B5EF4-FFF2-40B4-BE49-F238E27FC236}">
                  <a16:creationId xmlns:a16="http://schemas.microsoft.com/office/drawing/2014/main" id="{D4AF6F56-021C-4661-9C2F-79EB2660DE13}"/>
                </a:ext>
              </a:extLst>
            </p:cNvPr>
            <p:cNvSpPr txBox="1"/>
            <p:nvPr/>
          </p:nvSpPr>
          <p:spPr>
            <a:xfrm>
              <a:off x="258997" y="1133765"/>
              <a:ext cx="641985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左（</a:t>
              </a:r>
              <a:r>
                <a:rPr lang="en-US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left</a:t>
              </a:r>
              <a:r>
                <a:rPr lang="zh-CN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文本框 7">
              <a:extLst>
                <a:ext uri="{FF2B5EF4-FFF2-40B4-BE49-F238E27FC236}">
                  <a16:creationId xmlns:a16="http://schemas.microsoft.com/office/drawing/2014/main" id="{659C7210-ED61-4AF7-8649-789B7F8081C7}"/>
                </a:ext>
              </a:extLst>
            </p:cNvPr>
            <p:cNvSpPr txBox="1"/>
            <p:nvPr/>
          </p:nvSpPr>
          <p:spPr>
            <a:xfrm>
              <a:off x="2044586" y="2322250"/>
              <a:ext cx="810260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底（</a:t>
              </a:r>
              <a:r>
                <a:rPr lang="en-US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bottom</a:t>
              </a:r>
              <a:r>
                <a:rPr lang="zh-CN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文本框 7">
              <a:extLst>
                <a:ext uri="{FF2B5EF4-FFF2-40B4-BE49-F238E27FC236}">
                  <a16:creationId xmlns:a16="http://schemas.microsoft.com/office/drawing/2014/main" id="{AF9D842C-2A16-44EF-AB0C-B493DFE7828B}"/>
                </a:ext>
              </a:extLst>
            </p:cNvPr>
            <p:cNvSpPr txBox="1"/>
            <p:nvPr/>
          </p:nvSpPr>
          <p:spPr>
            <a:xfrm>
              <a:off x="4023359" y="1133765"/>
              <a:ext cx="740410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6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右（</a:t>
              </a:r>
              <a:r>
                <a:rPr lang="en-US" sz="16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right</a:t>
              </a:r>
              <a:r>
                <a:rPr lang="zh-CN" sz="16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文本框 7">
              <a:extLst>
                <a:ext uri="{FF2B5EF4-FFF2-40B4-BE49-F238E27FC236}">
                  <a16:creationId xmlns:a16="http://schemas.microsoft.com/office/drawing/2014/main" id="{1652787B-BA0A-4C43-B00C-0FEAA29AFA6B}"/>
                </a:ext>
              </a:extLst>
            </p:cNvPr>
            <p:cNvSpPr txBox="1"/>
            <p:nvPr/>
          </p:nvSpPr>
          <p:spPr>
            <a:xfrm>
              <a:off x="2002054" y="296812"/>
              <a:ext cx="1022985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外边距（</a:t>
              </a:r>
              <a:r>
                <a:rPr lang="en-US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margin</a:t>
              </a:r>
              <a:r>
                <a:rPr lang="zh-CN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" name="文本框 7">
              <a:extLst>
                <a:ext uri="{FF2B5EF4-FFF2-40B4-BE49-F238E27FC236}">
                  <a16:creationId xmlns:a16="http://schemas.microsoft.com/office/drawing/2014/main" id="{1AF35748-6C86-42BD-886E-B43925BD3F19}"/>
                </a:ext>
              </a:extLst>
            </p:cNvPr>
            <p:cNvSpPr txBox="1"/>
            <p:nvPr/>
          </p:nvSpPr>
          <p:spPr>
            <a:xfrm>
              <a:off x="2044586" y="503423"/>
              <a:ext cx="895985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400">
                  <a:solidFill>
                    <a:srgbClr val="FFFF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边框（</a:t>
              </a:r>
              <a:r>
                <a:rPr lang="en-US" sz="1400">
                  <a:solidFill>
                    <a:srgbClr val="FFFF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border</a:t>
              </a:r>
              <a:r>
                <a:rPr lang="zh-CN" sz="1400">
                  <a:solidFill>
                    <a:srgbClr val="FFFF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7" name="文本框 7">
              <a:extLst>
                <a:ext uri="{FF2B5EF4-FFF2-40B4-BE49-F238E27FC236}">
                  <a16:creationId xmlns:a16="http://schemas.microsoft.com/office/drawing/2014/main" id="{08BF6B6F-0C85-488F-8224-2833C8F2015E}"/>
                </a:ext>
              </a:extLst>
            </p:cNvPr>
            <p:cNvSpPr txBox="1"/>
            <p:nvPr/>
          </p:nvSpPr>
          <p:spPr>
            <a:xfrm>
              <a:off x="1975518" y="722093"/>
              <a:ext cx="1086485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内边距（</a:t>
              </a:r>
              <a:r>
                <a:rPr lang="en-US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padding</a:t>
              </a:r>
              <a:r>
                <a:rPr lang="zh-CN" sz="14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" name="文本框 7">
              <a:extLst>
                <a:ext uri="{FF2B5EF4-FFF2-40B4-BE49-F238E27FC236}">
                  <a16:creationId xmlns:a16="http://schemas.microsoft.com/office/drawing/2014/main" id="{82480D13-59B1-4F9B-BC45-B1E92D578CF6}"/>
                </a:ext>
              </a:extLst>
            </p:cNvPr>
            <p:cNvSpPr txBox="1"/>
            <p:nvPr/>
          </p:nvSpPr>
          <p:spPr>
            <a:xfrm>
              <a:off x="2034554" y="1184816"/>
              <a:ext cx="959485" cy="2336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4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内容（</a:t>
              </a:r>
              <a:r>
                <a:rPr lang="en-US" sz="14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content</a:t>
              </a:r>
              <a:r>
                <a:rPr lang="zh-CN" sz="14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4417E806-3840-419E-9024-902DA33AB89B}"/>
              </a:ext>
            </a:extLst>
          </p:cNvPr>
          <p:cNvSpPr/>
          <p:nvPr/>
        </p:nvSpPr>
        <p:spPr>
          <a:xfrm>
            <a:off x="857700" y="5738780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：除了内容，其他的区域并不是必须的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6EE3DA-8037-4CC9-9775-77CF516EF4A4}"/>
              </a:ext>
            </a:extLst>
          </p:cNvPr>
          <p:cNvSpPr/>
          <p:nvPr/>
        </p:nvSpPr>
        <p:spPr>
          <a:xfrm>
            <a:off x="7357393" y="3153410"/>
            <a:ext cx="2184150" cy="93610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CB249B5-0710-4D45-9A2E-9A62D63CB969}"/>
              </a:ext>
            </a:extLst>
          </p:cNvPr>
          <p:cNvGrpSpPr/>
          <p:nvPr/>
        </p:nvGrpSpPr>
        <p:grpSpPr>
          <a:xfrm>
            <a:off x="6969509" y="2780653"/>
            <a:ext cx="2895541" cy="1604856"/>
            <a:chOff x="6969509" y="2780653"/>
            <a:chExt cx="2895541" cy="160485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A1E60FC-45F1-4470-A0C6-EDFFF3905D81}"/>
                </a:ext>
              </a:extLst>
            </p:cNvPr>
            <p:cNvSpPr/>
            <p:nvPr/>
          </p:nvSpPr>
          <p:spPr>
            <a:xfrm>
              <a:off x="6977213" y="2780653"/>
              <a:ext cx="2884772" cy="36456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685C4F3-BFBD-492D-8F7A-1D695BFB7FF5}"/>
                </a:ext>
              </a:extLst>
            </p:cNvPr>
            <p:cNvSpPr/>
            <p:nvPr/>
          </p:nvSpPr>
          <p:spPr>
            <a:xfrm>
              <a:off x="6969509" y="3145213"/>
              <a:ext cx="369717" cy="1240296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88638F4-6D00-4E71-9379-B0F93BC38809}"/>
                </a:ext>
              </a:extLst>
            </p:cNvPr>
            <p:cNvSpPr/>
            <p:nvPr/>
          </p:nvSpPr>
          <p:spPr>
            <a:xfrm>
              <a:off x="7339226" y="4082339"/>
              <a:ext cx="2193891" cy="298058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C249935-F597-47C0-834B-E80B0EC0957E}"/>
                </a:ext>
              </a:extLst>
            </p:cNvPr>
            <p:cNvSpPr/>
            <p:nvPr/>
          </p:nvSpPr>
          <p:spPr>
            <a:xfrm>
              <a:off x="9533117" y="3145214"/>
              <a:ext cx="331933" cy="1232926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857E30D-0C1B-4739-9898-E30776D1BA9F}"/>
              </a:ext>
            </a:extLst>
          </p:cNvPr>
          <p:cNvGrpSpPr/>
          <p:nvPr/>
        </p:nvGrpSpPr>
        <p:grpSpPr>
          <a:xfrm>
            <a:off x="6654727" y="2497258"/>
            <a:ext cx="3548174" cy="2177087"/>
            <a:chOff x="6969509" y="2780653"/>
            <a:chExt cx="2852380" cy="1539216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974858C-0593-4EF0-AEBC-D91A1199939D}"/>
                </a:ext>
              </a:extLst>
            </p:cNvPr>
            <p:cNvSpPr/>
            <p:nvPr/>
          </p:nvSpPr>
          <p:spPr>
            <a:xfrm>
              <a:off x="6977213" y="2780653"/>
              <a:ext cx="2837269" cy="186769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F1A1932-4B6D-4B6C-AA25-B5F5C6C133E3}"/>
                </a:ext>
              </a:extLst>
            </p:cNvPr>
            <p:cNvSpPr/>
            <p:nvPr/>
          </p:nvSpPr>
          <p:spPr>
            <a:xfrm>
              <a:off x="6969509" y="2967422"/>
              <a:ext cx="252685" cy="1352447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9D26BEC-C4E0-4B2F-91AE-E94786DCC1BC}"/>
                </a:ext>
              </a:extLst>
            </p:cNvPr>
            <p:cNvSpPr/>
            <p:nvPr/>
          </p:nvSpPr>
          <p:spPr>
            <a:xfrm>
              <a:off x="7222194" y="4126063"/>
              <a:ext cx="2310923" cy="193804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FF08D72-6CDA-409D-8848-88B2F774BFFB}"/>
                </a:ext>
              </a:extLst>
            </p:cNvPr>
            <p:cNvSpPr/>
            <p:nvPr/>
          </p:nvSpPr>
          <p:spPr>
            <a:xfrm>
              <a:off x="9533117" y="2967423"/>
              <a:ext cx="288772" cy="134131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53199B92-7A60-40E7-A891-120008D84CC5}"/>
              </a:ext>
            </a:extLst>
          </p:cNvPr>
          <p:cNvGrpSpPr/>
          <p:nvPr/>
        </p:nvGrpSpPr>
        <p:grpSpPr>
          <a:xfrm>
            <a:off x="6343544" y="2223276"/>
            <a:ext cx="4160178" cy="2713290"/>
            <a:chOff x="6969509" y="2780654"/>
            <a:chExt cx="2895541" cy="160485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49A72914-BC69-4BD1-93DD-E4A267F3A182}"/>
                </a:ext>
              </a:extLst>
            </p:cNvPr>
            <p:cNvSpPr/>
            <p:nvPr/>
          </p:nvSpPr>
          <p:spPr>
            <a:xfrm>
              <a:off x="6969509" y="2780654"/>
              <a:ext cx="2892476" cy="158309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21431708-B84B-421C-92F1-004C3EA4D05B}"/>
                </a:ext>
              </a:extLst>
            </p:cNvPr>
            <p:cNvSpPr/>
            <p:nvPr/>
          </p:nvSpPr>
          <p:spPr>
            <a:xfrm>
              <a:off x="6969509" y="2938963"/>
              <a:ext cx="221600" cy="1446546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D1B1E13-13F9-41A8-BFD6-D81138B3296C}"/>
                </a:ext>
              </a:extLst>
            </p:cNvPr>
            <p:cNvSpPr/>
            <p:nvPr/>
          </p:nvSpPr>
          <p:spPr>
            <a:xfrm>
              <a:off x="7191109" y="4218261"/>
              <a:ext cx="2469927" cy="162136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2C226474-F00A-4C7A-B3DD-F08CC857A366}"/>
                </a:ext>
              </a:extLst>
            </p:cNvPr>
            <p:cNvSpPr/>
            <p:nvPr/>
          </p:nvSpPr>
          <p:spPr>
            <a:xfrm>
              <a:off x="9661036" y="2938963"/>
              <a:ext cx="204014" cy="1439177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881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 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盒子模型的理解</a:t>
            </a:r>
            <a:endParaRPr lang="en-US" altLang="zh-CN" sz="28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410D4AF-8E17-4200-8D5F-6DDFAB53A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572" y="1700328"/>
            <a:ext cx="1462903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CA53AD6-C9DE-456D-826D-5EE7BD0F8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287725"/>
              </p:ext>
            </p:extLst>
          </p:nvPr>
        </p:nvGraphicFramePr>
        <p:xfrm>
          <a:off x="5242570" y="1435110"/>
          <a:ext cx="6603999" cy="4955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Visio" r:id="rId4" imgW="8960966" imgH="6736100" progId="Visio.Drawing.15">
                  <p:embed/>
                </p:oleObj>
              </mc:Choice>
              <mc:Fallback>
                <p:oleObj name="Visio" r:id="rId4" imgW="8960966" imgH="6736100" progId="Visio.Drawing.15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7CA53AD6-C9DE-456D-826D-5EE7BD0F89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2570" y="1435110"/>
                        <a:ext cx="6603999" cy="49559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AFCBC14D-F67B-47AE-8E07-85957C03C58A}"/>
              </a:ext>
            </a:extLst>
          </p:cNvPr>
          <p:cNvSpPr/>
          <p:nvPr/>
        </p:nvSpPr>
        <p:spPr>
          <a:xfrm>
            <a:off x="786732" y="1965547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盒子模型与现实中的盒子类似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60212E-D4F2-4956-9B51-EA506350B8D4}"/>
              </a:ext>
            </a:extLst>
          </p:cNvPr>
          <p:cNvSpPr/>
          <p:nvPr/>
        </p:nvSpPr>
        <p:spPr>
          <a:xfrm>
            <a:off x="786732" y="2789717"/>
            <a:ext cx="386940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6"/>
                </a:solidFill>
              </a:rPr>
              <a:t>外边距    </a:t>
            </a:r>
            <a:r>
              <a:rPr lang="en-US" altLang="zh-CN" sz="2000" b="1" dirty="0">
                <a:sym typeface="Wingdings" panose="05000000000000000000" pitchFamily="2" charset="2"/>
              </a:rPr>
              <a:t>  </a:t>
            </a:r>
            <a:r>
              <a:rPr lang="zh-CN" altLang="en-US" sz="2000" b="1" dirty="0"/>
              <a:t>盒子间的距离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zh-CN" sz="2000" b="1" dirty="0">
                <a:solidFill>
                  <a:schemeClr val="accent6"/>
                </a:solidFill>
              </a:rPr>
              <a:t>边框</a:t>
            </a:r>
            <a:r>
              <a:rPr lang="en-US" altLang="zh-CN" sz="2000" b="1" dirty="0">
                <a:solidFill>
                  <a:schemeClr val="accent6"/>
                </a:solidFill>
              </a:rPr>
              <a:t> </a:t>
            </a:r>
            <a:r>
              <a:rPr lang="en-US" altLang="zh-CN" sz="2000" b="1" dirty="0"/>
              <a:t>      </a:t>
            </a:r>
            <a:r>
              <a:rPr lang="en-US" altLang="zh-CN" sz="2000" b="1" dirty="0">
                <a:sym typeface="Wingdings" panose="05000000000000000000" pitchFamily="2" charset="2"/>
              </a:rPr>
              <a:t>  </a:t>
            </a:r>
            <a:r>
              <a:rPr lang="zh-CN" altLang="en-US" sz="2000" b="1" dirty="0">
                <a:sym typeface="Wingdings" panose="05000000000000000000" pitchFamily="2" charset="2"/>
              </a:rPr>
              <a:t>包装盒</a:t>
            </a:r>
            <a:endParaRPr lang="en-US" altLang="zh-CN" sz="2000" b="1" dirty="0">
              <a:sym typeface="Wingdings" panose="05000000000000000000" pitchFamily="2" charset="2"/>
            </a:endParaRPr>
          </a:p>
          <a:p>
            <a:endParaRPr lang="en-US" altLang="zh-CN" sz="2000" b="1" dirty="0">
              <a:sym typeface="Wingdings" panose="05000000000000000000" pitchFamily="2" charset="2"/>
            </a:endParaRPr>
          </a:p>
          <a:p>
            <a:r>
              <a:rPr lang="zh-CN" altLang="zh-CN" sz="2000" b="1" dirty="0">
                <a:solidFill>
                  <a:schemeClr val="accent6"/>
                </a:solidFill>
              </a:rPr>
              <a:t>内边距</a:t>
            </a:r>
            <a:r>
              <a:rPr lang="en-US" altLang="zh-CN" sz="2000" b="1" dirty="0">
                <a:solidFill>
                  <a:schemeClr val="accent6"/>
                </a:solidFill>
              </a:rPr>
              <a:t>    </a:t>
            </a:r>
            <a:r>
              <a:rPr lang="en-US" altLang="zh-CN" sz="2000" b="1" dirty="0">
                <a:sym typeface="Wingdings" panose="05000000000000000000" pitchFamily="2" charset="2"/>
              </a:rPr>
              <a:t>  </a:t>
            </a:r>
            <a:r>
              <a:rPr lang="zh-CN" altLang="zh-CN" sz="2000" b="1" dirty="0"/>
              <a:t>泡沫填充物</a:t>
            </a:r>
            <a:endParaRPr lang="en-US" altLang="zh-CN" sz="2000" b="1" dirty="0"/>
          </a:p>
          <a:p>
            <a:endParaRPr lang="en-US" altLang="zh-CN" sz="2000" b="1" dirty="0">
              <a:solidFill>
                <a:schemeClr val="accent6"/>
              </a:solidFill>
            </a:endParaRPr>
          </a:p>
          <a:p>
            <a:r>
              <a:rPr lang="zh-CN" altLang="zh-CN" sz="2000" b="1" dirty="0">
                <a:solidFill>
                  <a:schemeClr val="accent6"/>
                </a:solidFill>
              </a:rPr>
              <a:t>内容区域</a:t>
            </a:r>
            <a:r>
              <a:rPr lang="en-US" altLang="zh-CN" sz="2000" b="1" dirty="0">
                <a:solidFill>
                  <a:schemeClr val="accent6"/>
                </a:solidFill>
              </a:rPr>
              <a:t> </a:t>
            </a:r>
            <a:r>
              <a:rPr lang="en-US" altLang="zh-CN" sz="2000" b="1" dirty="0">
                <a:sym typeface="Wingdings" panose="05000000000000000000" pitchFamily="2" charset="2"/>
              </a:rPr>
              <a:t>  </a:t>
            </a:r>
            <a:r>
              <a:rPr lang="zh-CN" altLang="zh-CN" sz="2000" b="1" dirty="0"/>
              <a:t>游戏机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619092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 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4-1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0055E2C-EE07-4B8A-A610-CF99C183B57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91493" y="1879773"/>
            <a:ext cx="4248472" cy="2543042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C627892-6979-4AA4-8455-5E7874F9B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170854"/>
              </p:ext>
            </p:extLst>
          </p:nvPr>
        </p:nvGraphicFramePr>
        <p:xfrm>
          <a:off x="5335664" y="3700101"/>
          <a:ext cx="682458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4586">
                  <a:extLst>
                    <a:ext uri="{9D8B030D-6E8A-4147-A177-3AD203B41FA5}">
                      <a16:colId xmlns:a16="http://schemas.microsoft.com/office/drawing/2014/main" val="296825526"/>
                    </a:ext>
                  </a:extLst>
                </a:gridCol>
              </a:tblGrid>
              <a:tr h="394556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主要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CSS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代码</a:t>
                      </a:r>
                      <a:endParaRPr lang="en-US" altLang="zh-CN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#box{</a:t>
                      </a:r>
                    </a:p>
                    <a:p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width: 200px;              /* </a:t>
                      </a:r>
                      <a:r>
                        <a:rPr lang="zh-CN" alt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内容宽度 *</a:t>
                      </a:r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height: 100px;             /* </a:t>
                      </a:r>
                      <a:r>
                        <a:rPr lang="zh-CN" alt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内容高度 *</a:t>
                      </a:r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margin: 50px;              /* </a:t>
                      </a:r>
                      <a:r>
                        <a:rPr lang="zh-CN" alt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外边距 *</a:t>
                      </a:r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 </a:t>
                      </a:r>
                    </a:p>
                    <a:p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border: 10px solid black;  /* </a:t>
                      </a:r>
                      <a:r>
                        <a:rPr lang="zh-CN" alt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边框宽度、样式和颜色 *</a:t>
                      </a:r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padding: 10px;             /* </a:t>
                      </a:r>
                      <a:r>
                        <a:rPr lang="zh-CN" alt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内边距 *</a:t>
                      </a:r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background: #e9e9e9;       /* </a:t>
                      </a:r>
                      <a:r>
                        <a:rPr lang="zh-CN" alt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背景 *</a:t>
                      </a:r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r>
                        <a:rPr lang="en-US" altLang="zh-C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}</a:t>
                      </a:r>
                      <a:endParaRPr lang="zh-CN" alt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54524"/>
                  </a:ext>
                </a:extLst>
              </a:tr>
            </a:tbl>
          </a:graphicData>
        </a:graphic>
      </p:graphicFrame>
      <p:sp>
        <p:nvSpPr>
          <p:cNvPr id="4" name="箭头: 左 3">
            <a:extLst>
              <a:ext uri="{FF2B5EF4-FFF2-40B4-BE49-F238E27FC236}">
                <a16:creationId xmlns:a16="http://schemas.microsoft.com/office/drawing/2014/main" id="{9B409759-010E-4E37-9787-E2CB7D26B108}"/>
              </a:ext>
            </a:extLst>
          </p:cNvPr>
          <p:cNvSpPr/>
          <p:nvPr/>
        </p:nvSpPr>
        <p:spPr>
          <a:xfrm rot="1165570">
            <a:off x="2946493" y="3541006"/>
            <a:ext cx="2549343" cy="48582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3EF3E7A-0228-415B-8744-85FFCA2EF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314560"/>
              </p:ext>
            </p:extLst>
          </p:nvPr>
        </p:nvGraphicFramePr>
        <p:xfrm>
          <a:off x="5216029" y="1332037"/>
          <a:ext cx="682458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4586">
                  <a:extLst>
                    <a:ext uri="{9D8B030D-6E8A-4147-A177-3AD203B41FA5}">
                      <a16:colId xmlns:a16="http://schemas.microsoft.com/office/drawing/2014/main" val="296825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主要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HTML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代码</a:t>
                      </a:r>
                      <a:endParaRPr lang="en-US" altLang="zh-CN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&lt;body&gt;</a:t>
                      </a:r>
                    </a:p>
                    <a:p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&lt;div&gt;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盒子模型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&lt;/div&gt;</a:t>
                      </a:r>
                    </a:p>
                    <a:p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&lt;div id="box"&gt;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内容区域宽度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200px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，高度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100px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，内边距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10px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，黑色边框实线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10px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，外边距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50px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，灰色背景。盒子占用空间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240px*140px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。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&lt;/div&gt;</a:t>
                      </a:r>
                    </a:p>
                    <a:p>
                      <a:r>
                        <a:rPr lang="en-US" altLang="zh-C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&lt;/body&gt;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54524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FA6FB8EC-6032-4C05-8701-B5CC791FF07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39565" y="4626849"/>
            <a:ext cx="2646392" cy="179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33" y="1762040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400" b="1" dirty="0">
                <a:latin typeface="Times New Roman" pitchFamily="18" charset="0"/>
              </a:rPr>
              <a:t>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设置内容的高和宽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/>
        </p:nvGraphicFramePr>
        <p:xfrm>
          <a:off x="846715" y="2420849"/>
          <a:ext cx="8856984" cy="93610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80660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7050380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936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height</a:t>
                      </a:r>
                    </a:p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width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&lt;length&gt; | &lt;percentage&gt; | auto | inherit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0690C64-9C47-46F2-9F05-95FF7CE9D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76388"/>
              </p:ext>
            </p:extLst>
          </p:nvPr>
        </p:nvGraphicFramePr>
        <p:xfrm>
          <a:off x="833290" y="3783697"/>
          <a:ext cx="10215388" cy="21568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6518">
                  <a:extLst>
                    <a:ext uri="{9D8B030D-6E8A-4147-A177-3AD203B41FA5}">
                      <a16:colId xmlns:a16="http://schemas.microsoft.com/office/drawing/2014/main" val="4097519381"/>
                    </a:ext>
                  </a:extLst>
                </a:gridCol>
                <a:gridCol w="8198870">
                  <a:extLst>
                    <a:ext uri="{9D8B030D-6E8A-4147-A177-3AD203B41FA5}">
                      <a16:colId xmlns:a16="http://schemas.microsoft.com/office/drawing/2014/main" val="1745879145"/>
                    </a:ext>
                  </a:extLst>
                </a:gridCol>
              </a:tblGrid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说明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596326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&lt;length&gt;</a:t>
                      </a:r>
                      <a:endParaRPr kumimoji="1" lang="zh-CN" altLang="en-US" sz="2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使用长度单位设置对象的高度或宽度，不能为负值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462756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&lt;percentage&gt;</a:t>
                      </a:r>
                      <a:endParaRPr kumimoji="1" lang="zh-CN" altLang="en-US" sz="2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使用百分比时，高度或宽度等于父元素的尺寸乘以百分比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32063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auto</a:t>
                      </a:r>
                      <a:endParaRPr kumimoji="1" lang="zh-CN" altLang="en-US" sz="2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根据内部元素的尺寸自动计算。</a:t>
                      </a:r>
                      <a:r>
                        <a:rPr kumimoji="1" lang="zh-CN" altLang="en-US" sz="2000" b="0" kern="12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</a:rPr>
                        <a:t>默认值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42107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inherit</a:t>
                      </a:r>
                      <a:endParaRPr kumimoji="1" lang="zh-CN" altLang="en-US" sz="2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继承父元素设置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237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110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2387005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设置内边距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365611"/>
              </p:ext>
            </p:extLst>
          </p:nvPr>
        </p:nvGraphicFramePr>
        <p:xfrm>
          <a:off x="895549" y="2916213"/>
          <a:ext cx="8856984" cy="15544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64035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216626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936103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padding-top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padding-right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padding-bottom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padding-left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&lt;length&gt; | &lt;percentage&gt; | inherit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9093733-1E11-495E-A473-E0940155AE28}"/>
              </a:ext>
            </a:extLst>
          </p:cNvPr>
          <p:cNvSpPr/>
          <p:nvPr/>
        </p:nvSpPr>
        <p:spPr>
          <a:xfrm>
            <a:off x="775471" y="1764085"/>
            <a:ext cx="7919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通过调整内边距，可以修改内容区域在盒子内部的</a:t>
            </a:r>
            <a:r>
              <a:rPr lang="zh-CN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定位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b="1" dirty="0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081C2E6D-9AA7-4E9A-9454-85B1BE6CA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421261"/>
              </p:ext>
            </p:extLst>
          </p:nvPr>
        </p:nvGraphicFramePr>
        <p:xfrm>
          <a:off x="895549" y="4644405"/>
          <a:ext cx="11017224" cy="1725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2756">
                  <a:extLst>
                    <a:ext uri="{9D8B030D-6E8A-4147-A177-3AD203B41FA5}">
                      <a16:colId xmlns:a16="http://schemas.microsoft.com/office/drawing/2014/main" val="4097519381"/>
                    </a:ext>
                  </a:extLst>
                </a:gridCol>
                <a:gridCol w="9254468">
                  <a:extLst>
                    <a:ext uri="{9D8B030D-6E8A-4147-A177-3AD203B41FA5}">
                      <a16:colId xmlns:a16="http://schemas.microsoft.com/office/drawing/2014/main" val="1745879145"/>
                    </a:ext>
                  </a:extLst>
                </a:gridCol>
              </a:tblGrid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说明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596326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&lt;length&gt;</a:t>
                      </a:r>
                      <a:endParaRPr kumimoji="1" lang="zh-CN" altLang="en-US" sz="2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使用长度设置对象的内边距宽度，允许负值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462756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&lt;percentage&gt;</a:t>
                      </a:r>
                      <a:endParaRPr kumimoji="1" lang="zh-CN" altLang="en-US" sz="2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使用百分比时，内边距宽度等于父元素的</a:t>
                      </a:r>
                      <a:r>
                        <a:rPr kumimoji="1" lang="en-US" altLang="zh-CN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width</a:t>
                      </a: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乘以百分比，与父元素</a:t>
                      </a:r>
                      <a:r>
                        <a:rPr kumimoji="1" lang="en-US" altLang="zh-CN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height</a:t>
                      </a: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无关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32063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inherit</a:t>
                      </a:r>
                      <a:endParaRPr kumimoji="1" lang="zh-CN" altLang="en-US" sz="2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继承父元素设置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237311"/>
                  </a:ext>
                </a:extLst>
              </a:tr>
            </a:tbl>
          </a:graphicData>
        </a:graphic>
      </p:graphicFrame>
      <p:sp>
        <p:nvSpPr>
          <p:cNvPr id="19" name="圆角矩形标注 2">
            <a:extLst>
              <a:ext uri="{FF2B5EF4-FFF2-40B4-BE49-F238E27FC236}">
                <a16:creationId xmlns:a16="http://schemas.microsoft.com/office/drawing/2014/main" id="{36CDB222-FA8F-41E1-BFA8-7EC236A0CBAB}"/>
              </a:ext>
            </a:extLst>
          </p:cNvPr>
          <p:cNvSpPr/>
          <p:nvPr/>
        </p:nvSpPr>
        <p:spPr>
          <a:xfrm>
            <a:off x="7481071" y="2264975"/>
            <a:ext cx="4287686" cy="955051"/>
          </a:xfrm>
          <a:prstGeom prst="wedgeRoundRectCallout">
            <a:avLst>
              <a:gd name="adj1" fmla="val -45452"/>
              <a:gd name="adj2" fmla="val 72636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四个不同方位可以独立设置内边距</a:t>
            </a:r>
          </a:p>
        </p:txBody>
      </p:sp>
    </p:spTree>
    <p:extLst>
      <p:ext uri="{BB962C8B-B14F-4D97-AF65-F5344CB8AC3E}">
        <p14:creationId xmlns:p14="http://schemas.microsoft.com/office/powerpoint/2010/main" val="301883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976" y="1810785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简写语法格式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设置内边距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039569"/>
              </p:ext>
            </p:extLst>
          </p:nvPr>
        </p:nvGraphicFramePr>
        <p:xfrm>
          <a:off x="895549" y="2340150"/>
          <a:ext cx="8856984" cy="93610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936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padding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[&lt; length-percentage&gt;{1,4} ] | inherit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1" name="圆角矩形标注 2">
            <a:extLst>
              <a:ext uri="{FF2B5EF4-FFF2-40B4-BE49-F238E27FC236}">
                <a16:creationId xmlns:a16="http://schemas.microsoft.com/office/drawing/2014/main" id="{9546CA72-B5BA-4EA5-8666-0A4A80530EED}"/>
              </a:ext>
            </a:extLst>
          </p:cNvPr>
          <p:cNvSpPr/>
          <p:nvPr/>
        </p:nvSpPr>
        <p:spPr>
          <a:xfrm>
            <a:off x="8327230" y="1313090"/>
            <a:ext cx="3312368" cy="955051"/>
          </a:xfrm>
          <a:prstGeom prst="wedgeRoundRectCallout">
            <a:avLst>
              <a:gd name="adj1" fmla="val -45452"/>
              <a:gd name="adj2" fmla="val 72636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一次设置一个或同时多个方位的内边距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C4697C-DD5D-41BA-9604-22525F79B210}"/>
              </a:ext>
            </a:extLst>
          </p:cNvPr>
          <p:cNvSpPr/>
          <p:nvPr/>
        </p:nvSpPr>
        <p:spPr>
          <a:xfrm>
            <a:off x="595834" y="3420269"/>
            <a:ext cx="9456413" cy="2799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622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属性可以有多种设置格式，下面是不同设置格式代表的含义：</a:t>
            </a:r>
            <a:endParaRPr lang="zh-CN" altLang="zh-CN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2762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）顶部内边距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右内边距</a:t>
            </a:r>
            <a:r>
              <a:rPr lang="zh-CN" altLang="zh-CN" sz="2400" kern="1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kern="1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底部内边距</a:t>
            </a:r>
            <a:r>
              <a:rPr lang="zh-CN" altLang="zh-CN" sz="2400" kern="1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左内边距</a:t>
            </a:r>
            <a:endParaRPr lang="zh-CN" altLang="zh-CN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2762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）顶部内边距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左右内边距</a:t>
            </a:r>
            <a:r>
              <a:rPr lang="zh-CN" altLang="zh-CN" sz="2400" kern="1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底部内边距</a:t>
            </a:r>
            <a:endParaRPr lang="zh-CN" altLang="zh-CN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2762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）顶底部内边距</a:t>
            </a:r>
            <a:r>
              <a:rPr lang="zh-CN" altLang="zh-CN" sz="2400" kern="1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kern="1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左右内边距</a:t>
            </a:r>
            <a:endParaRPr lang="zh-CN" altLang="zh-CN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2762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）四侧内边距</a:t>
            </a:r>
            <a:endParaRPr lang="zh-CN" altLang="zh-CN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86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4-2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10ACC3C-22C0-4082-83F5-85C572E4CD8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5469" y="2124522"/>
            <a:ext cx="5024387" cy="410630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5412445" y="1614652"/>
            <a:ext cx="6572336" cy="4605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&lt;body&gt;</a:t>
            </a:r>
            <a:endParaRPr lang="zh-CN" altLang="zh-CN" b="1" kern="10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&lt;p&gt;</a:t>
            </a:r>
            <a:r>
              <a:rPr lang="zh-CN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设置内边距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&lt;/p&gt;</a:t>
            </a:r>
            <a:endParaRPr lang="zh-CN" altLang="zh-CN" b="1" kern="10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&lt;p&gt;box1 padding: 50px; &lt;/p&gt;</a:t>
            </a:r>
            <a:endParaRPr lang="zh-CN" altLang="zh-CN" b="1" kern="10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en-US" altLang="zh-CN" b="1" kern="1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&lt;div id="box1" class="border"&gt;</a:t>
            </a:r>
            <a:endParaRPr lang="zh-CN" altLang="zh-CN" b="1" kern="1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id="box2" class="border"&gt;box2 padding: 50px 20px;&lt;/div&gt;</a:t>
            </a:r>
            <a:endParaRPr lang="zh-CN" altLang="zh-CN" b="1" kern="1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</a:t>
            </a:r>
            <a:r>
              <a:rPr lang="en-US" altLang="zh-CN" b="1" kern="1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br</a:t>
            </a:r>
            <a:r>
              <a:rPr lang="en-US" altLang="zh-CN" b="1" kern="1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/&gt;</a:t>
            </a:r>
            <a:endParaRPr lang="zh-CN" altLang="zh-CN" b="1" kern="1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id="box3" class="border"&gt;box3 padding-left: 20%;&lt;/div&gt;</a:t>
            </a:r>
            <a:endParaRPr lang="zh-CN" altLang="zh-CN" b="1" kern="1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&lt;/div&gt;</a:t>
            </a:r>
            <a:endParaRPr lang="zh-CN" altLang="zh-CN" b="1" kern="1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&lt;/body&gt;</a:t>
            </a:r>
            <a:endParaRPr lang="zh-CN" altLang="en-US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9069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4-2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C627892-6979-4AA4-8455-5E7874F9B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993923"/>
              </p:ext>
            </p:extLst>
          </p:nvPr>
        </p:nvGraphicFramePr>
        <p:xfrm>
          <a:off x="3631853" y="1403368"/>
          <a:ext cx="8280920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920">
                  <a:extLst>
                    <a:ext uri="{9D8B030D-6E8A-4147-A177-3AD203B41FA5}">
                      <a16:colId xmlns:a16="http://schemas.microsoft.com/office/drawing/2014/main" val="296825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#box1{ 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width: 500px;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2000" b="1" dirty="0">
                          <a:solidFill>
                            <a:schemeClr val="accent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padding: 50px;           /* </a:t>
                      </a:r>
                      <a:r>
                        <a:rPr lang="zh-CN" altLang="en-US" sz="2000" b="1" dirty="0">
                          <a:solidFill>
                            <a:schemeClr val="accent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四边相同内边距 *</a:t>
                      </a:r>
                      <a:r>
                        <a:rPr lang="en-US" altLang="zh-CN" sz="2000" b="1" dirty="0">
                          <a:solidFill>
                            <a:schemeClr val="accent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}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#box2{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width: 300px;            /* 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指定宽度 *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padding: 50px 20px;      /* 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顶底、左右内边距 *</a:t>
                      </a:r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background-color:#b1b1b1;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}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#box3{</a:t>
                      </a:r>
                    </a:p>
                    <a:p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padding-left: 20%;       /* 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左内边距 *</a:t>
                      </a:r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background-color:#b1b1b1;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}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.border{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/* 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为方便观察，添加一个边框，边框的使用将在后面展开介绍。 *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border: 1px solid black;</a:t>
                      </a:r>
                    </a:p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054524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07748D31-C406-4B2D-884E-F19591AAEAF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461" y="1858321"/>
            <a:ext cx="3395216" cy="31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10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4776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设置边框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457200" indent="-457200" algn="just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2400" b="1" dirty="0"/>
              <a:t>边框属性</a:t>
            </a:r>
            <a:endParaRPr lang="en-US" altLang="zh-CN" sz="2400" b="1" dirty="0"/>
          </a:p>
          <a:p>
            <a:pPr marL="719138" indent="-342900" algn="just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颜色（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border-color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）</a:t>
            </a:r>
            <a:endParaRPr lang="en-US" altLang="zh-CN" sz="24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719138" indent="-342900" algn="just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宽度（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border-width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）</a:t>
            </a:r>
            <a:endParaRPr lang="en-US" altLang="zh-CN" sz="24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719138" indent="-342900" algn="just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外观样式（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border-style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）</a:t>
            </a:r>
            <a:endParaRPr lang="en-US" altLang="zh-CN" sz="24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719138" indent="-342900" algn="just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图像（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border-image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）  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CSS3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新增</a:t>
            </a:r>
            <a:endParaRPr lang="en-US" altLang="zh-CN" sz="24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719138" indent="-342900" algn="just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圆角（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border-radius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） 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CSS3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4198158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145" y="1749266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400" b="1" dirty="0">
                <a:latin typeface="Times New Roman" pitchFamily="18" charset="0"/>
              </a:rPr>
              <a:t>边框宽度语法格式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设置边框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220978"/>
              </p:ext>
            </p:extLst>
          </p:nvPr>
        </p:nvGraphicFramePr>
        <p:xfrm>
          <a:off x="903223" y="2278474"/>
          <a:ext cx="10001438" cy="15544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81302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188416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936103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border-top-width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border-right-width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border-bottom-width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border-left-width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&lt;length&gt; | &lt;percentage&gt; | inherit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081C2E6D-9AA7-4E9A-9454-85B1BE6CA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57030"/>
              </p:ext>
            </p:extLst>
          </p:nvPr>
        </p:nvGraphicFramePr>
        <p:xfrm>
          <a:off x="903223" y="4745852"/>
          <a:ext cx="10801200" cy="1828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2157">
                  <a:extLst>
                    <a:ext uri="{9D8B030D-6E8A-4147-A177-3AD203B41FA5}">
                      <a16:colId xmlns:a16="http://schemas.microsoft.com/office/drawing/2014/main" val="4097519381"/>
                    </a:ext>
                  </a:extLst>
                </a:gridCol>
                <a:gridCol w="8669043">
                  <a:extLst>
                    <a:ext uri="{9D8B030D-6E8A-4147-A177-3AD203B41FA5}">
                      <a16:colId xmlns:a16="http://schemas.microsoft.com/office/drawing/2014/main" val="1745879145"/>
                    </a:ext>
                  </a:extLst>
                </a:gridCol>
              </a:tblGrid>
              <a:tr h="34105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属性值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说明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596326"/>
                  </a:ext>
                </a:extLst>
              </a:tr>
              <a:tr h="3410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kumimoji="1" 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&lt;length&gt;</a:t>
                      </a:r>
                      <a:endParaRPr kumimoji="1" lang="zh-CN" altLang="en-US" sz="2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用长度值设置对象的边框宽度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462756"/>
                  </a:ext>
                </a:extLst>
              </a:tr>
              <a:tr h="3410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kumimoji="1" 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thin</a:t>
                      </a:r>
                      <a:endParaRPr kumimoji="1" lang="zh-CN" altLang="en-US" sz="2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4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细边框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32063"/>
                  </a:ext>
                </a:extLst>
              </a:tr>
              <a:tr h="3410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kumimoji="1" 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medium</a:t>
                      </a:r>
                      <a:endParaRPr kumimoji="1" lang="zh-CN" altLang="en-US" sz="2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4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中等宽度边框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237311"/>
                  </a:ext>
                </a:extLst>
              </a:tr>
              <a:tr h="3410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kumimoji="1" 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thick</a:t>
                      </a:r>
                      <a:endParaRPr kumimoji="1" lang="zh-CN" altLang="en-US" sz="2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粗边框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68371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5C7F8CC-D71F-4F0C-9720-7BD035C10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568758"/>
              </p:ext>
            </p:extLst>
          </p:nvPr>
        </p:nvGraphicFramePr>
        <p:xfrm>
          <a:off x="903223" y="3983504"/>
          <a:ext cx="10001438" cy="61179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73674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611798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border-width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[&lt; border-width&gt;| {1,4} ] | inherit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905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145" y="1749266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400" b="1" dirty="0">
                <a:latin typeface="Times New Roman" pitchFamily="18" charset="0"/>
              </a:rPr>
              <a:t>边框颜色语法格式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设置边框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290685"/>
              </p:ext>
            </p:extLst>
          </p:nvPr>
        </p:nvGraphicFramePr>
        <p:xfrm>
          <a:off x="903223" y="2278474"/>
          <a:ext cx="10001438" cy="15544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81302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188416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936103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border-top-color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border-right-color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border-bottom-color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border-left-color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&lt;color&gt; | transparent | inherit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081C2E6D-9AA7-4E9A-9454-85B1BE6CA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033413"/>
              </p:ext>
            </p:extLst>
          </p:nvPr>
        </p:nvGraphicFramePr>
        <p:xfrm>
          <a:off x="898913" y="4896486"/>
          <a:ext cx="10149764" cy="1554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3564">
                  <a:extLst>
                    <a:ext uri="{9D8B030D-6E8A-4147-A177-3AD203B41FA5}">
                      <a16:colId xmlns:a16="http://schemas.microsoft.com/office/drawing/2014/main" val="4097519381"/>
                    </a:ext>
                  </a:extLst>
                </a:gridCol>
                <a:gridCol w="8146200">
                  <a:extLst>
                    <a:ext uri="{9D8B030D-6E8A-4147-A177-3AD203B41FA5}">
                      <a16:colId xmlns:a16="http://schemas.microsoft.com/office/drawing/2014/main" val="1745879145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说明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59632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&lt;color&gt;</a:t>
                      </a:r>
                      <a:endParaRPr kumimoji="1" lang="zh-CN" altLang="en-US" sz="2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设置边框颜色，使用</a:t>
                      </a:r>
                      <a:r>
                        <a:rPr kumimoji="1" 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RGB</a:t>
                      </a: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或关键词等方式表示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46275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transparent</a:t>
                      </a:r>
                      <a:endParaRPr kumimoji="1" lang="zh-CN" altLang="en-US" sz="2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透明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3206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inherit</a:t>
                      </a:r>
                      <a:endParaRPr kumimoji="1" lang="zh-CN" altLang="en-US" sz="2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继承父元素设置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23731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2DEB930-2B08-4A75-BE97-2B1BDC094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38743"/>
              </p:ext>
            </p:extLst>
          </p:nvPr>
        </p:nvGraphicFramePr>
        <p:xfrm>
          <a:off x="903223" y="3983504"/>
          <a:ext cx="10001438" cy="73291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73674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73291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border-color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[&lt; color&gt;| transparent {1,4} ] | inherit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534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145" y="1749266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边框样式语法格式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设置边框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7320"/>
              </p:ext>
            </p:extLst>
          </p:nvPr>
        </p:nvGraphicFramePr>
        <p:xfrm>
          <a:off x="903223" y="2278474"/>
          <a:ext cx="10001438" cy="15544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81302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188416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936103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border-top-style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border-right-style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border-bottom-style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border-left-style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 border-style&gt; | inherit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081C2E6D-9AA7-4E9A-9454-85B1BE6CA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047479"/>
              </p:ext>
            </p:extLst>
          </p:nvPr>
        </p:nvGraphicFramePr>
        <p:xfrm>
          <a:off x="574474" y="3996333"/>
          <a:ext cx="5329468" cy="2588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2037">
                  <a:extLst>
                    <a:ext uri="{9D8B030D-6E8A-4147-A177-3AD203B41FA5}">
                      <a16:colId xmlns:a16="http://schemas.microsoft.com/office/drawing/2014/main" val="4097519381"/>
                    </a:ext>
                  </a:extLst>
                </a:gridCol>
                <a:gridCol w="4277431">
                  <a:extLst>
                    <a:ext uri="{9D8B030D-6E8A-4147-A177-3AD203B41FA5}">
                      <a16:colId xmlns:a16="http://schemas.microsoft.com/office/drawing/2014/main" val="1745879145"/>
                    </a:ext>
                  </a:extLst>
                </a:gridCol>
              </a:tblGrid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说明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596326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none</a:t>
                      </a:r>
                      <a:endParaRPr kumimoji="1" lang="zh-CN" altLang="en-US" sz="2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1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无边框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462756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4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hidden</a:t>
                      </a:r>
                      <a:endParaRPr kumimoji="1" lang="zh-CN" altLang="en-US" sz="24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1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类似</a:t>
                      </a:r>
                      <a:r>
                        <a:rPr kumimoji="1" lang="en-US" sz="1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none</a:t>
                      </a:r>
                      <a:r>
                        <a:rPr kumimoji="1" lang="zh-CN" altLang="en-US" sz="1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，可解决表格边框冲突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32063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4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dotted</a:t>
                      </a:r>
                      <a:endParaRPr kumimoji="1" lang="zh-CN" altLang="en-US" sz="24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1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点状边框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237311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4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dashed</a:t>
                      </a:r>
                      <a:endParaRPr kumimoji="1" lang="zh-CN" altLang="en-US" sz="24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1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虚线边框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71640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solid</a:t>
                      </a:r>
                      <a:endParaRPr kumimoji="1" lang="zh-CN" altLang="en-US" sz="2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1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实线边框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13117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F671E66-A8B0-48CB-8F25-708E32BEA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900421"/>
              </p:ext>
            </p:extLst>
          </p:nvPr>
        </p:nvGraphicFramePr>
        <p:xfrm>
          <a:off x="5903942" y="3996333"/>
          <a:ext cx="5814558" cy="2588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7793">
                  <a:extLst>
                    <a:ext uri="{9D8B030D-6E8A-4147-A177-3AD203B41FA5}">
                      <a16:colId xmlns:a16="http://schemas.microsoft.com/office/drawing/2014/main" val="4097519381"/>
                    </a:ext>
                  </a:extLst>
                </a:gridCol>
                <a:gridCol w="4666765">
                  <a:extLst>
                    <a:ext uri="{9D8B030D-6E8A-4147-A177-3AD203B41FA5}">
                      <a16:colId xmlns:a16="http://schemas.microsoft.com/office/drawing/2014/main" val="1745879145"/>
                    </a:ext>
                  </a:extLst>
                </a:gridCol>
              </a:tblGrid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属性值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说明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596326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double</a:t>
                      </a:r>
                      <a:endParaRPr kumimoji="1" lang="zh-CN" altLang="en-US" sz="2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双线边框，总的宽度等于</a:t>
                      </a:r>
                      <a:r>
                        <a:rPr kumimoji="1" 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border-width</a:t>
                      </a:r>
                      <a:r>
                        <a:rPr kumimoji="1" lang="zh-CN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的值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462756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groove</a:t>
                      </a:r>
                      <a:endParaRPr kumimoji="1" lang="zh-CN" altLang="en-US" sz="2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凹槽边框，边框看起来像刻在画布上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32063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4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ridge</a:t>
                      </a:r>
                      <a:endParaRPr kumimoji="1" lang="zh-CN" altLang="en-US" sz="24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凸起边框，边框看起来像是从画布中出来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237311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inset</a:t>
                      </a:r>
                      <a:endParaRPr kumimoji="1" lang="zh-CN" altLang="en-US" sz="2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嵌入边框，让整个元素看起来像是从嵌入在画布上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71640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outset</a:t>
                      </a:r>
                      <a:endParaRPr kumimoji="1" lang="zh-CN" altLang="en-US" sz="2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外凸边框，让整个元素看起来像是从画布中出来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131173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1673AA6D-4103-4A6C-BDC5-B05E73564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741" y="2142746"/>
            <a:ext cx="6392167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5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777811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边框简写语法格式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设置边框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94501"/>
              </p:ext>
            </p:extLst>
          </p:nvPr>
        </p:nvGraphicFramePr>
        <p:xfrm>
          <a:off x="319485" y="2700188"/>
          <a:ext cx="11449272" cy="12496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9433048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936103">
                <a:tc>
                  <a:txBody>
                    <a:bodyPr/>
                    <a:lstStyle/>
                    <a:p>
                      <a:r>
                        <a:rPr lang="en-US" altLang="zh-CN" sz="19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border</a:t>
                      </a:r>
                      <a:endParaRPr lang="zh-CN" altLang="zh-CN" sz="19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9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border-top</a:t>
                      </a:r>
                      <a:endParaRPr lang="zh-CN" altLang="zh-CN" sz="19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9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border-left</a:t>
                      </a:r>
                      <a:endParaRPr lang="zh-CN" altLang="zh-CN" sz="19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9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border-right</a:t>
                      </a:r>
                      <a:r>
                        <a:rPr lang="zh-CN" altLang="zh-CN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zh-CN" altLang="zh-CN" sz="19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 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[&lt;border-width&gt; || &lt;border-style&gt; || &lt;'border-top-color'&gt; ] | inherit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1" name="圆角矩形标注 2">
            <a:extLst>
              <a:ext uri="{FF2B5EF4-FFF2-40B4-BE49-F238E27FC236}">
                <a16:creationId xmlns:a16="http://schemas.microsoft.com/office/drawing/2014/main" id="{9546CA72-B5BA-4EA5-8666-0A4A80530EED}"/>
              </a:ext>
            </a:extLst>
          </p:cNvPr>
          <p:cNvSpPr/>
          <p:nvPr/>
        </p:nvSpPr>
        <p:spPr>
          <a:xfrm>
            <a:off x="1903661" y="4140350"/>
            <a:ext cx="5184576" cy="1368152"/>
          </a:xfrm>
          <a:prstGeom prst="wedgeRoundRectCallout">
            <a:avLst>
              <a:gd name="adj1" fmla="val 44376"/>
              <a:gd name="adj2" fmla="val -110550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属性不能交换位置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四侧统一设置相同属性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设置了样式才能设置颜色</a:t>
            </a:r>
          </a:p>
        </p:txBody>
      </p:sp>
    </p:spTree>
    <p:extLst>
      <p:ext uri="{BB962C8B-B14F-4D97-AF65-F5344CB8AC3E}">
        <p14:creationId xmlns:p14="http://schemas.microsoft.com/office/powerpoint/2010/main" val="295052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4-3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6566580" y="2194809"/>
            <a:ext cx="4896544" cy="293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&lt;body&gt;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&lt;p&gt;</a:t>
            </a: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边框设置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&lt;/p&gt;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</a:t>
            </a:r>
            <a:r>
              <a:rPr lang="en-US" altLang="zh-CN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br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&lt;div id="box1"&gt;……&lt;/div&gt;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</a:t>
            </a:r>
            <a:r>
              <a:rPr lang="en-US" altLang="zh-CN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br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&lt;div id="box2"&gt;</a:t>
            </a:r>
            <a:r>
              <a:rPr lang="en-US" altLang="zh-CN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……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&lt;/body&gt;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8777E4-12B3-46D5-AD58-35660A4613F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2405" y="2165812"/>
            <a:ext cx="5417061" cy="402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12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4-3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C627892-6979-4AA4-8455-5E7874F9B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696197"/>
              </p:ext>
            </p:extLst>
          </p:nvPr>
        </p:nvGraphicFramePr>
        <p:xfrm>
          <a:off x="1239862" y="1691981"/>
          <a:ext cx="9680525" cy="504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0525">
                  <a:extLst>
                    <a:ext uri="{9D8B030D-6E8A-4147-A177-3AD203B41FA5}">
                      <a16:colId xmlns:a16="http://schemas.microsoft.com/office/drawing/2014/main" val="296825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#box1 {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border-width: 5px;               /* 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设置四侧边框宽度为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5px */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border-top-style: dotted;        /* 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设置上边框样式为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dotted */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border-right-style: solid;       /* 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设置右边框样式为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solid */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border-right-color: red;         /* 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设置右边框颜色为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red */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border-bottom: 10px double blue; /* 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简写设置下边框 *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/* 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左侧边框因为没有设置，故样式为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none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，宽度也为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0 */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}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#box2 {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border: 10px inset red;          /* 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简写设置边框宽度、线型和颜色 *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054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170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2196133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设置外边距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111046"/>
              </p:ext>
            </p:extLst>
          </p:nvPr>
        </p:nvGraphicFramePr>
        <p:xfrm>
          <a:off x="895549" y="2700189"/>
          <a:ext cx="8856984" cy="15544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64035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216626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936103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margin-top 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margin-right  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margin-bottom</a:t>
                      </a:r>
                    </a:p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margin-left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&lt;length&gt; | &lt;percentage&gt; | inherit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9093733-1E11-495E-A473-E0940155AE28}"/>
              </a:ext>
            </a:extLst>
          </p:cNvPr>
          <p:cNvSpPr/>
          <p:nvPr/>
        </p:nvSpPr>
        <p:spPr>
          <a:xfrm>
            <a:off x="775471" y="1692077"/>
            <a:ext cx="82285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通过调整外边距，可以修改盒子在所在包含元素中的</a:t>
            </a:r>
            <a:r>
              <a:rPr lang="zh-CN" alt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定位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b="1" dirty="0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081C2E6D-9AA7-4E9A-9454-85B1BE6CA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264700"/>
              </p:ext>
            </p:extLst>
          </p:nvPr>
        </p:nvGraphicFramePr>
        <p:xfrm>
          <a:off x="895549" y="4351829"/>
          <a:ext cx="10801200" cy="2335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2157">
                  <a:extLst>
                    <a:ext uri="{9D8B030D-6E8A-4147-A177-3AD203B41FA5}">
                      <a16:colId xmlns:a16="http://schemas.microsoft.com/office/drawing/2014/main" val="4097519381"/>
                    </a:ext>
                  </a:extLst>
                </a:gridCol>
                <a:gridCol w="8669043">
                  <a:extLst>
                    <a:ext uri="{9D8B030D-6E8A-4147-A177-3AD203B41FA5}">
                      <a16:colId xmlns:a16="http://schemas.microsoft.com/office/drawing/2014/main" val="1745879145"/>
                    </a:ext>
                  </a:extLst>
                </a:gridCol>
              </a:tblGrid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属性值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说明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596326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&lt;length&gt;</a:t>
                      </a:r>
                      <a:endParaRPr kumimoji="1" lang="zh-CN" altLang="en-US" sz="2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使用长度设置对象的外边距宽度，允许负值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462756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&lt;percentage&gt;</a:t>
                      </a:r>
                      <a:endParaRPr kumimoji="1" lang="zh-CN" altLang="en-US" sz="2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使用百分比时，</a:t>
                      </a:r>
                      <a:r>
                        <a:rPr kumimoji="1" lang="zh-CN" altLang="zh-CN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外</a:t>
                      </a: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边距宽度等于父元素的</a:t>
                      </a:r>
                      <a:r>
                        <a:rPr kumimoji="1" lang="en-US" altLang="zh-CN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width</a:t>
                      </a: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乘以百分比，与父元素</a:t>
                      </a:r>
                      <a:r>
                        <a:rPr kumimoji="1" lang="en-US" altLang="zh-CN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height</a:t>
                      </a: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无关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32063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altLang="zh-CN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auto</a:t>
                      </a:r>
                      <a:endParaRPr kumimoji="1" lang="zh-CN" altLang="en-US" sz="2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自动计算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30400"/>
                  </a:ext>
                </a:extLst>
              </a:tr>
              <a:tr h="431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inherit</a:t>
                      </a:r>
                      <a:endParaRPr kumimoji="1" lang="zh-CN" altLang="en-US" sz="2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kumimoji="1" lang="zh-CN" altLang="en-US" sz="2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继承父元素设置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237311"/>
                  </a:ext>
                </a:extLst>
              </a:tr>
            </a:tbl>
          </a:graphicData>
        </a:graphic>
      </p:graphicFrame>
      <p:sp>
        <p:nvSpPr>
          <p:cNvPr id="19" name="圆角矩形标注 2">
            <a:extLst>
              <a:ext uri="{FF2B5EF4-FFF2-40B4-BE49-F238E27FC236}">
                <a16:creationId xmlns:a16="http://schemas.microsoft.com/office/drawing/2014/main" id="{36CDB222-FA8F-41E1-BFA8-7EC236A0CBAB}"/>
              </a:ext>
            </a:extLst>
          </p:cNvPr>
          <p:cNvSpPr/>
          <p:nvPr/>
        </p:nvSpPr>
        <p:spPr>
          <a:xfrm>
            <a:off x="7481071" y="2264975"/>
            <a:ext cx="4287686" cy="955051"/>
          </a:xfrm>
          <a:prstGeom prst="wedgeRoundRectCallout">
            <a:avLst>
              <a:gd name="adj1" fmla="val -45452"/>
              <a:gd name="adj2" fmla="val 72636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四个不同方位可以独立设置外边距</a:t>
            </a:r>
          </a:p>
        </p:txBody>
      </p:sp>
    </p:spTree>
    <p:extLst>
      <p:ext uri="{BB962C8B-B14F-4D97-AF65-F5344CB8AC3E}">
        <p14:creationId xmlns:p14="http://schemas.microsoft.com/office/powerpoint/2010/main" val="12944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692077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简写语法格式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设置内边距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24464"/>
              </p:ext>
            </p:extLst>
          </p:nvPr>
        </p:nvGraphicFramePr>
        <p:xfrm>
          <a:off x="895549" y="2340150"/>
          <a:ext cx="8856984" cy="93610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936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margin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[&lt; length-percentage&gt;{1,4} ] | inherit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1" name="圆角矩形标注 2">
            <a:extLst>
              <a:ext uri="{FF2B5EF4-FFF2-40B4-BE49-F238E27FC236}">
                <a16:creationId xmlns:a16="http://schemas.microsoft.com/office/drawing/2014/main" id="{9546CA72-B5BA-4EA5-8666-0A4A80530EED}"/>
              </a:ext>
            </a:extLst>
          </p:cNvPr>
          <p:cNvSpPr/>
          <p:nvPr/>
        </p:nvSpPr>
        <p:spPr>
          <a:xfrm>
            <a:off x="8327230" y="1313090"/>
            <a:ext cx="3312368" cy="955051"/>
          </a:xfrm>
          <a:prstGeom prst="wedgeRoundRectCallout">
            <a:avLst>
              <a:gd name="adj1" fmla="val -45452"/>
              <a:gd name="adj2" fmla="val 72636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一次设置一个或同时多个方位的内边距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C4697C-DD5D-41BA-9604-22525F79B210}"/>
              </a:ext>
            </a:extLst>
          </p:cNvPr>
          <p:cNvSpPr/>
          <p:nvPr/>
        </p:nvSpPr>
        <p:spPr>
          <a:xfrm>
            <a:off x="595834" y="3564286"/>
            <a:ext cx="9456413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622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属性可以有多种设置格式，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类似</a:t>
            </a:r>
            <a:endParaRPr lang="zh-CN" altLang="zh-CN" sz="2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77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4-4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5716650" y="1808996"/>
            <a:ext cx="5980099" cy="4182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&lt;body&gt;</a:t>
            </a:r>
            <a:endParaRPr lang="zh-CN" altLang="zh-CN" b="1" kern="10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&lt;p&gt;</a:t>
            </a: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设置外边距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&lt;/p&gt;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&lt;div class="box"&gt;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id="box1"&gt;box1&lt;/div&gt;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</a:t>
            </a:r>
            <a:r>
              <a:rPr lang="en-US" altLang="zh-CN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br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&lt;div class="box"&gt;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id="box2"&gt;box2&lt;/div&gt;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&lt;/div&gt;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&lt;/body&gt;</a:t>
            </a:r>
            <a:endParaRPr lang="zh-CN" altLang="en-US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DB4254-49AA-4140-9FE6-1098B5B045F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3501" y="2007844"/>
            <a:ext cx="4774497" cy="396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95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盒子模型进阶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4-4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C627892-6979-4AA4-8455-5E7874F9B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035764"/>
              </p:ext>
            </p:extLst>
          </p:nvPr>
        </p:nvGraphicFramePr>
        <p:xfrm>
          <a:off x="785502" y="1636506"/>
          <a:ext cx="8280920" cy="504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920">
                  <a:extLst>
                    <a:ext uri="{9D8B030D-6E8A-4147-A177-3AD203B41FA5}">
                      <a16:colId xmlns:a16="http://schemas.microsoft.com/office/drawing/2014/main" val="296825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.box {  border: 1px solid red;}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#box1,#box2{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width: 100px;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border: 10px solid blue;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}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#box1 {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accent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margin: 10px;               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/* 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设置四侧相同的外边距*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}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#box2 {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accent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  margin: 0 auto;             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/* 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设置外边距，使元素水平居中*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054524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FAF8797B-0365-41A7-BE79-A1B121A2722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60245" y="931933"/>
            <a:ext cx="4583954" cy="342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显示类型设置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641011" cy="473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视觉格式化模型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285750" indent="-28575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视觉格式化模型是用于处理视觉媒体文档的算法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HTML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文档树中每一个元素都按照盒子模型生成了若干个盒子（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0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个或多个）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盒子的布局由以下因素控制：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）元素的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盒子大小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及其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显示类型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；</a:t>
            </a: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）元素的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定位方案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（文档流、浮动和绝对定位等）；</a:t>
            </a: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）文档树中的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元素之间的关系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（先后顺序、父子顺序、层叠顺序）；</a:t>
            </a: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4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）其他外部信息（视口大小、图像的本身尺寸等）。</a:t>
            </a:r>
          </a:p>
        </p:txBody>
      </p:sp>
    </p:spTree>
    <p:extLst>
      <p:ext uri="{BB962C8B-B14F-4D97-AF65-F5344CB8AC3E}">
        <p14:creationId xmlns:p14="http://schemas.microsoft.com/office/powerpoint/2010/main" val="448916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显示类型设置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02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元素类型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定义的两种基本类型：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块元素（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block-level element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在源文档中以块的形式显示的元素，块元素拥有下列特点：</a:t>
            </a:r>
          </a:p>
          <a:p>
            <a:pPr eaLnBrk="1" hangingPunct="1">
              <a:spcBef>
                <a:spcPts val="18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独立占有一行或多行空间；</a:t>
            </a:r>
          </a:p>
          <a:p>
            <a:pPr eaLnBrk="1" hangingPunct="1">
              <a:spcBef>
                <a:spcPts val="18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可以设置宽度、高度、对齐等属性；</a:t>
            </a:r>
          </a:p>
          <a:p>
            <a:pPr eaLnBrk="1" hangingPunct="1">
              <a:spcBef>
                <a:spcPts val="18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可以包含行内元素和其他的块元素。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常用的块元素有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&lt;p&gt;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&lt;h1&gt;~&lt;h6&gt;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&lt;div&gt;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&lt;ul&gt;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ol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&lt;li&gt;.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&lt;table&gt;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&lt;form&gt;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等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1548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显示类型设置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4423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元素类型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定义的两种基本类型：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行内元素（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inline-level element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在源文档中不以块形式显示，而总是优先在一行中显示的元素。行内元素拥有下列特点：</a:t>
            </a:r>
          </a:p>
          <a:p>
            <a:pPr eaLnBrk="1" hangingPunct="1">
              <a:spcBef>
                <a:spcPts val="18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不独占一行，可以和前后连续的行内元素共用同一行而不产生换行，除非内容超过父容器宽度；</a:t>
            </a: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无法修改高度（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height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）和宽度（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width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），但可以调整行高（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line-height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）；</a:t>
            </a: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仅能调节水平方向的内边距（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padding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）和外边距（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margin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常用的行内元素有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&lt;a&gt;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em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&lt;span&gt;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img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&lt;input&gt;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&lt;select&gt;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textarea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等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72314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显示类型设置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88021"/>
            <a:ext cx="11001051" cy="5476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元素类型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两种匿名元素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匿名块元素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spcBef>
                <a:spcPts val="1800"/>
              </a:spcBef>
              <a:buClr>
                <a:srgbClr val="C00000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当一个块容器盒子内部如果存在一个块元素类型的子元素时，块容器盒子内部将只能存在块盒子。此时，块容器盒子内，没有元素包裹的文字将会被按照块元素进行处理。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匿名行内元素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spcBef>
                <a:spcPts val="1800"/>
              </a:spcBef>
              <a:buClr>
                <a:srgbClr val="C00000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任何直接包含在块容器元素中的文本，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默认都被作为行内元素进行处理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，除非块容器元素中包含了任何其他块元素。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0813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显示类型设置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1130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元素类型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两种匿名元素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D343F0-0191-4806-8F2A-0A48E38EF48F}"/>
              </a:ext>
            </a:extLst>
          </p:cNvPr>
          <p:cNvSpPr/>
          <p:nvPr/>
        </p:nvSpPr>
        <p:spPr>
          <a:xfrm>
            <a:off x="767705" y="2563223"/>
            <a:ext cx="48245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&lt;style&gt;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div {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 border: 1px solid black;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&lt;/style&gt;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&lt;div&gt;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匿名块</a:t>
            </a: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&lt;p&gt;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块元素</a:t>
            </a: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&lt;/p&gt;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&lt;/div&gt;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B9D81A-0ED6-4509-8DD4-9F4BA5CEBA74}"/>
              </a:ext>
            </a:extLst>
          </p:cNvPr>
          <p:cNvSpPr/>
          <p:nvPr/>
        </p:nvSpPr>
        <p:spPr>
          <a:xfrm>
            <a:off x="6449968" y="1735192"/>
            <a:ext cx="518457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&lt;style&gt;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 {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border: 1px solid black;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&lt;/style&gt;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&lt;p&gt;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span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前的文字</a:t>
            </a: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&lt;span&gt;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这是</a:t>
            </a: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span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元素</a:t>
            </a: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&lt;/span&gt;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span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后的文字</a:t>
            </a:r>
          </a:p>
          <a:p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&lt;/p&gt;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6C327B18-C194-4038-B9B6-F8FA4845AF8E}"/>
              </a:ext>
            </a:extLst>
          </p:cNvPr>
          <p:cNvSpPr/>
          <p:nvPr/>
        </p:nvSpPr>
        <p:spPr>
          <a:xfrm>
            <a:off x="2335709" y="3870802"/>
            <a:ext cx="2448272" cy="955051"/>
          </a:xfrm>
          <a:prstGeom prst="wedgeRoundRectCallout">
            <a:avLst>
              <a:gd name="adj1" fmla="val -64181"/>
              <a:gd name="adj2" fmla="val 70895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匿名块元素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圆角矩形标注 2">
            <a:extLst>
              <a:ext uri="{FF2B5EF4-FFF2-40B4-BE49-F238E27FC236}">
                <a16:creationId xmlns:a16="http://schemas.microsoft.com/office/drawing/2014/main" id="{B394361C-95AC-438C-A044-928A108F4A87}"/>
              </a:ext>
            </a:extLst>
          </p:cNvPr>
          <p:cNvSpPr/>
          <p:nvPr/>
        </p:nvSpPr>
        <p:spPr>
          <a:xfrm>
            <a:off x="9242108" y="3150492"/>
            <a:ext cx="2448272" cy="955051"/>
          </a:xfrm>
          <a:prstGeom prst="wedgeRoundRectCallout">
            <a:avLst>
              <a:gd name="adj1" fmla="val -67576"/>
              <a:gd name="adj2" fmla="val 58709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匿名行内元素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623A36A-23FB-BE43-A259-0C185ABD8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31" y="5979543"/>
            <a:ext cx="3638550" cy="77089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8A62CD5-7698-B146-AEE8-7A9C988BF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64" y="6039728"/>
            <a:ext cx="4419600" cy="47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0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显示类型设置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473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设置显示类型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元素的类型设置决定了盒子的默认生成方式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通过设置显示类型（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display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）属性可以修改盒子的生成方式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中显示类型由两个基本特性构成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65125" lvl="1" indent="84138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内部显示类型（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inner display type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65125" lvl="1" indent="0"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规定了其后代的布局方式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65125" lvl="1" indent="84138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外部显示类型（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outer display type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65125" lvl="1" indent="0"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规定了元素生成的主盒子本身如何在文档流中布局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9866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显示类型设置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2196133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设置显示类型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739821"/>
              </p:ext>
            </p:extLst>
          </p:nvPr>
        </p:nvGraphicFramePr>
        <p:xfrm>
          <a:off x="895549" y="2700189"/>
          <a:ext cx="11017224" cy="93610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24861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9768605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936103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display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 &lt;display-outside&gt; || &lt;display-inside&gt; ] | &lt;display-</a:t>
                      </a:r>
                      <a:r>
                        <a:rPr kumimoji="1" lang="en-US" altLang="zh-CN" sz="24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listitem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&gt; |</a:t>
                      </a:r>
                    </a:p>
                    <a:p>
                      <a:pPr algn="l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&lt;display-legacy&gt; | &lt;display-box&gt; | &lt;display-internal&gt;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9093733-1E11-495E-A473-E0940155AE28}"/>
              </a:ext>
            </a:extLst>
          </p:cNvPr>
          <p:cNvSpPr/>
          <p:nvPr/>
        </p:nvSpPr>
        <p:spPr>
          <a:xfrm>
            <a:off x="775471" y="1692077"/>
            <a:ext cx="82285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通过调整外边距，可以修改盒子在所在包含元素中的</a:t>
            </a:r>
            <a:r>
              <a:rPr lang="zh-CN" alt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定位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063426-B168-F74F-9763-3BBB03713245}"/>
              </a:ext>
            </a:extLst>
          </p:cNvPr>
          <p:cNvSpPr/>
          <p:nvPr/>
        </p:nvSpPr>
        <p:spPr>
          <a:xfrm>
            <a:off x="908522" y="4186223"/>
            <a:ext cx="960042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6225" algn="just"/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为了兼容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CSS2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语法，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display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属性支持简写属性，绝大部分情况下只需要设置一个属性值，其他属性值将使用约定的默认值。下面列出一些常用的简写属性及对应的完整属性值。</a:t>
            </a:r>
          </a:p>
          <a:p>
            <a:pPr indent="276225" algn="just"/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block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block flow</a:t>
            </a:r>
            <a:endParaRPr lang="zh-CN" altLang="zh-CN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indent="276225" algn="just"/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inline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inline flow</a:t>
            </a:r>
            <a:endParaRPr lang="zh-CN" altLang="zh-CN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indent="276225" algn="just"/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inline-block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inline flow-root</a:t>
            </a:r>
          </a:p>
          <a:p>
            <a:pPr indent="276225" algn="just"/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list-item</a:t>
            </a:r>
            <a:r>
              <a:rPr lang="zh-CN" altLang="zh-CN" dirty="0"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block flow list-item</a:t>
            </a:r>
            <a:r>
              <a:rPr lang="zh-CN" altLang="zh-CN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70035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显示类型设置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749266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设置显示类型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048BB95-D978-45DE-8DDF-EF3E3BED1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813134"/>
              </p:ext>
            </p:extLst>
          </p:nvPr>
        </p:nvGraphicFramePr>
        <p:xfrm>
          <a:off x="802924" y="2377137"/>
          <a:ext cx="10945217" cy="3450348"/>
        </p:xfrm>
        <a:graphic>
          <a:graphicData uri="http://schemas.openxmlformats.org/drawingml/2006/table">
            <a:tbl>
              <a:tblPr firstRow="1" firstCol="1" bandRow="1"/>
              <a:tblGrid>
                <a:gridCol w="2324873">
                  <a:extLst>
                    <a:ext uri="{9D8B030D-6E8A-4147-A177-3AD203B41FA5}">
                      <a16:colId xmlns:a16="http://schemas.microsoft.com/office/drawing/2014/main" val="2142470569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632387702"/>
                    </a:ext>
                  </a:extLst>
                </a:gridCol>
                <a:gridCol w="5596008">
                  <a:extLst>
                    <a:ext uri="{9D8B030D-6E8A-4147-A177-3AD203B41FA5}">
                      <a16:colId xmlns:a16="http://schemas.microsoft.com/office/drawing/2014/main" val="2234038119"/>
                    </a:ext>
                  </a:extLst>
                </a:gridCol>
              </a:tblGrid>
              <a:tr h="33121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</a:t>
                      </a:r>
                      <a:endParaRPr lang="zh-CN" sz="2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981462"/>
                  </a:ext>
                </a:extLst>
              </a:tr>
              <a:tr h="331218"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&lt;display-outside&gt;</a:t>
                      </a:r>
                      <a:endParaRPr lang="zh-CN" sz="2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block</a:t>
                      </a:r>
                      <a:endParaRPr lang="zh-CN" sz="3200" kern="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外部以块方式显示</a:t>
                      </a: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2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338328"/>
                  </a:ext>
                </a:extLst>
              </a:tr>
              <a:tr h="3312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inline</a:t>
                      </a: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3200" kern="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外部以行内方式显</a:t>
                      </a:r>
                      <a:endParaRPr lang="zh-CN" sz="2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940830"/>
                  </a:ext>
                </a:extLst>
              </a:tr>
              <a:tr h="3312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run-in</a:t>
                      </a:r>
                      <a:r>
                        <a:rPr lang="zh-CN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（实验性质）</a:t>
                      </a:r>
                      <a:endParaRPr lang="zh-CN" sz="2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自动根据上下文作为块级元素或行内元素显示</a:t>
                      </a:r>
                      <a:endParaRPr lang="zh-CN" sz="2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886040"/>
                  </a:ext>
                </a:extLst>
              </a:tr>
              <a:tr h="331218">
                <a:tc rowSpan="6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&lt;display-inside&gt;</a:t>
                      </a:r>
                      <a:endParaRPr lang="zh-CN" sz="2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flow</a:t>
                      </a: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（实验性质）</a:t>
                      </a:r>
                      <a:endParaRPr lang="zh-CN" sz="2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根据外部显示类型生成内部容器并按照流式布局</a:t>
                      </a:r>
                      <a:endParaRPr lang="zh-CN" sz="2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214884"/>
                  </a:ext>
                </a:extLst>
              </a:tr>
              <a:tr h="3312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flow-root</a:t>
                      </a:r>
                      <a:endParaRPr lang="zh-CN" sz="2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内部生成块容器，然后按流式布局</a:t>
                      </a:r>
                      <a:endParaRPr lang="zh-CN" sz="2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950440"/>
                  </a:ext>
                </a:extLst>
              </a:tr>
              <a:tr h="3312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table</a:t>
                      </a:r>
                      <a:endParaRPr lang="zh-CN" sz="2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内部按照表格方式布局</a:t>
                      </a:r>
                      <a:endParaRPr lang="zh-CN" sz="2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190934"/>
                  </a:ext>
                </a:extLst>
              </a:tr>
              <a:tr h="3312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85898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flex</a:t>
                      </a:r>
                      <a:endParaRPr lang="zh-CN" altLang="en-US" sz="2400" kern="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内部按照弹性方式布局</a:t>
                      </a:r>
                      <a:endParaRPr lang="zh-CN" sz="2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839578"/>
                  </a:ext>
                </a:extLst>
              </a:tr>
              <a:tr h="3312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85898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grid</a:t>
                      </a:r>
                      <a:endParaRPr lang="zh-CN" altLang="en-US" sz="2400" kern="0" dirty="0">
                        <a:solidFill>
                          <a:schemeClr val="accent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内部按照网格方式布局</a:t>
                      </a:r>
                      <a:endParaRPr lang="zh-CN" sz="2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499127"/>
                  </a:ext>
                </a:extLst>
              </a:tr>
              <a:tr h="3312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ruby</a:t>
                      </a: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（实验性质）</a:t>
                      </a:r>
                      <a:endParaRPr lang="zh-CN" sz="2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内部按照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Ruby</a:t>
                      </a: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方式布局</a:t>
                      </a:r>
                      <a:endParaRPr lang="zh-CN" sz="2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33487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1FC6C14-C009-41C9-9F7B-904F95C9D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552338"/>
              </p:ext>
            </p:extLst>
          </p:nvPr>
        </p:nvGraphicFramePr>
        <p:xfrm>
          <a:off x="802924" y="5827485"/>
          <a:ext cx="10945217" cy="548640"/>
        </p:xfrm>
        <a:graphic>
          <a:graphicData uri="http://schemas.openxmlformats.org/drawingml/2006/table">
            <a:tbl>
              <a:tblPr firstRow="1" firstCol="1" bandRow="1"/>
              <a:tblGrid>
                <a:gridCol w="2324873">
                  <a:extLst>
                    <a:ext uri="{9D8B030D-6E8A-4147-A177-3AD203B41FA5}">
                      <a16:colId xmlns:a16="http://schemas.microsoft.com/office/drawing/2014/main" val="1877132329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733783294"/>
                    </a:ext>
                  </a:extLst>
                </a:gridCol>
                <a:gridCol w="5596008">
                  <a:extLst>
                    <a:ext uri="{9D8B030D-6E8A-4147-A177-3AD203B41FA5}">
                      <a16:colId xmlns:a16="http://schemas.microsoft.com/office/drawing/2014/main" val="1587041458"/>
                    </a:ext>
                  </a:extLst>
                </a:gridCol>
              </a:tblGrid>
              <a:tr h="46706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1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&lt;display-listitem&gt;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&lt;display-outside&gt;? &amp;&amp; [ flow | flow-root ]? &amp;&amp; list-item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除了根据内部和外部显示类别显示外，另外附加表示列表项的标记盒子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203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133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显示类型设置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840" y="1777811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设置显示类型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048BB95-D978-45DE-8DDF-EF3E3BED1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333684"/>
              </p:ext>
            </p:extLst>
          </p:nvPr>
        </p:nvGraphicFramePr>
        <p:xfrm>
          <a:off x="787840" y="2340149"/>
          <a:ext cx="10945217" cy="3701424"/>
        </p:xfrm>
        <a:graphic>
          <a:graphicData uri="http://schemas.openxmlformats.org/drawingml/2006/table">
            <a:tbl>
              <a:tblPr firstRow="1" firstCol="1" bandRow="1"/>
              <a:tblGrid>
                <a:gridCol w="2510753">
                  <a:extLst>
                    <a:ext uri="{9D8B030D-6E8A-4147-A177-3AD203B41FA5}">
                      <a16:colId xmlns:a16="http://schemas.microsoft.com/office/drawing/2014/main" val="2142470569"/>
                    </a:ext>
                  </a:extLst>
                </a:gridCol>
                <a:gridCol w="2421492">
                  <a:extLst>
                    <a:ext uri="{9D8B030D-6E8A-4147-A177-3AD203B41FA5}">
                      <a16:colId xmlns:a16="http://schemas.microsoft.com/office/drawing/2014/main" val="3632387702"/>
                    </a:ext>
                  </a:extLst>
                </a:gridCol>
                <a:gridCol w="6012972">
                  <a:extLst>
                    <a:ext uri="{9D8B030D-6E8A-4147-A177-3AD203B41FA5}">
                      <a16:colId xmlns:a16="http://schemas.microsoft.com/office/drawing/2014/main" val="2234038119"/>
                    </a:ext>
                  </a:extLst>
                </a:gridCol>
              </a:tblGrid>
              <a:tr h="21419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981462"/>
                  </a:ext>
                </a:extLst>
              </a:tr>
              <a:tr h="428388"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&lt;display-legacy&gt;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inline-block</a:t>
                      </a:r>
                      <a:endParaRPr lang="zh-CN" sz="2400" kern="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外部以行内方式显示，内部产生新的块容器并按流式布局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202416"/>
                  </a:ext>
                </a:extLst>
              </a:tr>
              <a:tr h="4283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inline-table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外部以行内方式显示，其内部按照表格方式布局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886407"/>
                  </a:ext>
                </a:extLst>
              </a:tr>
              <a:tr h="4283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inline-flex</a:t>
                      </a:r>
                      <a:endParaRPr lang="zh-CN" sz="2400" kern="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外部以行内方式显示，内部按照弹性方式布局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679009"/>
                  </a:ext>
                </a:extLst>
              </a:tr>
              <a:tr h="4283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inline-grid</a:t>
                      </a:r>
                      <a:endParaRPr lang="zh-CN" sz="2400" kern="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外部以行内方式显示，内部按照网格方式布局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874831"/>
                  </a:ext>
                </a:extLst>
              </a:tr>
              <a:tr h="428388"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&lt;display-box&gt;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  <a:endParaRPr lang="zh-CN" sz="2400" b="1" kern="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隐藏元素及其后代元素，就像不存在一样</a:t>
                      </a:r>
                      <a:endParaRPr lang="zh-CN" sz="2400" kern="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8147792"/>
                  </a:ext>
                </a:extLst>
              </a:tr>
              <a:tr h="4283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contents</a:t>
                      </a:r>
                      <a:r>
                        <a:rPr lang="zh-CN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（实验性质）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隐藏元素本身，但其内部的内容不受影响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1217556"/>
                  </a:ext>
                </a:extLst>
              </a:tr>
              <a:tr h="428388"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&lt;display-internal&gt;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table-*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表格内部元素相关显示方式，不展开介绍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334488"/>
                  </a:ext>
                </a:extLst>
              </a:tr>
              <a:tr h="4283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ruby-*</a:t>
                      </a:r>
                      <a:r>
                        <a:rPr lang="zh-CN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（实验性质）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Ruby</a:t>
                      </a:r>
                      <a:r>
                        <a:rPr lang="zh-CN" sz="18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内部元素相关显示方式，不展开介绍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875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77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显示类型设置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4-5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5124190" y="1464321"/>
            <a:ext cx="6840759" cy="4835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&lt;body&gt;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&lt;p&gt;</a:t>
            </a:r>
            <a:r>
              <a:rPr lang="zh-CN" altLang="en-US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设置显示类别</a:t>
            </a: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&lt;/p&gt;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&lt;div class="box"&gt;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&lt;span id="box1" class="element"&gt;box1 span-&gt; block&lt;/span&gt;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&lt;a </a:t>
            </a:r>
            <a:r>
              <a:rPr lang="en-US" altLang="zh-CN" sz="1600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href</a:t>
            </a: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="#" id="box2" class="element"&gt;box2 a-&gt; block&lt;/a&gt;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&lt;p id="box3" class="element"&gt;box3 p-&gt; inline&lt;/p&gt;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id="box4" class="element"&gt;box4 div-&gt; inline&lt;/div&gt;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id="box5" class="element"&gt;box5 div-&gt; list-item&lt;/div&gt;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id="box6" class="element"&gt;box6 div-&gt; inline-block&lt;/div&gt;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id="box7" class="element"&gt;box7 div-&gt; inline-block&lt;/div&gt;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id="box8" class="element"&gt;box8 div-&gt; none&lt;/div&gt;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&lt;/body&gt;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F509118-A41A-4E7E-854F-96016E223E0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5470" y="1959852"/>
            <a:ext cx="4752528" cy="401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825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显示类型设置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4-5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5720085" y="1538480"/>
            <a:ext cx="6073053" cy="446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&lt;style type="text/</a:t>
            </a:r>
            <a:r>
              <a:rPr lang="en-US" altLang="zh-CN" sz="1600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css</a:t>
            </a: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"&gt;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.box { border: 1px dashed black;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.element{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background-color: #c9c9c9;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margin: 20px;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#box1,#box2{    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display: block;        </a:t>
            </a: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#box3,#box4 {   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display: inline;       </a:t>
            </a: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#box5 {         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display: list-item;    </a:t>
            </a: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#box6,#box7 {   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display: inline-block; </a:t>
            </a: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#box8 {         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display: none;         </a:t>
            </a: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&lt;/style&gt;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F509118-A41A-4E7E-854F-96016E223E0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5509" y="1844909"/>
            <a:ext cx="4752528" cy="401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3531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定位方案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文档流（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Normal flow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相对定位（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Relative Positioning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绝对定位（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Absolute Positioning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固定定位（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Fixed Positioning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粘性定位（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Sticky Positioning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浮动（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Floats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22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265" y="1818252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设置定位属性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011591"/>
              </p:ext>
            </p:extLst>
          </p:nvPr>
        </p:nvGraphicFramePr>
        <p:xfrm>
          <a:off x="783651" y="2462059"/>
          <a:ext cx="8856984" cy="93610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936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position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static | absolute | fixed | relative |sticky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8B2B4E4-4BBD-45BB-82C7-DA7A23869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985629"/>
              </p:ext>
            </p:extLst>
          </p:nvPr>
        </p:nvGraphicFramePr>
        <p:xfrm>
          <a:off x="783651" y="3743944"/>
          <a:ext cx="9324566" cy="2376266"/>
        </p:xfrm>
        <a:graphic>
          <a:graphicData uri="http://schemas.openxmlformats.org/drawingml/2006/table">
            <a:tbl>
              <a:tblPr firstRow="1" firstCol="1" bandRow="1"/>
              <a:tblGrid>
                <a:gridCol w="1840670">
                  <a:extLst>
                    <a:ext uri="{9D8B030D-6E8A-4147-A177-3AD203B41FA5}">
                      <a16:colId xmlns:a16="http://schemas.microsoft.com/office/drawing/2014/main" val="4069087407"/>
                    </a:ext>
                  </a:extLst>
                </a:gridCol>
                <a:gridCol w="7483896">
                  <a:extLst>
                    <a:ext uri="{9D8B030D-6E8A-4147-A177-3AD203B41FA5}">
                      <a16:colId xmlns:a16="http://schemas.microsoft.com/office/drawing/2014/main" val="4183107799"/>
                    </a:ext>
                  </a:extLst>
                </a:gridCol>
              </a:tblGrid>
              <a:tr h="36248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132659"/>
                  </a:ext>
                </a:extLst>
              </a:tr>
              <a:tr h="402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静态，即按文档流方式进行定位，默认值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183347"/>
                  </a:ext>
                </a:extLst>
              </a:tr>
              <a:tr h="402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absolute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绝对定位，以相对于</a:t>
                      </a:r>
                      <a:r>
                        <a:rPr lang="en-US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</a:t>
                      </a: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定位以外的第一个父元素进行定位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752286"/>
                  </a:ext>
                </a:extLst>
              </a:tr>
              <a:tr h="402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fixed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固定定位，以视口位置进行定位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972711"/>
                  </a:ext>
                </a:extLst>
              </a:tr>
              <a:tr h="402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relative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相对定位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283205"/>
                  </a:ext>
                </a:extLst>
              </a:tr>
              <a:tr h="402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sticky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粘性定位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5678712"/>
                  </a:ext>
                </a:extLst>
              </a:tr>
            </a:tbl>
          </a:graphicData>
        </a:graphic>
      </p:graphicFrame>
      <p:sp>
        <p:nvSpPr>
          <p:cNvPr id="8" name="圆角矩形标注 2">
            <a:extLst>
              <a:ext uri="{FF2B5EF4-FFF2-40B4-BE49-F238E27FC236}">
                <a16:creationId xmlns:a16="http://schemas.microsoft.com/office/drawing/2014/main" id="{5BE99B3E-45D8-42F2-B91C-65AA4036EA51}"/>
              </a:ext>
            </a:extLst>
          </p:cNvPr>
          <p:cNvSpPr/>
          <p:nvPr/>
        </p:nvSpPr>
        <p:spPr>
          <a:xfrm>
            <a:off x="7016229" y="1404045"/>
            <a:ext cx="3744416" cy="712232"/>
          </a:xfrm>
          <a:prstGeom prst="wedgeRoundRectCallout">
            <a:avLst>
              <a:gd name="adj1" fmla="val -61712"/>
              <a:gd name="adj2" fmla="val 127300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ts val="1800"/>
              </a:spcBef>
              <a:buClr>
                <a:srgbClr val="C00000"/>
              </a:buClr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设置除浮动外的其他定位方式</a:t>
            </a:r>
          </a:p>
        </p:txBody>
      </p:sp>
    </p:spTree>
    <p:extLst>
      <p:ext uri="{BB962C8B-B14F-4D97-AF65-F5344CB8AC3E}">
        <p14:creationId xmlns:p14="http://schemas.microsoft.com/office/powerpoint/2010/main" val="250188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843" y="2398204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400" b="1" dirty="0">
                <a:latin typeface="Times New Roman" pitchFamily="18" charset="0"/>
              </a:rPr>
              <a:t>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设置定位偏移属性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351581"/>
              </p:ext>
            </p:extLst>
          </p:nvPr>
        </p:nvGraphicFramePr>
        <p:xfrm>
          <a:off x="895549" y="2915850"/>
          <a:ext cx="8856984" cy="16845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168456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top</a:t>
                      </a:r>
                    </a:p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bottom</a:t>
                      </a:r>
                    </a:p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left</a:t>
                      </a:r>
                    </a:p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right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&lt;length&gt; | &lt;percentage&gt; |  </a:t>
                      </a:r>
                      <a:r>
                        <a:rPr lang="en-US" altLang="zh-CN" sz="2400" kern="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auto</a:t>
                      </a: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8B2B4E4-4BBD-45BB-82C7-DA7A23869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762796"/>
              </p:ext>
            </p:extLst>
          </p:nvPr>
        </p:nvGraphicFramePr>
        <p:xfrm>
          <a:off x="845196" y="4830760"/>
          <a:ext cx="9324566" cy="1570752"/>
        </p:xfrm>
        <a:graphic>
          <a:graphicData uri="http://schemas.openxmlformats.org/drawingml/2006/table">
            <a:tbl>
              <a:tblPr firstRow="1" firstCol="1" bandRow="1"/>
              <a:tblGrid>
                <a:gridCol w="1840670">
                  <a:extLst>
                    <a:ext uri="{9D8B030D-6E8A-4147-A177-3AD203B41FA5}">
                      <a16:colId xmlns:a16="http://schemas.microsoft.com/office/drawing/2014/main" val="4069087407"/>
                    </a:ext>
                  </a:extLst>
                </a:gridCol>
                <a:gridCol w="7483896">
                  <a:extLst>
                    <a:ext uri="{9D8B030D-6E8A-4147-A177-3AD203B41FA5}">
                      <a16:colId xmlns:a16="http://schemas.microsoft.com/office/drawing/2014/main" val="4183107799"/>
                    </a:ext>
                  </a:extLst>
                </a:gridCol>
              </a:tblGrid>
              <a:tr h="36248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132659"/>
                  </a:ext>
                </a:extLst>
              </a:tr>
              <a:tr h="402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&lt;length&gt;</a:t>
                      </a:r>
                      <a:endParaRPr lang="zh-CN" altLang="en-US" sz="20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2000" kern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使用长度单位描述对应方位的偏移量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183347"/>
                  </a:ext>
                </a:extLst>
              </a:tr>
              <a:tr h="402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&lt;percentage&gt;</a:t>
                      </a:r>
                      <a:endParaRPr lang="zh-CN" altLang="en-US" sz="20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2000" kern="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使用百分比描述对应方位的偏移量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752286"/>
                  </a:ext>
                </a:extLst>
              </a:tr>
              <a:tr h="402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auto</a:t>
                      </a:r>
                      <a:endParaRPr lang="zh-CN" altLang="en-US" sz="20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2000" kern="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浏览器自动计算，默认值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972711"/>
                  </a:ext>
                </a:extLst>
              </a:tr>
            </a:tbl>
          </a:graphicData>
        </a:graphic>
      </p:graphicFrame>
      <p:sp>
        <p:nvSpPr>
          <p:cNvPr id="12" name="Text Box 15">
            <a:extLst>
              <a:ext uri="{FF2B5EF4-FFF2-40B4-BE49-F238E27FC236}">
                <a16:creationId xmlns:a16="http://schemas.microsoft.com/office/drawing/2014/main" id="{79F31362-C1AE-4992-BE3E-C18C82E21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196" y="1746013"/>
            <a:ext cx="89576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当定位方式为非</a:t>
            </a:r>
            <a:r>
              <a:rPr kumimoji="1" lang="en-US" altLang="zh-CN" sz="2400" b="1" dirty="0">
                <a:latin typeface="Times New Roman" pitchFamily="18" charset="0"/>
              </a:rPr>
              <a:t>static</a:t>
            </a:r>
            <a:r>
              <a:rPr kumimoji="1" lang="zh-CN" altLang="en-US" sz="2400" b="1" dirty="0">
                <a:latin typeface="Times New Roman" pitchFamily="18" charset="0"/>
              </a:rPr>
              <a:t>时，需要使用四个方向的偏移来配合定位</a:t>
            </a:r>
          </a:p>
        </p:txBody>
      </p:sp>
    </p:spTree>
    <p:extLst>
      <p:ext uri="{BB962C8B-B14F-4D97-AF65-F5344CB8AC3E}">
        <p14:creationId xmlns:p14="http://schemas.microsoft.com/office/powerpoint/2010/main" val="10716141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4-6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4982846" y="1170229"/>
            <a:ext cx="6768752" cy="5428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&lt;body&gt;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&lt;p&gt;</a:t>
            </a: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设置定位属性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&lt;/p&gt;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&lt;div class="box"&gt;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id="box1" class="block"&gt;box1 </a:t>
            </a: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未设置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id="box2" class="block"&gt;box2 static&lt;/div&gt;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</a:t>
            </a:r>
            <a:r>
              <a:rPr lang="en-US" altLang="zh-CN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em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class="inline"&gt;inline-element1&lt;/</a:t>
            </a:r>
            <a:r>
              <a:rPr lang="en-US" altLang="zh-CN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em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</a:t>
            </a:r>
            <a:r>
              <a:rPr lang="en-US" altLang="zh-CN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em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class="inline"&gt;inline-element2&lt;/</a:t>
            </a:r>
            <a:r>
              <a:rPr lang="en-US" altLang="zh-CN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em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id="box3" class="block"&gt;box3 relative&lt;/div&gt;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id="box4" class="block"&gt;box4 absolute&lt;/div&gt;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id="box5" class="block"&gt;box5 fixed&lt;/div&gt;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&lt;div id="box6" class="block"&gt;box6 sticky&lt;/div&gt;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&lt;/body&gt;</a:t>
            </a:r>
            <a:endParaRPr lang="zh-CN" altLang="en-US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DB68767-B770-440F-94D4-A049F05EF5D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98972" y="2359077"/>
            <a:ext cx="4248472" cy="370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377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4-6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5936109" y="1159763"/>
            <a:ext cx="4546908" cy="5428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kern="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添加外边距、边框尺寸、背景色等样式</a:t>
            </a:r>
            <a:endParaRPr lang="en-US" altLang="zh-CN" kern="1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body{  margin:0; height:800px  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.box 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width:300px;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border: 1px dashed black;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background-color: </a:t>
            </a:r>
            <a:r>
              <a:rPr lang="en-US" altLang="zh-CN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blanchedalmond</a:t>
            </a: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.block 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margin: 10px;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height: 30px;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border: 1px solid black;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background-color: #c9c9c9;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}</a:t>
            </a:r>
            <a:endParaRPr lang="zh-CN" altLang="en-US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A8179DA-5612-414B-B69E-3DE01E9C6D5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95549" y="2196133"/>
            <a:ext cx="4248472" cy="370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770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4-6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A8179DA-5612-414B-B69E-3DE01E9C6D5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95549" y="2196133"/>
            <a:ext cx="4248472" cy="370403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210F81D-1E6B-49F9-8973-C655150BB3FA}"/>
              </a:ext>
            </a:extLst>
          </p:cNvPr>
          <p:cNvSpPr/>
          <p:nvPr/>
        </p:nvSpPr>
        <p:spPr>
          <a:xfrm>
            <a:off x="5792093" y="1991242"/>
            <a:ext cx="4968636" cy="4182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.inline{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margin: 10px;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en-US" altLang="zh-CN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position:static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;     /* </a:t>
            </a:r>
            <a:r>
              <a:rPr lang="zh-CN" altLang="en-US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设置为静态*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background-color: #c9c9c9;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#box2 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en-US" altLang="zh-CN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position:static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;     /* </a:t>
            </a:r>
            <a:r>
              <a:rPr lang="zh-CN" altLang="en-US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设置为静态*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top:50px;            /* </a:t>
            </a:r>
            <a:r>
              <a:rPr lang="zh-CN" altLang="en-US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无效设置*</a:t>
            </a: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left: 50px;          /* </a:t>
            </a:r>
            <a:r>
              <a:rPr lang="zh-CN" altLang="en-US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无效设置*</a:t>
            </a: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}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81FD91D-A56F-46CD-91F1-835C8BADD2AA}"/>
              </a:ext>
            </a:extLst>
          </p:cNvPr>
          <p:cNvCxnSpPr>
            <a:cxnSpLocks/>
          </p:cNvCxnSpPr>
          <p:nvPr/>
        </p:nvCxnSpPr>
        <p:spPr>
          <a:xfrm flipH="1" flipV="1">
            <a:off x="2185528" y="3632277"/>
            <a:ext cx="336296" cy="2406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EA3F096-E582-466E-A8FE-4C8BF45EF36B}"/>
              </a:ext>
            </a:extLst>
          </p:cNvPr>
          <p:cNvCxnSpPr>
            <a:cxnSpLocks/>
          </p:cNvCxnSpPr>
          <p:nvPr/>
        </p:nvCxnSpPr>
        <p:spPr>
          <a:xfrm flipV="1">
            <a:off x="2521824" y="4070894"/>
            <a:ext cx="651155" cy="1967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B8F0A29-62F2-4879-85EE-95C57BC95572}"/>
              </a:ext>
            </a:extLst>
          </p:cNvPr>
          <p:cNvCxnSpPr>
            <a:cxnSpLocks/>
          </p:cNvCxnSpPr>
          <p:nvPr/>
        </p:nvCxnSpPr>
        <p:spPr>
          <a:xfrm flipH="1" flipV="1">
            <a:off x="1831655" y="4284366"/>
            <a:ext cx="690169" cy="1754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4BC2CEB-513D-42B7-A6BC-DE754FC24720}"/>
              </a:ext>
            </a:extLst>
          </p:cNvPr>
          <p:cNvCxnSpPr>
            <a:cxnSpLocks/>
          </p:cNvCxnSpPr>
          <p:nvPr/>
        </p:nvCxnSpPr>
        <p:spPr>
          <a:xfrm flipV="1">
            <a:off x="2521824" y="4284366"/>
            <a:ext cx="212352" cy="1754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1C99C195-0DA8-4804-B44A-4081D37E91AC}"/>
              </a:ext>
            </a:extLst>
          </p:cNvPr>
          <p:cNvSpPr/>
          <p:nvPr/>
        </p:nvSpPr>
        <p:spPr>
          <a:xfrm>
            <a:off x="1831654" y="6038857"/>
            <a:ext cx="1939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position:static</a:t>
            </a:r>
            <a:endParaRPr lang="en-US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B30C9ED-4ED2-4813-B6F9-7F59C95755C7}"/>
              </a:ext>
            </a:extLst>
          </p:cNvPr>
          <p:cNvCxnSpPr>
            <a:cxnSpLocks/>
          </p:cNvCxnSpPr>
          <p:nvPr/>
        </p:nvCxnSpPr>
        <p:spPr>
          <a:xfrm flipH="1" flipV="1">
            <a:off x="1663506" y="4572397"/>
            <a:ext cx="858317" cy="1466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2093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4-6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667B2A-4D7A-4FDE-840A-42CC84406765}"/>
              </a:ext>
            </a:extLst>
          </p:cNvPr>
          <p:cNvSpPr/>
          <p:nvPr/>
        </p:nvSpPr>
        <p:spPr>
          <a:xfrm>
            <a:off x="5188251" y="1732065"/>
            <a:ext cx="6712637" cy="4874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#box3 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position: relative;  /* </a:t>
            </a:r>
            <a:r>
              <a:rPr lang="zh-CN" altLang="en-US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相对定位*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top:50px;            /* </a:t>
            </a:r>
            <a:r>
              <a:rPr lang="zh-CN" altLang="en-US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顶部偏移*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left: 50px;          /* </a:t>
            </a:r>
            <a:r>
              <a:rPr lang="zh-CN" altLang="en-US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左侧偏移*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#box4 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position: absolute;  /* </a:t>
            </a:r>
            <a:r>
              <a:rPr lang="zh-CN" altLang="en-US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绝对定位*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top:50px;            /* </a:t>
            </a:r>
            <a:r>
              <a:rPr lang="zh-CN" altLang="en-US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顶部偏移*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left: 350px;         /* </a:t>
            </a:r>
            <a:r>
              <a:rPr lang="zh-CN" altLang="en-US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左侧偏移*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EF5D344-06C4-47F8-B1E6-B0CD47C5F87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3811" y="2268141"/>
            <a:ext cx="4248472" cy="3704036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8D7616D-9400-4F04-92CF-1D99DA72CD2E}"/>
              </a:ext>
            </a:extLst>
          </p:cNvPr>
          <p:cNvCxnSpPr>
            <a:cxnSpLocks/>
          </p:cNvCxnSpPr>
          <p:nvPr/>
        </p:nvCxnSpPr>
        <p:spPr>
          <a:xfrm flipH="1">
            <a:off x="2119685" y="2412157"/>
            <a:ext cx="3456384" cy="273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C1C10DC-D04D-47EF-AFF2-EF08494FC0F2}"/>
              </a:ext>
            </a:extLst>
          </p:cNvPr>
          <p:cNvCxnSpPr>
            <a:cxnSpLocks/>
          </p:cNvCxnSpPr>
          <p:nvPr/>
        </p:nvCxnSpPr>
        <p:spPr>
          <a:xfrm flipH="1" flipV="1">
            <a:off x="4495949" y="3708301"/>
            <a:ext cx="1152128" cy="100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2717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4-6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281B0A-F19A-4005-A6B5-9832F0C46D7D}"/>
              </a:ext>
            </a:extLst>
          </p:cNvPr>
          <p:cNvSpPr/>
          <p:nvPr/>
        </p:nvSpPr>
        <p:spPr>
          <a:xfrm>
            <a:off x="5504507" y="1991242"/>
            <a:ext cx="6080125" cy="39976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#box5 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position: fixed;    /* </a:t>
            </a:r>
            <a:r>
              <a:rPr lang="zh-CN" altLang="en-US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固定定位*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top:50%;            /* </a:t>
            </a:r>
            <a:r>
              <a:rPr lang="zh-CN" altLang="en-US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顶部偏移*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right: 50px;        /* </a:t>
            </a:r>
            <a:r>
              <a:rPr lang="zh-CN" altLang="en-US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左侧偏移*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#box6 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position: sticky;    /* </a:t>
            </a:r>
            <a:r>
              <a:rPr lang="zh-CN" altLang="en-US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粘性定位*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top:50px;            /* </a:t>
            </a:r>
            <a:r>
              <a:rPr lang="zh-CN" altLang="en-US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顶部偏移 *</a:t>
            </a:r>
            <a:r>
              <a:rPr lang="en-US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}</a:t>
            </a:r>
            <a:endParaRPr lang="zh-CN" altLang="en-US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2CD9373-6094-49E8-882E-0E55E85D065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77616" y="2268141"/>
            <a:ext cx="4624875" cy="365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9895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764085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设置浮动语法格式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</a:rPr>
              <a:t>、设置浮动属性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220691"/>
              </p:ext>
            </p:extLst>
          </p:nvPr>
        </p:nvGraphicFramePr>
        <p:xfrm>
          <a:off x="903995" y="2309769"/>
          <a:ext cx="8856984" cy="8940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89402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float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left | right |  none</a:t>
                      </a: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8B2B4E4-4BBD-45BB-82C7-DA7A23869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153486"/>
              </p:ext>
            </p:extLst>
          </p:nvPr>
        </p:nvGraphicFramePr>
        <p:xfrm>
          <a:off x="903995" y="3633009"/>
          <a:ext cx="9324566" cy="2040717"/>
        </p:xfrm>
        <a:graphic>
          <a:graphicData uri="http://schemas.openxmlformats.org/drawingml/2006/table">
            <a:tbl>
              <a:tblPr firstRow="1" firstCol="1" bandRow="1"/>
              <a:tblGrid>
                <a:gridCol w="1840670">
                  <a:extLst>
                    <a:ext uri="{9D8B030D-6E8A-4147-A177-3AD203B41FA5}">
                      <a16:colId xmlns:a16="http://schemas.microsoft.com/office/drawing/2014/main" val="4069087407"/>
                    </a:ext>
                  </a:extLst>
                </a:gridCol>
                <a:gridCol w="7483896">
                  <a:extLst>
                    <a:ext uri="{9D8B030D-6E8A-4147-A177-3AD203B41FA5}">
                      <a16:colId xmlns:a16="http://schemas.microsoft.com/office/drawing/2014/main" val="4183107799"/>
                    </a:ext>
                  </a:extLst>
                </a:gridCol>
              </a:tblGrid>
              <a:tr h="47093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132659"/>
                  </a:ext>
                </a:extLst>
              </a:tr>
              <a:tr h="5232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left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元素向左浮动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183347"/>
                  </a:ext>
                </a:extLst>
              </a:tr>
              <a:tr h="5232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right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元素向右浮动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752286"/>
                  </a:ext>
                </a:extLst>
              </a:tr>
              <a:tr h="5232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元素不浮动，默认值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972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8431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37FA604-4B9C-4EC5-8BEF-A4803280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670" y="1777811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清除浮动语法格式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A28ACBB-72CD-45C5-9AB5-D610AF8C6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71" y="1166812"/>
            <a:ext cx="7921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</a:rPr>
              <a:t>、设置浮动属性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7DC955-9623-481B-B403-F7F4CA62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419881"/>
              </p:ext>
            </p:extLst>
          </p:nvPr>
        </p:nvGraphicFramePr>
        <p:xfrm>
          <a:off x="903995" y="2309769"/>
          <a:ext cx="8856984" cy="71374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215690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7641294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71374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clear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left | right |  both | none</a:t>
                      </a: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8B2B4E4-4BBD-45BB-82C7-DA7A23869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66687"/>
              </p:ext>
            </p:extLst>
          </p:nvPr>
        </p:nvGraphicFramePr>
        <p:xfrm>
          <a:off x="903995" y="3452727"/>
          <a:ext cx="9324566" cy="1973509"/>
        </p:xfrm>
        <a:graphic>
          <a:graphicData uri="http://schemas.openxmlformats.org/drawingml/2006/table">
            <a:tbl>
              <a:tblPr firstRow="1" firstCol="1" bandRow="1"/>
              <a:tblGrid>
                <a:gridCol w="1840670">
                  <a:extLst>
                    <a:ext uri="{9D8B030D-6E8A-4147-A177-3AD203B41FA5}">
                      <a16:colId xmlns:a16="http://schemas.microsoft.com/office/drawing/2014/main" val="4069087407"/>
                    </a:ext>
                  </a:extLst>
                </a:gridCol>
                <a:gridCol w="7483896">
                  <a:extLst>
                    <a:ext uri="{9D8B030D-6E8A-4147-A177-3AD203B41FA5}">
                      <a16:colId xmlns:a16="http://schemas.microsoft.com/office/drawing/2014/main" val="4183107799"/>
                    </a:ext>
                  </a:extLst>
                </a:gridCol>
              </a:tblGrid>
              <a:tr h="36248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132659"/>
                  </a:ext>
                </a:extLst>
              </a:tr>
              <a:tr h="402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left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左侧不允许有浮动元素，即清除左侧浮动元素带来的影响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183347"/>
                  </a:ext>
                </a:extLst>
              </a:tr>
              <a:tr h="402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right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右侧不允许有浮动元素，即清除右侧浮动元素带来的影响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752286"/>
                  </a:ext>
                </a:extLst>
              </a:tr>
              <a:tr h="402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both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取消所有浮动设置带来的影响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972711"/>
                  </a:ext>
                </a:extLst>
              </a:tr>
              <a:tr h="4027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允许元素两侧有浮动设置，默认值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308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6414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4-7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4656138" y="1979149"/>
            <a:ext cx="7328643" cy="4182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&lt;p&gt;</a:t>
            </a: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设置浮动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&lt;/p&gt;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&lt;div class="box"&gt;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&lt;div class="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box1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"&gt;box1&lt;/div&gt;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在浮动元素前后的文字。看起来就像是围绕在这些浮动元素的周围。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&lt;div class="box"&gt;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&lt;div class="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box2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"&gt;box2&lt;/div&gt;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在浮动元素前后的文字。看起来就像是围绕在这些浮动元素的周围。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</a:t>
            </a:r>
            <a:endParaRPr lang="zh-CN" altLang="en-US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68E743-C09B-4485-BDBC-0B9214C80C3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94709" y="2088088"/>
            <a:ext cx="4464496" cy="370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431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4-7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5438537" y="996181"/>
            <a:ext cx="6142113" cy="5844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class="box"&gt;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&lt;div class="box3"&gt;box3-1&lt;/div&gt;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&lt;div class="box3"&gt;box3-2&lt;/div&gt;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&lt;div class="box3"&gt;box3-3&lt;/div&gt;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&lt;div class="box3"&gt;box3-4&lt;/div&gt;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&lt;div class="box3"&gt;box3-5&lt;/div&gt;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宽度不够时浮动元素会换行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class="box"&gt;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&lt;div class="box4"&gt;box4&lt;/div&gt;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浮动元素后的元素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&lt;div class="clear"&gt;&lt;/div&gt;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清除浮动后的元素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&lt;/div&gt;</a:t>
            </a:r>
            <a:endParaRPr lang="zh-CN" altLang="en-US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68E743-C09B-4485-BDBC-0B9214C80C3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79600" y="1986454"/>
            <a:ext cx="5047044" cy="435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551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4-7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5626610" y="1241642"/>
            <a:ext cx="6142113" cy="5844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.box,.box1,.box2,.box3,.box4{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  border: 1px dashed black;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  margin: 5px;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.box1,.box2,.box3,.box4{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  background-color: #e9e9e9;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  border: 1px solid black;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  text-align: center;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.box{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  min-height: 60px;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  width: 300px;  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</a:t>
            </a:r>
            <a:endParaRPr lang="zh-CN" altLang="en-US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68E743-C09B-4485-BDBC-0B9214C80C3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79600" y="1986454"/>
            <a:ext cx="5047044" cy="435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593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4-7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751533" y="2078827"/>
            <a:ext cx="4492413" cy="4597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.box1,.box4{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float: left;    /* </a:t>
            </a:r>
            <a:r>
              <a:rPr lang="zh-CN" altLang="en-US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向左浮动 *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height: 50px;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width: 50px;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.box2{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float: right;   /* </a:t>
            </a:r>
            <a:r>
              <a:rPr lang="zh-CN" altLang="en-US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向右浮动 *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height: 50px;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width: 50px;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zh-CN" altLang="en-US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68E743-C09B-4485-BDBC-0B9214C80C32}"/>
              </a:ext>
            </a:extLst>
          </p:cNvPr>
          <p:cNvPicPr/>
          <p:nvPr/>
        </p:nvPicPr>
        <p:blipFill rotWithShape="1">
          <a:blip r:embed="rId3"/>
          <a:srcRect t="20151" r="29651"/>
          <a:stretch/>
        </p:blipFill>
        <p:spPr>
          <a:xfrm>
            <a:off x="7282195" y="878978"/>
            <a:ext cx="4250707" cy="356467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566947D-E40B-46F8-9EE2-8FD354425093}"/>
              </a:ext>
            </a:extLst>
          </p:cNvPr>
          <p:cNvSpPr/>
          <p:nvPr/>
        </p:nvSpPr>
        <p:spPr>
          <a:xfrm>
            <a:off x="5556237" y="4044606"/>
            <a:ext cx="3888432" cy="2104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.box3{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float: left;    /* </a:t>
            </a:r>
            <a:r>
              <a:rPr lang="zh-CN" altLang="en-US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向左浮动 *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height: 20px;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width: 60px;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20FED5-1E61-4476-ABB0-91E1EE3998F0}"/>
              </a:ext>
            </a:extLst>
          </p:cNvPr>
          <p:cNvSpPr/>
          <p:nvPr/>
        </p:nvSpPr>
        <p:spPr>
          <a:xfrm>
            <a:off x="5556237" y="6054576"/>
            <a:ext cx="5976665" cy="442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.clear{  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clear: both;    /* </a:t>
            </a:r>
            <a:r>
              <a:rPr lang="zh-CN" altLang="en-US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清除两侧浮动 *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/  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}</a:t>
            </a:r>
            <a:endParaRPr lang="zh-CN" altLang="en-US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28522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设置层叠级别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pSp>
        <p:nvGrpSpPr>
          <p:cNvPr id="4" name="画布 52">
            <a:extLst>
              <a:ext uri="{FF2B5EF4-FFF2-40B4-BE49-F238E27FC236}">
                <a16:creationId xmlns:a16="http://schemas.microsoft.com/office/drawing/2014/main" id="{DF9C3607-1D10-4EBE-B281-4997470F0E28}"/>
              </a:ext>
            </a:extLst>
          </p:cNvPr>
          <p:cNvGrpSpPr/>
          <p:nvPr/>
        </p:nvGrpSpPr>
        <p:grpSpPr>
          <a:xfrm>
            <a:off x="2767757" y="2519305"/>
            <a:ext cx="7776864" cy="3828886"/>
            <a:chOff x="0" y="0"/>
            <a:chExt cx="5038090" cy="232918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F49D7FC-9139-4B43-B406-5CED2017A706}"/>
                </a:ext>
              </a:extLst>
            </p:cNvPr>
            <p:cNvSpPr/>
            <p:nvPr/>
          </p:nvSpPr>
          <p:spPr>
            <a:xfrm>
              <a:off x="0" y="0"/>
              <a:ext cx="5038090" cy="2329180"/>
            </a:xfrm>
            <a:prstGeom prst="rect">
              <a:avLst/>
            </a:prstGeom>
          </p:spPr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EDAC6501-1B1B-4424-A825-FE29FBF6A9C1}"/>
                </a:ext>
              </a:extLst>
            </p:cNvPr>
            <p:cNvSpPr/>
            <p:nvPr/>
          </p:nvSpPr>
          <p:spPr>
            <a:xfrm rot="16200000">
              <a:off x="1383404" y="501858"/>
              <a:ext cx="1953863" cy="1685746"/>
            </a:xfrm>
            <a:prstGeom prst="parallelogram">
              <a:avLst>
                <a:gd name="adj" fmla="val 3836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/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50A49C06-E44B-4A4B-AC66-E9C70A68B4DC}"/>
                </a:ext>
              </a:extLst>
            </p:cNvPr>
            <p:cNvCxnSpPr/>
            <p:nvPr/>
          </p:nvCxnSpPr>
          <p:spPr>
            <a:xfrm>
              <a:off x="1638474" y="556618"/>
              <a:ext cx="1310640" cy="4876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9FF86212-938A-4E5A-9A28-31AA4D2D7BC9}"/>
                </a:ext>
              </a:extLst>
            </p:cNvPr>
            <p:cNvCxnSpPr/>
            <p:nvPr/>
          </p:nvCxnSpPr>
          <p:spPr>
            <a:xfrm flipH="1">
              <a:off x="1638474" y="564238"/>
              <a:ext cx="7620" cy="990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7DFBB4F9-35BB-4B99-AAF4-60E3EDC9D069}"/>
                </a:ext>
              </a:extLst>
            </p:cNvPr>
            <p:cNvCxnSpPr/>
            <p:nvPr/>
          </p:nvCxnSpPr>
          <p:spPr>
            <a:xfrm flipH="1">
              <a:off x="792654" y="571858"/>
              <a:ext cx="845820" cy="6241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CB1A2B96-4551-4B12-B73E-D4020E672A25}"/>
                </a:ext>
              </a:extLst>
            </p:cNvPr>
            <p:cNvCxnSpPr/>
            <p:nvPr/>
          </p:nvCxnSpPr>
          <p:spPr>
            <a:xfrm flipH="1">
              <a:off x="1813734" y="57848"/>
              <a:ext cx="542173" cy="3997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本框 60">
              <a:extLst>
                <a:ext uri="{FF2B5EF4-FFF2-40B4-BE49-F238E27FC236}">
                  <a16:creationId xmlns:a16="http://schemas.microsoft.com/office/drawing/2014/main" id="{01054D29-B6B9-429B-9F86-8B8082EB59D3}"/>
                </a:ext>
              </a:extLst>
            </p:cNvPr>
            <p:cNvSpPr txBox="1"/>
            <p:nvPr/>
          </p:nvSpPr>
          <p:spPr>
            <a:xfrm>
              <a:off x="655494" y="1195978"/>
              <a:ext cx="434340" cy="31314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0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zh-CN" sz="20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轴</a:t>
              </a:r>
            </a:p>
          </p:txBody>
        </p:sp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id="{D24E6C7B-07BC-41AA-888D-A740B7FF9E5B}"/>
                </a:ext>
              </a:extLst>
            </p:cNvPr>
            <p:cNvSpPr txBox="1"/>
            <p:nvPr/>
          </p:nvSpPr>
          <p:spPr>
            <a:xfrm>
              <a:off x="1666074" y="1430038"/>
              <a:ext cx="434340" cy="31305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0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sz="20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轴</a:t>
              </a:r>
              <a:endParaRPr 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id="{E67DABA9-D01C-4FA6-BDA4-86913606C28E}"/>
                </a:ext>
              </a:extLst>
            </p:cNvPr>
            <p:cNvSpPr txBox="1"/>
            <p:nvPr/>
          </p:nvSpPr>
          <p:spPr>
            <a:xfrm>
              <a:off x="2732874" y="1056658"/>
              <a:ext cx="434340" cy="31305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0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sz="20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轴</a:t>
              </a:r>
              <a:endParaRPr 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文本框 60">
              <a:extLst>
                <a:ext uri="{FF2B5EF4-FFF2-40B4-BE49-F238E27FC236}">
                  <a16:creationId xmlns:a16="http://schemas.microsoft.com/office/drawing/2014/main" id="{3FC53246-ABFB-45EF-8850-35540AC4D2BB}"/>
                </a:ext>
              </a:extLst>
            </p:cNvPr>
            <p:cNvSpPr txBox="1"/>
            <p:nvPr/>
          </p:nvSpPr>
          <p:spPr>
            <a:xfrm>
              <a:off x="218274" y="931942"/>
              <a:ext cx="528660" cy="31305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20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用户</a:t>
              </a:r>
              <a:r>
                <a:rPr lang="en-US" sz="20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C8F062B4-C59A-48DF-A96D-2A9600C7840C}"/>
              </a:ext>
            </a:extLst>
          </p:cNvPr>
          <p:cNvSpPr/>
          <p:nvPr/>
        </p:nvSpPr>
        <p:spPr>
          <a:xfrm>
            <a:off x="786717" y="1969572"/>
            <a:ext cx="105499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当不同的元素出现重叠时，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Z</a:t>
            </a:r>
            <a:r>
              <a:rPr lang="zh-CN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轴的位置决定了这些元素谁在上，谁在下</a:t>
            </a:r>
            <a:endParaRPr lang="zh-CN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35684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设置层叠级别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F062B4-C59A-48DF-A96D-2A9600C7840C}"/>
              </a:ext>
            </a:extLst>
          </p:cNvPr>
          <p:cNvSpPr/>
          <p:nvPr/>
        </p:nvSpPr>
        <p:spPr>
          <a:xfrm>
            <a:off x="732147" y="1760409"/>
            <a:ext cx="11001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页面中的元素在堆叠时，按照以下默认顺序方式将元素从底部到顶部进行堆叠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99DCD1-B50F-459E-A8C9-E0ED3D789A7E}"/>
              </a:ext>
            </a:extLst>
          </p:cNvPr>
          <p:cNvSpPr/>
          <p:nvPr/>
        </p:nvSpPr>
        <p:spPr>
          <a:xfrm>
            <a:off x="751533" y="2282154"/>
            <a:ext cx="10064948" cy="1875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+mn-ea"/>
                <a:ea typeface="+mn-ea"/>
              </a:rPr>
              <a:t>（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en-US" sz="2000" b="1" dirty="0">
                <a:latin typeface="+mn-ea"/>
                <a:ea typeface="+mn-ea"/>
              </a:rPr>
              <a:t>）根元素的背景和边框；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+mn-ea"/>
                <a:ea typeface="+mn-ea"/>
              </a:rPr>
              <a:t>（</a:t>
            </a:r>
            <a:r>
              <a:rPr lang="en-US" altLang="zh-CN" sz="2000" b="1" dirty="0">
                <a:latin typeface="+mn-ea"/>
                <a:ea typeface="+mn-ea"/>
              </a:rPr>
              <a:t>2</a:t>
            </a:r>
            <a:r>
              <a:rPr lang="zh-CN" altLang="en-US" sz="2000" b="1" dirty="0">
                <a:latin typeface="+mn-ea"/>
                <a:ea typeface="+mn-ea"/>
              </a:rPr>
              <a:t>）普通流中没有定位的块元素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zh-CN" altLang="en-US" sz="2000" b="1" dirty="0">
                <a:latin typeface="+mn-ea"/>
                <a:ea typeface="+mn-ea"/>
              </a:rPr>
              <a:t>即</a:t>
            </a:r>
            <a:r>
              <a:rPr lang="en-US" altLang="zh-CN" sz="2000" b="1" dirty="0">
                <a:latin typeface="+mn-ea"/>
                <a:ea typeface="+mn-ea"/>
              </a:rPr>
              <a:t>position</a:t>
            </a:r>
            <a:r>
              <a:rPr lang="zh-CN" altLang="en-US" sz="2000" b="1" dirty="0">
                <a:latin typeface="+mn-ea"/>
                <a:ea typeface="+mn-ea"/>
              </a:rPr>
              <a:t>没有设置或设置为</a:t>
            </a:r>
            <a:r>
              <a:rPr lang="en-US" altLang="zh-CN" sz="2000" b="1" dirty="0">
                <a:latin typeface="+mn-ea"/>
                <a:ea typeface="+mn-ea"/>
              </a:rPr>
              <a:t>static)</a:t>
            </a:r>
            <a:r>
              <a:rPr lang="zh-CN" altLang="en-US" sz="2000" b="1" dirty="0">
                <a:latin typeface="+mn-ea"/>
                <a:ea typeface="+mn-ea"/>
              </a:rPr>
              <a:t>。同级元素按</a:t>
            </a:r>
            <a:r>
              <a:rPr lang="en-US" altLang="zh-CN" sz="2000" b="1" dirty="0">
                <a:latin typeface="+mn-ea"/>
                <a:ea typeface="+mn-ea"/>
              </a:rPr>
              <a:t>HTML</a:t>
            </a:r>
            <a:r>
              <a:rPr lang="zh-CN" altLang="en-US" sz="2000" b="1" dirty="0">
                <a:latin typeface="+mn-ea"/>
                <a:ea typeface="+mn-ea"/>
              </a:rPr>
              <a:t>文档中的出现顺序堆叠；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+mn-ea"/>
                <a:ea typeface="+mn-ea"/>
              </a:rPr>
              <a:t>（</a:t>
            </a:r>
            <a:r>
              <a:rPr lang="en-US" altLang="zh-CN" sz="2000" b="1" dirty="0">
                <a:latin typeface="+mn-ea"/>
                <a:ea typeface="+mn-ea"/>
              </a:rPr>
              <a:t>3</a:t>
            </a:r>
            <a:r>
              <a:rPr lang="zh-CN" altLang="en-US" sz="2000" b="1" dirty="0">
                <a:latin typeface="+mn-ea"/>
                <a:ea typeface="+mn-ea"/>
              </a:rPr>
              <a:t>）普通流中设置了定位的块元素。同级元素按</a:t>
            </a:r>
            <a:r>
              <a:rPr lang="en-US" altLang="zh-CN" sz="2000" b="1" dirty="0">
                <a:latin typeface="+mn-ea"/>
                <a:ea typeface="+mn-ea"/>
              </a:rPr>
              <a:t>HTML</a:t>
            </a:r>
            <a:r>
              <a:rPr lang="zh-CN" altLang="en-US" sz="2000" b="1" dirty="0">
                <a:latin typeface="+mn-ea"/>
                <a:ea typeface="+mn-ea"/>
              </a:rPr>
              <a:t>文档中的出现顺序排列；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F4ACFAF1-F479-469F-8C04-E2FD50730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50" y="4229457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4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42C91F5B-9CF7-41D7-BFFD-D1C076BFF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117907"/>
              </p:ext>
            </p:extLst>
          </p:nvPr>
        </p:nvGraphicFramePr>
        <p:xfrm>
          <a:off x="881956" y="4877183"/>
          <a:ext cx="8856984" cy="8940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89402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z-index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&lt;integer&gt; | auto   </a:t>
                      </a: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20" name="圆角矩形标注 2">
            <a:extLst>
              <a:ext uri="{FF2B5EF4-FFF2-40B4-BE49-F238E27FC236}">
                <a16:creationId xmlns:a16="http://schemas.microsoft.com/office/drawing/2014/main" id="{03977AE7-8705-4C58-85EC-8FC3DBE02F96}"/>
              </a:ext>
            </a:extLst>
          </p:cNvPr>
          <p:cNvSpPr/>
          <p:nvPr/>
        </p:nvSpPr>
        <p:spPr>
          <a:xfrm>
            <a:off x="6548621" y="5242142"/>
            <a:ext cx="5184576" cy="1368152"/>
          </a:xfrm>
          <a:prstGeom prst="wedgeRoundRectCallout">
            <a:avLst>
              <a:gd name="adj1" fmla="val -94795"/>
              <a:gd name="adj2" fmla="val -26703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设置的数值越大离用户越近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数值可以是负数</a:t>
            </a:r>
          </a:p>
        </p:txBody>
      </p:sp>
    </p:spTree>
    <p:extLst>
      <p:ext uri="{BB962C8B-B14F-4D97-AF65-F5344CB8AC3E}">
        <p14:creationId xmlns:p14="http://schemas.microsoft.com/office/powerpoint/2010/main" val="236734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4-8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5482628" y="2695886"/>
            <a:ext cx="6370071" cy="293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&lt;body&gt;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class="box1"&gt;box-1,z-index:2&lt;/div&gt;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class="box2"&gt;box-2,z-index:1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&lt;div class="box2-1"&gt;box-2-1,z-index:10&lt;/div&gt;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&lt;div class="box2-2"&gt;box-2-2,z-index:20&lt;/div&gt;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&lt;/body&gt;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ADD0BC-7AC9-403C-AEB6-F4765EEE0BF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7631" y="2268919"/>
            <a:ext cx="5091101" cy="378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436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4-8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5773734" y="1575261"/>
            <a:ext cx="6370071" cy="50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div{   border: 1px dashed #ff0011;    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.box1,.box2,.box4 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position: absolute;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width: 200px;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height: 150px;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.box2,.box2-1,.box2-2 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position: absolute;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width: 300px;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height: 150px;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text-align: right;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ADD0BC-7AC9-403C-AEB6-F4765EEE0BF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7631" y="2268919"/>
            <a:ext cx="5091101" cy="378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877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4-8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5673618" y="1518018"/>
            <a:ext cx="3142812" cy="50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.box1 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z-index: 2;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background: #</a:t>
            </a:r>
            <a:r>
              <a:rPr lang="en-US" altLang="zh-CN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aaaaaa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left: 10px;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top: 10px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.box2 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z-index: 1;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background: #</a:t>
            </a:r>
            <a:r>
              <a:rPr lang="en-US" altLang="zh-CN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cccccc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left: 30px;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top: 30px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}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ADD0BC-7AC9-403C-AEB6-F4765EEE0BF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7631" y="2268919"/>
            <a:ext cx="5091101" cy="378980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B65D2D1-6B85-4540-B0F5-0C8668CFA551}"/>
              </a:ext>
            </a:extLst>
          </p:cNvPr>
          <p:cNvSpPr/>
          <p:nvPr/>
        </p:nvSpPr>
        <p:spPr>
          <a:xfrm>
            <a:off x="8688140" y="1512256"/>
            <a:ext cx="3296641" cy="50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.box2-1{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z-index: 10;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background: #</a:t>
            </a:r>
            <a:r>
              <a:rPr lang="en-US" altLang="zh-CN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dddddd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left: 50px;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top: 50px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.box2-2{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z-index: 20;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background: #</a:t>
            </a:r>
            <a:r>
              <a:rPr lang="en-US" altLang="zh-CN" b="1" kern="100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eeeeee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left: 70px;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 top: 70px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9" name="圆角矩形标注 2">
            <a:extLst>
              <a:ext uri="{FF2B5EF4-FFF2-40B4-BE49-F238E27FC236}">
                <a16:creationId xmlns:a16="http://schemas.microsoft.com/office/drawing/2014/main" id="{04F611A3-963E-426B-904B-CECBAED084BA}"/>
              </a:ext>
            </a:extLst>
          </p:cNvPr>
          <p:cNvSpPr/>
          <p:nvPr/>
        </p:nvSpPr>
        <p:spPr>
          <a:xfrm>
            <a:off x="5864101" y="66958"/>
            <a:ext cx="4176464" cy="1368152"/>
          </a:xfrm>
          <a:prstGeom prst="wedgeRoundRectCallout">
            <a:avLst>
              <a:gd name="adj1" fmla="val -18865"/>
              <a:gd name="adj2" fmla="val 97245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虽然</a:t>
            </a:r>
            <a:r>
              <a:rPr lang="en-US" altLang="zh-CN" sz="2000" b="1" dirty="0">
                <a:solidFill>
                  <a:srgbClr val="0000FF"/>
                </a:solidFill>
              </a:rPr>
              <a:t>box2-1</a:t>
            </a:r>
            <a:r>
              <a:rPr lang="zh-CN" altLang="en-US" sz="2000" b="1" dirty="0">
                <a:solidFill>
                  <a:srgbClr val="0000FF"/>
                </a:solidFill>
              </a:rPr>
              <a:t>的值比</a:t>
            </a:r>
            <a:r>
              <a:rPr lang="en-US" altLang="zh-CN" sz="2000" b="1" dirty="0">
                <a:solidFill>
                  <a:srgbClr val="0000FF"/>
                </a:solidFill>
              </a:rPr>
              <a:t>box1</a:t>
            </a:r>
            <a:r>
              <a:rPr lang="zh-CN" altLang="en-US" sz="2000" b="1" dirty="0">
                <a:solidFill>
                  <a:srgbClr val="0000FF"/>
                </a:solidFill>
              </a:rPr>
              <a:t>大，但是层叠级别仅在父级层叠上下文范围有效，故两者没有关系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05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4-5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背景设置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31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背景设置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背景颜色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背景图像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背景图像位置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背景图像大小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背景图像重复方式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背景图像固定方式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背景绘制区域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背景图像定位区域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62576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4-5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设置背景颜色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C2E25CC4-B913-4A95-BCE6-5D87013E7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431" y="1762642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C3F7D4D-FC49-4363-94E7-CE9D37EF8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816278"/>
              </p:ext>
            </p:extLst>
          </p:nvPr>
        </p:nvGraphicFramePr>
        <p:xfrm>
          <a:off x="903995" y="2309770"/>
          <a:ext cx="8856984" cy="6784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23191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5625070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67845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background-color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&lt;color&gt; | transparent |  inherit</a:t>
                      </a: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A04321B-1E56-4ED0-820D-8FC066558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505356"/>
              </p:ext>
            </p:extLst>
          </p:nvPr>
        </p:nvGraphicFramePr>
        <p:xfrm>
          <a:off x="921284" y="3141188"/>
          <a:ext cx="9324566" cy="2040717"/>
        </p:xfrm>
        <a:graphic>
          <a:graphicData uri="http://schemas.openxmlformats.org/drawingml/2006/table">
            <a:tbl>
              <a:tblPr firstRow="1" firstCol="1" bandRow="1"/>
              <a:tblGrid>
                <a:gridCol w="1840670">
                  <a:extLst>
                    <a:ext uri="{9D8B030D-6E8A-4147-A177-3AD203B41FA5}">
                      <a16:colId xmlns:a16="http://schemas.microsoft.com/office/drawing/2014/main" val="4069087407"/>
                    </a:ext>
                  </a:extLst>
                </a:gridCol>
                <a:gridCol w="7483896">
                  <a:extLst>
                    <a:ext uri="{9D8B030D-6E8A-4147-A177-3AD203B41FA5}">
                      <a16:colId xmlns:a16="http://schemas.microsoft.com/office/drawing/2014/main" val="4183107799"/>
                    </a:ext>
                  </a:extLst>
                </a:gridCol>
              </a:tblGrid>
              <a:tr h="47093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132659"/>
                  </a:ext>
                </a:extLst>
              </a:tr>
              <a:tr h="5232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&lt;color&gt;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设置背景颜色，可以使用颜色名称、</a:t>
                      </a:r>
                      <a:r>
                        <a:rPr lang="en-US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RGB</a:t>
                      </a: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等颜色表示方式设置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183347"/>
                  </a:ext>
                </a:extLst>
              </a:tr>
              <a:tr h="5232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transparent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设置为透明，默认值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752286"/>
                  </a:ext>
                </a:extLst>
              </a:tr>
              <a:tr h="5232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inherit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继承父元素的值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972711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B52D09BC-B5A0-4FAC-925F-2FBA4FD13F38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306C9B38-56E2-4D93-A0C9-CDCD2353D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8690" y="5940549"/>
            <a:ext cx="1728192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4-9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2524848" y="1700329"/>
            <a:ext cx="7239447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0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4-5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108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设置背景图像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 （</a:t>
            </a:r>
            <a:r>
              <a:rPr lang="en-US" altLang="zh-CN" sz="2400" b="1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）背景图像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C2E25CC4-B913-4A95-BCE6-5D87013E7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699" y="2500383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C3F7D4D-FC49-4363-94E7-CE9D37EF8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980311"/>
              </p:ext>
            </p:extLst>
          </p:nvPr>
        </p:nvGraphicFramePr>
        <p:xfrm>
          <a:off x="1039565" y="3033133"/>
          <a:ext cx="8856984" cy="8940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5904656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89402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background-image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&lt;image&gt;# | none </a:t>
                      </a: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11D3334-8B65-4809-9F18-064C999B4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390399"/>
              </p:ext>
            </p:extLst>
          </p:nvPr>
        </p:nvGraphicFramePr>
        <p:xfrm>
          <a:off x="1039565" y="4117688"/>
          <a:ext cx="8856984" cy="2520887"/>
        </p:xfrm>
        <a:graphic>
          <a:graphicData uri="http://schemas.openxmlformats.org/drawingml/2006/table">
            <a:tbl>
              <a:tblPr firstRow="1" firstCol="1" bandRow="1"/>
              <a:tblGrid>
                <a:gridCol w="1094356">
                  <a:extLst>
                    <a:ext uri="{9D8B030D-6E8A-4147-A177-3AD203B41FA5}">
                      <a16:colId xmlns:a16="http://schemas.microsoft.com/office/drawing/2014/main" val="2579514529"/>
                    </a:ext>
                  </a:extLst>
                </a:gridCol>
                <a:gridCol w="1429958">
                  <a:extLst>
                    <a:ext uri="{9D8B030D-6E8A-4147-A177-3AD203B41FA5}">
                      <a16:colId xmlns:a16="http://schemas.microsoft.com/office/drawing/2014/main" val="899486773"/>
                    </a:ext>
                  </a:extLst>
                </a:gridCol>
                <a:gridCol w="1235125">
                  <a:extLst>
                    <a:ext uri="{9D8B030D-6E8A-4147-A177-3AD203B41FA5}">
                      <a16:colId xmlns:a16="http://schemas.microsoft.com/office/drawing/2014/main" val="4143593425"/>
                    </a:ext>
                  </a:extLst>
                </a:gridCol>
                <a:gridCol w="5097545">
                  <a:extLst>
                    <a:ext uri="{9D8B030D-6E8A-4147-A177-3AD203B41FA5}">
                      <a16:colId xmlns:a16="http://schemas.microsoft.com/office/drawing/2014/main" val="670916271"/>
                    </a:ext>
                  </a:extLst>
                </a:gridCol>
              </a:tblGrid>
              <a:tr h="3379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500601"/>
                  </a:ext>
                </a:extLst>
              </a:tr>
              <a:tr h="620779">
                <a:tc row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&lt;image&gt;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使用图像作为背景，可以设置多个背景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&lt;url&gt;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设置背景图像的资源地址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442821"/>
                  </a:ext>
                </a:extLst>
              </a:tr>
              <a:tr h="122413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&lt;gradient&gt;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设置为渐变色彩函数，包括</a:t>
                      </a:r>
                      <a:r>
                        <a:rPr lang="en-US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linear-gradient()</a:t>
                      </a: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repeating-linear-gradient()</a:t>
                      </a: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radial-gradient()</a:t>
                      </a: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repeating-radial-gradient()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735615"/>
                  </a:ext>
                </a:extLst>
              </a:tr>
              <a:tr h="3379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无背景图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880556"/>
                  </a:ext>
                </a:extLst>
              </a:tr>
            </a:tbl>
          </a:graphicData>
        </a:graphic>
      </p:graphicFrame>
      <p:sp>
        <p:nvSpPr>
          <p:cNvPr id="12" name="圆角矩形标注 2">
            <a:extLst>
              <a:ext uri="{FF2B5EF4-FFF2-40B4-BE49-F238E27FC236}">
                <a16:creationId xmlns:a16="http://schemas.microsoft.com/office/drawing/2014/main" id="{7AC5F555-7281-4A2D-ABD3-599B6BC519CF}"/>
              </a:ext>
            </a:extLst>
          </p:cNvPr>
          <p:cNvSpPr/>
          <p:nvPr/>
        </p:nvSpPr>
        <p:spPr>
          <a:xfrm>
            <a:off x="4783981" y="1758275"/>
            <a:ext cx="4824536" cy="951692"/>
          </a:xfrm>
          <a:prstGeom prst="wedgeRoundRectCallout">
            <a:avLst>
              <a:gd name="adj1" fmla="val -42387"/>
              <a:gd name="adj2" fmla="val 114479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为元素设置一张或多张图像作为背景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C3AF01-8EA9-44FD-8298-1890F8FAEE1D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A8FCC14-8F2F-4E44-8A93-0BBDB92C0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0605" y="6091160"/>
            <a:ext cx="13681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4-10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3080341" y="1050715"/>
            <a:ext cx="6375777" cy="517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6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4-5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108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设置背景图像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 （</a:t>
            </a:r>
            <a:r>
              <a:rPr lang="en-US" altLang="zh-CN" sz="2400" b="1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）背景图像平铺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C2E25CC4-B913-4A95-BCE6-5D87013E7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057" y="2505377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C3F7D4D-FC49-4363-94E7-CE9D37EF8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179621"/>
              </p:ext>
            </p:extLst>
          </p:nvPr>
        </p:nvGraphicFramePr>
        <p:xfrm>
          <a:off x="1150938" y="3044655"/>
          <a:ext cx="8745611" cy="8940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91520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5830408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89402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backgroud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-repeat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repeat | no-repeat | repeat-x | repeat-y  </a:t>
                      </a: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2" name="圆角矩形标注 2">
            <a:extLst>
              <a:ext uri="{FF2B5EF4-FFF2-40B4-BE49-F238E27FC236}">
                <a16:creationId xmlns:a16="http://schemas.microsoft.com/office/drawing/2014/main" id="{7AC5F555-7281-4A2D-ABD3-599B6BC519CF}"/>
              </a:ext>
            </a:extLst>
          </p:cNvPr>
          <p:cNvSpPr/>
          <p:nvPr/>
        </p:nvSpPr>
        <p:spPr>
          <a:xfrm>
            <a:off x="6639877" y="1753740"/>
            <a:ext cx="4752528" cy="951692"/>
          </a:xfrm>
          <a:prstGeom prst="wedgeRoundRectCallout">
            <a:avLst>
              <a:gd name="adj1" fmla="val -38539"/>
              <a:gd name="adj2" fmla="val 116226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自定义平铺的规则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20C7EC2-2357-4724-BF63-EEC4029A0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907007"/>
              </p:ext>
            </p:extLst>
          </p:nvPr>
        </p:nvGraphicFramePr>
        <p:xfrm>
          <a:off x="1183581" y="4250327"/>
          <a:ext cx="8712968" cy="1978255"/>
        </p:xfrm>
        <a:graphic>
          <a:graphicData uri="http://schemas.openxmlformats.org/drawingml/2006/table">
            <a:tbl>
              <a:tblPr firstRow="1" firstCol="1" bandRow="1"/>
              <a:tblGrid>
                <a:gridCol w="1330033">
                  <a:extLst>
                    <a:ext uri="{9D8B030D-6E8A-4147-A177-3AD203B41FA5}">
                      <a16:colId xmlns:a16="http://schemas.microsoft.com/office/drawing/2014/main" val="1834768589"/>
                    </a:ext>
                  </a:extLst>
                </a:gridCol>
                <a:gridCol w="7382935">
                  <a:extLst>
                    <a:ext uri="{9D8B030D-6E8A-4147-A177-3AD203B41FA5}">
                      <a16:colId xmlns:a16="http://schemas.microsoft.com/office/drawing/2014/main" val="3162144072"/>
                    </a:ext>
                  </a:extLst>
                </a:gridCol>
              </a:tblGrid>
              <a:tr h="3956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603949"/>
                  </a:ext>
                </a:extLst>
              </a:tr>
              <a:tr h="3956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repeat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水平、垂直方向都重复，默认值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578517"/>
                  </a:ext>
                </a:extLst>
              </a:tr>
              <a:tr h="3956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no-repeat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不重复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502108"/>
                  </a:ext>
                </a:extLst>
              </a:tr>
              <a:tr h="3956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repeat-x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仅水平方向重复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967107"/>
                  </a:ext>
                </a:extLst>
              </a:tr>
              <a:tr h="3956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repeat-y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仅垂直方向重复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21179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58EBEBFA-E38C-4342-9773-C96865CAC528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0E47C3F4-81B9-48F8-866C-596C4B1CB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6629" y="5868541"/>
            <a:ext cx="13681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4-11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2727325" y="882413"/>
            <a:ext cx="6705599" cy="551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70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4-5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108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设置背景图像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 （</a:t>
            </a:r>
            <a:r>
              <a:rPr lang="en-US" altLang="zh-CN" sz="2400" b="1" dirty="0">
                <a:solidFill>
                  <a:srgbClr val="0000FF"/>
                </a:solidFill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</a:rPr>
              <a:t>）背景图像位置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C2E25CC4-B913-4A95-BCE6-5D87013E7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228" y="2375390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C3F7D4D-FC49-4363-94E7-CE9D37EF8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854394"/>
              </p:ext>
            </p:extLst>
          </p:nvPr>
        </p:nvGraphicFramePr>
        <p:xfrm>
          <a:off x="951228" y="2930509"/>
          <a:ext cx="10833843" cy="8940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052309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310752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8940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4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backgroud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-position</a:t>
                      </a: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 left | center | right | top | bottom | &lt;length-percentage&gt; ]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2" name="圆角矩形标注 2">
            <a:extLst>
              <a:ext uri="{FF2B5EF4-FFF2-40B4-BE49-F238E27FC236}">
                <a16:creationId xmlns:a16="http://schemas.microsoft.com/office/drawing/2014/main" id="{7AC5F555-7281-4A2D-ABD3-599B6BC519CF}"/>
              </a:ext>
            </a:extLst>
          </p:cNvPr>
          <p:cNvSpPr/>
          <p:nvPr/>
        </p:nvSpPr>
        <p:spPr>
          <a:xfrm>
            <a:off x="5864101" y="1462827"/>
            <a:ext cx="4752528" cy="951692"/>
          </a:xfrm>
          <a:prstGeom prst="wedgeRoundRectCallout">
            <a:avLst>
              <a:gd name="adj1" fmla="val -38539"/>
              <a:gd name="adj2" fmla="val 116226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设置背景图像在元素中的显示位置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F2877CF-8466-45A3-AAB1-0B75447A0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902988"/>
              </p:ext>
            </p:extLst>
          </p:nvPr>
        </p:nvGraphicFramePr>
        <p:xfrm>
          <a:off x="938859" y="3912440"/>
          <a:ext cx="10833843" cy="8940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052309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310752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8940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4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backgroud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-position</a:t>
                      </a: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 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left | center | right | &lt;length-percentage&gt; </a:t>
                      </a:r>
                    </a:p>
                    <a:p>
                      <a:pPr algn="l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                          top | center | bottom | &lt;length-percentage&gt;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FF59115-26B1-4BEA-A1AD-E24DDCC5D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919894"/>
              </p:ext>
            </p:extLst>
          </p:nvPr>
        </p:nvGraphicFramePr>
        <p:xfrm>
          <a:off x="951228" y="4982273"/>
          <a:ext cx="10833843" cy="8940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052309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310752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8940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4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backgroud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-position</a:t>
                      </a: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 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 center | [ left | right ] &lt;length-percentage&gt;? ] &amp;&amp;</a:t>
                      </a:r>
                    </a:p>
                    <a:p>
                      <a:pPr algn="l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                          [ center | [ top | bottom ] &lt;length-percentage&gt;? ]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8DC52459-D7BD-4C67-BAF9-A34F052AF601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6206916F-69CC-A348-A9C1-7DEBAD4D6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6629" y="6052106"/>
            <a:ext cx="13681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4-12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2663315" y="793962"/>
            <a:ext cx="6912768" cy="516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5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4-5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108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设置背景图像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 （</a:t>
            </a:r>
            <a:r>
              <a:rPr lang="en-US" altLang="zh-CN" sz="2400" b="1" dirty="0">
                <a:solidFill>
                  <a:srgbClr val="0000FF"/>
                </a:solidFill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</a:rPr>
              <a:t>）背景图像尺寸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C2E25CC4-B913-4A95-BCE6-5D87013E7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859" y="2385407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C3F7D4D-FC49-4363-94E7-CE9D37EF8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314168"/>
              </p:ext>
            </p:extLst>
          </p:nvPr>
        </p:nvGraphicFramePr>
        <p:xfrm>
          <a:off x="951228" y="2930509"/>
          <a:ext cx="10833843" cy="8940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052309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310752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8940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4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backgroud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-size</a:t>
                      </a: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 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 &lt;length-percentage&gt; | auto ]{1,2} | cover | contain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2" name="圆角矩形标注 2">
            <a:extLst>
              <a:ext uri="{FF2B5EF4-FFF2-40B4-BE49-F238E27FC236}">
                <a16:creationId xmlns:a16="http://schemas.microsoft.com/office/drawing/2014/main" id="{7AC5F555-7281-4A2D-ABD3-599B6BC519CF}"/>
              </a:ext>
            </a:extLst>
          </p:cNvPr>
          <p:cNvSpPr/>
          <p:nvPr/>
        </p:nvSpPr>
        <p:spPr>
          <a:xfrm>
            <a:off x="5864101" y="1462827"/>
            <a:ext cx="4752528" cy="951692"/>
          </a:xfrm>
          <a:prstGeom prst="wedgeRoundRectCallout">
            <a:avLst>
              <a:gd name="adj1" fmla="val -38539"/>
              <a:gd name="adj2" fmla="val 116226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000" b="1">
                <a:solidFill>
                  <a:srgbClr val="0000FF"/>
                </a:solidFill>
              </a:rPr>
              <a:t>设置背景的大小，</a:t>
            </a:r>
            <a:r>
              <a:rPr lang="en-US" altLang="zh-CN" sz="2000" b="1">
                <a:solidFill>
                  <a:srgbClr val="0000FF"/>
                </a:solidFill>
              </a:rPr>
              <a:t>CSS3</a:t>
            </a:r>
            <a:r>
              <a:rPr lang="zh-CN" altLang="en-US" sz="2000" b="1" dirty="0">
                <a:solidFill>
                  <a:srgbClr val="0000FF"/>
                </a:solidFill>
              </a:rPr>
              <a:t>新增属性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BB4E6CA-6BC0-48BE-9162-BA41BAF18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775809"/>
              </p:ext>
            </p:extLst>
          </p:nvPr>
        </p:nvGraphicFramePr>
        <p:xfrm>
          <a:off x="951227" y="4046751"/>
          <a:ext cx="10601505" cy="2133600"/>
        </p:xfrm>
        <a:graphic>
          <a:graphicData uri="http://schemas.openxmlformats.org/drawingml/2006/table">
            <a:tbl>
              <a:tblPr firstRow="1" firstCol="1" bandRow="1"/>
              <a:tblGrid>
                <a:gridCol w="2917928">
                  <a:extLst>
                    <a:ext uri="{9D8B030D-6E8A-4147-A177-3AD203B41FA5}">
                      <a16:colId xmlns:a16="http://schemas.microsoft.com/office/drawing/2014/main" val="623579898"/>
                    </a:ext>
                  </a:extLst>
                </a:gridCol>
                <a:gridCol w="7683577">
                  <a:extLst>
                    <a:ext uri="{9D8B030D-6E8A-4147-A177-3AD203B41FA5}">
                      <a16:colId xmlns:a16="http://schemas.microsoft.com/office/drawing/2014/main" val="4138401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92606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&lt;length-percentage&gt;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使用长度单位、百分比或让浏览器自动计算大小来设置背景图像的高和宽。只设置一个值：高度为设定值，宽度为自动；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设置两个值：  第一个值设置高度，第二个值设置宽度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060771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auto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987368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cover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把背景图像等比例缩放，使背景图像完全覆盖背景区域。可能造成部分图像无法完全显示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5893590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contain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把背景图像等比例尽可能缩放到能够在背景区域内完整显示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395791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4C5A7645-021B-4214-8AFF-0D74E6E7DB12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ADE8092A-C383-754C-A139-1274102BC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0605" y="6180351"/>
            <a:ext cx="13681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4-13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2168882" y="863085"/>
            <a:ext cx="8386552" cy="511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4-5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108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设置背景图像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 （</a:t>
            </a:r>
            <a:r>
              <a:rPr lang="en-US" altLang="zh-CN" sz="2400" b="1" dirty="0">
                <a:solidFill>
                  <a:srgbClr val="0000FF"/>
                </a:solidFill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</a:rPr>
              <a:t>）背景图像固定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C2E25CC4-B913-4A95-BCE6-5D87013E7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859" y="2385407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C3F7D4D-FC49-4363-94E7-CE9D37EF8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503876"/>
              </p:ext>
            </p:extLst>
          </p:nvPr>
        </p:nvGraphicFramePr>
        <p:xfrm>
          <a:off x="951228" y="2930509"/>
          <a:ext cx="10833843" cy="8940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052309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310752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8940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4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backgroud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-attachment </a:t>
                      </a: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scroll | fixed | local | inherit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2" name="圆角矩形标注 2">
            <a:extLst>
              <a:ext uri="{FF2B5EF4-FFF2-40B4-BE49-F238E27FC236}">
                <a16:creationId xmlns:a16="http://schemas.microsoft.com/office/drawing/2014/main" id="{7AC5F555-7281-4A2D-ABD3-599B6BC519CF}"/>
              </a:ext>
            </a:extLst>
          </p:cNvPr>
          <p:cNvSpPr/>
          <p:nvPr/>
        </p:nvSpPr>
        <p:spPr>
          <a:xfrm>
            <a:off x="5864101" y="1462827"/>
            <a:ext cx="4752528" cy="951692"/>
          </a:xfrm>
          <a:prstGeom prst="wedgeRoundRectCallout">
            <a:avLst>
              <a:gd name="adj1" fmla="val -38539"/>
              <a:gd name="adj2" fmla="val 116226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设置背景图像算法随元素滚动而滚动，</a:t>
            </a:r>
            <a:r>
              <a:rPr lang="en-US" altLang="zh-CN" sz="2000" b="1" dirty="0">
                <a:solidFill>
                  <a:srgbClr val="0000FF"/>
                </a:solidFill>
              </a:rPr>
              <a:t>CSS3</a:t>
            </a:r>
            <a:r>
              <a:rPr lang="zh-CN" altLang="en-US" sz="2000" b="1" dirty="0">
                <a:solidFill>
                  <a:srgbClr val="0000FF"/>
                </a:solidFill>
              </a:rPr>
              <a:t>新增属性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BB4E6CA-6BC0-48BE-9162-BA41BAF18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581431"/>
              </p:ext>
            </p:extLst>
          </p:nvPr>
        </p:nvGraphicFramePr>
        <p:xfrm>
          <a:off x="951227" y="4046751"/>
          <a:ext cx="10601505" cy="1749780"/>
        </p:xfrm>
        <a:graphic>
          <a:graphicData uri="http://schemas.openxmlformats.org/drawingml/2006/table">
            <a:tbl>
              <a:tblPr firstRow="1" firstCol="1" bandRow="1"/>
              <a:tblGrid>
                <a:gridCol w="2917928">
                  <a:extLst>
                    <a:ext uri="{9D8B030D-6E8A-4147-A177-3AD203B41FA5}">
                      <a16:colId xmlns:a16="http://schemas.microsoft.com/office/drawing/2014/main" val="623579898"/>
                    </a:ext>
                  </a:extLst>
                </a:gridCol>
                <a:gridCol w="7683577">
                  <a:extLst>
                    <a:ext uri="{9D8B030D-6E8A-4147-A177-3AD203B41FA5}">
                      <a16:colId xmlns:a16="http://schemas.microsoft.com/office/drawing/2014/main" val="4138401883"/>
                    </a:ext>
                  </a:extLst>
                </a:gridCol>
              </a:tblGrid>
              <a:tr h="3499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926063"/>
                  </a:ext>
                </a:extLst>
              </a:tr>
              <a:tr h="3499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scroll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仅随页面的滚动，默认值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5893590"/>
                  </a:ext>
                </a:extLst>
              </a:tr>
              <a:tr h="3499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fixed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不随页面或元素的滚动而滚动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395791"/>
                  </a:ext>
                </a:extLst>
              </a:tr>
              <a:tr h="3499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local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即随页面也随元素的滚动而滚动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88316"/>
                  </a:ext>
                </a:extLst>
              </a:tr>
              <a:tr h="3499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inherit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继承父元素属性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136346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D9A11F80-424F-4CF7-A9DC-F787B1C0158B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ADE8092A-C383-754C-A139-1274102BC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0605" y="6180351"/>
            <a:ext cx="13681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4-14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2041798" y="1044007"/>
            <a:ext cx="8076654" cy="510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6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4-5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108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设置背景图像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 （</a:t>
            </a:r>
            <a:r>
              <a:rPr lang="en-US" altLang="zh-CN" sz="2400" b="1" dirty="0">
                <a:solidFill>
                  <a:srgbClr val="0000FF"/>
                </a:solidFill>
              </a:rPr>
              <a:t>6</a:t>
            </a:r>
            <a:r>
              <a:rPr lang="zh-CN" altLang="en-US" sz="2400" b="1" dirty="0">
                <a:solidFill>
                  <a:srgbClr val="0000FF"/>
                </a:solidFill>
              </a:rPr>
              <a:t>）其他背景设置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C2E25CC4-B913-4A95-BCE6-5D87013E7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756" y="2345185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321A9F-16DF-418D-A819-DCE8D1847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899523"/>
              </p:ext>
            </p:extLst>
          </p:nvPr>
        </p:nvGraphicFramePr>
        <p:xfrm>
          <a:off x="938859" y="2988219"/>
          <a:ext cx="10613875" cy="3096348"/>
        </p:xfrm>
        <a:graphic>
          <a:graphicData uri="http://schemas.openxmlformats.org/drawingml/2006/table">
            <a:tbl>
              <a:tblPr firstRow="1" firstCol="1" bandRow="1"/>
              <a:tblGrid>
                <a:gridCol w="2051346">
                  <a:extLst>
                    <a:ext uri="{9D8B030D-6E8A-4147-A177-3AD203B41FA5}">
                      <a16:colId xmlns:a16="http://schemas.microsoft.com/office/drawing/2014/main" val="3832854758"/>
                    </a:ext>
                  </a:extLst>
                </a:gridCol>
                <a:gridCol w="3233936">
                  <a:extLst>
                    <a:ext uri="{9D8B030D-6E8A-4147-A177-3AD203B41FA5}">
                      <a16:colId xmlns:a16="http://schemas.microsoft.com/office/drawing/2014/main" val="233960202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876859980"/>
                    </a:ext>
                  </a:extLst>
                </a:gridCol>
                <a:gridCol w="3456385">
                  <a:extLst>
                    <a:ext uri="{9D8B030D-6E8A-4147-A177-3AD203B41FA5}">
                      <a16:colId xmlns:a16="http://schemas.microsoft.com/office/drawing/2014/main" val="874787337"/>
                    </a:ext>
                  </a:extLst>
                </a:gridCol>
              </a:tblGrid>
              <a:tr h="3538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可设置值和说明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72998"/>
                  </a:ext>
                </a:extLst>
              </a:tr>
              <a:tr h="353868">
                <a:tc rowSpan="4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background-clip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设置元素的背景图像或颜色绘图区域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border-box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延伸到边框下，默认值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2270"/>
                  </a:ext>
                </a:extLst>
              </a:tr>
              <a:tr h="3981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padding-box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延伸到内边距位置 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667643"/>
                  </a:ext>
                </a:extLst>
              </a:tr>
              <a:tr h="3981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content-box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仅在内容区域内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505049"/>
                  </a:ext>
                </a:extLst>
              </a:tr>
              <a:tr h="3981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text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仅文字的部分显示</a:t>
                      </a:r>
                      <a:r>
                        <a:rPr lang="en-US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实验性质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05220"/>
                  </a:ext>
                </a:extLst>
              </a:tr>
              <a:tr h="398102">
                <a:tc row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background-origin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设置背景图像的起始定位区域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border-box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延伸到边框下，默认值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709418"/>
                  </a:ext>
                </a:extLst>
              </a:tr>
              <a:tr h="3981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padding-box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延伸到内边距位置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688429"/>
                  </a:ext>
                </a:extLst>
              </a:tr>
              <a:tr h="3981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content-box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仅在内容区域内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254314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7201BA0-BFB1-49B8-A066-E076CBF18482}"/>
              </a:ext>
            </a:extLst>
          </p:cNvPr>
          <p:cNvSpPr/>
          <p:nvPr/>
        </p:nvSpPr>
        <p:spPr>
          <a:xfrm>
            <a:off x="1" y="0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2663922" y="1061535"/>
            <a:ext cx="6273376" cy="5023032"/>
          </a:xfrm>
          <a:prstGeom prst="rect">
            <a:avLst/>
          </a:prstGeom>
        </p:spPr>
      </p:pic>
      <p:sp>
        <p:nvSpPr>
          <p:cNvPr id="11" name="Text Box 7">
            <a:extLst>
              <a:ext uri="{FF2B5EF4-FFF2-40B4-BE49-F238E27FC236}">
                <a16:creationId xmlns:a16="http://schemas.microsoft.com/office/drawing/2014/main" id="{ADE8092A-C383-754C-A139-1274102BC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0605" y="6180351"/>
            <a:ext cx="13681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4-15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53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4-5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设置简写背景属性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C2E25CC4-B913-4A95-BCE6-5D87013E7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65" y="1846089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ADE8092A-C383-754C-A139-1274102BC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0605" y="6180351"/>
            <a:ext cx="13681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4-16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D26FD8-9744-4390-8592-6C83476FB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329884"/>
              </p:ext>
            </p:extLst>
          </p:nvPr>
        </p:nvGraphicFramePr>
        <p:xfrm>
          <a:off x="828874" y="2420751"/>
          <a:ext cx="10613875" cy="6208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030943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304443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6208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background</a:t>
                      </a:r>
                      <a:r>
                        <a:rPr kumimoji="1" lang="zh-CN" altLang="en-US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 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</a:t>
                      </a:r>
                      <a:r>
                        <a:rPr kumimoji="1" lang="en-US" altLang="zh-CN" sz="24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bg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-layer&gt;# ,&lt;background-color&gt;? &lt;</a:t>
                      </a:r>
                      <a:r>
                        <a:rPr kumimoji="1" lang="en-US" altLang="zh-CN" sz="24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bg</a:t>
                      </a:r>
                      <a:r>
                        <a:rPr kumimoji="1" lang="en-US" altLang="zh-CN" sz="24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-layer&gt;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A25C862-30E7-465D-90B4-11D6C88A1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421282"/>
              </p:ext>
            </p:extLst>
          </p:nvPr>
        </p:nvGraphicFramePr>
        <p:xfrm>
          <a:off x="828874" y="3159042"/>
          <a:ext cx="10574898" cy="1981200"/>
        </p:xfrm>
        <a:graphic>
          <a:graphicData uri="http://schemas.openxmlformats.org/drawingml/2006/table">
            <a:tbl>
              <a:tblPr firstRow="1" firstCol="1" bandRow="1"/>
              <a:tblGrid>
                <a:gridCol w="2619986">
                  <a:extLst>
                    <a:ext uri="{9D8B030D-6E8A-4147-A177-3AD203B41FA5}">
                      <a16:colId xmlns:a16="http://schemas.microsoft.com/office/drawing/2014/main" val="804303364"/>
                    </a:ext>
                  </a:extLst>
                </a:gridCol>
                <a:gridCol w="7954912">
                  <a:extLst>
                    <a:ext uri="{9D8B030D-6E8A-4147-A177-3AD203B41FA5}">
                      <a16:colId xmlns:a16="http://schemas.microsoft.com/office/drawing/2014/main" val="4127670865"/>
                    </a:ext>
                  </a:extLst>
                </a:gridCol>
              </a:tblGrid>
              <a:tr h="1942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472095"/>
                  </a:ext>
                </a:extLst>
              </a:tr>
              <a:tr h="8741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&lt;bg-layer&gt;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background-image&gt;||&lt;background-position&gt;[/&lt;background-size&gt;]? ||&lt;background-repeat&gt;||&lt;attachment&gt;||&lt;box&gt;||&lt;box&gt;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&lt;box&gt;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代表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background-clip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background-origin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，如果只设置一个，则代表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个属性使用相同值，如果设置两个第一个代表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background-origin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第二个代表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background-clip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136432"/>
                  </a:ext>
                </a:extLst>
              </a:tr>
              <a:tr h="1942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&lt;background-color&gt;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背景颜色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601012"/>
                  </a:ext>
                </a:extLst>
              </a:tr>
            </a:tbl>
          </a:graphicData>
        </a:graphic>
      </p:graphicFrame>
      <p:sp>
        <p:nvSpPr>
          <p:cNvPr id="12" name="圆角矩形标注 2">
            <a:extLst>
              <a:ext uri="{FF2B5EF4-FFF2-40B4-BE49-F238E27FC236}">
                <a16:creationId xmlns:a16="http://schemas.microsoft.com/office/drawing/2014/main" id="{BB55C09E-7462-45AC-AD04-2D35056CD5D5}"/>
              </a:ext>
            </a:extLst>
          </p:cNvPr>
          <p:cNvSpPr/>
          <p:nvPr/>
        </p:nvSpPr>
        <p:spPr>
          <a:xfrm>
            <a:off x="780565" y="5207712"/>
            <a:ext cx="8530976" cy="1535541"/>
          </a:xfrm>
          <a:prstGeom prst="wedgeRoundRectCallout">
            <a:avLst>
              <a:gd name="adj1" fmla="val 14820"/>
              <a:gd name="adj2" fmla="val -48370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1400" b="1" dirty="0">
                <a:solidFill>
                  <a:srgbClr val="0000FF"/>
                </a:solidFill>
              </a:rPr>
              <a:t>（</a:t>
            </a:r>
            <a:r>
              <a:rPr lang="en-US" altLang="zh-CN" sz="1400" b="1" dirty="0">
                <a:solidFill>
                  <a:srgbClr val="0000FF"/>
                </a:solidFill>
              </a:rPr>
              <a:t>1</a:t>
            </a:r>
            <a:r>
              <a:rPr lang="zh-CN" altLang="en-US" sz="1400" b="1" dirty="0">
                <a:solidFill>
                  <a:srgbClr val="0000FF"/>
                </a:solidFill>
              </a:rPr>
              <a:t>）背景颜色只能有一个，且只能在</a:t>
            </a:r>
            <a:r>
              <a:rPr lang="en-US" altLang="zh-CN" sz="1400" b="1" dirty="0">
                <a:solidFill>
                  <a:srgbClr val="0000FF"/>
                </a:solidFill>
              </a:rPr>
              <a:t>background</a:t>
            </a:r>
            <a:r>
              <a:rPr lang="zh-CN" altLang="en-US" sz="1400" b="1" dirty="0">
                <a:solidFill>
                  <a:srgbClr val="0000FF"/>
                </a:solidFill>
              </a:rPr>
              <a:t>的最后一个背景图像的设置中设置背景颜色。</a:t>
            </a:r>
          </a:p>
          <a:p>
            <a:pPr>
              <a:lnSpc>
                <a:spcPts val="3000"/>
              </a:lnSpc>
            </a:pPr>
            <a:r>
              <a:rPr lang="zh-CN" altLang="en-US" sz="1400" b="1" dirty="0">
                <a:solidFill>
                  <a:srgbClr val="0000FF"/>
                </a:solidFill>
              </a:rPr>
              <a:t>（</a:t>
            </a:r>
            <a:r>
              <a:rPr lang="en-US" altLang="zh-CN" sz="1400" b="1" dirty="0">
                <a:solidFill>
                  <a:srgbClr val="0000FF"/>
                </a:solidFill>
              </a:rPr>
              <a:t>2</a:t>
            </a:r>
            <a:r>
              <a:rPr lang="zh-CN" altLang="en-US" sz="1400" b="1" dirty="0">
                <a:solidFill>
                  <a:srgbClr val="0000FF"/>
                </a:solidFill>
              </a:rPr>
              <a:t>）</a:t>
            </a:r>
            <a:r>
              <a:rPr lang="en-US" altLang="zh-CN" sz="1400" b="1" dirty="0">
                <a:solidFill>
                  <a:srgbClr val="0000FF"/>
                </a:solidFill>
              </a:rPr>
              <a:t>background-origin</a:t>
            </a:r>
            <a:r>
              <a:rPr lang="zh-CN" altLang="en-US" sz="1400" b="1" dirty="0">
                <a:solidFill>
                  <a:srgbClr val="0000FF"/>
                </a:solidFill>
              </a:rPr>
              <a:t>和</a:t>
            </a:r>
            <a:r>
              <a:rPr lang="en-US" altLang="zh-CN" sz="1400" b="1" dirty="0">
                <a:solidFill>
                  <a:srgbClr val="0000FF"/>
                </a:solidFill>
              </a:rPr>
              <a:t>background-clip</a:t>
            </a:r>
            <a:r>
              <a:rPr lang="zh-CN" altLang="en-US" sz="1400" b="1" dirty="0">
                <a:solidFill>
                  <a:srgbClr val="0000FF"/>
                </a:solidFill>
              </a:rPr>
              <a:t>属性由于设置的参数值类似，故规定第一次设置相关值时设置的时设置的是</a:t>
            </a:r>
            <a:r>
              <a:rPr lang="en-US" altLang="zh-CN" sz="1400" b="1" dirty="0">
                <a:solidFill>
                  <a:srgbClr val="0000FF"/>
                </a:solidFill>
              </a:rPr>
              <a:t>background-origin</a:t>
            </a:r>
            <a:r>
              <a:rPr lang="zh-CN" altLang="en-US" sz="1400" b="1" dirty="0">
                <a:solidFill>
                  <a:srgbClr val="0000FF"/>
                </a:solidFill>
              </a:rPr>
              <a:t>，第二次出现设置的是</a:t>
            </a:r>
            <a:r>
              <a:rPr lang="en-US" altLang="zh-CN" sz="1400" b="1" dirty="0">
                <a:solidFill>
                  <a:srgbClr val="0000FF"/>
                </a:solidFill>
              </a:rPr>
              <a:t>background-clip</a:t>
            </a:r>
            <a:r>
              <a:rPr lang="zh-CN" altLang="en-US" sz="1400" b="1" dirty="0">
                <a:solidFill>
                  <a:srgbClr val="0000FF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791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33" y="1125972"/>
            <a:ext cx="11001051" cy="117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设置边框圆角、阴影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endParaRPr lang="en-US" altLang="zh-CN" sz="2800" b="1" dirty="0">
              <a:solidFill>
                <a:schemeClr val="accent6"/>
              </a:solidFill>
            </a:endParaRPr>
          </a:p>
        </p:txBody>
      </p:sp>
      <p:sp>
        <p:nvSpPr>
          <p:cNvPr id="10" name="圆角矩形标注 2">
            <a:extLst>
              <a:ext uri="{FF2B5EF4-FFF2-40B4-BE49-F238E27FC236}">
                <a16:creationId xmlns:a16="http://schemas.microsoft.com/office/drawing/2014/main" id="{A7F3976E-E0CB-495D-A68E-7DD71EFCAE1A}"/>
              </a:ext>
            </a:extLst>
          </p:cNvPr>
          <p:cNvSpPr/>
          <p:nvPr/>
        </p:nvSpPr>
        <p:spPr>
          <a:xfrm>
            <a:off x="6440165" y="1332037"/>
            <a:ext cx="1368152" cy="434410"/>
          </a:xfrm>
          <a:prstGeom prst="wedgeRoundRectCallout">
            <a:avLst>
              <a:gd name="adj1" fmla="val -79091"/>
              <a:gd name="adj2" fmla="val 132782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繁   琐</a:t>
            </a:r>
          </a:p>
        </p:txBody>
      </p:sp>
      <p:sp>
        <p:nvSpPr>
          <p:cNvPr id="13" name="圆角矩形标注 2">
            <a:extLst>
              <a:ext uri="{FF2B5EF4-FFF2-40B4-BE49-F238E27FC236}">
                <a16:creationId xmlns:a16="http://schemas.microsoft.com/office/drawing/2014/main" id="{3E38ABFF-CF85-40EA-B43E-705F34523623}"/>
              </a:ext>
            </a:extLst>
          </p:cNvPr>
          <p:cNvSpPr/>
          <p:nvPr/>
        </p:nvSpPr>
        <p:spPr>
          <a:xfrm>
            <a:off x="6512173" y="3852317"/>
            <a:ext cx="1368152" cy="434410"/>
          </a:xfrm>
          <a:prstGeom prst="wedgeRoundRectCallout">
            <a:avLst>
              <a:gd name="adj1" fmla="val -79091"/>
              <a:gd name="adj2" fmla="val 132782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简   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FDE8B4-2F0F-4216-B1A2-842A44461EEE}"/>
              </a:ext>
            </a:extLst>
          </p:cNvPr>
          <p:cNvSpPr/>
          <p:nvPr/>
        </p:nvSpPr>
        <p:spPr>
          <a:xfrm>
            <a:off x="823541" y="1842438"/>
            <a:ext cx="6080125" cy="3231654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 algn="just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chemeClr val="accent6"/>
                </a:solidFill>
              </a:rPr>
              <a:t>CSS3</a:t>
            </a:r>
            <a:r>
              <a:rPr lang="zh-CN" altLang="en-US" sz="2400" b="1" dirty="0">
                <a:solidFill>
                  <a:schemeClr val="accent6"/>
                </a:solidFill>
              </a:rPr>
              <a:t>之前实现圆角和阴影</a:t>
            </a:r>
            <a:endParaRPr lang="en-US" altLang="zh-CN" sz="2400" b="1" dirty="0">
              <a:solidFill>
                <a:schemeClr val="accent6"/>
              </a:solidFill>
            </a:endParaRPr>
          </a:p>
          <a:p>
            <a:pPr lvl="1"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accent6"/>
                </a:solidFill>
              </a:rPr>
              <a:t>1</a:t>
            </a:r>
            <a:r>
              <a:rPr lang="zh-CN" altLang="en-US" sz="2400" b="1" dirty="0">
                <a:solidFill>
                  <a:schemeClr val="accent6"/>
                </a:solidFill>
              </a:rPr>
              <a:t>、绘制图片</a:t>
            </a:r>
            <a:endParaRPr lang="en-US" altLang="zh-CN" sz="2400" b="1" dirty="0">
              <a:solidFill>
                <a:schemeClr val="accent6"/>
              </a:solidFill>
            </a:endParaRPr>
          </a:p>
          <a:p>
            <a:pPr lvl="1"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accent6"/>
                </a:solidFill>
              </a:rPr>
              <a:t>2</a:t>
            </a:r>
            <a:r>
              <a:rPr lang="zh-CN" altLang="en-US" sz="2400" b="1" dirty="0">
                <a:solidFill>
                  <a:schemeClr val="accent6"/>
                </a:solidFill>
              </a:rPr>
              <a:t>、切图</a:t>
            </a:r>
            <a:endParaRPr lang="en-US" altLang="zh-CN" sz="2400" b="1" dirty="0">
              <a:solidFill>
                <a:schemeClr val="accent6"/>
              </a:solidFill>
            </a:endParaRPr>
          </a:p>
          <a:p>
            <a:pPr lvl="1"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accent6"/>
                </a:solidFill>
              </a:rPr>
              <a:t>3</a:t>
            </a:r>
            <a:r>
              <a:rPr lang="zh-CN" altLang="en-US" sz="2400" b="1" dirty="0">
                <a:solidFill>
                  <a:schemeClr val="accent6"/>
                </a:solidFill>
              </a:rPr>
              <a:t>、将切图设置为元素的背景图片</a:t>
            </a:r>
            <a:endParaRPr lang="en-US" altLang="zh-CN" sz="2400" b="1" dirty="0">
              <a:solidFill>
                <a:schemeClr val="accent6"/>
              </a:solidFill>
            </a:endParaRPr>
          </a:p>
          <a:p>
            <a:pPr marL="457200" indent="-457200" algn="just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chemeClr val="accent6"/>
                </a:solidFill>
              </a:rPr>
              <a:t>CSS3</a:t>
            </a:r>
            <a:r>
              <a:rPr lang="zh-CN" altLang="en-US" sz="2400" b="1" dirty="0">
                <a:solidFill>
                  <a:schemeClr val="accent6"/>
                </a:solidFill>
              </a:rPr>
              <a:t>实现圆角和阴影</a:t>
            </a:r>
            <a:endParaRPr lang="en-US" altLang="zh-CN" sz="2400" b="1" dirty="0">
              <a:solidFill>
                <a:schemeClr val="accent6"/>
              </a:solidFill>
            </a:endParaRPr>
          </a:p>
          <a:p>
            <a:pPr marL="835025" lvl="1" indent="-342900" algn="just">
              <a:spcBef>
                <a:spcPct val="50000"/>
              </a:spcBef>
              <a:buSzPct val="12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6"/>
                </a:solidFill>
              </a:rPr>
              <a:t>直接设置对应参数</a:t>
            </a:r>
            <a:endParaRPr lang="en-US" altLang="zh-CN" sz="2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20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设置圆角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2CB2CD5-2F7F-4C09-9FB0-6ED542A3958E}"/>
              </a:ext>
            </a:extLst>
          </p:cNvPr>
          <p:cNvGrpSpPr/>
          <p:nvPr/>
        </p:nvGrpSpPr>
        <p:grpSpPr>
          <a:xfrm>
            <a:off x="8162581" y="1395484"/>
            <a:ext cx="3446724" cy="2253046"/>
            <a:chOff x="8384381" y="1491926"/>
            <a:chExt cx="3446724" cy="225304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CF6C4470-9002-4D26-B864-8149936DC34D}"/>
                </a:ext>
              </a:extLst>
            </p:cNvPr>
            <p:cNvSpPr/>
            <p:nvPr/>
          </p:nvSpPr>
          <p:spPr>
            <a:xfrm>
              <a:off x="8387823" y="1500564"/>
              <a:ext cx="3443282" cy="2240366"/>
            </a:xfrm>
            <a:prstGeom prst="roundRect">
              <a:avLst>
                <a:gd name="adj" fmla="val 23590"/>
              </a:avLst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/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4F445C57-7DD0-45F2-878B-288006234A97}"/>
                </a:ext>
              </a:extLst>
            </p:cNvPr>
            <p:cNvGrpSpPr/>
            <p:nvPr/>
          </p:nvGrpSpPr>
          <p:grpSpPr>
            <a:xfrm>
              <a:off x="8387826" y="1491932"/>
              <a:ext cx="1101248" cy="1085724"/>
              <a:chOff x="943664" y="190182"/>
              <a:chExt cx="921796" cy="921722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846B2BDF-C2D3-4CB2-A48B-1BEE4B91A514}"/>
                  </a:ext>
                </a:extLst>
              </p:cNvPr>
              <p:cNvSpPr/>
              <p:nvPr/>
            </p:nvSpPr>
            <p:spPr>
              <a:xfrm>
                <a:off x="943664" y="190189"/>
                <a:ext cx="921796" cy="92171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3200"/>
              </a:p>
            </p:txBody>
          </p: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8A5B252D-32D3-4238-93F0-CCB2B20DB30A}"/>
                  </a:ext>
                </a:extLst>
              </p:cNvPr>
              <p:cNvCxnSpPr>
                <a:endCxn id="30" idx="0"/>
              </p:cNvCxnSpPr>
              <p:nvPr/>
            </p:nvCxnSpPr>
            <p:spPr>
              <a:xfrm flipV="1">
                <a:off x="1404334" y="190182"/>
                <a:ext cx="114" cy="4608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439D51D3-4E20-45AA-AC1F-DB689B7F034D}"/>
                  </a:ext>
                </a:extLst>
              </p:cNvPr>
              <p:cNvCxnSpPr>
                <a:endCxn id="30" idx="2"/>
              </p:cNvCxnSpPr>
              <p:nvPr/>
            </p:nvCxnSpPr>
            <p:spPr>
              <a:xfrm flipH="1">
                <a:off x="943664" y="651000"/>
                <a:ext cx="460800" cy="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文本框 83">
              <a:extLst>
                <a:ext uri="{FF2B5EF4-FFF2-40B4-BE49-F238E27FC236}">
                  <a16:creationId xmlns:a16="http://schemas.microsoft.com/office/drawing/2014/main" id="{83613BE7-4ADB-4457-A25C-0431F2A87C5E}"/>
                </a:ext>
              </a:extLst>
            </p:cNvPr>
            <p:cNvSpPr txBox="1"/>
            <p:nvPr/>
          </p:nvSpPr>
          <p:spPr>
            <a:xfrm>
              <a:off x="8868335" y="1586647"/>
              <a:ext cx="848545" cy="31026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10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垂直半径</a:t>
              </a:r>
              <a:endParaRPr lang="zh-CN" sz="1600" kern="10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83">
              <a:extLst>
                <a:ext uri="{FF2B5EF4-FFF2-40B4-BE49-F238E27FC236}">
                  <a16:creationId xmlns:a16="http://schemas.microsoft.com/office/drawing/2014/main" id="{32AC0A81-1E35-4D99-A2DA-222C732B363B}"/>
                </a:ext>
              </a:extLst>
            </p:cNvPr>
            <p:cNvSpPr txBox="1"/>
            <p:nvPr/>
          </p:nvSpPr>
          <p:spPr>
            <a:xfrm>
              <a:off x="8387826" y="1974463"/>
              <a:ext cx="848136" cy="30966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水平半径</a:t>
              </a:r>
              <a:endParaRPr 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8DA91477-32A9-43ED-A684-E17B0216833D}"/>
                </a:ext>
              </a:extLst>
            </p:cNvPr>
            <p:cNvGrpSpPr/>
            <p:nvPr/>
          </p:nvGrpSpPr>
          <p:grpSpPr>
            <a:xfrm rot="5400000">
              <a:off x="10734229" y="1484211"/>
              <a:ext cx="1085327" cy="1100757"/>
              <a:chOff x="0" y="0"/>
              <a:chExt cx="921796" cy="921722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CBFAB2F3-D84A-4B04-A461-9C8D1FEA1169}"/>
                  </a:ext>
                </a:extLst>
              </p:cNvPr>
              <p:cNvSpPr/>
              <p:nvPr/>
            </p:nvSpPr>
            <p:spPr>
              <a:xfrm>
                <a:off x="0" y="7"/>
                <a:ext cx="921796" cy="92171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3200"/>
              </a:p>
            </p:txBody>
          </p: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D14C6C59-AEB1-41EA-9528-C6B581A265F1}"/>
                  </a:ext>
                </a:extLst>
              </p:cNvPr>
              <p:cNvCxnSpPr/>
              <p:nvPr/>
            </p:nvCxnSpPr>
            <p:spPr>
              <a:xfrm flipV="1">
                <a:off x="460670" y="0"/>
                <a:ext cx="114" cy="4608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2D63CCE4-967C-41B6-A8A4-6BFDF65911BE}"/>
                  </a:ext>
                </a:extLst>
              </p:cNvPr>
              <p:cNvCxnSpPr/>
              <p:nvPr/>
            </p:nvCxnSpPr>
            <p:spPr>
              <a:xfrm flipH="1">
                <a:off x="0" y="460818"/>
                <a:ext cx="460800" cy="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1BB5654-D153-4CCE-8310-AB7ACC8F4E7B}"/>
                </a:ext>
              </a:extLst>
            </p:cNvPr>
            <p:cNvGrpSpPr/>
            <p:nvPr/>
          </p:nvGrpSpPr>
          <p:grpSpPr>
            <a:xfrm rot="16200000">
              <a:off x="8392096" y="2644106"/>
              <a:ext cx="1085327" cy="1100757"/>
              <a:chOff x="0" y="0"/>
              <a:chExt cx="921796" cy="921722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630F0347-0655-4290-AC4E-5953DB373B49}"/>
                  </a:ext>
                </a:extLst>
              </p:cNvPr>
              <p:cNvSpPr/>
              <p:nvPr/>
            </p:nvSpPr>
            <p:spPr>
              <a:xfrm>
                <a:off x="0" y="7"/>
                <a:ext cx="921796" cy="92171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3200"/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B3CBD654-54F0-45C5-8B26-B673E172F6D5}"/>
                  </a:ext>
                </a:extLst>
              </p:cNvPr>
              <p:cNvCxnSpPr/>
              <p:nvPr/>
            </p:nvCxnSpPr>
            <p:spPr>
              <a:xfrm flipV="1">
                <a:off x="460670" y="0"/>
                <a:ext cx="114" cy="4608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E4BE87B2-0C0E-4163-AA25-4FEBB920924B}"/>
                  </a:ext>
                </a:extLst>
              </p:cNvPr>
              <p:cNvCxnSpPr/>
              <p:nvPr/>
            </p:nvCxnSpPr>
            <p:spPr>
              <a:xfrm flipH="1">
                <a:off x="0" y="460818"/>
                <a:ext cx="460800" cy="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83491D3C-AAA7-4D82-BF14-E86A5DA9B8E4}"/>
                </a:ext>
              </a:extLst>
            </p:cNvPr>
            <p:cNvGrpSpPr/>
            <p:nvPr/>
          </p:nvGrpSpPr>
          <p:grpSpPr>
            <a:xfrm rot="10800000">
              <a:off x="10717775" y="2660392"/>
              <a:ext cx="1099998" cy="1084580"/>
              <a:chOff x="1" y="-1"/>
              <a:chExt cx="921796" cy="921723"/>
            </a:xfrm>
          </p:grpSpPr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714FD43A-3514-4926-9437-A6BBBC06F36C}"/>
                  </a:ext>
                </a:extLst>
              </p:cNvPr>
              <p:cNvSpPr/>
              <p:nvPr/>
            </p:nvSpPr>
            <p:spPr>
              <a:xfrm>
                <a:off x="1" y="7"/>
                <a:ext cx="921796" cy="92171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3200"/>
              </a:p>
            </p:txBody>
          </p:sp>
          <p:cxnSp>
            <p:nvCxnSpPr>
              <p:cNvPr id="22" name="直接箭头连接符 21">
                <a:extLst>
                  <a:ext uri="{FF2B5EF4-FFF2-40B4-BE49-F238E27FC236}">
                    <a16:creationId xmlns:a16="http://schemas.microsoft.com/office/drawing/2014/main" id="{899B211F-906F-4A35-AFC1-FDD3A70EC22E}"/>
                  </a:ext>
                </a:extLst>
              </p:cNvPr>
              <p:cNvCxnSpPr/>
              <p:nvPr/>
            </p:nvCxnSpPr>
            <p:spPr>
              <a:xfrm flipV="1">
                <a:off x="460670" y="-1"/>
                <a:ext cx="114" cy="4608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ADC8D5A4-EB7B-462F-B844-F571FA32D9F6}"/>
                  </a:ext>
                </a:extLst>
              </p:cNvPr>
              <p:cNvCxnSpPr/>
              <p:nvPr/>
            </p:nvCxnSpPr>
            <p:spPr>
              <a:xfrm flipH="1">
                <a:off x="1" y="460817"/>
                <a:ext cx="460800" cy="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07DFBF36-C27E-43A4-B28D-479B7255CBF6}"/>
              </a:ext>
            </a:extLst>
          </p:cNvPr>
          <p:cNvSpPr/>
          <p:nvPr/>
        </p:nvSpPr>
        <p:spPr>
          <a:xfrm>
            <a:off x="9136377" y="3965586"/>
            <a:ext cx="1620957" cy="333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圆角绘制示意图</a:t>
            </a:r>
          </a:p>
        </p:txBody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BDFBA113-8EEC-4373-83B4-090F7D999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66" y="1895890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3CB918BA-3D4D-411B-B7F8-1AC53325E686}"/>
              </a:ext>
            </a:extLst>
          </p:cNvPr>
          <p:cNvGraphicFramePr>
            <a:graphicFrameLocks noGrp="1"/>
          </p:cNvGraphicFramePr>
          <p:nvPr/>
        </p:nvGraphicFramePr>
        <p:xfrm>
          <a:off x="1011528" y="2563949"/>
          <a:ext cx="6600678" cy="13106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32980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3062594">
                  <a:extLst>
                    <a:ext uri="{9D8B030D-6E8A-4147-A177-3AD203B41FA5}">
                      <a16:colId xmlns:a16="http://schemas.microsoft.com/office/drawing/2014/main" val="1256897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6208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border-top-left-radius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border-top-right-radius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border-bottom-right-radius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border-bottom-left-radius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:&lt;length-percentage&gt;{1,2}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79FE9D7-C73E-481F-A60F-08B6B6C49AAD}"/>
              </a:ext>
            </a:extLst>
          </p:cNvPr>
          <p:cNvSpPr/>
          <p:nvPr/>
        </p:nvSpPr>
        <p:spPr>
          <a:xfrm>
            <a:off x="838693" y="4609122"/>
            <a:ext cx="8941198" cy="951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第一个参数代表水平半径</a:t>
            </a:r>
            <a:r>
              <a:rPr lang="zh-CN" altLang="en-US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zh-CN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第二个参数代表垂直半径</a:t>
            </a:r>
            <a:endParaRPr lang="en-US" altLang="zh-CN" sz="2000" b="1" kern="100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同时设置两个参数则圆角为椭圆型，如果只设置一个参数，则圆角为圆型。</a:t>
            </a:r>
            <a:endParaRPr lang="zh-CN" altLang="en-US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圆角矩形标注 2">
            <a:extLst>
              <a:ext uri="{FF2B5EF4-FFF2-40B4-BE49-F238E27FC236}">
                <a16:creationId xmlns:a16="http://schemas.microsoft.com/office/drawing/2014/main" id="{27F4A850-6318-4604-8640-8A43B9D1C591}"/>
              </a:ext>
            </a:extLst>
          </p:cNvPr>
          <p:cNvSpPr/>
          <p:nvPr/>
        </p:nvSpPr>
        <p:spPr>
          <a:xfrm>
            <a:off x="3995293" y="1808137"/>
            <a:ext cx="3092944" cy="434410"/>
          </a:xfrm>
          <a:prstGeom prst="wedgeRoundRectCallout">
            <a:avLst>
              <a:gd name="adj1" fmla="val -79091"/>
              <a:gd name="adj2" fmla="val 132782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四个角分别设置圆角</a:t>
            </a:r>
          </a:p>
        </p:txBody>
      </p:sp>
    </p:spTree>
    <p:extLst>
      <p:ext uri="{BB962C8B-B14F-4D97-AF65-F5344CB8AC3E}">
        <p14:creationId xmlns:p14="http://schemas.microsoft.com/office/powerpoint/2010/main" val="383219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设置圆角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BDFBA113-8EEC-4373-83B4-090F7D999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66" y="1895890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7AD2E580-3B83-456A-AE90-7FFF73FC1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718778"/>
              </p:ext>
            </p:extLst>
          </p:nvPr>
        </p:nvGraphicFramePr>
        <p:xfrm>
          <a:off x="882596" y="2406826"/>
          <a:ext cx="9745806" cy="6208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72157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7716705">
                  <a:extLst>
                    <a:ext uri="{9D8B030D-6E8A-4147-A177-3AD203B41FA5}">
                      <a16:colId xmlns:a16="http://schemas.microsoft.com/office/drawing/2014/main" val="125689790"/>
                    </a:ext>
                  </a:extLst>
                </a:gridCol>
                <a:gridCol w="307522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6208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border-radius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&lt;length-percentage&gt;{1,4} [ / &lt;length-percentage&gt;{1,4} ]?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38" name="圆角矩形标注 2">
            <a:extLst>
              <a:ext uri="{FF2B5EF4-FFF2-40B4-BE49-F238E27FC236}">
                <a16:creationId xmlns:a16="http://schemas.microsoft.com/office/drawing/2014/main" id="{F5D27F70-DB27-4F62-9068-DE8F38662D38}"/>
              </a:ext>
            </a:extLst>
          </p:cNvPr>
          <p:cNvSpPr/>
          <p:nvPr/>
        </p:nvSpPr>
        <p:spPr>
          <a:xfrm>
            <a:off x="9750529" y="1908382"/>
            <a:ext cx="1620957" cy="434410"/>
          </a:xfrm>
          <a:prstGeom prst="wedgeRoundRectCallout">
            <a:avLst>
              <a:gd name="adj1" fmla="val -79091"/>
              <a:gd name="adj2" fmla="val 132782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</a:rPr>
              <a:t>简写属性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7B0F480-2D2B-4E6D-806A-13A8049E2D1F}"/>
              </a:ext>
            </a:extLst>
          </p:cNvPr>
          <p:cNvSpPr/>
          <p:nvPr/>
        </p:nvSpPr>
        <p:spPr>
          <a:xfrm>
            <a:off x="767705" y="3228955"/>
            <a:ext cx="10463177" cy="951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边框圆角设置可以设置两组参数，用“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/”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符号分割，每组参数可以设置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1~4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个属性值。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第一组属性代表对应角的水平半径，第二组属性代表对应角的垂直半径。</a:t>
            </a:r>
          </a:p>
        </p:txBody>
      </p:sp>
    </p:spTree>
    <p:extLst>
      <p:ext uri="{BB962C8B-B14F-4D97-AF65-F5344CB8AC3E}">
        <p14:creationId xmlns:p14="http://schemas.microsoft.com/office/powerpoint/2010/main" val="145850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设置阴影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BDFBA113-8EEC-4373-83B4-090F7D999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66" y="1895890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7AD2E580-3B83-456A-AE90-7FFF73FC1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173721"/>
              </p:ext>
            </p:extLst>
          </p:nvPr>
        </p:nvGraphicFramePr>
        <p:xfrm>
          <a:off x="882595" y="2406826"/>
          <a:ext cx="11030178" cy="6208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52512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8878062">
                  <a:extLst>
                    <a:ext uri="{9D8B030D-6E8A-4147-A177-3AD203B41FA5}">
                      <a16:colId xmlns:a16="http://schemas.microsoft.com/office/drawing/2014/main" val="125689790"/>
                    </a:ext>
                  </a:extLst>
                </a:gridCol>
                <a:gridCol w="626994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6208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box-shadow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none | [ &lt;color&gt;? &amp;&amp; [ &lt;length&gt;{2} &lt;length [0,∞] &gt;? &lt;length&gt;?] &amp;&amp; inset? ]#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AE56F92-32A1-4636-8C39-C5EDDA444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890923"/>
              </p:ext>
            </p:extLst>
          </p:nvPr>
        </p:nvGraphicFramePr>
        <p:xfrm>
          <a:off x="943885" y="3370001"/>
          <a:ext cx="10608848" cy="2642554"/>
        </p:xfrm>
        <a:graphic>
          <a:graphicData uri="http://schemas.openxmlformats.org/drawingml/2006/table">
            <a:tbl>
              <a:tblPr firstRow="1" firstCol="1" bandRow="1"/>
              <a:tblGrid>
                <a:gridCol w="1937400">
                  <a:extLst>
                    <a:ext uri="{9D8B030D-6E8A-4147-A177-3AD203B41FA5}">
                      <a16:colId xmlns:a16="http://schemas.microsoft.com/office/drawing/2014/main" val="1213705723"/>
                    </a:ext>
                  </a:extLst>
                </a:gridCol>
                <a:gridCol w="8671448">
                  <a:extLst>
                    <a:ext uri="{9D8B030D-6E8A-4147-A177-3AD203B41FA5}">
                      <a16:colId xmlns:a16="http://schemas.microsoft.com/office/drawing/2014/main" val="1986654361"/>
                    </a:ext>
                  </a:extLst>
                </a:gridCol>
              </a:tblGrid>
              <a:tr h="3303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543861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&lt;color&gt;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阴影颜色，可选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4183061"/>
                  </a:ext>
                </a:extLst>
              </a:tr>
              <a:tr h="132127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&lt;length&gt;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第一个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&lt;length&gt;</a:t>
                      </a: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：阴影离元素的水平偏移，可为负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第二个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&lt;length&gt;</a:t>
                      </a: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：阴影离元素的垂直偏移，可为负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第三个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&lt;length&gt;</a:t>
                      </a: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：阴影的模糊范围，不能为负，可不设置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第四个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&lt;length&gt;</a:t>
                      </a: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：阴影的扩散距离，可为负，可不设置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562747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inset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设置该关键词后阴影将从默认的外阴影变为内阴影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040153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无阴影，默认值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000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4477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4-17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4423857" y="5590009"/>
            <a:ext cx="6370071" cy="1273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&lt;body&gt;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class="box1"&gt;</a:t>
            </a:r>
            <a:r>
              <a:rPr lang="zh-CN" altLang="en-US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移到元素上试试</a:t>
            </a: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&lt;/div&gt;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&lt;/body&gt;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5492BA-B522-42B9-BF13-969165712C3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41" y="1836093"/>
            <a:ext cx="3152179" cy="2005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09360D3-94DA-4905-8ECD-FE38C8AC7BE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41" y="3891529"/>
            <a:ext cx="3152178" cy="22650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B4DC0A0-86EE-4F07-810A-175A154EA623}"/>
              </a:ext>
            </a:extLst>
          </p:cNvPr>
          <p:cNvSpPr/>
          <p:nvPr/>
        </p:nvSpPr>
        <p:spPr>
          <a:xfrm>
            <a:off x="4423857" y="1189076"/>
            <a:ext cx="6080125" cy="50133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&lt;style&gt;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.box1 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border: 1px solid #2e6da4;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width: 400px;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height: 45px;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font-size: 32px;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text-align: center;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  margin: 80px auto;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……</a:t>
            </a:r>
            <a:r>
              <a:rPr lang="zh-CN" altLang="en-US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见下一页</a:t>
            </a:r>
            <a:endParaRPr lang="en-US" altLang="zh-CN" b="1" kern="100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&lt;style&gt;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2551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4-17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B4200E-5891-4AE5-ABDF-B2DD7107D4B8}"/>
              </a:ext>
            </a:extLst>
          </p:cNvPr>
          <p:cNvSpPr/>
          <p:nvPr/>
        </p:nvSpPr>
        <p:spPr>
          <a:xfrm>
            <a:off x="4423857" y="2212223"/>
            <a:ext cx="7128792" cy="3358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.box1:hover{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/* </a:t>
            </a:r>
            <a:r>
              <a:rPr lang="zh-CN" altLang="en-US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设置圆角 *</a:t>
            </a: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border-radius: 30px </a:t>
            </a:r>
            <a:r>
              <a:rPr lang="en-US" altLang="zh-CN" sz="1600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30px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600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30px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600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30px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/ 30px </a:t>
            </a:r>
            <a:r>
              <a:rPr lang="en-US" altLang="zh-CN" sz="1600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30px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10px </a:t>
            </a:r>
            <a:r>
              <a:rPr lang="en-US" altLang="zh-CN" sz="1600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10px</a:t>
            </a: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; 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/* </a:t>
            </a:r>
            <a:r>
              <a:rPr lang="zh-CN" altLang="en-US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设置阴影 *</a:t>
            </a: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box-shadow:10px 10px </a:t>
            </a:r>
            <a:r>
              <a:rPr lang="en-US" altLang="zh-CN" sz="1600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10px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600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10px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#444444;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background-color: #337ab7;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color: white;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cursor: pointer;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5492BA-B522-42B9-BF13-969165712C3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41" y="1836093"/>
            <a:ext cx="3152179" cy="2005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09360D3-94DA-4905-8ECD-FE38C8AC7BE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41" y="3891529"/>
            <a:ext cx="3152178" cy="22650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04712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设置变形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BDFBA113-8EEC-4373-83B4-090F7D999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66" y="1895890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7AD2E580-3B83-456A-AE90-7FFF73FC1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350314"/>
              </p:ext>
            </p:extLst>
          </p:nvPr>
        </p:nvGraphicFramePr>
        <p:xfrm>
          <a:off x="882595" y="2511408"/>
          <a:ext cx="11030178" cy="6208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52512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8878062">
                  <a:extLst>
                    <a:ext uri="{9D8B030D-6E8A-4147-A177-3AD203B41FA5}">
                      <a16:colId xmlns:a16="http://schemas.microsoft.com/office/drawing/2014/main" val="125689790"/>
                    </a:ext>
                  </a:extLst>
                </a:gridCol>
                <a:gridCol w="626994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6208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transform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  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none | &lt;transform-function&gt;+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圆角矩形标注 2">
            <a:extLst>
              <a:ext uri="{FF2B5EF4-FFF2-40B4-BE49-F238E27FC236}">
                <a16:creationId xmlns:a16="http://schemas.microsoft.com/office/drawing/2014/main" id="{95B65772-ADDB-954F-AF50-77CE84F521D4}"/>
              </a:ext>
            </a:extLst>
          </p:cNvPr>
          <p:cNvSpPr/>
          <p:nvPr/>
        </p:nvSpPr>
        <p:spPr>
          <a:xfrm>
            <a:off x="6429409" y="1366908"/>
            <a:ext cx="4752528" cy="951692"/>
          </a:xfrm>
          <a:prstGeom prst="wedgeRoundRectCallout">
            <a:avLst>
              <a:gd name="adj1" fmla="val -45754"/>
              <a:gd name="adj2" fmla="val 12289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altLang="zh-CN" dirty="0">
                <a:solidFill>
                  <a:srgbClr val="0000FF"/>
                </a:solidFill>
                <a:latin typeface="+mn-ea"/>
              </a:rPr>
              <a:t>CSS3</a:t>
            </a:r>
            <a:r>
              <a:rPr lang="zh-CN" altLang="zh-CN" dirty="0">
                <a:solidFill>
                  <a:srgbClr val="0000FF"/>
                </a:solidFill>
                <a:latin typeface="+mn-ea"/>
              </a:rPr>
              <a:t>支持将元素按照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2D</a:t>
            </a:r>
            <a:r>
              <a:rPr lang="zh-CN" altLang="zh-CN" dirty="0">
                <a:solidFill>
                  <a:srgbClr val="0000FF"/>
                </a:solidFill>
                <a:latin typeface="+mn-ea"/>
              </a:rPr>
              <a:t>或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3D</a:t>
            </a:r>
            <a:r>
              <a:rPr lang="zh-CN" altLang="zh-CN" dirty="0">
                <a:solidFill>
                  <a:srgbClr val="0000FF"/>
                </a:solidFill>
                <a:latin typeface="+mn-ea"/>
              </a:rPr>
              <a:t>的方式进行旋转、缩放、移动或倾斜等方式形象变形</a:t>
            </a:r>
            <a:r>
              <a:rPr lang="zh-CN" altLang="zh-CN" sz="2000" dirty="0">
                <a:solidFill>
                  <a:srgbClr val="0000FF"/>
                </a:solidFill>
                <a:latin typeface="+mn-ea"/>
              </a:rPr>
              <a:t> </a:t>
            </a:r>
            <a:endParaRPr lang="zh-CN" altLang="en-US" sz="2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07BE35-9446-3942-BAE9-1EE7ED3475D9}"/>
              </a:ext>
            </a:extLst>
          </p:cNvPr>
          <p:cNvSpPr txBox="1"/>
          <p:nvPr/>
        </p:nvSpPr>
        <p:spPr>
          <a:xfrm>
            <a:off x="882595" y="3370002"/>
            <a:ext cx="77178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&lt;transform-function&gt;</a:t>
            </a:r>
            <a:r>
              <a:rPr lang="zh-CN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指的是变形函数，可以设置一个或多个函数</a:t>
            </a:r>
            <a:r>
              <a:rPr lang="zh-CN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zh-CN" altLang="en-US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984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设置变形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BDFBA113-8EEC-4373-83B4-090F7D999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66" y="1895890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 </a:t>
            </a:r>
            <a:r>
              <a:rPr kumimoji="1" lang="en-US" altLang="zh-CN" sz="2000" b="1" dirty="0">
                <a:latin typeface="Times New Roman" pitchFamily="18" charset="0"/>
              </a:rPr>
              <a:t>2D</a:t>
            </a:r>
            <a:r>
              <a:rPr kumimoji="1" lang="zh-CN" altLang="en-US" sz="2000" b="1" dirty="0">
                <a:latin typeface="Times New Roman" pitchFamily="18" charset="0"/>
              </a:rPr>
              <a:t>变形函数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C056F6A-C6B1-344E-AED2-2E7656CC6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45622"/>
              </p:ext>
            </p:extLst>
          </p:nvPr>
        </p:nvGraphicFramePr>
        <p:xfrm>
          <a:off x="812823" y="2417618"/>
          <a:ext cx="10739909" cy="1645920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946822">
                  <a:extLst>
                    <a:ext uri="{9D8B030D-6E8A-4147-A177-3AD203B41FA5}">
                      <a16:colId xmlns:a16="http://schemas.microsoft.com/office/drawing/2014/main" val="370860967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3121614704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438438482"/>
                    </a:ext>
                  </a:extLst>
                </a:gridCol>
              </a:tblGrid>
              <a:tr h="311859"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类别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函数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说明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380321"/>
                  </a:ext>
                </a:extLst>
              </a:tr>
              <a:tr h="623717">
                <a:tc rowSpan="3">
                  <a:txBody>
                    <a:bodyPr/>
                    <a:lstStyle/>
                    <a:p>
                      <a:pPr algn="ctr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倾斜</a:t>
                      </a:r>
                      <a:endParaRPr lang="en-US" altLang="zh-CN" sz="16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扭曲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skew(&lt;angle&gt;[,&lt;angle&gt;])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设置图像倾斜扭曲，第一个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&lt;angle&gt;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代表沿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轴扭曲的角度，第二个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&lt;angle&gt;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代表沿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轴扭曲的角度，如果第二个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&lt;angle&gt;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未提供，则默认为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425130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skewX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(&lt;angle&gt;)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单独设置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轴倾斜扭曲角度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63009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skewY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(&lt;angle&gt;)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单独设置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轴倾斜扭曲角度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760417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2A9E56D-6DB0-6447-A5D8-FF8FBA810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591870"/>
              </p:ext>
            </p:extLst>
          </p:nvPr>
        </p:nvGraphicFramePr>
        <p:xfrm>
          <a:off x="812821" y="4068341"/>
          <a:ext cx="10739909" cy="1296000"/>
        </p:xfrm>
        <a:graphic>
          <a:graphicData uri="http://schemas.openxmlformats.org/drawingml/2006/table">
            <a:tbl>
              <a:tblPr firstRow="1" firstCol="1" bandRow="1"/>
              <a:tblGrid>
                <a:gridCol w="946824">
                  <a:extLst>
                    <a:ext uri="{9D8B030D-6E8A-4147-A177-3AD203B41FA5}">
                      <a16:colId xmlns:a16="http://schemas.microsoft.com/office/drawing/2014/main" val="3675547571"/>
                    </a:ext>
                  </a:extLst>
                </a:gridCol>
                <a:gridCol w="2808082">
                  <a:extLst>
                    <a:ext uri="{9D8B030D-6E8A-4147-A177-3AD203B41FA5}">
                      <a16:colId xmlns:a16="http://schemas.microsoft.com/office/drawing/2014/main" val="4123553587"/>
                    </a:ext>
                  </a:extLst>
                </a:gridCol>
                <a:gridCol w="6985003">
                  <a:extLst>
                    <a:ext uri="{9D8B030D-6E8A-4147-A177-3AD203B41FA5}">
                      <a16:colId xmlns:a16="http://schemas.microsoft.com/office/drawing/2014/main" val="466959900"/>
                    </a:ext>
                  </a:extLst>
                </a:gridCol>
              </a:tblGrid>
              <a:tr h="648000">
                <a:tc rowSpan="3">
                  <a:txBody>
                    <a:bodyPr/>
                    <a:lstStyle/>
                    <a:p>
                      <a:pPr algn="ctr"/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缩放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scale(&lt;number&gt;[,&lt;number&gt;])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设置图像缩放，第一个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&lt;number&gt;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对应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轴缩放比例，第二个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&lt;number&gt;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对应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轴缩放比例。如果第二个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&lt;number&gt;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未提供，则默认等于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轴比例，即等比例缩放。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5923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scaleX(&lt;number&gt;)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轴缩放比例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614658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ctr"/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scaleY(&lt;number&gt;)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轴缩放比例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410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1633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设置变形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BDFBA113-8EEC-4373-83B4-090F7D999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66" y="1895890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 </a:t>
            </a:r>
            <a:r>
              <a:rPr kumimoji="1" lang="en-US" altLang="zh-CN" sz="2000" b="1" dirty="0">
                <a:latin typeface="Times New Roman" pitchFamily="18" charset="0"/>
              </a:rPr>
              <a:t>2D</a:t>
            </a:r>
            <a:r>
              <a:rPr kumimoji="1" lang="zh-CN" altLang="en-US" sz="2000" b="1" dirty="0">
                <a:latin typeface="Times New Roman" pitchFamily="18" charset="0"/>
              </a:rPr>
              <a:t>变形函数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C056F6A-C6B1-344E-AED2-2E7656CC6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491247"/>
              </p:ext>
            </p:extLst>
          </p:nvPr>
        </p:nvGraphicFramePr>
        <p:xfrm>
          <a:off x="812823" y="2417618"/>
          <a:ext cx="10739909" cy="1753723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946822">
                  <a:extLst>
                    <a:ext uri="{9D8B030D-6E8A-4147-A177-3AD203B41FA5}">
                      <a16:colId xmlns:a16="http://schemas.microsoft.com/office/drawing/2014/main" val="3708609673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3121614704"/>
                    </a:ext>
                  </a:extLst>
                </a:gridCol>
                <a:gridCol w="5976663">
                  <a:extLst>
                    <a:ext uri="{9D8B030D-6E8A-4147-A177-3AD203B41FA5}">
                      <a16:colId xmlns:a16="http://schemas.microsoft.com/office/drawing/2014/main" val="2438438482"/>
                    </a:ext>
                  </a:extLst>
                </a:gridCol>
              </a:tblGrid>
              <a:tr h="311859"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类别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函数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说明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380321"/>
                  </a:ext>
                </a:extLst>
              </a:tr>
              <a:tr h="623717">
                <a:tc rowSpan="3">
                  <a:txBody>
                    <a:bodyPr/>
                    <a:lstStyle/>
                    <a:p>
                      <a:pPr algn="ctr"/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平移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translate(&lt;length |percentage&gt;,[&lt;length |percentage&gt;])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设置图像平移，第一个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&lt;length | percentage&gt;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对应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轴，第二个对应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轴。如果第二个未提供，则默认为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425130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translateX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(&lt;length |percentage &gt;)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轴图像平移量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63009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translateY(&lt;length |percentage &gt;)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alt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轴图像平移量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760417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2A9E56D-6DB0-6447-A5D8-FF8FBA810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909826"/>
              </p:ext>
            </p:extLst>
          </p:nvPr>
        </p:nvGraphicFramePr>
        <p:xfrm>
          <a:off x="812822" y="4155210"/>
          <a:ext cx="10739909" cy="1209275"/>
        </p:xfrm>
        <a:graphic>
          <a:graphicData uri="http://schemas.openxmlformats.org/drawingml/2006/table">
            <a:tbl>
              <a:tblPr firstRow="1" firstCol="1" bandRow="1"/>
              <a:tblGrid>
                <a:gridCol w="946824">
                  <a:extLst>
                    <a:ext uri="{9D8B030D-6E8A-4147-A177-3AD203B41FA5}">
                      <a16:colId xmlns:a16="http://schemas.microsoft.com/office/drawing/2014/main" val="3675547571"/>
                    </a:ext>
                  </a:extLst>
                </a:gridCol>
                <a:gridCol w="3816423">
                  <a:extLst>
                    <a:ext uri="{9D8B030D-6E8A-4147-A177-3AD203B41FA5}">
                      <a16:colId xmlns:a16="http://schemas.microsoft.com/office/drawing/2014/main" val="4123553587"/>
                    </a:ext>
                  </a:extLst>
                </a:gridCol>
                <a:gridCol w="5976662">
                  <a:extLst>
                    <a:ext uri="{9D8B030D-6E8A-4147-A177-3AD203B41FA5}">
                      <a16:colId xmlns:a16="http://schemas.microsoft.com/office/drawing/2014/main" val="466959900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旋转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rotate(&lt;angle&gt;)</a:t>
                      </a:r>
                      <a:endParaRPr lang="zh-CN" sz="16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设置图像旋转，</a:t>
                      </a:r>
                      <a:r>
                        <a:rPr lang="en-US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&lt;angle&gt;</a:t>
                      </a:r>
                      <a:r>
                        <a:rPr lang="zh-CN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代表旋转角度</a:t>
                      </a:r>
                      <a:endParaRPr lang="zh-CN" sz="16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59235"/>
                  </a:ext>
                </a:extLst>
              </a:tr>
              <a:tr h="561275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变换</a:t>
                      </a:r>
                      <a:endParaRPr lang="en-US" altLang="zh-CN" sz="1600" b="1" kern="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矩阵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matrix(&lt;number&gt;[,&lt;number&gt;]{5})</a:t>
                      </a:r>
                      <a:endParaRPr lang="zh-CN" sz="16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通过一个含六个数值的变换矩阵形式指定一个</a:t>
                      </a:r>
                      <a:r>
                        <a:rPr lang="en-US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2D</a:t>
                      </a: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变换，所有</a:t>
                      </a:r>
                      <a:r>
                        <a:rPr lang="en-US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2D</a:t>
                      </a: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变形实际都可以用该矩阵方式表达</a:t>
                      </a:r>
                      <a:endParaRPr lang="zh-CN" sz="16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614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1307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设置变形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BDFBA113-8EEC-4373-83B4-090F7D999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66" y="1895890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 </a:t>
            </a:r>
            <a:r>
              <a:rPr kumimoji="1" lang="en-US" altLang="zh-CN" sz="2000" b="1" dirty="0">
                <a:latin typeface="Times New Roman" pitchFamily="18" charset="0"/>
              </a:rPr>
              <a:t>3D</a:t>
            </a:r>
            <a:r>
              <a:rPr kumimoji="1" lang="zh-CN" altLang="en-US" sz="2000" b="1" dirty="0">
                <a:latin typeface="Times New Roman" pitchFamily="18" charset="0"/>
              </a:rPr>
              <a:t>变形函数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C056F6A-C6B1-344E-AED2-2E7656CC6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633098"/>
              </p:ext>
            </p:extLst>
          </p:nvPr>
        </p:nvGraphicFramePr>
        <p:xfrm>
          <a:off x="812823" y="2417618"/>
          <a:ext cx="10739909" cy="2001092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946822">
                  <a:extLst>
                    <a:ext uri="{9D8B030D-6E8A-4147-A177-3AD203B41FA5}">
                      <a16:colId xmlns:a16="http://schemas.microsoft.com/office/drawing/2014/main" val="3708609673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3121614704"/>
                    </a:ext>
                  </a:extLst>
                </a:gridCol>
                <a:gridCol w="5976663">
                  <a:extLst>
                    <a:ext uri="{9D8B030D-6E8A-4147-A177-3AD203B41FA5}">
                      <a16:colId xmlns:a16="http://schemas.microsoft.com/office/drawing/2014/main" val="2438438482"/>
                    </a:ext>
                  </a:extLst>
                </a:gridCol>
              </a:tblGrid>
              <a:tr h="311859"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类别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函数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说明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380321"/>
                  </a:ext>
                </a:extLst>
              </a:tr>
              <a:tr h="623717">
                <a:tc rowSpan="4">
                  <a:txBody>
                    <a:bodyPr/>
                    <a:lstStyle/>
                    <a:p>
                      <a:pPr algn="ctr"/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缩放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scale3d(&lt;number&gt;,&lt;number&gt;,&lt;number&gt;)</a:t>
                      </a:r>
                      <a:endParaRPr lang="zh-CN" sz="16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设置图像缩放，第一个</a:t>
                      </a:r>
                      <a:r>
                        <a:rPr lang="en-US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&lt;number&gt;</a:t>
                      </a: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对应</a:t>
                      </a:r>
                      <a:r>
                        <a:rPr lang="en-US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轴，第二个</a:t>
                      </a:r>
                      <a:r>
                        <a:rPr lang="en-US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&lt;number&gt;</a:t>
                      </a: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对应</a:t>
                      </a:r>
                      <a:r>
                        <a:rPr lang="en-US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</a:t>
                      </a:r>
                      <a:r>
                        <a:rPr lang="en-US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第三个</a:t>
                      </a:r>
                      <a:r>
                        <a:rPr lang="en-US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&lt;number&gt;</a:t>
                      </a: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对应</a:t>
                      </a:r>
                      <a:r>
                        <a:rPr lang="en-US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</a:t>
                      </a:r>
                      <a:endParaRPr lang="zh-CN" sz="16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425130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scaleX(&lt;number&gt;)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轴缩放比例，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2D</a:t>
                      </a: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3D</a:t>
                      </a: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通用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63009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scaleY(&lt;number&gt;)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轴缩放比例，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2D</a:t>
                      </a: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3D</a:t>
                      </a: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通用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760417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scaleZ(&lt;number&gt;)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轴缩放比例，仅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3D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65182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A12CEA2-0FF3-624A-8DD9-518218447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805934"/>
              </p:ext>
            </p:extLst>
          </p:nvPr>
        </p:nvGraphicFramePr>
        <p:xfrm>
          <a:off x="807604" y="4406255"/>
          <a:ext cx="10739909" cy="1797036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946822">
                  <a:extLst>
                    <a:ext uri="{9D8B030D-6E8A-4147-A177-3AD203B41FA5}">
                      <a16:colId xmlns:a16="http://schemas.microsoft.com/office/drawing/2014/main" val="4234018523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4072903317"/>
                    </a:ext>
                  </a:extLst>
                </a:gridCol>
                <a:gridCol w="5976663">
                  <a:extLst>
                    <a:ext uri="{9D8B030D-6E8A-4147-A177-3AD203B41FA5}">
                      <a16:colId xmlns:a16="http://schemas.microsoft.com/office/drawing/2014/main" val="2992292364"/>
                    </a:ext>
                  </a:extLst>
                </a:gridCol>
              </a:tblGrid>
              <a:tr h="623717">
                <a:tc rowSpan="4">
                  <a:txBody>
                    <a:bodyPr/>
                    <a:lstStyle/>
                    <a:p>
                      <a:pPr algn="ctr"/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平移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translate3d(&lt;length |percentage&gt;,&lt;length |percentage&gt;,&lt;length&gt;)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设置图像平移，第一个参数对应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轴，第二个参数对应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第三个参数对应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轴。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952748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translateX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(&lt;length |percentage &gt;)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轴图像平移量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796718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translateY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(&lt;length |percentage &gt;)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alt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轴图像平移量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463944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pPr algn="ctr"/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translateZ</a:t>
                      </a:r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(&lt;length&gt;)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alt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zh-CN" alt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轴图像平移量</a:t>
                      </a:r>
                      <a:endParaRPr lang="zh-CN" alt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810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87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设置变形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BDFBA113-8EEC-4373-83B4-090F7D999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66" y="1895890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 </a:t>
            </a:r>
            <a:r>
              <a:rPr kumimoji="1" lang="en-US" altLang="zh-CN" sz="2000" b="1" dirty="0">
                <a:latin typeface="Times New Roman" pitchFamily="18" charset="0"/>
              </a:rPr>
              <a:t>3D</a:t>
            </a:r>
            <a:r>
              <a:rPr kumimoji="1" lang="zh-CN" altLang="en-US" sz="2000" b="1" dirty="0">
                <a:latin typeface="Times New Roman" pitchFamily="18" charset="0"/>
              </a:rPr>
              <a:t>变形函数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C056F6A-C6B1-344E-AED2-2E7656CC6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326544"/>
              </p:ext>
            </p:extLst>
          </p:nvPr>
        </p:nvGraphicFramePr>
        <p:xfrm>
          <a:off x="812823" y="2417618"/>
          <a:ext cx="10739909" cy="2001092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946822">
                  <a:extLst>
                    <a:ext uri="{9D8B030D-6E8A-4147-A177-3AD203B41FA5}">
                      <a16:colId xmlns:a16="http://schemas.microsoft.com/office/drawing/2014/main" val="3708609673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3121614704"/>
                    </a:ext>
                  </a:extLst>
                </a:gridCol>
                <a:gridCol w="5976663">
                  <a:extLst>
                    <a:ext uri="{9D8B030D-6E8A-4147-A177-3AD203B41FA5}">
                      <a16:colId xmlns:a16="http://schemas.microsoft.com/office/drawing/2014/main" val="2438438482"/>
                    </a:ext>
                  </a:extLst>
                </a:gridCol>
              </a:tblGrid>
              <a:tr h="311859"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类别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函数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说明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380321"/>
                  </a:ext>
                </a:extLst>
              </a:tr>
              <a:tr h="623717">
                <a:tc rowSpan="4">
                  <a:txBody>
                    <a:bodyPr/>
                    <a:lstStyle/>
                    <a:p>
                      <a:pPr algn="ctr"/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旋转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rotate3d(&lt;number&gt;,&lt;number&gt;,&lt;number&gt;,[&lt;angle&gt;])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设置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3D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图像旋转，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个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间的数值分别代表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轴的旋转矢量，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&lt;angle&gt;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代表旋转角度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425130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rotateX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(&lt;angle&gt;)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sz="16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sz="16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轴旋转角度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63009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rotateY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(&lt;angle&gt;)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轴旋转角度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760417"/>
                  </a:ext>
                </a:extLst>
              </a:tr>
              <a:tr h="3551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rotateZ(&lt;angle&gt;)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单独设置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轴旋转角度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65182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A12CEA2-0FF3-624A-8DD9-518218447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147319"/>
              </p:ext>
            </p:extLst>
          </p:nvPr>
        </p:nvGraphicFramePr>
        <p:xfrm>
          <a:off x="807604" y="4406255"/>
          <a:ext cx="10739909" cy="1264392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946822">
                  <a:extLst>
                    <a:ext uri="{9D8B030D-6E8A-4147-A177-3AD203B41FA5}">
                      <a16:colId xmlns:a16="http://schemas.microsoft.com/office/drawing/2014/main" val="4234018523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4072903317"/>
                    </a:ext>
                  </a:extLst>
                </a:gridCol>
                <a:gridCol w="5976663">
                  <a:extLst>
                    <a:ext uri="{9D8B030D-6E8A-4147-A177-3AD203B41FA5}">
                      <a16:colId xmlns:a16="http://schemas.microsoft.com/office/drawing/2014/main" val="2992292364"/>
                    </a:ext>
                  </a:extLst>
                </a:gridCol>
              </a:tblGrid>
              <a:tr h="805630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变换</a:t>
                      </a:r>
                      <a:endParaRPr lang="en-US" altLang="zh-CN" sz="1600" b="1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矩阵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matrix3d(&lt;number&gt;#{16})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通过一个含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个数值的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4x4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变换矩阵形式指定一个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3D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变换，所有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3D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变形实际都可以用该矩阵方式表达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952748"/>
                  </a:ext>
                </a:extLst>
              </a:tr>
              <a:tr h="458762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透视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perspective(&lt;length[0,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]&gt;)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为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3D 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转换元素定义透视视图，定义</a:t>
                      </a:r>
                      <a:r>
                        <a:rPr lang="en-US" sz="1600" b="1" kern="0" spc="-5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z=0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平面与用户之间的距离。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796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6975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设置变形原点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BDFBA113-8EEC-4373-83B4-090F7D999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66" y="1895890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7AD2E580-3B83-456A-AE90-7FFF73FC1DE5}"/>
              </a:ext>
            </a:extLst>
          </p:cNvPr>
          <p:cNvGraphicFramePr>
            <a:graphicFrameLocks noGrp="1"/>
          </p:cNvGraphicFramePr>
          <p:nvPr/>
        </p:nvGraphicFramePr>
        <p:xfrm>
          <a:off x="867934" y="3099323"/>
          <a:ext cx="11030178" cy="6208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97183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8431353">
                  <a:extLst>
                    <a:ext uri="{9D8B030D-6E8A-4147-A177-3AD203B41FA5}">
                      <a16:colId xmlns:a16="http://schemas.microsoft.com/office/drawing/2014/main" val="125689790"/>
                    </a:ext>
                  </a:extLst>
                </a:gridCol>
                <a:gridCol w="626994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6208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transform-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orgin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85898" rtl="0" eaLnBrk="1" latinLnBrk="0" hangingPunct="1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: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left | center | right | top | bottom | &lt;length-percentage&gt; </a:t>
                      </a:r>
                      <a:endParaRPr kumimoji="1" lang="zh-CN" alt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圆角矩形标注 2">
            <a:extLst>
              <a:ext uri="{FF2B5EF4-FFF2-40B4-BE49-F238E27FC236}">
                <a16:creationId xmlns:a16="http://schemas.microsoft.com/office/drawing/2014/main" id="{95B65772-ADDB-954F-AF50-77CE84F521D4}"/>
              </a:ext>
            </a:extLst>
          </p:cNvPr>
          <p:cNvSpPr/>
          <p:nvPr/>
        </p:nvSpPr>
        <p:spPr>
          <a:xfrm>
            <a:off x="5307485" y="1351808"/>
            <a:ext cx="4752528" cy="951692"/>
          </a:xfrm>
          <a:prstGeom prst="wedgeRoundRectCallout">
            <a:avLst>
              <a:gd name="adj1" fmla="val -88478"/>
              <a:gd name="adj2" fmla="val -35993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dirty="0">
                <a:solidFill>
                  <a:srgbClr val="0000FF"/>
                </a:solidFill>
              </a:rPr>
              <a:t>设置</a:t>
            </a:r>
            <a:r>
              <a:rPr lang="zh-CN" altLang="zh-CN" dirty="0">
                <a:solidFill>
                  <a:srgbClr val="0000FF"/>
                </a:solidFill>
              </a:rPr>
              <a:t>元素变形时围绕的中心点 </a:t>
            </a:r>
            <a:endParaRPr lang="zh-CN" altLang="en-US" sz="2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07BE35-9446-3942-BAE9-1EE7ED3475D9}"/>
              </a:ext>
            </a:extLst>
          </p:cNvPr>
          <p:cNvSpPr txBox="1"/>
          <p:nvPr/>
        </p:nvSpPr>
        <p:spPr>
          <a:xfrm>
            <a:off x="859567" y="2516103"/>
            <a:ext cx="9229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默认情况下，原点在元素的几何中心位置，即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X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轴的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50%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Y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轴的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50%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处。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9DD4C99-C5DD-0641-8DDE-423888BFB7E9}"/>
              </a:ext>
            </a:extLst>
          </p:cNvPr>
          <p:cNvGraphicFramePr>
            <a:graphicFrameLocks noGrp="1"/>
          </p:cNvGraphicFramePr>
          <p:nvPr/>
        </p:nvGraphicFramePr>
        <p:xfrm>
          <a:off x="856822" y="4455624"/>
          <a:ext cx="11030178" cy="6208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97183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8431353">
                  <a:extLst>
                    <a:ext uri="{9D8B030D-6E8A-4147-A177-3AD203B41FA5}">
                      <a16:colId xmlns:a16="http://schemas.microsoft.com/office/drawing/2014/main" val="125689790"/>
                    </a:ext>
                  </a:extLst>
                </a:gridCol>
                <a:gridCol w="626994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6208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transform-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orgin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85898" rtl="0" eaLnBrk="1" latinLnBrk="0" hangingPunct="1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: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left | center | right | &lt;length | percentage&gt; </a:t>
                      </a:r>
                    </a:p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top | center |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bottom | &lt;length | percentage&gt;  [&lt;length&gt;] 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C2E02533-6BB9-8B42-904D-0AC5DF288CFD}"/>
              </a:ext>
            </a:extLst>
          </p:cNvPr>
          <p:cNvSpPr txBox="1"/>
          <p:nvPr/>
        </p:nvSpPr>
        <p:spPr>
          <a:xfrm>
            <a:off x="873707" y="3833864"/>
            <a:ext cx="9454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设置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个值，使用方位关键词、长度或百分比表示原点的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X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轴和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Y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轴使用相同的坐标。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CF5887-3902-1243-BF97-26306F9B63B0}"/>
              </a:ext>
            </a:extLst>
          </p:cNvPr>
          <p:cNvSpPr txBox="1"/>
          <p:nvPr/>
        </p:nvSpPr>
        <p:spPr>
          <a:xfrm>
            <a:off x="873708" y="5357918"/>
            <a:ext cx="9229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设置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个值，分别表示原点的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X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轴、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Y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轴和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Z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轴的坐标。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Z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轴坐标只能使用长度单位。</a:t>
            </a:r>
          </a:p>
        </p:txBody>
      </p:sp>
    </p:spTree>
    <p:extLst>
      <p:ext uri="{BB962C8B-B14F-4D97-AF65-F5344CB8AC3E}">
        <p14:creationId xmlns:p14="http://schemas.microsoft.com/office/powerpoint/2010/main" val="183480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设置变形样式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BDFBA113-8EEC-4373-83B4-090F7D999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3" y="2934500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7AD2E580-3B83-456A-AE90-7FFF73FC1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099467"/>
              </p:ext>
            </p:extLst>
          </p:nvPr>
        </p:nvGraphicFramePr>
        <p:xfrm>
          <a:off x="867934" y="3505928"/>
          <a:ext cx="9532670" cy="6208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077517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6913283">
                  <a:extLst>
                    <a:ext uri="{9D8B030D-6E8A-4147-A177-3AD203B41FA5}">
                      <a16:colId xmlns:a16="http://schemas.microsoft.com/office/drawing/2014/main" val="125689790"/>
                    </a:ext>
                  </a:extLst>
                </a:gridCol>
                <a:gridCol w="541870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6208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transform-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orgin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85898" rtl="0" eaLnBrk="1" latinLnBrk="0" hangingPunct="1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: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flat | preserve-3d</a:t>
                      </a:r>
                      <a:endParaRPr kumimoji="1" lang="zh-CN" alt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C07BE35-9446-3942-BAE9-1EE7ED3475D9}"/>
              </a:ext>
            </a:extLst>
          </p:cNvPr>
          <p:cNvSpPr txBox="1"/>
          <p:nvPr/>
        </p:nvSpPr>
        <p:spPr>
          <a:xfrm>
            <a:off x="782769" y="1777835"/>
            <a:ext cx="9697688" cy="943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transform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属性实现对单个的元素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2D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或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3D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变形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如果多个元素都进行了变形，那么元素与元素间的空间关系也存在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2D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3D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的区别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E02533-6BB9-8B42-904D-0AC5DF288CFD}"/>
              </a:ext>
            </a:extLst>
          </p:cNvPr>
          <p:cNvSpPr txBox="1"/>
          <p:nvPr/>
        </p:nvSpPr>
        <p:spPr>
          <a:xfrm>
            <a:off x="867934" y="4317471"/>
            <a:ext cx="9748695" cy="1405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需要设置在变形元素的父元素上才有效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flat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表示子元素以平面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2D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方式呈现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preserve-3d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表示子元素保留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3D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空间位置信息</a:t>
            </a:r>
          </a:p>
        </p:txBody>
      </p:sp>
    </p:spTree>
    <p:extLst>
      <p:ext uri="{BB962C8B-B14F-4D97-AF65-F5344CB8AC3E}">
        <p14:creationId xmlns:p14="http://schemas.microsoft.com/office/powerpoint/2010/main" val="16732214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4-18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B7ED5DA-CD7F-C441-A16D-C3AA9C64E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930" y="1775921"/>
            <a:ext cx="8434390" cy="48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239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设置过渡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AA6BE9-F40D-49B1-B2F1-1EA74682E408}"/>
              </a:ext>
            </a:extLst>
          </p:cNvPr>
          <p:cNvSpPr/>
          <p:nvPr/>
        </p:nvSpPr>
        <p:spPr>
          <a:xfrm>
            <a:off x="1039565" y="2338545"/>
            <a:ext cx="6080125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参与过渡的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CSS</a:t>
            </a:r>
            <a:r>
              <a:rPr lang="zh-CN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属性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transition-property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过渡的持续时间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transition-duration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过渡开始的延迟时间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transition-delay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过渡的动画效果类型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transition-timing-function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051928-79EE-412F-85BA-700C365D2861}"/>
              </a:ext>
            </a:extLst>
          </p:cNvPr>
          <p:cNvSpPr/>
          <p:nvPr/>
        </p:nvSpPr>
        <p:spPr>
          <a:xfrm>
            <a:off x="771180" y="1777241"/>
            <a:ext cx="5928226" cy="432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ts val="3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将元素从一个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CSS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样式平滑的过渡到另一个样式</a:t>
            </a:r>
            <a:endParaRPr lang="zh-CN" altLang="en-US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64401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设置过渡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39DED0BA-5E80-4C54-BF83-D985F9B4F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825" y="5305739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简写语法格式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9D027BC-4A7F-4889-B299-68BDFF275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688531"/>
              </p:ext>
            </p:extLst>
          </p:nvPr>
        </p:nvGraphicFramePr>
        <p:xfrm>
          <a:off x="837348" y="5763618"/>
          <a:ext cx="9779282" cy="82500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635930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7143352">
                  <a:extLst>
                    <a:ext uri="{9D8B030D-6E8A-4147-A177-3AD203B41FA5}">
                      <a16:colId xmlns:a16="http://schemas.microsoft.com/office/drawing/2014/main" val="125689790"/>
                    </a:ext>
                  </a:extLst>
                </a:gridCol>
              </a:tblGrid>
              <a:tr h="825003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transition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: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endParaRPr kumimoji="1" lang="en-US" altLang="zh-CN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85898" rtl="0" eaLnBrk="1" latinLnBrk="0" hangingPunct="1"/>
                      <a:r>
                        <a:rPr kumimoji="1" 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 transition-property ] || [ transition-duration ] || </a:t>
                      </a:r>
                    </a:p>
                    <a:p>
                      <a:pPr marL="0" algn="l" defTabSz="985898" rtl="0" eaLnBrk="1" latinLnBrk="0" hangingPunct="1"/>
                      <a:r>
                        <a:rPr kumimoji="1" 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 transition-timing-function ] || [ transition-delay ]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CB397D0-CFE9-4625-A128-8393BE89D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05699"/>
              </p:ext>
            </p:extLst>
          </p:nvPr>
        </p:nvGraphicFramePr>
        <p:xfrm>
          <a:off x="837347" y="2100438"/>
          <a:ext cx="9779283" cy="3147532"/>
        </p:xfrm>
        <a:graphic>
          <a:graphicData uri="http://schemas.openxmlformats.org/drawingml/2006/table">
            <a:tbl>
              <a:tblPr firstRow="1" firstCol="1" bandRow="1"/>
              <a:tblGrid>
                <a:gridCol w="2866514">
                  <a:extLst>
                    <a:ext uri="{9D8B030D-6E8A-4147-A177-3AD203B41FA5}">
                      <a16:colId xmlns:a16="http://schemas.microsoft.com/office/drawing/2014/main" val="215261806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090252780"/>
                    </a:ext>
                  </a:extLst>
                </a:gridCol>
                <a:gridCol w="5328593">
                  <a:extLst>
                    <a:ext uri="{9D8B030D-6E8A-4147-A177-3AD203B41FA5}">
                      <a16:colId xmlns:a16="http://schemas.microsoft.com/office/drawing/2014/main" val="4117208958"/>
                    </a:ext>
                  </a:extLst>
                </a:gridCol>
              </a:tblGrid>
              <a:tr h="2312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属性名称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733284"/>
                  </a:ext>
                </a:extLst>
              </a:tr>
              <a:tr h="264324">
                <a:tc row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transition-property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all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所有支持过渡的属性都过渡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739660"/>
                  </a:ext>
                </a:extLst>
              </a:tr>
              <a:tr h="2643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无过渡性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473579"/>
                  </a:ext>
                </a:extLst>
              </a:tr>
              <a:tr h="2643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&lt;property&gt;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指定需要过渡的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属性，例如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width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height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等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084235"/>
                  </a:ext>
                </a:extLst>
              </a:tr>
              <a:tr h="26432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transition-duration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&lt;time&gt; 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设置一个或多个过渡持续时间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141932"/>
                  </a:ext>
                </a:extLst>
              </a:tr>
              <a:tr h="26432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transition-delay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&lt;time&gt;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设置一个或多个过渡延迟时间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307395"/>
                  </a:ext>
                </a:extLst>
              </a:tr>
              <a:tr h="264324">
                <a:tc rowSpan="6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transition-timing-function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linear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线性过渡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49099"/>
                  </a:ext>
                </a:extLst>
              </a:tr>
              <a:tr h="2643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ease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平滑过渡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630931"/>
                  </a:ext>
                </a:extLst>
              </a:tr>
              <a:tr h="2643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ease-in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由慢到快过渡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889248"/>
                  </a:ext>
                </a:extLst>
              </a:tr>
              <a:tr h="2643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ease-out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由快到慢过渡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544058"/>
                  </a:ext>
                </a:extLst>
              </a:tr>
              <a:tr h="2643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ease-in-out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由慢到快再到慢过渡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5762770"/>
                  </a:ext>
                </a:extLst>
              </a:tr>
              <a:tr h="2730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cubic-</a:t>
                      </a:r>
                      <a:r>
                        <a:rPr lang="en-US" sz="1600" kern="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bezier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()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自定义贝塞尔曲线，指定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个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[0,1]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的数值，用逗号隔开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359547"/>
                  </a:ext>
                </a:extLst>
              </a:tr>
            </a:tbl>
          </a:graphicData>
        </a:graphic>
      </p:graphicFrame>
      <p:sp>
        <p:nvSpPr>
          <p:cNvPr id="14" name="Text Box 15">
            <a:extLst>
              <a:ext uri="{FF2B5EF4-FFF2-40B4-BE49-F238E27FC236}">
                <a16:creationId xmlns:a16="http://schemas.microsoft.com/office/drawing/2014/main" id="{E65F6A00-C44C-4B2D-B0B3-C3E42F66C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700329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58422CD5-9D72-4D41-8300-D729A1970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8826" y="5910900"/>
            <a:ext cx="13681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4-19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6135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设置动画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051928-79EE-412F-85BA-700C365D2861}"/>
              </a:ext>
            </a:extLst>
          </p:cNvPr>
          <p:cNvSpPr/>
          <p:nvPr/>
        </p:nvSpPr>
        <p:spPr>
          <a:xfrm>
            <a:off x="767705" y="1629010"/>
            <a:ext cx="5710218" cy="16677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过渡属性与动画属性</a:t>
            </a:r>
            <a:endParaRPr lang="en-US" altLang="zh-C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17463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过渡属性：效果相对简单</a:t>
            </a:r>
            <a:endParaRPr lang="en-US" altLang="zh-CN" sz="24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17463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动画属性：设置多段动画复杂的效果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A445E1-0ED1-408F-B49C-03183435397E}"/>
              </a:ext>
            </a:extLst>
          </p:cNvPr>
          <p:cNvSpPr/>
          <p:nvPr/>
        </p:nvSpPr>
        <p:spPr>
          <a:xfrm>
            <a:off x="767705" y="3296774"/>
            <a:ext cx="6718506" cy="27757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动画的两个属性</a:t>
            </a:r>
            <a:endParaRPr lang="en-US" altLang="zh-C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17463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关键帧属性（</a:t>
            </a:r>
            <a:r>
              <a:rPr lang="en-US" altLang="zh-CN" sz="2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@keyframe</a:t>
            </a: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）</a:t>
            </a:r>
            <a:endParaRPr lang="en-US" altLang="zh-CN" sz="24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指定动画期间关键帧的属性值</a:t>
            </a:r>
            <a:endParaRPr lang="en-US" altLang="zh-CN" sz="24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6858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动画属性（</a:t>
            </a:r>
            <a:r>
              <a:rPr lang="en-US" altLang="zh-CN" sz="2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animation</a:t>
            </a: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）</a:t>
            </a:r>
            <a:endParaRPr lang="en-US" altLang="zh-CN" sz="24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描述动画的持续时间、关键帧过渡函数等属性</a:t>
            </a:r>
          </a:p>
        </p:txBody>
      </p:sp>
    </p:spTree>
    <p:extLst>
      <p:ext uri="{BB962C8B-B14F-4D97-AF65-F5344CB8AC3E}">
        <p14:creationId xmlns:p14="http://schemas.microsoft.com/office/powerpoint/2010/main" val="36189292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设置动画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051928-79EE-412F-85BA-700C365D2861}"/>
              </a:ext>
            </a:extLst>
          </p:cNvPr>
          <p:cNvSpPr/>
          <p:nvPr/>
        </p:nvSpPr>
        <p:spPr>
          <a:xfrm>
            <a:off x="771178" y="1548061"/>
            <a:ext cx="8892178" cy="1937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@keyframe</a:t>
            </a:r>
          </a:p>
          <a:p>
            <a:pPr fontAlgn="b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l"/>
            </a:pPr>
            <a:r>
              <a:rPr lang="zh-CN" altLang="zh-CN" sz="2000" b="1" dirty="0">
                <a:solidFill>
                  <a:srgbClr val="C00000"/>
                </a:solidFill>
                <a:latin typeface="+mn-ea"/>
                <a:ea typeface="+mn-ea"/>
              </a:rPr>
              <a:t>一个动关键帧用于控制动画序列的中间步骤</a:t>
            </a:r>
            <a:endParaRPr lang="en-US" altLang="zh-CN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fontAlgn="b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l"/>
            </a:pPr>
            <a:r>
              <a:rPr lang="zh-CN" altLang="zh-CN" sz="2000" b="1" dirty="0">
                <a:solidFill>
                  <a:srgbClr val="C00000"/>
                </a:solidFill>
                <a:latin typeface="+mn-ea"/>
                <a:ea typeface="+mn-ea"/>
              </a:rPr>
              <a:t>画序列允许包含若干关键帧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</a:rPr>
              <a:t>，</a:t>
            </a:r>
            <a:r>
              <a:rPr lang="zh-CN" altLang="zh-CN" sz="2000" b="1" dirty="0">
                <a:solidFill>
                  <a:srgbClr val="C00000"/>
                </a:solidFill>
                <a:latin typeface="+mn-ea"/>
                <a:ea typeface="+mn-ea"/>
              </a:rPr>
              <a:t>通过设置百分比来定位关键帧在动画中的位置</a:t>
            </a:r>
            <a:endParaRPr lang="en-US" altLang="zh-CN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fontAlgn="b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l"/>
            </a:pPr>
            <a:r>
              <a:rPr lang="zh-CN" altLang="zh-CN" sz="2000" b="1" dirty="0">
                <a:solidFill>
                  <a:srgbClr val="C00000"/>
                </a:solidFill>
                <a:latin typeface="+mn-ea"/>
                <a:ea typeface="+mn-ea"/>
              </a:rPr>
              <a:t>每个关键帧可以绑定若干需要产生动画的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CSS</a:t>
            </a:r>
            <a:r>
              <a:rPr lang="zh-CN" altLang="zh-CN" sz="2000" b="1" dirty="0">
                <a:solidFill>
                  <a:srgbClr val="C00000"/>
                </a:solidFill>
                <a:latin typeface="+mn-ea"/>
                <a:ea typeface="+mn-ea"/>
              </a:rPr>
              <a:t>样式属性</a:t>
            </a:r>
            <a:endParaRPr lang="en-US" altLang="zh-C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D2A9DCA8-4666-A049-8E57-40FC6D862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40" y="3492277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A670024-BC73-C14A-BF46-7D02D71EE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48891"/>
              </p:ext>
            </p:extLst>
          </p:nvPr>
        </p:nvGraphicFramePr>
        <p:xfrm>
          <a:off x="858569" y="3879560"/>
          <a:ext cx="10677993" cy="6208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778520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8292498">
                  <a:extLst>
                    <a:ext uri="{9D8B030D-6E8A-4147-A177-3AD203B41FA5}">
                      <a16:colId xmlns:a16="http://schemas.microsoft.com/office/drawing/2014/main" val="125689790"/>
                    </a:ext>
                  </a:extLst>
                </a:gridCol>
                <a:gridCol w="606975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6208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@keyframes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&lt;keyframes-name&gt; { &lt;keyframe-selector&gt;# { &lt;declaration-list&gt; } 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36BC2A-8A69-7B45-8C11-48E42D3B7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026251"/>
              </p:ext>
            </p:extLst>
          </p:nvPr>
        </p:nvGraphicFramePr>
        <p:xfrm>
          <a:off x="895549" y="4644404"/>
          <a:ext cx="10641013" cy="2107033"/>
        </p:xfrm>
        <a:graphic>
          <a:graphicData uri="http://schemas.openxmlformats.org/drawingml/2006/table">
            <a:tbl>
              <a:tblPr firstRow="1" firstCol="1" bandRow="1"/>
              <a:tblGrid>
                <a:gridCol w="2427814">
                  <a:extLst>
                    <a:ext uri="{9D8B030D-6E8A-4147-A177-3AD203B41FA5}">
                      <a16:colId xmlns:a16="http://schemas.microsoft.com/office/drawing/2014/main" val="701885843"/>
                    </a:ext>
                  </a:extLst>
                </a:gridCol>
                <a:gridCol w="3022513">
                  <a:extLst>
                    <a:ext uri="{9D8B030D-6E8A-4147-A177-3AD203B41FA5}">
                      <a16:colId xmlns:a16="http://schemas.microsoft.com/office/drawing/2014/main" val="4268737429"/>
                    </a:ext>
                  </a:extLst>
                </a:gridCol>
                <a:gridCol w="2306079">
                  <a:extLst>
                    <a:ext uri="{9D8B030D-6E8A-4147-A177-3AD203B41FA5}">
                      <a16:colId xmlns:a16="http://schemas.microsoft.com/office/drawing/2014/main" val="3516764015"/>
                    </a:ext>
                  </a:extLst>
                </a:gridCol>
                <a:gridCol w="2884607">
                  <a:extLst>
                    <a:ext uri="{9D8B030D-6E8A-4147-A177-3AD203B41FA5}">
                      <a16:colId xmlns:a16="http://schemas.microsoft.com/office/drawing/2014/main" val="377485453"/>
                    </a:ext>
                  </a:extLst>
                </a:gridCol>
              </a:tblGrid>
              <a:tr h="263379"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参数名称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554476"/>
                  </a:ext>
                </a:extLst>
              </a:tr>
              <a:tr h="263379">
                <a:tc rowSpan="2"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&lt;keyframes-name&gt;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</a:t>
                      </a:r>
                      <a:r>
                        <a:rPr lang="zh-CN" altLang="en-US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该</a:t>
                      </a:r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关键帧序列的名称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&lt;custom-ident&gt;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自定义名称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435145"/>
                  </a:ext>
                </a:extLst>
              </a:tr>
              <a:tr h="26337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String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使用字符串自定义名称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062660"/>
                  </a:ext>
                </a:extLst>
              </a:tr>
              <a:tr h="263379">
                <a:tc rowSpan="3"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&lt;keyframe-selector&gt;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定位关键帧，允许设置若干个关键帧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&lt;percentage&gt;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使用</a:t>
                      </a:r>
                      <a:r>
                        <a:rPr lang="en-US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0~100%</a:t>
                      </a: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百分比表示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8518103"/>
                  </a:ext>
                </a:extLst>
              </a:tr>
              <a:tr h="26337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from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等同于</a:t>
                      </a:r>
                      <a:r>
                        <a:rPr lang="en-US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0%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499669"/>
                  </a:ext>
                </a:extLst>
              </a:tr>
              <a:tr h="26337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等同于</a:t>
                      </a:r>
                      <a:r>
                        <a:rPr lang="en-US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263278"/>
                  </a:ext>
                </a:extLst>
              </a:tr>
              <a:tr h="526759"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&lt;declaration-list&gt;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样式属性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每个关键帧可以绑定一个或多个</a:t>
                      </a:r>
                      <a:r>
                        <a:rPr lang="en-US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如果绑定的</a:t>
                      </a:r>
                      <a:r>
                        <a:rPr lang="en-US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不支持动画属性则会被忽略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054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6932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设置动画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051928-79EE-412F-85BA-700C365D2861}"/>
              </a:ext>
            </a:extLst>
          </p:cNvPr>
          <p:cNvSpPr/>
          <p:nvPr/>
        </p:nvSpPr>
        <p:spPr>
          <a:xfrm>
            <a:off x="771178" y="1548061"/>
            <a:ext cx="10142520" cy="10189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animation</a:t>
            </a:r>
          </a:p>
          <a:p>
            <a:pPr fontAlgn="b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l"/>
            </a:pPr>
            <a:r>
              <a:rPr lang="zh-CN" altLang="zh-CN" dirty="0"/>
              <a:t>关键帧仅描述了动画序列信息，要实现动画还需要描述动画的持续时间、关键帧过渡函数等属性</a:t>
            </a:r>
            <a:r>
              <a:rPr lang="zh-CN" altLang="zh-CN" sz="2000" dirty="0"/>
              <a:t> </a:t>
            </a:r>
            <a:endParaRPr lang="en-US" altLang="zh-C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D2A9DCA8-4666-A049-8E57-40FC6D862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33" y="2568257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97457DC-76DB-F649-AC8D-461E176D1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978454"/>
              </p:ext>
            </p:extLst>
          </p:nvPr>
        </p:nvGraphicFramePr>
        <p:xfrm>
          <a:off x="783743" y="3159192"/>
          <a:ext cx="10641013" cy="2933758"/>
        </p:xfrm>
        <a:graphic>
          <a:graphicData uri="http://schemas.openxmlformats.org/drawingml/2006/table">
            <a:tbl>
              <a:tblPr firstRow="1" firstCol="1" bandRow="1"/>
              <a:tblGrid>
                <a:gridCol w="2808312">
                  <a:extLst>
                    <a:ext uri="{9D8B030D-6E8A-4147-A177-3AD203B41FA5}">
                      <a16:colId xmlns:a16="http://schemas.microsoft.com/office/drawing/2014/main" val="579192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98106093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642013215"/>
                    </a:ext>
                  </a:extLst>
                </a:gridCol>
                <a:gridCol w="3368205">
                  <a:extLst>
                    <a:ext uri="{9D8B030D-6E8A-4147-A177-3AD203B41FA5}">
                      <a16:colId xmlns:a16="http://schemas.microsoft.com/office/drawing/2014/main" val="1587522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</a:t>
                      </a:r>
                      <a:r>
                        <a:rPr lang="zh-CN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名称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605435"/>
                  </a:ext>
                </a:extLst>
              </a:tr>
              <a:tr h="495358">
                <a:tc>
                  <a:txBody>
                    <a:bodyPr/>
                    <a:lstStyle/>
                    <a:p>
                      <a:pPr algn="just"/>
                      <a:r>
                        <a:rPr lang="en-US" sz="1600" b="1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animation-name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绑定关键帧动画的名称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&lt;keyframes-name&gt;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即</a:t>
                      </a:r>
                      <a:r>
                        <a:rPr lang="en-US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@keyframes </a:t>
                      </a: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中设置的名称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6650697"/>
                  </a:ext>
                </a:extLst>
              </a:tr>
              <a:tr h="136525">
                <a:tc>
                  <a:txBody>
                    <a:bodyPr/>
                    <a:lstStyle/>
                    <a:p>
                      <a:pPr algn="just"/>
                      <a:r>
                        <a:rPr lang="en-US" sz="1600" b="1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animation-duration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每个动画完成一个循环的持续时间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&lt;time&gt;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持续时间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403981"/>
                  </a:ext>
                </a:extLst>
              </a:tr>
              <a:tr h="60960">
                <a:tc rowSpan="6">
                  <a:txBody>
                    <a:bodyPr/>
                    <a:lstStyle/>
                    <a:p>
                      <a:pPr algn="just"/>
                      <a:r>
                        <a:rPr lang="en-US" sz="1600" b="1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animation-timing-function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设置两个关键帧间的平滑过渡函数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linear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线性过渡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558929"/>
                  </a:ext>
                </a:extLst>
              </a:tr>
              <a:tr h="60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ease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平滑过渡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4690"/>
                  </a:ext>
                </a:extLst>
              </a:tr>
              <a:tr h="60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ease-in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由慢到快过渡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582088"/>
                  </a:ext>
                </a:extLst>
              </a:tr>
              <a:tr h="60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ease-out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由快到慢过渡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32901"/>
                  </a:ext>
                </a:extLst>
              </a:tr>
              <a:tr h="60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ease-in-out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由慢到快再到慢过渡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573033"/>
                  </a:ext>
                </a:extLst>
              </a:tr>
              <a:tr h="603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cubic-bezier()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自定义贝塞尔曲线，指定</a:t>
                      </a:r>
                      <a:r>
                        <a:rPr lang="en-US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</a:t>
                      </a:r>
                      <a:r>
                        <a:rPr lang="en-US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[0,1]</a:t>
                      </a:r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的数值，用逗号隔开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208335"/>
                  </a:ext>
                </a:extLst>
              </a:tr>
            </a:tbl>
          </a:graphicData>
        </a:graphic>
      </p:graphicFrame>
      <p:sp>
        <p:nvSpPr>
          <p:cNvPr id="12" name="圆角矩形标注 2">
            <a:extLst>
              <a:ext uri="{FF2B5EF4-FFF2-40B4-BE49-F238E27FC236}">
                <a16:creationId xmlns:a16="http://schemas.microsoft.com/office/drawing/2014/main" id="{2120B30D-7FB1-884D-A318-39D41CFF88B5}"/>
              </a:ext>
            </a:extLst>
          </p:cNvPr>
          <p:cNvSpPr/>
          <p:nvPr/>
        </p:nvSpPr>
        <p:spPr>
          <a:xfrm>
            <a:off x="9176469" y="1825211"/>
            <a:ext cx="2872236" cy="951692"/>
          </a:xfrm>
          <a:prstGeom prst="wedgeRoundRectCallout">
            <a:avLst>
              <a:gd name="adj1" fmla="val -51472"/>
              <a:gd name="adj2" fmla="val 93030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dirty="0">
                <a:solidFill>
                  <a:srgbClr val="0000FF"/>
                </a:solidFill>
              </a:rPr>
              <a:t>与过渡属性有相似之处</a:t>
            </a:r>
            <a:endParaRPr lang="zh-CN" altLang="en-US" sz="20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672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设置动画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051928-79EE-412F-85BA-700C365D2861}"/>
              </a:ext>
            </a:extLst>
          </p:cNvPr>
          <p:cNvSpPr/>
          <p:nvPr/>
        </p:nvSpPr>
        <p:spPr>
          <a:xfrm>
            <a:off x="771178" y="1548061"/>
            <a:ext cx="1872629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animation</a:t>
            </a: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D2A9DCA8-4666-A049-8E57-40FC6D862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33" y="2229705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语法格式（续）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97457DC-76DB-F649-AC8D-461E176D1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340345"/>
              </p:ext>
            </p:extLst>
          </p:nvPr>
        </p:nvGraphicFramePr>
        <p:xfrm>
          <a:off x="775334" y="2897981"/>
          <a:ext cx="10641013" cy="3185063"/>
        </p:xfrm>
        <a:graphic>
          <a:graphicData uri="http://schemas.openxmlformats.org/drawingml/2006/table">
            <a:tbl>
              <a:tblPr firstRow="1" firstCol="1" bandRow="1"/>
              <a:tblGrid>
                <a:gridCol w="2808312">
                  <a:extLst>
                    <a:ext uri="{9D8B030D-6E8A-4147-A177-3AD203B41FA5}">
                      <a16:colId xmlns:a16="http://schemas.microsoft.com/office/drawing/2014/main" val="579192003"/>
                    </a:ext>
                  </a:extLst>
                </a:gridCol>
                <a:gridCol w="2992126">
                  <a:extLst>
                    <a:ext uri="{9D8B030D-6E8A-4147-A177-3AD203B41FA5}">
                      <a16:colId xmlns:a16="http://schemas.microsoft.com/office/drawing/2014/main" val="2981060931"/>
                    </a:ext>
                  </a:extLst>
                </a:gridCol>
                <a:gridCol w="1472370">
                  <a:extLst>
                    <a:ext uri="{9D8B030D-6E8A-4147-A177-3AD203B41FA5}">
                      <a16:colId xmlns:a16="http://schemas.microsoft.com/office/drawing/2014/main" val="2642013215"/>
                    </a:ext>
                  </a:extLst>
                </a:gridCol>
                <a:gridCol w="3368205">
                  <a:extLst>
                    <a:ext uri="{9D8B030D-6E8A-4147-A177-3AD203B41FA5}">
                      <a16:colId xmlns:a16="http://schemas.microsoft.com/office/drawing/2014/main" val="1587522399"/>
                    </a:ext>
                  </a:extLst>
                </a:gridCol>
              </a:tblGrid>
              <a:tr h="289551"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</a:t>
                      </a:r>
                      <a:r>
                        <a:rPr lang="zh-CN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名称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605435"/>
                  </a:ext>
                </a:extLst>
              </a:tr>
              <a:tr h="289551">
                <a:tc>
                  <a:txBody>
                    <a:bodyPr/>
                    <a:lstStyle/>
                    <a:p>
                      <a:pPr algn="just"/>
                      <a:r>
                        <a:rPr lang="en-US" sz="1600" b="1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animation-delay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设置动画在启动前的延迟间隔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&lt;time&gt;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延迟时间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6650697"/>
                  </a:ext>
                </a:extLst>
              </a:tr>
              <a:tr h="289551">
                <a:tc rowSpan="2">
                  <a:txBody>
                    <a:bodyPr/>
                    <a:lstStyle/>
                    <a:p>
                      <a:pPr algn="just"/>
                      <a:r>
                        <a:rPr lang="en-US" sz="1600" b="1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animation-iteration-count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设置动画播放次数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&lt;number&gt;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重复指定次数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403981"/>
                  </a:ext>
                </a:extLst>
              </a:tr>
              <a:tr h="28955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infinite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动画将不断重复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558929"/>
                  </a:ext>
                </a:extLst>
              </a:tr>
              <a:tr h="289551">
                <a:tc rowSpan="4">
                  <a:txBody>
                    <a:bodyPr/>
                    <a:lstStyle/>
                    <a:p>
                      <a:pPr algn="just"/>
                      <a:r>
                        <a:rPr lang="en-US" sz="1600" b="1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animation-fill-mode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设置当动画不播放时（当动画完成时，或当动画有一个延迟未开始播放时），应用到元素的样式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没有效果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4690"/>
                  </a:ext>
                </a:extLst>
              </a:tr>
              <a:tr h="28955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forwards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动画结束后应用结束时的样式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582088"/>
                  </a:ext>
                </a:extLst>
              </a:tr>
              <a:tr h="86865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backwards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使用在</a:t>
                      </a:r>
                      <a:r>
                        <a:rPr lang="en-US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animation-delay </a:t>
                      </a: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定义期间启动动画的第一次循环的关键帧中定义的属性值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32901"/>
                  </a:ext>
                </a:extLst>
              </a:tr>
              <a:tr h="5791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both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forwards</a:t>
                      </a:r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backwards</a:t>
                      </a:r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情况下的样式都会应用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573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6516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设置动画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051928-79EE-412F-85BA-700C365D2861}"/>
              </a:ext>
            </a:extLst>
          </p:cNvPr>
          <p:cNvSpPr/>
          <p:nvPr/>
        </p:nvSpPr>
        <p:spPr>
          <a:xfrm>
            <a:off x="771178" y="1548061"/>
            <a:ext cx="1872629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animation</a:t>
            </a: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D2A9DCA8-4666-A049-8E57-40FC6D862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33" y="2229705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语法格式（续）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97457DC-76DB-F649-AC8D-461E176D1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398585"/>
              </p:ext>
            </p:extLst>
          </p:nvPr>
        </p:nvGraphicFramePr>
        <p:xfrm>
          <a:off x="775334" y="2897982"/>
          <a:ext cx="10641013" cy="2178470"/>
        </p:xfrm>
        <a:graphic>
          <a:graphicData uri="http://schemas.openxmlformats.org/drawingml/2006/table">
            <a:tbl>
              <a:tblPr firstRow="1" firstCol="1" bandRow="1"/>
              <a:tblGrid>
                <a:gridCol w="2352463">
                  <a:extLst>
                    <a:ext uri="{9D8B030D-6E8A-4147-A177-3AD203B41FA5}">
                      <a16:colId xmlns:a16="http://schemas.microsoft.com/office/drawing/2014/main" val="579192003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98106093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642013215"/>
                    </a:ext>
                  </a:extLst>
                </a:gridCol>
                <a:gridCol w="3896062">
                  <a:extLst>
                    <a:ext uri="{9D8B030D-6E8A-4147-A177-3AD203B41FA5}">
                      <a16:colId xmlns:a16="http://schemas.microsoft.com/office/drawing/2014/main" val="1587522399"/>
                    </a:ext>
                  </a:extLst>
                </a:gridCol>
              </a:tblGrid>
              <a:tr h="311210"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</a:t>
                      </a:r>
                      <a:r>
                        <a:rPr lang="zh-CN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名称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/>
                      <a:r>
                        <a:rPr lang="zh-CN" sz="16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605435"/>
                  </a:ext>
                </a:extLst>
              </a:tr>
              <a:tr h="311210">
                <a:tc rowSpan="2">
                  <a:txBody>
                    <a:bodyPr/>
                    <a:lstStyle/>
                    <a:p>
                      <a:pPr algn="just"/>
                      <a:r>
                        <a:rPr lang="en-US" sz="1600" b="1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animation-play-state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设置动画为运行或暂停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running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动画正常运行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6650697"/>
                  </a:ext>
                </a:extLst>
              </a:tr>
              <a:tr h="3112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paused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动画暂停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403981"/>
                  </a:ext>
                </a:extLst>
              </a:tr>
              <a:tr h="311210">
                <a:tc rowSpan="4">
                  <a:txBody>
                    <a:bodyPr/>
                    <a:lstStyle/>
                    <a:p>
                      <a:pPr algn="just"/>
                      <a:r>
                        <a:rPr lang="en-US" sz="1600" b="1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animation-direction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设置关键帧播放的顺序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normal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总是按顺序播放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558929"/>
                  </a:ext>
                </a:extLst>
              </a:tr>
              <a:tr h="3112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reverse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总是倒序播放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4690"/>
                  </a:ext>
                </a:extLst>
              </a:tr>
              <a:tr h="3112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alternate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奇数次按顺序播放，偶数次按照逆序播放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582088"/>
                  </a:ext>
                </a:extLst>
              </a:tr>
              <a:tr h="3112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alternate-reverse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偶数次按顺序播放，奇数次按照逆序播放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32901"/>
                  </a:ext>
                </a:extLst>
              </a:tr>
            </a:tbl>
          </a:graphicData>
        </a:graphic>
      </p:graphicFrame>
      <p:sp>
        <p:nvSpPr>
          <p:cNvPr id="10" name="Text Box 15">
            <a:extLst>
              <a:ext uri="{FF2B5EF4-FFF2-40B4-BE49-F238E27FC236}">
                <a16:creationId xmlns:a16="http://schemas.microsoft.com/office/drawing/2014/main" id="{D5153BA0-BED8-DD4F-AEE8-1E5678800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507" y="5144564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000" b="1" dirty="0">
                <a:latin typeface="Times New Roman" pitchFamily="18" charset="0"/>
              </a:rPr>
              <a:t>简写语法格式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7D88BC5-078E-6D45-80CF-4298E44EA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00448"/>
              </p:ext>
            </p:extLst>
          </p:nvPr>
        </p:nvGraphicFramePr>
        <p:xfrm>
          <a:off x="767705" y="5580509"/>
          <a:ext cx="10677993" cy="6208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778520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8292498">
                  <a:extLst>
                    <a:ext uri="{9D8B030D-6E8A-4147-A177-3AD203B41FA5}">
                      <a16:colId xmlns:a16="http://schemas.microsoft.com/office/drawing/2014/main" val="125689790"/>
                    </a:ext>
                  </a:extLst>
                </a:gridCol>
                <a:gridCol w="606975">
                  <a:extLst>
                    <a:ext uri="{9D8B030D-6E8A-4147-A177-3AD203B41FA5}">
                      <a16:colId xmlns:a16="http://schemas.microsoft.com/office/drawing/2014/main" val="3935255368"/>
                    </a:ext>
                  </a:extLst>
                </a:gridCol>
              </a:tblGrid>
              <a:tr h="62082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animation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&lt;single-animation&gt;#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kern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4" name="圆角矩形标注 2">
            <a:extLst>
              <a:ext uri="{FF2B5EF4-FFF2-40B4-BE49-F238E27FC236}">
                <a16:creationId xmlns:a16="http://schemas.microsoft.com/office/drawing/2014/main" id="{C1740E59-EDA5-7746-9349-A230688F811A}"/>
              </a:ext>
            </a:extLst>
          </p:cNvPr>
          <p:cNvSpPr/>
          <p:nvPr/>
        </p:nvSpPr>
        <p:spPr>
          <a:xfrm>
            <a:off x="5648077" y="5182717"/>
            <a:ext cx="6192688" cy="1405904"/>
          </a:xfrm>
          <a:prstGeom prst="wedgeRoundRectCallout">
            <a:avLst>
              <a:gd name="adj1" fmla="val -56821"/>
              <a:gd name="adj2" fmla="val -3579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dirty="0">
                <a:solidFill>
                  <a:srgbClr val="0000FF"/>
                </a:solidFill>
                <a:latin typeface="+mn-ea"/>
              </a:rPr>
              <a:t>在一条设置中，设置除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animation-direction</a:t>
            </a:r>
            <a:r>
              <a:rPr lang="zh-CN" altLang="en-US" dirty="0">
                <a:solidFill>
                  <a:srgbClr val="0000FF"/>
                </a:solidFill>
                <a:latin typeface="+mn-ea"/>
              </a:rPr>
              <a:t>外的动画属性</a:t>
            </a:r>
            <a:endParaRPr lang="en-US" altLang="zh-CN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3000"/>
              </a:lnSpc>
            </a:pPr>
            <a:r>
              <a:rPr lang="zh-CN" altLang="en-US" dirty="0">
                <a:solidFill>
                  <a:srgbClr val="0000FF"/>
                </a:solidFill>
                <a:latin typeface="+mn-ea"/>
              </a:rPr>
              <a:t>每条属性通过逗号隔开，每一组代表一个动画的设置，每条设置可以包含一个或多个动画属性</a:t>
            </a:r>
            <a:endParaRPr lang="en-US" altLang="zh-CN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3000"/>
              </a:lnSpc>
            </a:pPr>
            <a:endParaRPr lang="zh-CN" altLang="en-US" sz="20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1275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4-20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pic>
        <p:nvPicPr>
          <p:cNvPr id="3" name="QQ20220228-195320-HD" descr="QQ20220228-195320-HD">
            <a:hlinkClick r:id="" action="ppaction://media"/>
            <a:extLst>
              <a:ext uri="{FF2B5EF4-FFF2-40B4-BE49-F238E27FC236}">
                <a16:creationId xmlns:a16="http://schemas.microsoft.com/office/drawing/2014/main" id="{3E5B0114-3875-CF47-901F-1724E6B51F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7705" y="2268141"/>
            <a:ext cx="3670300" cy="31115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6E0FABE-3F3A-A846-B863-5A49E39B57F3}"/>
              </a:ext>
            </a:extLst>
          </p:cNvPr>
          <p:cNvSpPr txBox="1"/>
          <p:nvPr/>
        </p:nvSpPr>
        <p:spPr>
          <a:xfrm>
            <a:off x="4927997" y="1189076"/>
            <a:ext cx="6648994" cy="5205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&lt;style&gt;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.box{</a:t>
            </a:r>
            <a:endParaRPr lang="zh-CN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margin: 50px auto;</a:t>
            </a:r>
            <a:endParaRPr lang="zh-CN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border: 1px dashed red;</a:t>
            </a:r>
            <a:endParaRPr lang="zh-CN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width: 200px;</a:t>
            </a:r>
            <a:endParaRPr lang="zh-CN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height: 175px;</a:t>
            </a:r>
            <a:endParaRPr lang="zh-CN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}</a:t>
            </a:r>
            <a:endParaRPr lang="en-US" altLang="zh-CN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……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&lt;style&gt;</a:t>
            </a:r>
            <a:endParaRPr lang="zh-CN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&lt;body&gt;</a:t>
            </a:r>
            <a:endParaRPr lang="zh-CN" altLang="zh-CN" sz="16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&lt;div class="box"&gt;</a:t>
            </a:r>
            <a:endParaRPr lang="zh-CN" altLang="zh-CN" sz="16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&lt;div class="box1"&gt;&lt;/div&gt;</a:t>
            </a:r>
            <a:endParaRPr lang="zh-CN" altLang="zh-CN" sz="16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&lt;/div&gt;</a:t>
            </a:r>
            <a:endParaRPr lang="zh-CN" altLang="zh-CN" sz="16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&lt;/body&gt;</a:t>
            </a:r>
            <a:r>
              <a:rPr lang="zh-CN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360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4-20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pic>
        <p:nvPicPr>
          <p:cNvPr id="3" name="QQ20220228-195320-HD" descr="QQ20220228-195320-HD">
            <a:hlinkClick r:id="" action="ppaction://media"/>
            <a:extLst>
              <a:ext uri="{FF2B5EF4-FFF2-40B4-BE49-F238E27FC236}">
                <a16:creationId xmlns:a16="http://schemas.microsoft.com/office/drawing/2014/main" id="{3E5B0114-3875-CF47-901F-1724E6B51F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7705" y="2268141"/>
            <a:ext cx="3670300" cy="31115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6E0FABE-3F3A-A846-B863-5A49E39B57F3}"/>
              </a:ext>
            </a:extLst>
          </p:cNvPr>
          <p:cNvSpPr txBox="1"/>
          <p:nvPr/>
        </p:nvSpPr>
        <p:spPr>
          <a:xfrm>
            <a:off x="4743551" y="1644477"/>
            <a:ext cx="664899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* </a:t>
            </a:r>
            <a:r>
              <a:rPr lang="en-US" altLang="zh-CN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条不同的关键帧序列，对应</a:t>
            </a:r>
            <a:r>
              <a:rPr lang="en-US" altLang="zh-CN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组不同的动画 *</a:t>
            </a:r>
            <a:r>
              <a:rPr lang="en-US" altLang="zh-CN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/ 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@keyframes </a:t>
            </a:r>
            <a:r>
              <a:rPr lang="en-US" altLang="zh-CN" b="1" kern="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animation-scale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{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 from {</a:t>
            </a:r>
            <a:r>
              <a:rPr lang="en-US" altLang="zh-CN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transform:scale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(0.8);}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 50%{</a:t>
            </a:r>
            <a:r>
              <a:rPr lang="en-US" altLang="zh-CN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transform:scale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(1.5);}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 to {</a:t>
            </a:r>
            <a:r>
              <a:rPr lang="en-US" altLang="zh-CN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transform:scale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(1);}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@keyframes </a:t>
            </a:r>
            <a:r>
              <a:rPr lang="en-US" altLang="zh-CN" b="1" kern="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animation-background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{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 from {background-color: white;}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 10%,30%{background-color: yellow;}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 40%,60%{background-color: blue;}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 70%,90%{</a:t>
            </a:r>
            <a:r>
              <a:rPr lang="en-US" altLang="zh-CN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background-color:green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;}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 to {</a:t>
            </a:r>
            <a:r>
              <a:rPr lang="en-US" altLang="zh-CN" b="1" kern="1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background-color:white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;}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726421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4-6 CSS3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新增效果设置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</a:rPr>
              <a:t>4-20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B8A07-7503-46C9-B110-E3164668C3ED}"/>
              </a:ext>
            </a:extLst>
          </p:cNvPr>
          <p:cNvSpPr/>
          <p:nvPr/>
        </p:nvSpPr>
        <p:spPr>
          <a:xfrm>
            <a:off x="9547873" y="1657821"/>
            <a:ext cx="3721786" cy="2480320"/>
          </a:xfrm>
          <a:prstGeom prst="rect">
            <a:avLst/>
          </a:prstGeom>
        </p:spPr>
      </p:sp>
      <p:pic>
        <p:nvPicPr>
          <p:cNvPr id="3" name="QQ20220228-195320-HD" descr="QQ20220228-195320-HD">
            <a:hlinkClick r:id="" action="ppaction://media"/>
            <a:extLst>
              <a:ext uri="{FF2B5EF4-FFF2-40B4-BE49-F238E27FC236}">
                <a16:creationId xmlns:a16="http://schemas.microsoft.com/office/drawing/2014/main" id="{3E5B0114-3875-CF47-901F-1724E6B51F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7705" y="2268141"/>
            <a:ext cx="3670300" cy="31115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6E0FABE-3F3A-A846-B863-5A49E39B57F3}"/>
              </a:ext>
            </a:extLst>
          </p:cNvPr>
          <p:cNvSpPr txBox="1"/>
          <p:nvPr/>
        </p:nvSpPr>
        <p:spPr>
          <a:xfrm>
            <a:off x="4778766" y="1136443"/>
            <a:ext cx="66489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.box1{</a:t>
            </a:r>
          </a:p>
          <a:p>
            <a:pPr algn="just"/>
            <a:r>
              <a:rPr lang="en-US" altLang="zh-CN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  margin: 0 auto;</a:t>
            </a:r>
          </a:p>
          <a:p>
            <a:pPr algn="just"/>
            <a:r>
              <a:rPr lang="en-US" altLang="zh-CN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  width: 200px;</a:t>
            </a:r>
          </a:p>
          <a:p>
            <a:pPr algn="just"/>
            <a:r>
              <a:rPr lang="en-US" altLang="zh-CN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  height: 175px;</a:t>
            </a:r>
          </a:p>
          <a:p>
            <a:pPr algn="just"/>
            <a:r>
              <a:rPr lang="en-US" altLang="zh-CN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  background-image: </a:t>
            </a:r>
            <a:r>
              <a:rPr lang="en-US" altLang="zh-CN" kern="100" dirty="0" err="1">
                <a:latin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en-US" altLang="zh-CN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kern="100" dirty="0" err="1">
                <a:latin typeface="宋体" panose="02010600030101010101" pitchFamily="2" charset="-122"/>
                <a:cs typeface="Times New Roman" panose="02020603050405020304" pitchFamily="18" charset="0"/>
              </a:rPr>
              <a:t>img</a:t>
            </a:r>
            <a:r>
              <a:rPr lang="en-US" altLang="zh-CN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/heart.png");</a:t>
            </a:r>
          </a:p>
          <a:p>
            <a:pPr algn="just"/>
            <a:r>
              <a:rPr lang="en-US" altLang="zh-CN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  background-size:100% 100%;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/</a:t>
            </a:r>
            <a:r>
              <a:rPr lang="zh-CN" altLang="en-US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添加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组动画 *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animation: </a:t>
            </a:r>
            <a:r>
              <a:rPr lang="en-US" altLang="zh-CN" b="1" kern="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animation-scale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2s 1s 3 ease forwards ,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b="1" kern="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animation-background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8s 7s  infinite ;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/</a:t>
            </a:r>
            <a:r>
              <a:rPr lang="zh-CN" altLang="en-US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倒序播放 *</a:t>
            </a:r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</a:p>
          <a:p>
            <a:pPr algn="just"/>
            <a:r>
              <a:rPr lang="en-US" altLang="zh-CN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animation-direction: reverse;</a:t>
            </a:r>
          </a:p>
          <a:p>
            <a:pPr algn="just"/>
            <a:r>
              <a:rPr lang="en-US" altLang="zh-CN" b="1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DDD202-58D4-48BE-869F-602C61CBB82F}"/>
              </a:ext>
            </a:extLst>
          </p:cNvPr>
          <p:cNvSpPr/>
          <p:nvPr/>
        </p:nvSpPr>
        <p:spPr>
          <a:xfrm>
            <a:off x="4712075" y="4552763"/>
            <a:ext cx="70865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第一组动画实现了元素大小的变换，动画时长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秒，延迟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秒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启动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，动画重复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次，关键帧之间采用平滑函数过渡，动画完成后保留最后的样式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49C76F-B604-422F-8F1D-02094C0E5A18}"/>
              </a:ext>
            </a:extLst>
          </p:cNvPr>
          <p:cNvSpPr/>
          <p:nvPr/>
        </p:nvSpPr>
        <p:spPr>
          <a:xfrm>
            <a:off x="4712075" y="5623522"/>
            <a:ext cx="6080125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第二组关键帧动画实现了背景颜色的变换，动画时长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8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秒，延迟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7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秒开始动画，动画无限重复播放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0114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4-7~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4-9</a:t>
            </a:r>
            <a:endParaRPr lang="zh-CN" altLang="en-US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030CB7-09CD-4D65-AFC0-92183B1414E7}"/>
              </a:ext>
            </a:extLst>
          </p:cNvPr>
          <p:cNvSpPr/>
          <p:nvPr/>
        </p:nvSpPr>
        <p:spPr>
          <a:xfrm>
            <a:off x="751533" y="1833687"/>
            <a:ext cx="3456384" cy="4191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企业网站首页按页面功能区域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从顶部到底部分割为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6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个模块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①导航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②巨幕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③服务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④产品介绍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⑤浮动图标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⑥页脚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具体实现请</a:t>
            </a:r>
            <a:r>
              <a:rPr lang="zh-CN" altLang="en-US" b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对照书本学习</a:t>
            </a:r>
            <a:endParaRPr lang="zh-CN" altLang="en-US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8E1FC958-4B26-4066-A7BF-16C99023E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33" y="1094913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页面分析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73DEE16-0568-4F47-9A86-CCF2CCF72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63" y="869101"/>
            <a:ext cx="5260400" cy="595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46766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15161</TotalTime>
  <Words>8525</Words>
  <PresentationFormat>自定义</PresentationFormat>
  <Paragraphs>1401</Paragraphs>
  <Slides>87</Slides>
  <Notes>83</Notes>
  <HiddenSlides>0</HiddenSlides>
  <MMClips>3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87</vt:i4>
      </vt:variant>
    </vt:vector>
  </HeadingPairs>
  <TitlesOfParts>
    <vt:vector size="97" baseType="lpstr">
      <vt:lpstr>微软雅黑</vt:lpstr>
      <vt:lpstr>黑体</vt:lpstr>
      <vt:lpstr>宋体</vt:lpstr>
      <vt:lpstr>Arial</vt:lpstr>
      <vt:lpstr>Calibri</vt:lpstr>
      <vt:lpstr>Times New Roman</vt:lpstr>
      <vt:lpstr>Verdana</vt:lpstr>
      <vt:lpstr>Wingdings</vt:lpstr>
      <vt:lpstr>Profile</vt:lpstr>
      <vt:lpstr>Visio</vt:lpstr>
      <vt:lpstr>项目4 企业网站首页</vt:lpstr>
      <vt:lpstr>项目4 企业网站首页</vt:lpstr>
      <vt:lpstr>项目4 企业网站首页</vt:lpstr>
      <vt:lpstr>任务 4-1 盒子模型</vt:lpstr>
      <vt:lpstr>任务 4-1 盒子模型</vt:lpstr>
      <vt:lpstr>任务 4-1 盒子模型</vt:lpstr>
      <vt:lpstr>任务 4-1 盒子模型</vt:lpstr>
      <vt:lpstr>任务4-2 盒子模型进阶</vt:lpstr>
      <vt:lpstr>任务4-2 盒子模型进阶</vt:lpstr>
      <vt:lpstr>任务4-2 盒子模型进阶</vt:lpstr>
      <vt:lpstr>任务4-2 盒子模型进阶</vt:lpstr>
      <vt:lpstr>任务4-2 盒子模型进阶</vt:lpstr>
      <vt:lpstr>任务4-2 盒子模型进阶</vt:lpstr>
      <vt:lpstr>任务4-2 盒子模型进阶</vt:lpstr>
      <vt:lpstr>任务4-2 盒子模型进阶</vt:lpstr>
      <vt:lpstr>任务4-2 盒子模型进阶</vt:lpstr>
      <vt:lpstr>任务4-2 盒子模型进阶</vt:lpstr>
      <vt:lpstr>任务4-2 盒子模型进阶</vt:lpstr>
      <vt:lpstr>任务4-2 盒子模型进阶</vt:lpstr>
      <vt:lpstr>任务4-2 盒子模型进阶</vt:lpstr>
      <vt:lpstr>任务4-2 盒子模型进阶</vt:lpstr>
      <vt:lpstr>任务4-2 盒子模型进阶</vt:lpstr>
      <vt:lpstr>任务4-2 盒子模型进阶</vt:lpstr>
      <vt:lpstr>任务4-3 显示类型设置</vt:lpstr>
      <vt:lpstr>任务4-3 显示类型设置</vt:lpstr>
      <vt:lpstr>任务4-3 显示类型设置</vt:lpstr>
      <vt:lpstr>任务4-3 显示类型设置</vt:lpstr>
      <vt:lpstr>任务4-3 显示类型设置</vt:lpstr>
      <vt:lpstr>任务4-3 显示类型设置</vt:lpstr>
      <vt:lpstr>任务4-3 显示类型设置</vt:lpstr>
      <vt:lpstr>任务4-3 显示类型设置</vt:lpstr>
      <vt:lpstr>任务4-3 显示类型设置</vt:lpstr>
      <vt:lpstr>任务4-3 显示类型设置</vt:lpstr>
      <vt:lpstr>任务4-3 显示类型设置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任务4-4 定位设置</vt:lpstr>
      <vt:lpstr>任务4-5 背景设置</vt:lpstr>
      <vt:lpstr>任务4-5 背景设置</vt:lpstr>
      <vt:lpstr>任务4-5 背景设置</vt:lpstr>
      <vt:lpstr>任务4-5 背景设置</vt:lpstr>
      <vt:lpstr>任务4-5 背景设置</vt:lpstr>
      <vt:lpstr>任务4-5 背景设置</vt:lpstr>
      <vt:lpstr>任务4-5 背景设置</vt:lpstr>
      <vt:lpstr>任务4-5 背景设置</vt:lpstr>
      <vt:lpstr>任务4-5 背景设置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任务4-6 CSS3新增效果设置</vt:lpstr>
      <vt:lpstr>任务4-7~任务4-9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项目4 企业网站首页</dc:title>
  <dc:subject>Web前端开发与项目实践</dc:subject>
  <dc:creator/>
  <cp:revision>1461</cp:revision>
  <dcterms:created xsi:type="dcterms:W3CDTF">2008-02-14T05:21:14Z</dcterms:created>
  <dcterms:modified xsi:type="dcterms:W3CDTF">2023-07-21T07:18:11Z</dcterms:modified>
</cp:coreProperties>
</file>