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1" r:id="rId1"/>
  </p:sldMasterIdLst>
  <p:notesMasterIdLst>
    <p:notesMasterId r:id="rId59"/>
  </p:notesMasterIdLst>
  <p:sldIdLst>
    <p:sldId id="423" r:id="rId2"/>
    <p:sldId id="704" r:id="rId3"/>
    <p:sldId id="427" r:id="rId4"/>
    <p:sldId id="709" r:id="rId5"/>
    <p:sldId id="705" r:id="rId6"/>
    <p:sldId id="706" r:id="rId7"/>
    <p:sldId id="707" r:id="rId8"/>
    <p:sldId id="708" r:id="rId9"/>
    <p:sldId id="688" r:id="rId10"/>
    <p:sldId id="429" r:id="rId11"/>
    <p:sldId id="640" r:id="rId12"/>
    <p:sldId id="641" r:id="rId13"/>
    <p:sldId id="689" r:id="rId14"/>
    <p:sldId id="690" r:id="rId15"/>
    <p:sldId id="691" r:id="rId16"/>
    <p:sldId id="692" r:id="rId17"/>
    <p:sldId id="693" r:id="rId18"/>
    <p:sldId id="694" r:id="rId19"/>
    <p:sldId id="695" r:id="rId20"/>
    <p:sldId id="696" r:id="rId21"/>
    <p:sldId id="697" r:id="rId22"/>
    <p:sldId id="698" r:id="rId23"/>
    <p:sldId id="699" r:id="rId24"/>
    <p:sldId id="700" r:id="rId25"/>
    <p:sldId id="701" r:id="rId26"/>
    <p:sldId id="654" r:id="rId27"/>
    <p:sldId id="657" r:id="rId28"/>
    <p:sldId id="659" r:id="rId29"/>
    <p:sldId id="658" r:id="rId30"/>
    <p:sldId id="660" r:id="rId31"/>
    <p:sldId id="662" r:id="rId32"/>
    <p:sldId id="663" r:id="rId33"/>
    <p:sldId id="664" r:id="rId34"/>
    <p:sldId id="666" r:id="rId35"/>
    <p:sldId id="667" r:id="rId36"/>
    <p:sldId id="655" r:id="rId37"/>
    <p:sldId id="668" r:id="rId38"/>
    <p:sldId id="671" r:id="rId39"/>
    <p:sldId id="669" r:id="rId40"/>
    <p:sldId id="703" r:id="rId41"/>
    <p:sldId id="672" r:id="rId42"/>
    <p:sldId id="673" r:id="rId43"/>
    <p:sldId id="678" r:id="rId44"/>
    <p:sldId id="679" r:id="rId45"/>
    <p:sldId id="680" r:id="rId46"/>
    <p:sldId id="682" r:id="rId47"/>
    <p:sldId id="684" r:id="rId48"/>
    <p:sldId id="683" r:id="rId49"/>
    <p:sldId id="685" r:id="rId50"/>
    <p:sldId id="686" r:id="rId51"/>
    <p:sldId id="687" r:id="rId52"/>
    <p:sldId id="674" r:id="rId53"/>
    <p:sldId id="656" r:id="rId54"/>
    <p:sldId id="676" r:id="rId55"/>
    <p:sldId id="675" r:id="rId56"/>
    <p:sldId id="677" r:id="rId57"/>
    <p:sldId id="617" r:id="rId58"/>
  </p:sldIdLst>
  <p:sldSz cx="12160250" cy="6840538"/>
  <p:notesSz cx="6858000" cy="9144000"/>
  <p:defaultTextStyle>
    <a:defPPr>
      <a:defRPr lang="zh-CN"/>
    </a:defPPr>
    <a:lvl1pPr algn="l" rtl="0" fontAlgn="base">
      <a:spcBef>
        <a:spcPct val="0"/>
      </a:spcBef>
      <a:spcAft>
        <a:spcPct val="0"/>
      </a:spcAft>
      <a:defRPr kern="1200">
        <a:solidFill>
          <a:schemeClr val="tx1"/>
        </a:solidFill>
        <a:latin typeface="Verdana" pitchFamily="34" charset="0"/>
        <a:ea typeface="宋体" pitchFamily="2" charset="-122"/>
        <a:cs typeface="+mn-cs"/>
      </a:defRPr>
    </a:lvl1pPr>
    <a:lvl2pPr marL="492125" indent="-34925" algn="l" rtl="0" fontAlgn="base">
      <a:spcBef>
        <a:spcPct val="0"/>
      </a:spcBef>
      <a:spcAft>
        <a:spcPct val="0"/>
      </a:spcAft>
      <a:defRPr kern="1200">
        <a:solidFill>
          <a:schemeClr val="tx1"/>
        </a:solidFill>
        <a:latin typeface="Verdana" pitchFamily="34" charset="0"/>
        <a:ea typeface="宋体" pitchFamily="2" charset="-122"/>
        <a:cs typeface="+mn-cs"/>
      </a:defRPr>
    </a:lvl2pPr>
    <a:lvl3pPr marL="985838" indent="-71438" algn="l" rtl="0" fontAlgn="base">
      <a:spcBef>
        <a:spcPct val="0"/>
      </a:spcBef>
      <a:spcAft>
        <a:spcPct val="0"/>
      </a:spcAft>
      <a:defRPr kern="1200">
        <a:solidFill>
          <a:schemeClr val="tx1"/>
        </a:solidFill>
        <a:latin typeface="Verdana" pitchFamily="34" charset="0"/>
        <a:ea typeface="宋体" pitchFamily="2" charset="-122"/>
        <a:cs typeface="+mn-cs"/>
      </a:defRPr>
    </a:lvl3pPr>
    <a:lvl4pPr marL="1477963" indent="-106363" algn="l" rtl="0" fontAlgn="base">
      <a:spcBef>
        <a:spcPct val="0"/>
      </a:spcBef>
      <a:spcAft>
        <a:spcPct val="0"/>
      </a:spcAft>
      <a:defRPr kern="1200">
        <a:solidFill>
          <a:schemeClr val="tx1"/>
        </a:solidFill>
        <a:latin typeface="Verdana" pitchFamily="34" charset="0"/>
        <a:ea typeface="宋体" pitchFamily="2" charset="-122"/>
        <a:cs typeface="+mn-cs"/>
      </a:defRPr>
    </a:lvl4pPr>
    <a:lvl5pPr marL="1971675" indent="-142875" algn="l" rtl="0" fontAlgn="base">
      <a:spcBef>
        <a:spcPct val="0"/>
      </a:spcBef>
      <a:spcAft>
        <a:spcPct val="0"/>
      </a:spcAft>
      <a:defRPr kern="1200">
        <a:solidFill>
          <a:schemeClr val="tx1"/>
        </a:solidFill>
        <a:latin typeface="Verdana" pitchFamily="34" charset="0"/>
        <a:ea typeface="宋体" pitchFamily="2" charset="-122"/>
        <a:cs typeface="+mn-cs"/>
      </a:defRPr>
    </a:lvl5pPr>
    <a:lvl6pPr marL="2286000" algn="l" defTabSz="914400" rtl="0" eaLnBrk="1" latinLnBrk="0" hangingPunct="1">
      <a:defRPr kern="1200">
        <a:solidFill>
          <a:schemeClr val="tx1"/>
        </a:solidFill>
        <a:latin typeface="Verdana" pitchFamily="34" charset="0"/>
        <a:ea typeface="宋体" pitchFamily="2" charset="-122"/>
        <a:cs typeface="+mn-cs"/>
      </a:defRPr>
    </a:lvl6pPr>
    <a:lvl7pPr marL="2743200" algn="l" defTabSz="914400" rtl="0" eaLnBrk="1" latinLnBrk="0" hangingPunct="1">
      <a:defRPr kern="1200">
        <a:solidFill>
          <a:schemeClr val="tx1"/>
        </a:solidFill>
        <a:latin typeface="Verdana" pitchFamily="34" charset="0"/>
        <a:ea typeface="宋体" pitchFamily="2" charset="-122"/>
        <a:cs typeface="+mn-cs"/>
      </a:defRPr>
    </a:lvl7pPr>
    <a:lvl8pPr marL="3200400" algn="l" defTabSz="914400" rtl="0" eaLnBrk="1" latinLnBrk="0" hangingPunct="1">
      <a:defRPr kern="1200">
        <a:solidFill>
          <a:schemeClr val="tx1"/>
        </a:solidFill>
        <a:latin typeface="Verdana" pitchFamily="34" charset="0"/>
        <a:ea typeface="宋体" pitchFamily="2" charset="-122"/>
        <a:cs typeface="+mn-cs"/>
      </a:defRPr>
    </a:lvl8pPr>
    <a:lvl9pPr marL="3657600" algn="l" defTabSz="914400" rtl="0" eaLnBrk="1" latinLnBrk="0" hangingPunct="1">
      <a:defRPr kern="1200">
        <a:solidFill>
          <a:schemeClr val="tx1"/>
        </a:solidFill>
        <a:latin typeface="Verdana" pitchFamily="34" charset="0"/>
        <a:ea typeface="宋体" pitchFamily="2" charset="-122"/>
        <a:cs typeface="+mn-cs"/>
      </a:defRPr>
    </a:lvl9pPr>
  </p:defaultTextStyle>
  <p:extLst>
    <p:ext uri="{EFAFB233-063F-42B5-8137-9DF3F51BA10A}">
      <p15:sldGuideLst xmlns:p15="http://schemas.microsoft.com/office/powerpoint/2012/main">
        <p15:guide id="1" orient="horz" pos="2155" userDrawn="1">
          <p15:clr>
            <a:srgbClr val="A4A3A4"/>
          </p15:clr>
        </p15:guide>
        <p15:guide id="2" pos="38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33CCCC"/>
    <a:srgbClr val="99CCFF"/>
    <a:srgbClr val="00CCFF"/>
    <a:srgbClr val="00FFFF"/>
    <a:srgbClr val="FFFF99"/>
    <a:srgbClr val="FFFF00"/>
    <a:srgbClr val="66FFFF"/>
    <a:srgbClr val="D5D3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87" autoAdjust="0"/>
    <p:restoredTop sz="87262" autoAdjust="0"/>
  </p:normalViewPr>
  <p:slideViewPr>
    <p:cSldViewPr>
      <p:cViewPr varScale="1">
        <p:scale>
          <a:sx n="109" d="100"/>
          <a:sy n="109" d="100"/>
        </p:scale>
        <p:origin x="744" y="108"/>
      </p:cViewPr>
      <p:guideLst>
        <p:guide orient="horz" pos="2155"/>
        <p:guide pos="3831"/>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u" userId="213e45b8a479442b" providerId="LiveId" clId="{3CE6CE50-DF86-4AF0-81C0-41EE0AAB192E}"/>
    <pc:docChg chg="delSld">
      <pc:chgData name="John Hu" userId="213e45b8a479442b" providerId="LiveId" clId="{3CE6CE50-DF86-4AF0-81C0-41EE0AAB192E}" dt="2024-05-27T03:51:36.297" v="0" actId="47"/>
      <pc:docMkLst>
        <pc:docMk/>
      </pc:docMkLst>
      <pc:sldChg chg="del">
        <pc:chgData name="John Hu" userId="213e45b8a479442b" providerId="LiveId" clId="{3CE6CE50-DF86-4AF0-81C0-41EE0AAB192E}" dt="2024-05-27T03:51:36.297" v="0" actId="47"/>
        <pc:sldMkLst>
          <pc:docMk/>
          <pc:sldMk cId="615297258" sldId="627"/>
        </pc:sldMkLst>
      </pc:sldChg>
    </pc:docChg>
  </pc:docChgLst>
  <pc:docChgLst>
    <pc:chgData name="John Hu" userId="213e45b8a479442b" providerId="LiveId" clId="{A0466078-6225-4F04-9B9B-56454E44174A}"/>
    <pc:docChg chg="undo custSel delSld modSld">
      <pc:chgData name="John Hu" userId="213e45b8a479442b" providerId="LiveId" clId="{A0466078-6225-4F04-9B9B-56454E44174A}" dt="2025-07-09T08:07:21.875" v="192" actId="1076"/>
      <pc:docMkLst>
        <pc:docMk/>
      </pc:docMkLst>
      <pc:sldChg chg="modSp mod">
        <pc:chgData name="John Hu" userId="213e45b8a479442b" providerId="LiveId" clId="{A0466078-6225-4F04-9B9B-56454E44174A}" dt="2025-06-17T01:01:53.267" v="43" actId="20577"/>
        <pc:sldMkLst>
          <pc:docMk/>
          <pc:sldMk cId="1108075233" sldId="641"/>
        </pc:sldMkLst>
        <pc:spChg chg="mod">
          <ac:chgData name="John Hu" userId="213e45b8a479442b" providerId="LiveId" clId="{A0466078-6225-4F04-9B9B-56454E44174A}" dt="2025-06-17T01:01:53.267" v="43" actId="20577"/>
          <ac:spMkLst>
            <pc:docMk/>
            <pc:sldMk cId="1108075233" sldId="641"/>
            <ac:spMk id="10" creationId="{00B134FD-CC68-4103-9DF2-AA2CDF00EA5A}"/>
          </ac:spMkLst>
        </pc:spChg>
      </pc:sldChg>
      <pc:sldChg chg="modSp mod">
        <pc:chgData name="John Hu" userId="213e45b8a479442b" providerId="LiveId" clId="{A0466078-6225-4F04-9B9B-56454E44174A}" dt="2025-06-17T01:05:48.991" v="91" actId="1076"/>
        <pc:sldMkLst>
          <pc:docMk/>
          <pc:sldMk cId="1940101893" sldId="654"/>
        </pc:sldMkLst>
        <pc:spChg chg="mod">
          <ac:chgData name="John Hu" userId="213e45b8a479442b" providerId="LiveId" clId="{A0466078-6225-4F04-9B9B-56454E44174A}" dt="2025-06-17T01:03:10.723" v="62"/>
          <ac:spMkLst>
            <pc:docMk/>
            <pc:sldMk cId="1940101893" sldId="654"/>
            <ac:spMk id="8" creationId="{36177B38-43AB-4398-968B-448F8F0E5F49}"/>
          </ac:spMkLst>
        </pc:spChg>
        <pc:picChg chg="mod">
          <ac:chgData name="John Hu" userId="213e45b8a479442b" providerId="LiveId" clId="{A0466078-6225-4F04-9B9B-56454E44174A}" dt="2025-06-17T01:05:48.991" v="91" actId="1076"/>
          <ac:picMkLst>
            <pc:docMk/>
            <pc:sldMk cId="1940101893" sldId="654"/>
            <ac:picMk id="4" creationId="{B531C538-CD74-4CFD-AF23-2BF9F1AFB26B}"/>
          </ac:picMkLst>
        </pc:picChg>
        <pc:picChg chg="mod">
          <ac:chgData name="John Hu" userId="213e45b8a479442b" providerId="LiveId" clId="{A0466078-6225-4F04-9B9B-56454E44174A}" dt="2025-06-17T01:05:45.356" v="90" actId="1076"/>
          <ac:picMkLst>
            <pc:docMk/>
            <pc:sldMk cId="1940101893" sldId="654"/>
            <ac:picMk id="7" creationId="{026CDDFD-43A4-4923-A100-62EA1F5DD618}"/>
          </ac:picMkLst>
        </pc:picChg>
      </pc:sldChg>
      <pc:sldChg chg="modSp">
        <pc:chgData name="John Hu" userId="213e45b8a479442b" providerId="LiveId" clId="{A0466078-6225-4F04-9B9B-56454E44174A}" dt="2025-06-17T01:03:40.056" v="73"/>
        <pc:sldMkLst>
          <pc:docMk/>
          <pc:sldMk cId="3121341431" sldId="655"/>
        </pc:sldMkLst>
        <pc:spChg chg="mod">
          <ac:chgData name="John Hu" userId="213e45b8a479442b" providerId="LiveId" clId="{A0466078-6225-4F04-9B9B-56454E44174A}" dt="2025-06-17T01:03:37.614" v="72"/>
          <ac:spMkLst>
            <pc:docMk/>
            <pc:sldMk cId="3121341431" sldId="655"/>
            <ac:spMk id="8" creationId="{36177B38-43AB-4398-968B-448F8F0E5F49}"/>
          </ac:spMkLst>
        </pc:spChg>
        <pc:spChg chg="mod">
          <ac:chgData name="John Hu" userId="213e45b8a479442b" providerId="LiveId" clId="{A0466078-6225-4F04-9B9B-56454E44174A}" dt="2025-06-17T01:03:40.056" v="73"/>
          <ac:spMkLst>
            <pc:docMk/>
            <pc:sldMk cId="3121341431" sldId="655"/>
            <ac:spMk id="14" creationId="{FFE0AA81-8E05-40DB-B533-63E227E7ACC6}"/>
          </ac:spMkLst>
        </pc:spChg>
      </pc:sldChg>
      <pc:sldChg chg="modSp mod">
        <pc:chgData name="John Hu" userId="213e45b8a479442b" providerId="LiveId" clId="{A0466078-6225-4F04-9B9B-56454E44174A}" dt="2025-06-17T01:08:37.493" v="124" actId="2711"/>
        <pc:sldMkLst>
          <pc:docMk/>
          <pc:sldMk cId="3431420934" sldId="656"/>
        </pc:sldMkLst>
        <pc:spChg chg="mod">
          <ac:chgData name="John Hu" userId="213e45b8a479442b" providerId="LiveId" clId="{A0466078-6225-4F04-9B9B-56454E44174A}" dt="2025-06-17T01:02:51.740" v="57"/>
          <ac:spMkLst>
            <pc:docMk/>
            <pc:sldMk cId="3431420934" sldId="656"/>
            <ac:spMk id="8" creationId="{36177B38-43AB-4398-968B-448F8F0E5F49}"/>
          </ac:spMkLst>
        </pc:spChg>
        <pc:spChg chg="mod">
          <ac:chgData name="John Hu" userId="213e45b8a479442b" providerId="LiveId" clId="{A0466078-6225-4F04-9B9B-56454E44174A}" dt="2025-06-17T01:08:37.493" v="124" actId="2711"/>
          <ac:spMkLst>
            <pc:docMk/>
            <pc:sldMk cId="3431420934" sldId="656"/>
            <ac:spMk id="15" creationId="{E9E89F2E-6B6E-4A30-9327-3B97FFCDC34A}"/>
          </ac:spMkLst>
        </pc:spChg>
        <pc:spChg chg="mod">
          <ac:chgData name="John Hu" userId="213e45b8a479442b" providerId="LiveId" clId="{A0466078-6225-4F04-9B9B-56454E44174A}" dt="2025-06-17T01:08:33.597" v="123" actId="113"/>
          <ac:spMkLst>
            <pc:docMk/>
            <pc:sldMk cId="3431420934" sldId="656"/>
            <ac:spMk id="36" creationId="{42B12A24-E79D-4D94-8F7F-2F8170C42A86}"/>
          </ac:spMkLst>
        </pc:spChg>
      </pc:sldChg>
      <pc:sldChg chg="modSp mod">
        <pc:chgData name="John Hu" userId="213e45b8a479442b" providerId="LiveId" clId="{A0466078-6225-4F04-9B9B-56454E44174A}" dt="2025-06-17T01:06:16.212" v="94" actId="113"/>
        <pc:sldMkLst>
          <pc:docMk/>
          <pc:sldMk cId="3783011178" sldId="657"/>
        </pc:sldMkLst>
        <pc:spChg chg="mod">
          <ac:chgData name="John Hu" userId="213e45b8a479442b" providerId="LiveId" clId="{A0466078-6225-4F04-9B9B-56454E44174A}" dt="2025-06-17T01:06:16.212" v="94" actId="113"/>
          <ac:spMkLst>
            <pc:docMk/>
            <pc:sldMk cId="3783011178" sldId="657"/>
            <ac:spMk id="6" creationId="{CB1B6AA4-38C0-40F9-8C61-0B993F4FD5CC}"/>
          </ac:spMkLst>
        </pc:spChg>
        <pc:spChg chg="mod">
          <ac:chgData name="John Hu" userId="213e45b8a479442b" providerId="LiveId" clId="{A0466078-6225-4F04-9B9B-56454E44174A}" dt="2025-06-17T01:03:16.105" v="63"/>
          <ac:spMkLst>
            <pc:docMk/>
            <pc:sldMk cId="3783011178" sldId="657"/>
            <ac:spMk id="8" creationId="{36177B38-43AB-4398-968B-448F8F0E5F49}"/>
          </ac:spMkLst>
        </pc:spChg>
      </pc:sldChg>
      <pc:sldChg chg="modSp">
        <pc:chgData name="John Hu" userId="213e45b8a479442b" providerId="LiveId" clId="{A0466078-6225-4F04-9B9B-56454E44174A}" dt="2025-06-17T01:03:20.823" v="65"/>
        <pc:sldMkLst>
          <pc:docMk/>
          <pc:sldMk cId="432293528" sldId="658"/>
        </pc:sldMkLst>
        <pc:spChg chg="mod">
          <ac:chgData name="John Hu" userId="213e45b8a479442b" providerId="LiveId" clId="{A0466078-6225-4F04-9B9B-56454E44174A}" dt="2025-06-17T01:03:20.823" v="65"/>
          <ac:spMkLst>
            <pc:docMk/>
            <pc:sldMk cId="432293528" sldId="658"/>
            <ac:spMk id="8" creationId="{36177B38-43AB-4398-968B-448F8F0E5F49}"/>
          </ac:spMkLst>
        </pc:spChg>
      </pc:sldChg>
      <pc:sldChg chg="modSp mod">
        <pc:chgData name="John Hu" userId="213e45b8a479442b" providerId="LiveId" clId="{A0466078-6225-4F04-9B9B-56454E44174A}" dt="2025-06-17T01:06:24.545" v="96" actId="2711"/>
        <pc:sldMkLst>
          <pc:docMk/>
          <pc:sldMk cId="2672491657" sldId="659"/>
        </pc:sldMkLst>
        <pc:spChg chg="mod">
          <ac:chgData name="John Hu" userId="213e45b8a479442b" providerId="LiveId" clId="{A0466078-6225-4F04-9B9B-56454E44174A}" dt="2025-06-17T01:06:20.951" v="95" actId="2711"/>
          <ac:spMkLst>
            <pc:docMk/>
            <pc:sldMk cId="2672491657" sldId="659"/>
            <ac:spMk id="7" creationId="{C9067B27-72D5-4456-810A-DB77B729CAB5}"/>
          </ac:spMkLst>
        </pc:spChg>
        <pc:spChg chg="mod">
          <ac:chgData name="John Hu" userId="213e45b8a479442b" providerId="LiveId" clId="{A0466078-6225-4F04-9B9B-56454E44174A}" dt="2025-06-17T01:03:18.290" v="64"/>
          <ac:spMkLst>
            <pc:docMk/>
            <pc:sldMk cId="2672491657" sldId="659"/>
            <ac:spMk id="8" creationId="{36177B38-43AB-4398-968B-448F8F0E5F49}"/>
          </ac:spMkLst>
        </pc:spChg>
        <pc:spChg chg="mod">
          <ac:chgData name="John Hu" userId="213e45b8a479442b" providerId="LiveId" clId="{A0466078-6225-4F04-9B9B-56454E44174A}" dt="2025-06-17T01:06:24.545" v="96" actId="2711"/>
          <ac:spMkLst>
            <pc:docMk/>
            <pc:sldMk cId="2672491657" sldId="659"/>
            <ac:spMk id="15" creationId="{C32E30C1-6AFA-41B6-B6A3-3B214AC1875E}"/>
          </ac:spMkLst>
        </pc:spChg>
      </pc:sldChg>
      <pc:sldChg chg="modSp mod">
        <pc:chgData name="John Hu" userId="213e45b8a479442b" providerId="LiveId" clId="{A0466078-6225-4F04-9B9B-56454E44174A}" dt="2025-06-17T01:06:36.347" v="99" actId="2711"/>
        <pc:sldMkLst>
          <pc:docMk/>
          <pc:sldMk cId="3795855303" sldId="660"/>
        </pc:sldMkLst>
        <pc:spChg chg="mod">
          <ac:chgData name="John Hu" userId="213e45b8a479442b" providerId="LiveId" clId="{A0466078-6225-4F04-9B9B-56454E44174A}" dt="2025-06-17T01:06:30.772" v="97" actId="2711"/>
          <ac:spMkLst>
            <pc:docMk/>
            <pc:sldMk cId="3795855303" sldId="660"/>
            <ac:spMk id="6" creationId="{CB1B6AA4-38C0-40F9-8C61-0B993F4FD5CC}"/>
          </ac:spMkLst>
        </pc:spChg>
        <pc:spChg chg="mod">
          <ac:chgData name="John Hu" userId="213e45b8a479442b" providerId="LiveId" clId="{A0466078-6225-4F04-9B9B-56454E44174A}" dt="2025-06-17T01:03:22.957" v="66"/>
          <ac:spMkLst>
            <pc:docMk/>
            <pc:sldMk cId="3795855303" sldId="660"/>
            <ac:spMk id="8" creationId="{36177B38-43AB-4398-968B-448F8F0E5F49}"/>
          </ac:spMkLst>
        </pc:spChg>
        <pc:spChg chg="mod">
          <ac:chgData name="John Hu" userId="213e45b8a479442b" providerId="LiveId" clId="{A0466078-6225-4F04-9B9B-56454E44174A}" dt="2025-06-17T01:06:36.347" v="99" actId="2711"/>
          <ac:spMkLst>
            <pc:docMk/>
            <pc:sldMk cId="3795855303" sldId="660"/>
            <ac:spMk id="14" creationId="{6B8BD184-51F4-4910-B2A1-AC73DC334EA7}"/>
          </ac:spMkLst>
        </pc:spChg>
      </pc:sldChg>
      <pc:sldChg chg="modSp mod">
        <pc:chgData name="John Hu" userId="213e45b8a479442b" providerId="LiveId" clId="{A0466078-6225-4F04-9B9B-56454E44174A}" dt="2025-06-17T01:06:40.585" v="100" actId="2711"/>
        <pc:sldMkLst>
          <pc:docMk/>
          <pc:sldMk cId="1985458681" sldId="662"/>
        </pc:sldMkLst>
        <pc:spChg chg="mod">
          <ac:chgData name="John Hu" userId="213e45b8a479442b" providerId="LiveId" clId="{A0466078-6225-4F04-9B9B-56454E44174A}" dt="2025-06-17T01:06:40.585" v="100" actId="2711"/>
          <ac:spMkLst>
            <pc:docMk/>
            <pc:sldMk cId="1985458681" sldId="662"/>
            <ac:spMk id="6" creationId="{CB1B6AA4-38C0-40F9-8C61-0B993F4FD5CC}"/>
          </ac:spMkLst>
        </pc:spChg>
        <pc:spChg chg="mod">
          <ac:chgData name="John Hu" userId="213e45b8a479442b" providerId="LiveId" clId="{A0466078-6225-4F04-9B9B-56454E44174A}" dt="2025-06-17T01:03:25.100" v="67"/>
          <ac:spMkLst>
            <pc:docMk/>
            <pc:sldMk cId="1985458681" sldId="662"/>
            <ac:spMk id="8" creationId="{36177B38-43AB-4398-968B-448F8F0E5F49}"/>
          </ac:spMkLst>
        </pc:spChg>
      </pc:sldChg>
      <pc:sldChg chg="modSp mod">
        <pc:chgData name="John Hu" userId="213e45b8a479442b" providerId="LiveId" clId="{A0466078-6225-4F04-9B9B-56454E44174A}" dt="2025-06-17T01:06:48.906" v="102" actId="2711"/>
        <pc:sldMkLst>
          <pc:docMk/>
          <pc:sldMk cId="3943618339" sldId="663"/>
        </pc:sldMkLst>
        <pc:spChg chg="mod">
          <ac:chgData name="John Hu" userId="213e45b8a479442b" providerId="LiveId" clId="{A0466078-6225-4F04-9B9B-56454E44174A}" dt="2025-06-17T01:06:44.602" v="101" actId="2711"/>
          <ac:spMkLst>
            <pc:docMk/>
            <pc:sldMk cId="3943618339" sldId="663"/>
            <ac:spMk id="6" creationId="{CB1B6AA4-38C0-40F9-8C61-0B993F4FD5CC}"/>
          </ac:spMkLst>
        </pc:spChg>
        <pc:spChg chg="mod">
          <ac:chgData name="John Hu" userId="213e45b8a479442b" providerId="LiveId" clId="{A0466078-6225-4F04-9B9B-56454E44174A}" dt="2025-06-17T01:06:48.906" v="102" actId="2711"/>
          <ac:spMkLst>
            <pc:docMk/>
            <pc:sldMk cId="3943618339" sldId="663"/>
            <ac:spMk id="7" creationId="{C9067B27-72D5-4456-810A-DB77B729CAB5}"/>
          </ac:spMkLst>
        </pc:spChg>
        <pc:spChg chg="mod">
          <ac:chgData name="John Hu" userId="213e45b8a479442b" providerId="LiveId" clId="{A0466078-6225-4F04-9B9B-56454E44174A}" dt="2025-06-17T01:03:27.344" v="68"/>
          <ac:spMkLst>
            <pc:docMk/>
            <pc:sldMk cId="3943618339" sldId="663"/>
            <ac:spMk id="8" creationId="{36177B38-43AB-4398-968B-448F8F0E5F49}"/>
          </ac:spMkLst>
        </pc:spChg>
        <pc:spChg chg="mod">
          <ac:chgData name="John Hu" userId="213e45b8a479442b" providerId="LiveId" clId="{A0466078-6225-4F04-9B9B-56454E44174A}" dt="2025-06-17T01:06:48.906" v="102" actId="2711"/>
          <ac:spMkLst>
            <pc:docMk/>
            <pc:sldMk cId="3943618339" sldId="663"/>
            <ac:spMk id="13" creationId="{F2951946-011C-4C00-BCE1-2CC81916ADA3}"/>
          </ac:spMkLst>
        </pc:spChg>
        <pc:spChg chg="mod">
          <ac:chgData name="John Hu" userId="213e45b8a479442b" providerId="LiveId" clId="{A0466078-6225-4F04-9B9B-56454E44174A}" dt="2025-06-17T01:06:48.906" v="102" actId="2711"/>
          <ac:spMkLst>
            <pc:docMk/>
            <pc:sldMk cId="3943618339" sldId="663"/>
            <ac:spMk id="17" creationId="{C72AC1A5-1AF0-4018-B9F7-E05B6FF3A4E9}"/>
          </ac:spMkLst>
        </pc:spChg>
        <pc:spChg chg="mod">
          <ac:chgData name="John Hu" userId="213e45b8a479442b" providerId="LiveId" clId="{A0466078-6225-4F04-9B9B-56454E44174A}" dt="2025-06-17T01:06:48.906" v="102" actId="2711"/>
          <ac:spMkLst>
            <pc:docMk/>
            <pc:sldMk cId="3943618339" sldId="663"/>
            <ac:spMk id="18" creationId="{5B1951D0-763C-4B4F-9EF7-FBBE70461415}"/>
          </ac:spMkLst>
        </pc:spChg>
        <pc:spChg chg="mod">
          <ac:chgData name="John Hu" userId="213e45b8a479442b" providerId="LiveId" clId="{A0466078-6225-4F04-9B9B-56454E44174A}" dt="2025-06-17T01:06:48.906" v="102" actId="2711"/>
          <ac:spMkLst>
            <pc:docMk/>
            <pc:sldMk cId="3943618339" sldId="663"/>
            <ac:spMk id="19" creationId="{AF0B2DF3-CE06-4F8A-BCFD-D646FF7E48BD}"/>
          </ac:spMkLst>
        </pc:spChg>
        <pc:spChg chg="mod">
          <ac:chgData name="John Hu" userId="213e45b8a479442b" providerId="LiveId" clId="{A0466078-6225-4F04-9B9B-56454E44174A}" dt="2025-06-17T01:06:48.906" v="102" actId="2711"/>
          <ac:spMkLst>
            <pc:docMk/>
            <pc:sldMk cId="3943618339" sldId="663"/>
            <ac:spMk id="20" creationId="{F598D88D-173D-4734-8463-3867857860CA}"/>
          </ac:spMkLst>
        </pc:spChg>
        <pc:spChg chg="mod">
          <ac:chgData name="John Hu" userId="213e45b8a479442b" providerId="LiveId" clId="{A0466078-6225-4F04-9B9B-56454E44174A}" dt="2025-06-17T01:06:48.906" v="102" actId="2711"/>
          <ac:spMkLst>
            <pc:docMk/>
            <pc:sldMk cId="3943618339" sldId="663"/>
            <ac:spMk id="26" creationId="{121CDE55-2EA0-4998-B922-98B488BBE1A1}"/>
          </ac:spMkLst>
        </pc:spChg>
        <pc:spChg chg="mod">
          <ac:chgData name="John Hu" userId="213e45b8a479442b" providerId="LiveId" clId="{A0466078-6225-4F04-9B9B-56454E44174A}" dt="2025-06-17T01:06:48.906" v="102" actId="2711"/>
          <ac:spMkLst>
            <pc:docMk/>
            <pc:sldMk cId="3943618339" sldId="663"/>
            <ac:spMk id="27" creationId="{46B199C7-E41A-48A0-AAA5-352F61973BDB}"/>
          </ac:spMkLst>
        </pc:spChg>
        <pc:spChg chg="mod">
          <ac:chgData name="John Hu" userId="213e45b8a479442b" providerId="LiveId" clId="{A0466078-6225-4F04-9B9B-56454E44174A}" dt="2025-06-17T01:06:48.906" v="102" actId="2711"/>
          <ac:spMkLst>
            <pc:docMk/>
            <pc:sldMk cId="3943618339" sldId="663"/>
            <ac:spMk id="28" creationId="{4F30436D-6FB8-46B1-970A-DB14BB146BC2}"/>
          </ac:spMkLst>
        </pc:spChg>
        <pc:spChg chg="mod">
          <ac:chgData name="John Hu" userId="213e45b8a479442b" providerId="LiveId" clId="{A0466078-6225-4F04-9B9B-56454E44174A}" dt="2025-06-17T01:06:48.906" v="102" actId="2711"/>
          <ac:spMkLst>
            <pc:docMk/>
            <pc:sldMk cId="3943618339" sldId="663"/>
            <ac:spMk id="29" creationId="{39DB7E9C-1106-4E41-AC40-ACCDBDF022CB}"/>
          </ac:spMkLst>
        </pc:spChg>
      </pc:sldChg>
      <pc:sldChg chg="modSp mod">
        <pc:chgData name="John Hu" userId="213e45b8a479442b" providerId="LiveId" clId="{A0466078-6225-4F04-9B9B-56454E44174A}" dt="2025-06-17T01:06:54.273" v="103" actId="2711"/>
        <pc:sldMkLst>
          <pc:docMk/>
          <pc:sldMk cId="2818852121" sldId="664"/>
        </pc:sldMkLst>
        <pc:spChg chg="mod">
          <ac:chgData name="John Hu" userId="213e45b8a479442b" providerId="LiveId" clId="{A0466078-6225-4F04-9B9B-56454E44174A}" dt="2025-06-17T01:06:54.273" v="103" actId="2711"/>
          <ac:spMkLst>
            <pc:docMk/>
            <pc:sldMk cId="2818852121" sldId="664"/>
            <ac:spMk id="6" creationId="{CB1B6AA4-38C0-40F9-8C61-0B993F4FD5CC}"/>
          </ac:spMkLst>
        </pc:spChg>
        <pc:spChg chg="mod">
          <ac:chgData name="John Hu" userId="213e45b8a479442b" providerId="LiveId" clId="{A0466078-6225-4F04-9B9B-56454E44174A}" dt="2025-06-17T01:06:54.273" v="103" actId="2711"/>
          <ac:spMkLst>
            <pc:docMk/>
            <pc:sldMk cId="2818852121" sldId="664"/>
            <ac:spMk id="7" creationId="{C9067B27-72D5-4456-810A-DB77B729CAB5}"/>
          </ac:spMkLst>
        </pc:spChg>
        <pc:spChg chg="mod">
          <ac:chgData name="John Hu" userId="213e45b8a479442b" providerId="LiveId" clId="{A0466078-6225-4F04-9B9B-56454E44174A}" dt="2025-06-17T01:03:29.611" v="69"/>
          <ac:spMkLst>
            <pc:docMk/>
            <pc:sldMk cId="2818852121" sldId="664"/>
            <ac:spMk id="8" creationId="{36177B38-43AB-4398-968B-448F8F0E5F49}"/>
          </ac:spMkLst>
        </pc:spChg>
        <pc:spChg chg="mod">
          <ac:chgData name="John Hu" userId="213e45b8a479442b" providerId="LiveId" clId="{A0466078-6225-4F04-9B9B-56454E44174A}" dt="2025-06-17T01:06:54.273" v="103" actId="2711"/>
          <ac:spMkLst>
            <pc:docMk/>
            <pc:sldMk cId="2818852121" sldId="664"/>
            <ac:spMk id="13" creationId="{F2951946-011C-4C00-BCE1-2CC81916ADA3}"/>
          </ac:spMkLst>
        </pc:spChg>
        <pc:spChg chg="mod">
          <ac:chgData name="John Hu" userId="213e45b8a479442b" providerId="LiveId" clId="{A0466078-6225-4F04-9B9B-56454E44174A}" dt="2025-06-17T01:06:54.273" v="103" actId="2711"/>
          <ac:spMkLst>
            <pc:docMk/>
            <pc:sldMk cId="2818852121" sldId="664"/>
            <ac:spMk id="14" creationId="{6B8BD184-51F4-4910-B2A1-AC73DC334EA7}"/>
          </ac:spMkLst>
        </pc:spChg>
        <pc:spChg chg="mod">
          <ac:chgData name="John Hu" userId="213e45b8a479442b" providerId="LiveId" clId="{A0466078-6225-4F04-9B9B-56454E44174A}" dt="2025-06-17T01:06:54.273" v="103" actId="2711"/>
          <ac:spMkLst>
            <pc:docMk/>
            <pc:sldMk cId="2818852121" sldId="664"/>
            <ac:spMk id="15" creationId="{6CDCF8A7-A2E4-407D-8718-E39EF01540F1}"/>
          </ac:spMkLst>
        </pc:spChg>
        <pc:spChg chg="mod">
          <ac:chgData name="John Hu" userId="213e45b8a479442b" providerId="LiveId" clId="{A0466078-6225-4F04-9B9B-56454E44174A}" dt="2025-06-17T01:06:54.273" v="103" actId="2711"/>
          <ac:spMkLst>
            <pc:docMk/>
            <pc:sldMk cId="2818852121" sldId="664"/>
            <ac:spMk id="17" creationId="{C72AC1A5-1AF0-4018-B9F7-E05B6FF3A4E9}"/>
          </ac:spMkLst>
        </pc:spChg>
        <pc:spChg chg="mod">
          <ac:chgData name="John Hu" userId="213e45b8a479442b" providerId="LiveId" clId="{A0466078-6225-4F04-9B9B-56454E44174A}" dt="2025-06-17T01:06:54.273" v="103" actId="2711"/>
          <ac:spMkLst>
            <pc:docMk/>
            <pc:sldMk cId="2818852121" sldId="664"/>
            <ac:spMk id="18" creationId="{5B1951D0-763C-4B4F-9EF7-FBBE70461415}"/>
          </ac:spMkLst>
        </pc:spChg>
        <pc:spChg chg="mod">
          <ac:chgData name="John Hu" userId="213e45b8a479442b" providerId="LiveId" clId="{A0466078-6225-4F04-9B9B-56454E44174A}" dt="2025-06-17T01:06:54.273" v="103" actId="2711"/>
          <ac:spMkLst>
            <pc:docMk/>
            <pc:sldMk cId="2818852121" sldId="664"/>
            <ac:spMk id="19" creationId="{AF0B2DF3-CE06-4F8A-BCFD-D646FF7E48BD}"/>
          </ac:spMkLst>
        </pc:spChg>
        <pc:spChg chg="mod">
          <ac:chgData name="John Hu" userId="213e45b8a479442b" providerId="LiveId" clId="{A0466078-6225-4F04-9B9B-56454E44174A}" dt="2025-06-17T01:06:54.273" v="103" actId="2711"/>
          <ac:spMkLst>
            <pc:docMk/>
            <pc:sldMk cId="2818852121" sldId="664"/>
            <ac:spMk id="20" creationId="{F598D88D-173D-4734-8463-3867857860CA}"/>
          </ac:spMkLst>
        </pc:spChg>
        <pc:spChg chg="mod">
          <ac:chgData name="John Hu" userId="213e45b8a479442b" providerId="LiveId" clId="{A0466078-6225-4F04-9B9B-56454E44174A}" dt="2025-06-17T01:06:54.273" v="103" actId="2711"/>
          <ac:spMkLst>
            <pc:docMk/>
            <pc:sldMk cId="2818852121" sldId="664"/>
            <ac:spMk id="26" creationId="{121CDE55-2EA0-4998-B922-98B488BBE1A1}"/>
          </ac:spMkLst>
        </pc:spChg>
        <pc:spChg chg="mod">
          <ac:chgData name="John Hu" userId="213e45b8a479442b" providerId="LiveId" clId="{A0466078-6225-4F04-9B9B-56454E44174A}" dt="2025-06-17T01:06:54.273" v="103" actId="2711"/>
          <ac:spMkLst>
            <pc:docMk/>
            <pc:sldMk cId="2818852121" sldId="664"/>
            <ac:spMk id="27" creationId="{46B199C7-E41A-48A0-AAA5-352F61973BDB}"/>
          </ac:spMkLst>
        </pc:spChg>
        <pc:spChg chg="mod">
          <ac:chgData name="John Hu" userId="213e45b8a479442b" providerId="LiveId" clId="{A0466078-6225-4F04-9B9B-56454E44174A}" dt="2025-06-17T01:06:54.273" v="103" actId="2711"/>
          <ac:spMkLst>
            <pc:docMk/>
            <pc:sldMk cId="2818852121" sldId="664"/>
            <ac:spMk id="28" creationId="{4F30436D-6FB8-46B1-970A-DB14BB146BC2}"/>
          </ac:spMkLst>
        </pc:spChg>
        <pc:spChg chg="mod">
          <ac:chgData name="John Hu" userId="213e45b8a479442b" providerId="LiveId" clId="{A0466078-6225-4F04-9B9B-56454E44174A}" dt="2025-06-17T01:06:54.273" v="103" actId="2711"/>
          <ac:spMkLst>
            <pc:docMk/>
            <pc:sldMk cId="2818852121" sldId="664"/>
            <ac:spMk id="29" creationId="{39DB7E9C-1106-4E41-AC40-ACCDBDF022CB}"/>
          </ac:spMkLst>
        </pc:spChg>
      </pc:sldChg>
      <pc:sldChg chg="modSp mod">
        <pc:chgData name="John Hu" userId="213e45b8a479442b" providerId="LiveId" clId="{A0466078-6225-4F04-9B9B-56454E44174A}" dt="2025-06-17T01:09:12.048" v="128" actId="2711"/>
        <pc:sldMkLst>
          <pc:docMk/>
          <pc:sldMk cId="922735695" sldId="666"/>
        </pc:sldMkLst>
        <pc:spChg chg="mod">
          <ac:chgData name="John Hu" userId="213e45b8a479442b" providerId="LiveId" clId="{A0466078-6225-4F04-9B9B-56454E44174A}" dt="2025-06-17T01:09:12.048" v="128" actId="2711"/>
          <ac:spMkLst>
            <pc:docMk/>
            <pc:sldMk cId="922735695" sldId="666"/>
            <ac:spMk id="6" creationId="{CB1B6AA4-38C0-40F9-8C61-0B993F4FD5CC}"/>
          </ac:spMkLst>
        </pc:spChg>
        <pc:spChg chg="mod">
          <ac:chgData name="John Hu" userId="213e45b8a479442b" providerId="LiveId" clId="{A0466078-6225-4F04-9B9B-56454E44174A}" dt="2025-06-17T01:06:59.738" v="104" actId="2711"/>
          <ac:spMkLst>
            <pc:docMk/>
            <pc:sldMk cId="922735695" sldId="666"/>
            <ac:spMk id="7" creationId="{C9067B27-72D5-4456-810A-DB77B729CAB5}"/>
          </ac:spMkLst>
        </pc:spChg>
        <pc:spChg chg="mod">
          <ac:chgData name="John Hu" userId="213e45b8a479442b" providerId="LiveId" clId="{A0466078-6225-4F04-9B9B-56454E44174A}" dt="2025-06-17T01:03:31.910" v="70"/>
          <ac:spMkLst>
            <pc:docMk/>
            <pc:sldMk cId="922735695" sldId="666"/>
            <ac:spMk id="8" creationId="{36177B38-43AB-4398-968B-448F8F0E5F49}"/>
          </ac:spMkLst>
        </pc:spChg>
        <pc:spChg chg="mod">
          <ac:chgData name="John Hu" userId="213e45b8a479442b" providerId="LiveId" clId="{A0466078-6225-4F04-9B9B-56454E44174A}" dt="2025-06-17T01:06:59.738" v="104" actId="2711"/>
          <ac:spMkLst>
            <pc:docMk/>
            <pc:sldMk cId="922735695" sldId="666"/>
            <ac:spMk id="14" creationId="{6B8BD184-51F4-4910-B2A1-AC73DC334EA7}"/>
          </ac:spMkLst>
        </pc:spChg>
        <pc:spChg chg="mod">
          <ac:chgData name="John Hu" userId="213e45b8a479442b" providerId="LiveId" clId="{A0466078-6225-4F04-9B9B-56454E44174A}" dt="2025-06-17T01:06:59.738" v="104" actId="2711"/>
          <ac:spMkLst>
            <pc:docMk/>
            <pc:sldMk cId="922735695" sldId="666"/>
            <ac:spMk id="15" creationId="{B2589834-C0DD-4639-A0D0-BE58EBB8656E}"/>
          </ac:spMkLst>
        </pc:spChg>
        <pc:spChg chg="mod">
          <ac:chgData name="John Hu" userId="213e45b8a479442b" providerId="LiveId" clId="{A0466078-6225-4F04-9B9B-56454E44174A}" dt="2025-06-17T01:06:59.738" v="104" actId="2711"/>
          <ac:spMkLst>
            <pc:docMk/>
            <pc:sldMk cId="922735695" sldId="666"/>
            <ac:spMk id="17" creationId="{6773A9FF-77A7-4231-BCCE-B31F94A36B18}"/>
          </ac:spMkLst>
        </pc:spChg>
      </pc:sldChg>
      <pc:sldChg chg="modSp mod">
        <pc:chgData name="John Hu" userId="213e45b8a479442b" providerId="LiveId" clId="{A0466078-6225-4F04-9B9B-56454E44174A}" dt="2025-06-17T01:09:07.507" v="127" actId="2711"/>
        <pc:sldMkLst>
          <pc:docMk/>
          <pc:sldMk cId="2093810874" sldId="667"/>
        </pc:sldMkLst>
        <pc:spChg chg="mod">
          <ac:chgData name="John Hu" userId="213e45b8a479442b" providerId="LiveId" clId="{A0466078-6225-4F04-9B9B-56454E44174A}" dt="2025-06-17T01:09:07.507" v="127" actId="2711"/>
          <ac:spMkLst>
            <pc:docMk/>
            <pc:sldMk cId="2093810874" sldId="667"/>
            <ac:spMk id="6" creationId="{CB1B6AA4-38C0-40F9-8C61-0B993F4FD5CC}"/>
          </ac:spMkLst>
        </pc:spChg>
        <pc:spChg chg="mod">
          <ac:chgData name="John Hu" userId="213e45b8a479442b" providerId="LiveId" clId="{A0466078-6225-4F04-9B9B-56454E44174A}" dt="2025-06-17T01:03:34.769" v="71"/>
          <ac:spMkLst>
            <pc:docMk/>
            <pc:sldMk cId="2093810874" sldId="667"/>
            <ac:spMk id="8" creationId="{36177B38-43AB-4398-968B-448F8F0E5F49}"/>
          </ac:spMkLst>
        </pc:spChg>
      </pc:sldChg>
      <pc:sldChg chg="modSp mod">
        <pc:chgData name="John Hu" userId="213e45b8a479442b" providerId="LiveId" clId="{A0466078-6225-4F04-9B9B-56454E44174A}" dt="2025-07-09T08:07:21.875" v="192" actId="1076"/>
        <pc:sldMkLst>
          <pc:docMk/>
          <pc:sldMk cId="3005171876" sldId="668"/>
        </pc:sldMkLst>
        <pc:spChg chg="mod">
          <ac:chgData name="John Hu" userId="213e45b8a479442b" providerId="LiveId" clId="{A0466078-6225-4F04-9B9B-56454E44174A}" dt="2025-06-17T01:07:19.701" v="106" actId="2711"/>
          <ac:spMkLst>
            <pc:docMk/>
            <pc:sldMk cId="3005171876" sldId="668"/>
            <ac:spMk id="6" creationId="{CB1B6AA4-38C0-40F9-8C61-0B993F4FD5CC}"/>
          </ac:spMkLst>
        </pc:spChg>
        <pc:spChg chg="mod">
          <ac:chgData name="John Hu" userId="213e45b8a479442b" providerId="LiveId" clId="{A0466078-6225-4F04-9B9B-56454E44174A}" dt="2025-06-17T01:03:44.944" v="74"/>
          <ac:spMkLst>
            <pc:docMk/>
            <pc:sldMk cId="3005171876" sldId="668"/>
            <ac:spMk id="8" creationId="{36177B38-43AB-4398-968B-448F8F0E5F49}"/>
          </ac:spMkLst>
        </pc:spChg>
        <pc:spChg chg="mod">
          <ac:chgData name="John Hu" userId="213e45b8a479442b" providerId="LiveId" clId="{A0466078-6225-4F04-9B9B-56454E44174A}" dt="2025-07-09T08:07:21.875" v="192" actId="1076"/>
          <ac:spMkLst>
            <pc:docMk/>
            <pc:sldMk cId="3005171876" sldId="668"/>
            <ac:spMk id="9" creationId="{F8F10728-6784-4657-8BE3-9083E1EC69ED}"/>
          </ac:spMkLst>
        </pc:spChg>
        <pc:spChg chg="mod">
          <ac:chgData name="John Hu" userId="213e45b8a479442b" providerId="LiveId" clId="{A0466078-6225-4F04-9B9B-56454E44174A}" dt="2025-07-09T08:07:21.875" v="192" actId="1076"/>
          <ac:spMkLst>
            <pc:docMk/>
            <pc:sldMk cId="3005171876" sldId="668"/>
            <ac:spMk id="11" creationId="{16B267B8-91D3-4643-826A-84B5398B727F}"/>
          </ac:spMkLst>
        </pc:spChg>
        <pc:spChg chg="mod">
          <ac:chgData name="John Hu" userId="213e45b8a479442b" providerId="LiveId" clId="{A0466078-6225-4F04-9B9B-56454E44174A}" dt="2025-07-09T08:07:21.875" v="192" actId="1076"/>
          <ac:spMkLst>
            <pc:docMk/>
            <pc:sldMk cId="3005171876" sldId="668"/>
            <ac:spMk id="12" creationId="{626E88E9-3960-4C4B-A6BC-030E3E9E5684}"/>
          </ac:spMkLst>
        </pc:spChg>
        <pc:spChg chg="mod">
          <ac:chgData name="John Hu" userId="213e45b8a479442b" providerId="LiveId" clId="{A0466078-6225-4F04-9B9B-56454E44174A}" dt="2025-07-09T08:07:21.875" v="192" actId="1076"/>
          <ac:spMkLst>
            <pc:docMk/>
            <pc:sldMk cId="3005171876" sldId="668"/>
            <ac:spMk id="16" creationId="{0326DDEF-F793-48D4-84B8-600841C59A64}"/>
          </ac:spMkLst>
        </pc:spChg>
      </pc:sldChg>
      <pc:sldChg chg="modSp mod">
        <pc:chgData name="John Hu" userId="213e45b8a479442b" providerId="LiveId" clId="{A0466078-6225-4F04-9B9B-56454E44174A}" dt="2025-07-09T07:58:56.941" v="135" actId="108"/>
        <pc:sldMkLst>
          <pc:docMk/>
          <pc:sldMk cId="934222983" sldId="669"/>
        </pc:sldMkLst>
        <pc:spChg chg="mod">
          <ac:chgData name="John Hu" userId="213e45b8a479442b" providerId="LiveId" clId="{A0466078-6225-4F04-9B9B-56454E44174A}" dt="2025-07-09T07:58:56.941" v="135" actId="108"/>
          <ac:spMkLst>
            <pc:docMk/>
            <pc:sldMk cId="934222983" sldId="669"/>
            <ac:spMk id="6" creationId="{CB1B6AA4-38C0-40F9-8C61-0B993F4FD5CC}"/>
          </ac:spMkLst>
        </pc:spChg>
        <pc:spChg chg="mod">
          <ac:chgData name="John Hu" userId="213e45b8a479442b" providerId="LiveId" clId="{A0466078-6225-4F04-9B9B-56454E44174A}" dt="2025-06-17T01:03:49.027" v="76"/>
          <ac:spMkLst>
            <pc:docMk/>
            <pc:sldMk cId="934222983" sldId="669"/>
            <ac:spMk id="8" creationId="{36177B38-43AB-4398-968B-448F8F0E5F49}"/>
          </ac:spMkLst>
        </pc:spChg>
      </pc:sldChg>
      <pc:sldChg chg="modSp mod">
        <pc:chgData name="John Hu" userId="213e45b8a479442b" providerId="LiveId" clId="{A0466078-6225-4F04-9B9B-56454E44174A}" dt="2025-06-17T01:07:15.787" v="105" actId="2711"/>
        <pc:sldMkLst>
          <pc:docMk/>
          <pc:sldMk cId="4197127420" sldId="671"/>
        </pc:sldMkLst>
        <pc:spChg chg="mod">
          <ac:chgData name="John Hu" userId="213e45b8a479442b" providerId="LiveId" clId="{A0466078-6225-4F04-9B9B-56454E44174A}" dt="2025-06-17T01:07:15.787" v="105" actId="2711"/>
          <ac:spMkLst>
            <pc:docMk/>
            <pc:sldMk cId="4197127420" sldId="671"/>
            <ac:spMk id="6" creationId="{CB1B6AA4-38C0-40F9-8C61-0B993F4FD5CC}"/>
          </ac:spMkLst>
        </pc:spChg>
        <pc:spChg chg="mod">
          <ac:chgData name="John Hu" userId="213e45b8a479442b" providerId="LiveId" clId="{A0466078-6225-4F04-9B9B-56454E44174A}" dt="2025-06-17T01:03:46.889" v="75"/>
          <ac:spMkLst>
            <pc:docMk/>
            <pc:sldMk cId="4197127420" sldId="671"/>
            <ac:spMk id="8" creationId="{36177B38-43AB-4398-968B-448F8F0E5F49}"/>
          </ac:spMkLst>
        </pc:spChg>
      </pc:sldChg>
      <pc:sldChg chg="modSp mod">
        <pc:chgData name="John Hu" userId="213e45b8a479442b" providerId="LiveId" clId="{A0466078-6225-4F04-9B9B-56454E44174A}" dt="2025-07-09T08:02:18.825" v="178" actId="1076"/>
        <pc:sldMkLst>
          <pc:docMk/>
          <pc:sldMk cId="1447954548" sldId="672"/>
        </pc:sldMkLst>
        <pc:spChg chg="mod">
          <ac:chgData name="John Hu" userId="213e45b8a479442b" providerId="LiveId" clId="{A0466078-6225-4F04-9B9B-56454E44174A}" dt="2025-07-09T07:59:10.577" v="139" actId="2711"/>
          <ac:spMkLst>
            <pc:docMk/>
            <pc:sldMk cId="1447954548" sldId="672"/>
            <ac:spMk id="6" creationId="{CB1B6AA4-38C0-40F9-8C61-0B993F4FD5CC}"/>
          </ac:spMkLst>
        </pc:spChg>
        <pc:spChg chg="mod">
          <ac:chgData name="John Hu" userId="213e45b8a479442b" providerId="LiveId" clId="{A0466078-6225-4F04-9B9B-56454E44174A}" dt="2025-06-17T01:03:53.801" v="78"/>
          <ac:spMkLst>
            <pc:docMk/>
            <pc:sldMk cId="1447954548" sldId="672"/>
            <ac:spMk id="8" creationId="{36177B38-43AB-4398-968B-448F8F0E5F49}"/>
          </ac:spMkLst>
        </pc:spChg>
        <pc:spChg chg="mod">
          <ac:chgData name="John Hu" userId="213e45b8a479442b" providerId="LiveId" clId="{A0466078-6225-4F04-9B9B-56454E44174A}" dt="2025-07-09T08:02:08.402" v="177" actId="14100"/>
          <ac:spMkLst>
            <pc:docMk/>
            <pc:sldMk cId="1447954548" sldId="672"/>
            <ac:spMk id="9" creationId="{F8F10728-6784-4657-8BE3-9083E1EC69ED}"/>
          </ac:spMkLst>
        </pc:spChg>
        <pc:spChg chg="mod">
          <ac:chgData name="John Hu" userId="213e45b8a479442b" providerId="LiveId" clId="{A0466078-6225-4F04-9B9B-56454E44174A}" dt="2025-07-09T08:02:18.825" v="178" actId="1076"/>
          <ac:spMkLst>
            <pc:docMk/>
            <pc:sldMk cId="1447954548" sldId="672"/>
            <ac:spMk id="14" creationId="{56816CFC-D2E3-40AF-9214-085A28C45D8F}"/>
          </ac:spMkLst>
        </pc:spChg>
      </pc:sldChg>
      <pc:sldChg chg="addSp modSp mod">
        <pc:chgData name="John Hu" userId="213e45b8a479442b" providerId="LiveId" clId="{A0466078-6225-4F04-9B9B-56454E44174A}" dt="2025-07-09T08:02:38.552" v="180" actId="12"/>
        <pc:sldMkLst>
          <pc:docMk/>
          <pc:sldMk cId="986717019" sldId="673"/>
        </pc:sldMkLst>
        <pc:spChg chg="add mod">
          <ac:chgData name="John Hu" userId="213e45b8a479442b" providerId="LiveId" clId="{A0466078-6225-4F04-9B9B-56454E44174A}" dt="2025-06-17T01:11:08.839" v="134"/>
          <ac:spMkLst>
            <pc:docMk/>
            <pc:sldMk cId="986717019" sldId="673"/>
            <ac:spMk id="6" creationId="{ED205EEB-FA14-4A2A-B400-9C8C60C09A16}"/>
          </ac:spMkLst>
        </pc:spChg>
        <pc:spChg chg="mod">
          <ac:chgData name="John Hu" userId="213e45b8a479442b" providerId="LiveId" clId="{A0466078-6225-4F04-9B9B-56454E44174A}" dt="2025-07-09T08:02:34.973" v="179" actId="12"/>
          <ac:spMkLst>
            <pc:docMk/>
            <pc:sldMk cId="986717019" sldId="673"/>
            <ac:spMk id="7" creationId="{48EF2B12-1B04-421E-9F2B-7739AA9E09B2}"/>
          </ac:spMkLst>
        </pc:spChg>
        <pc:spChg chg="mod">
          <ac:chgData name="John Hu" userId="213e45b8a479442b" providerId="LiveId" clId="{A0466078-6225-4F04-9B9B-56454E44174A}" dt="2025-06-17T01:03:57.113" v="79"/>
          <ac:spMkLst>
            <pc:docMk/>
            <pc:sldMk cId="986717019" sldId="673"/>
            <ac:spMk id="8" creationId="{36177B38-43AB-4398-968B-448F8F0E5F49}"/>
          </ac:spMkLst>
        </pc:spChg>
        <pc:spChg chg="mod">
          <ac:chgData name="John Hu" userId="213e45b8a479442b" providerId="LiveId" clId="{A0466078-6225-4F04-9B9B-56454E44174A}" dt="2025-07-09T08:02:38.552" v="180" actId="12"/>
          <ac:spMkLst>
            <pc:docMk/>
            <pc:sldMk cId="986717019" sldId="673"/>
            <ac:spMk id="9" creationId="{1EC2AC42-7EFD-446C-A383-CF46F250A016}"/>
          </ac:spMkLst>
        </pc:spChg>
      </pc:sldChg>
      <pc:sldChg chg="modSp mod">
        <pc:chgData name="John Hu" userId="213e45b8a479442b" providerId="LiveId" clId="{A0466078-6225-4F04-9B9B-56454E44174A}" dt="2025-06-17T01:08:23.972" v="121" actId="113"/>
        <pc:sldMkLst>
          <pc:docMk/>
          <pc:sldMk cId="3807228436" sldId="674"/>
        </pc:sldMkLst>
        <pc:spChg chg="mod">
          <ac:chgData name="John Hu" userId="213e45b8a479442b" providerId="LiveId" clId="{A0466078-6225-4F04-9B9B-56454E44174A}" dt="2025-06-17T01:02:48.981" v="56"/>
          <ac:spMkLst>
            <pc:docMk/>
            <pc:sldMk cId="3807228436" sldId="674"/>
            <ac:spMk id="8" creationId="{36177B38-43AB-4398-968B-448F8F0E5F49}"/>
          </ac:spMkLst>
        </pc:spChg>
        <pc:spChg chg="mod">
          <ac:chgData name="John Hu" userId="213e45b8a479442b" providerId="LiveId" clId="{A0466078-6225-4F04-9B9B-56454E44174A}" dt="2025-06-17T01:08:11.745" v="116" actId="2711"/>
          <ac:spMkLst>
            <pc:docMk/>
            <pc:sldMk cId="3807228436" sldId="674"/>
            <ac:spMk id="9" creationId="{65AEB194-241A-4B1D-B3A8-BEEC73D06241}"/>
          </ac:spMkLst>
        </pc:spChg>
        <pc:graphicFrameChg chg="modGraphic">
          <ac:chgData name="John Hu" userId="213e45b8a479442b" providerId="LiveId" clId="{A0466078-6225-4F04-9B9B-56454E44174A}" dt="2025-06-17T01:08:23.972" v="121" actId="113"/>
          <ac:graphicFrameMkLst>
            <pc:docMk/>
            <pc:sldMk cId="3807228436" sldId="674"/>
            <ac:graphicFrameMk id="3" creationId="{87C9E80B-3904-40CE-AF02-87EA9BEF21D3}"/>
          </ac:graphicFrameMkLst>
        </pc:graphicFrameChg>
      </pc:sldChg>
      <pc:sldChg chg="modSp mod">
        <pc:chgData name="John Hu" userId="213e45b8a479442b" providerId="LiveId" clId="{A0466078-6225-4F04-9B9B-56454E44174A}" dt="2025-06-17T01:08:48.602" v="125" actId="2711"/>
        <pc:sldMkLst>
          <pc:docMk/>
          <pc:sldMk cId="2475438638" sldId="675"/>
        </pc:sldMkLst>
        <pc:spChg chg="mod">
          <ac:chgData name="John Hu" userId="213e45b8a479442b" providerId="LiveId" clId="{A0466078-6225-4F04-9B9B-56454E44174A}" dt="2025-06-17T01:08:48.602" v="125" actId="2711"/>
          <ac:spMkLst>
            <pc:docMk/>
            <pc:sldMk cId="2475438638" sldId="675"/>
            <ac:spMk id="6" creationId="{CB1B6AA4-38C0-40F9-8C61-0B993F4FD5CC}"/>
          </ac:spMkLst>
        </pc:spChg>
        <pc:spChg chg="mod">
          <ac:chgData name="John Hu" userId="213e45b8a479442b" providerId="LiveId" clId="{A0466078-6225-4F04-9B9B-56454E44174A}" dt="2025-06-17T01:08:48.602" v="125" actId="2711"/>
          <ac:spMkLst>
            <pc:docMk/>
            <pc:sldMk cId="2475438638" sldId="675"/>
            <ac:spMk id="7" creationId="{38082A75-03CA-426B-9EFC-DE6CE89F3458}"/>
          </ac:spMkLst>
        </pc:spChg>
        <pc:spChg chg="mod">
          <ac:chgData name="John Hu" userId="213e45b8a479442b" providerId="LiveId" clId="{A0466078-6225-4F04-9B9B-56454E44174A}" dt="2025-06-17T01:02:59.359" v="60"/>
          <ac:spMkLst>
            <pc:docMk/>
            <pc:sldMk cId="2475438638" sldId="675"/>
            <ac:spMk id="8" creationId="{36177B38-43AB-4398-968B-448F8F0E5F49}"/>
          </ac:spMkLst>
        </pc:spChg>
        <pc:spChg chg="mod">
          <ac:chgData name="John Hu" userId="213e45b8a479442b" providerId="LiveId" clId="{A0466078-6225-4F04-9B9B-56454E44174A}" dt="2025-06-17T01:08:48.602" v="125" actId="2711"/>
          <ac:spMkLst>
            <pc:docMk/>
            <pc:sldMk cId="2475438638" sldId="675"/>
            <ac:spMk id="9" creationId="{08DBAB5B-8BC2-4398-B3A1-B86D4C8C8BCC}"/>
          </ac:spMkLst>
        </pc:spChg>
        <pc:spChg chg="mod">
          <ac:chgData name="John Hu" userId="213e45b8a479442b" providerId="LiveId" clId="{A0466078-6225-4F04-9B9B-56454E44174A}" dt="2025-06-17T01:08:48.602" v="125" actId="2711"/>
          <ac:spMkLst>
            <pc:docMk/>
            <pc:sldMk cId="2475438638" sldId="675"/>
            <ac:spMk id="10" creationId="{2355A2A7-A37C-495B-A03E-4CCD6225E4AF}"/>
          </ac:spMkLst>
        </pc:spChg>
        <pc:spChg chg="mod">
          <ac:chgData name="John Hu" userId="213e45b8a479442b" providerId="LiveId" clId="{A0466078-6225-4F04-9B9B-56454E44174A}" dt="2025-06-17T01:08:48.602" v="125" actId="2711"/>
          <ac:spMkLst>
            <pc:docMk/>
            <pc:sldMk cId="2475438638" sldId="675"/>
            <ac:spMk id="11" creationId="{74D7698A-BA07-4B2C-9F11-DA62BA46FDC5}"/>
          </ac:spMkLst>
        </pc:spChg>
        <pc:spChg chg="mod">
          <ac:chgData name="John Hu" userId="213e45b8a479442b" providerId="LiveId" clId="{A0466078-6225-4F04-9B9B-56454E44174A}" dt="2025-06-17T01:08:48.602" v="125" actId="2711"/>
          <ac:spMkLst>
            <pc:docMk/>
            <pc:sldMk cId="2475438638" sldId="675"/>
            <ac:spMk id="13" creationId="{311ABDBD-5BB7-4821-B7F5-D76486728C49}"/>
          </ac:spMkLst>
        </pc:spChg>
      </pc:sldChg>
      <pc:sldChg chg="modSp mod">
        <pc:chgData name="John Hu" userId="213e45b8a479442b" providerId="LiveId" clId="{A0466078-6225-4F04-9B9B-56454E44174A}" dt="2025-07-09T08:00:36.025" v="144" actId="1076"/>
        <pc:sldMkLst>
          <pc:docMk/>
          <pc:sldMk cId="3371529987" sldId="676"/>
        </pc:sldMkLst>
        <pc:spChg chg="mod">
          <ac:chgData name="John Hu" userId="213e45b8a479442b" providerId="LiveId" clId="{A0466078-6225-4F04-9B9B-56454E44174A}" dt="2025-06-17T01:02:57.106" v="59"/>
          <ac:spMkLst>
            <pc:docMk/>
            <pc:sldMk cId="3371529987" sldId="676"/>
            <ac:spMk id="8" creationId="{36177B38-43AB-4398-968B-448F8F0E5F49}"/>
          </ac:spMkLst>
        </pc:spChg>
        <pc:spChg chg="mod">
          <ac:chgData name="John Hu" userId="213e45b8a479442b" providerId="LiveId" clId="{A0466078-6225-4F04-9B9B-56454E44174A}" dt="2025-07-09T08:00:36.025" v="144" actId="1076"/>
          <ac:spMkLst>
            <pc:docMk/>
            <pc:sldMk cId="3371529987" sldId="676"/>
            <ac:spMk id="32" creationId="{D23430BF-D4D8-48E9-9656-AB87662306DC}"/>
          </ac:spMkLst>
        </pc:spChg>
      </pc:sldChg>
      <pc:sldChg chg="modSp mod">
        <pc:chgData name="John Hu" userId="213e45b8a479442b" providerId="LiveId" clId="{A0466078-6225-4F04-9B9B-56454E44174A}" dt="2025-07-09T08:06:27.824" v="191" actId="20577"/>
        <pc:sldMkLst>
          <pc:docMk/>
          <pc:sldMk cId="3630545709" sldId="677"/>
        </pc:sldMkLst>
        <pc:spChg chg="mod">
          <ac:chgData name="John Hu" userId="213e45b8a479442b" providerId="LiveId" clId="{A0466078-6225-4F04-9B9B-56454E44174A}" dt="2025-06-17T01:08:59.810" v="126" actId="2711"/>
          <ac:spMkLst>
            <pc:docMk/>
            <pc:sldMk cId="3630545709" sldId="677"/>
            <ac:spMk id="6" creationId="{CB1B6AA4-38C0-40F9-8C61-0B993F4FD5CC}"/>
          </ac:spMkLst>
        </pc:spChg>
        <pc:spChg chg="mod">
          <ac:chgData name="John Hu" userId="213e45b8a479442b" providerId="LiveId" clId="{A0466078-6225-4F04-9B9B-56454E44174A}" dt="2025-06-17T01:03:01.888" v="61"/>
          <ac:spMkLst>
            <pc:docMk/>
            <pc:sldMk cId="3630545709" sldId="677"/>
            <ac:spMk id="8" creationId="{36177B38-43AB-4398-968B-448F8F0E5F49}"/>
          </ac:spMkLst>
        </pc:spChg>
        <pc:spChg chg="mod">
          <ac:chgData name="John Hu" userId="213e45b8a479442b" providerId="LiveId" clId="{A0466078-6225-4F04-9B9B-56454E44174A}" dt="2025-06-17T01:08:59.810" v="126" actId="2711"/>
          <ac:spMkLst>
            <pc:docMk/>
            <pc:sldMk cId="3630545709" sldId="677"/>
            <ac:spMk id="14" creationId="{8FC5B8A2-CB4A-4980-A6F5-B5625F53320D}"/>
          </ac:spMkLst>
        </pc:spChg>
        <pc:spChg chg="mod">
          <ac:chgData name="John Hu" userId="213e45b8a479442b" providerId="LiveId" clId="{A0466078-6225-4F04-9B9B-56454E44174A}" dt="2025-07-09T08:06:27.824" v="191" actId="20577"/>
          <ac:spMkLst>
            <pc:docMk/>
            <pc:sldMk cId="3630545709" sldId="677"/>
            <ac:spMk id="16" creationId="{CD528054-4CFD-4E90-BDA0-8420790D0729}"/>
          </ac:spMkLst>
        </pc:spChg>
      </pc:sldChg>
      <pc:sldChg chg="modSp mod">
        <pc:chgData name="John Hu" userId="213e45b8a479442b" providerId="LiveId" clId="{A0466078-6225-4F04-9B9B-56454E44174A}" dt="2025-06-17T01:07:49.551" v="110" actId="2711"/>
        <pc:sldMkLst>
          <pc:docMk/>
          <pc:sldMk cId="3797521137" sldId="678"/>
        </pc:sldMkLst>
        <pc:spChg chg="mod">
          <ac:chgData name="John Hu" userId="213e45b8a479442b" providerId="LiveId" clId="{A0466078-6225-4F04-9B9B-56454E44174A}" dt="2025-06-17T01:07:49.551" v="110" actId="2711"/>
          <ac:spMkLst>
            <pc:docMk/>
            <pc:sldMk cId="3797521137" sldId="678"/>
            <ac:spMk id="6" creationId="{CB1B6AA4-38C0-40F9-8C61-0B993F4FD5CC}"/>
          </ac:spMkLst>
        </pc:spChg>
        <pc:spChg chg="mod">
          <ac:chgData name="John Hu" userId="213e45b8a479442b" providerId="LiveId" clId="{A0466078-6225-4F04-9B9B-56454E44174A}" dt="2025-06-17T01:03:59.495" v="80"/>
          <ac:spMkLst>
            <pc:docMk/>
            <pc:sldMk cId="3797521137" sldId="678"/>
            <ac:spMk id="8" creationId="{36177B38-43AB-4398-968B-448F8F0E5F49}"/>
          </ac:spMkLst>
        </pc:spChg>
      </pc:sldChg>
      <pc:sldChg chg="modSp mod">
        <pc:chgData name="John Hu" userId="213e45b8a479442b" providerId="LiveId" clId="{A0466078-6225-4F04-9B9B-56454E44174A}" dt="2025-06-17T01:07:46.261" v="109" actId="2711"/>
        <pc:sldMkLst>
          <pc:docMk/>
          <pc:sldMk cId="2300990712" sldId="679"/>
        </pc:sldMkLst>
        <pc:spChg chg="mod">
          <ac:chgData name="John Hu" userId="213e45b8a479442b" providerId="LiveId" clId="{A0466078-6225-4F04-9B9B-56454E44174A}" dt="2025-06-17T01:07:46.261" v="109" actId="2711"/>
          <ac:spMkLst>
            <pc:docMk/>
            <pc:sldMk cId="2300990712" sldId="679"/>
            <ac:spMk id="6" creationId="{CB1B6AA4-38C0-40F9-8C61-0B993F4FD5CC}"/>
          </ac:spMkLst>
        </pc:spChg>
        <pc:spChg chg="mod">
          <ac:chgData name="John Hu" userId="213e45b8a479442b" providerId="LiveId" clId="{A0466078-6225-4F04-9B9B-56454E44174A}" dt="2025-06-17T01:04:01.725" v="81"/>
          <ac:spMkLst>
            <pc:docMk/>
            <pc:sldMk cId="2300990712" sldId="679"/>
            <ac:spMk id="8" creationId="{36177B38-43AB-4398-968B-448F8F0E5F49}"/>
          </ac:spMkLst>
        </pc:spChg>
      </pc:sldChg>
      <pc:sldChg chg="modSp mod">
        <pc:chgData name="John Hu" userId="213e45b8a479442b" providerId="LiveId" clId="{A0466078-6225-4F04-9B9B-56454E44174A}" dt="2025-06-17T01:07:38.541" v="107" actId="2711"/>
        <pc:sldMkLst>
          <pc:docMk/>
          <pc:sldMk cId="208481422" sldId="680"/>
        </pc:sldMkLst>
        <pc:spChg chg="mod">
          <ac:chgData name="John Hu" userId="213e45b8a479442b" providerId="LiveId" clId="{A0466078-6225-4F04-9B9B-56454E44174A}" dt="2025-06-17T01:07:38.541" v="107" actId="2711"/>
          <ac:spMkLst>
            <pc:docMk/>
            <pc:sldMk cId="208481422" sldId="680"/>
            <ac:spMk id="6" creationId="{CB1B6AA4-38C0-40F9-8C61-0B993F4FD5CC}"/>
          </ac:spMkLst>
        </pc:spChg>
        <pc:spChg chg="mod">
          <ac:chgData name="John Hu" userId="213e45b8a479442b" providerId="LiveId" clId="{A0466078-6225-4F04-9B9B-56454E44174A}" dt="2025-06-17T01:04:03.864" v="82"/>
          <ac:spMkLst>
            <pc:docMk/>
            <pc:sldMk cId="208481422" sldId="680"/>
            <ac:spMk id="8" creationId="{36177B38-43AB-4398-968B-448F8F0E5F49}"/>
          </ac:spMkLst>
        </pc:spChg>
      </pc:sldChg>
      <pc:sldChg chg="modSp mod">
        <pc:chgData name="John Hu" userId="213e45b8a479442b" providerId="LiveId" clId="{A0466078-6225-4F04-9B9B-56454E44174A}" dt="2025-07-09T08:04:53.350" v="190" actId="1076"/>
        <pc:sldMkLst>
          <pc:docMk/>
          <pc:sldMk cId="4157800026" sldId="682"/>
        </pc:sldMkLst>
        <pc:spChg chg="mod">
          <ac:chgData name="John Hu" userId="213e45b8a479442b" providerId="LiveId" clId="{A0466078-6225-4F04-9B9B-56454E44174A}" dt="2025-06-17T01:07:42.195" v="108" actId="2711"/>
          <ac:spMkLst>
            <pc:docMk/>
            <pc:sldMk cId="4157800026" sldId="682"/>
            <ac:spMk id="6" creationId="{CB1B6AA4-38C0-40F9-8C61-0B993F4FD5CC}"/>
          </ac:spMkLst>
        </pc:spChg>
        <pc:spChg chg="mod">
          <ac:chgData name="John Hu" userId="213e45b8a479442b" providerId="LiveId" clId="{A0466078-6225-4F04-9B9B-56454E44174A}" dt="2025-07-09T08:04:50.187" v="189" actId="1076"/>
          <ac:spMkLst>
            <pc:docMk/>
            <pc:sldMk cId="4157800026" sldId="682"/>
            <ac:spMk id="7" creationId="{DEBD206D-5EFA-432C-A302-AD6DA8F6C5CB}"/>
          </ac:spMkLst>
        </pc:spChg>
        <pc:spChg chg="mod">
          <ac:chgData name="John Hu" userId="213e45b8a479442b" providerId="LiveId" clId="{A0466078-6225-4F04-9B9B-56454E44174A}" dt="2025-06-17T01:04:05.996" v="83"/>
          <ac:spMkLst>
            <pc:docMk/>
            <pc:sldMk cId="4157800026" sldId="682"/>
            <ac:spMk id="8" creationId="{36177B38-43AB-4398-968B-448F8F0E5F49}"/>
          </ac:spMkLst>
        </pc:spChg>
        <pc:spChg chg="mod">
          <ac:chgData name="John Hu" userId="213e45b8a479442b" providerId="LiveId" clId="{A0466078-6225-4F04-9B9B-56454E44174A}" dt="2025-07-09T08:04:53.350" v="190" actId="1076"/>
          <ac:spMkLst>
            <pc:docMk/>
            <pc:sldMk cId="4157800026" sldId="682"/>
            <ac:spMk id="11" creationId="{25F2B0E4-FC7A-4609-9E30-2B194BB6C603}"/>
          </ac:spMkLst>
        </pc:spChg>
      </pc:sldChg>
      <pc:sldChg chg="modSp mod">
        <pc:chgData name="John Hu" userId="213e45b8a479442b" providerId="LiveId" clId="{A0466078-6225-4F04-9B9B-56454E44174A}" dt="2025-07-09T08:04:36.985" v="185" actId="1076"/>
        <pc:sldMkLst>
          <pc:docMk/>
          <pc:sldMk cId="2515556319" sldId="683"/>
        </pc:sldMkLst>
        <pc:spChg chg="mod">
          <ac:chgData name="John Hu" userId="213e45b8a479442b" providerId="LiveId" clId="{A0466078-6225-4F04-9B9B-56454E44174A}" dt="2025-06-17T01:07:58.255" v="112" actId="2711"/>
          <ac:spMkLst>
            <pc:docMk/>
            <pc:sldMk cId="2515556319" sldId="683"/>
            <ac:spMk id="6" creationId="{CB1B6AA4-38C0-40F9-8C61-0B993F4FD5CC}"/>
          </ac:spMkLst>
        </pc:spChg>
        <pc:spChg chg="mod">
          <ac:chgData name="John Hu" userId="213e45b8a479442b" providerId="LiveId" clId="{A0466078-6225-4F04-9B9B-56454E44174A}" dt="2025-06-17T01:04:11.632" v="85"/>
          <ac:spMkLst>
            <pc:docMk/>
            <pc:sldMk cId="2515556319" sldId="683"/>
            <ac:spMk id="8" creationId="{36177B38-43AB-4398-968B-448F8F0E5F49}"/>
          </ac:spMkLst>
        </pc:spChg>
        <pc:spChg chg="mod">
          <ac:chgData name="John Hu" userId="213e45b8a479442b" providerId="LiveId" clId="{A0466078-6225-4F04-9B9B-56454E44174A}" dt="2025-07-09T08:04:36.985" v="185" actId="1076"/>
          <ac:spMkLst>
            <pc:docMk/>
            <pc:sldMk cId="2515556319" sldId="683"/>
            <ac:spMk id="10" creationId="{727E30AA-A11E-4292-BFFE-0209949FC03A}"/>
          </ac:spMkLst>
        </pc:spChg>
      </pc:sldChg>
      <pc:sldChg chg="modSp mod">
        <pc:chgData name="John Hu" userId="213e45b8a479442b" providerId="LiveId" clId="{A0466078-6225-4F04-9B9B-56454E44174A}" dt="2025-07-09T08:04:40.230" v="186" actId="1076"/>
        <pc:sldMkLst>
          <pc:docMk/>
          <pc:sldMk cId="710683454" sldId="684"/>
        </pc:sldMkLst>
        <pc:spChg chg="mod">
          <ac:chgData name="John Hu" userId="213e45b8a479442b" providerId="LiveId" clId="{A0466078-6225-4F04-9B9B-56454E44174A}" dt="2025-06-17T01:07:54.930" v="111" actId="2711"/>
          <ac:spMkLst>
            <pc:docMk/>
            <pc:sldMk cId="710683454" sldId="684"/>
            <ac:spMk id="6" creationId="{CB1B6AA4-38C0-40F9-8C61-0B993F4FD5CC}"/>
          </ac:spMkLst>
        </pc:spChg>
        <pc:spChg chg="mod">
          <ac:chgData name="John Hu" userId="213e45b8a479442b" providerId="LiveId" clId="{A0466078-6225-4F04-9B9B-56454E44174A}" dt="2025-07-09T08:04:40.230" v="186" actId="1076"/>
          <ac:spMkLst>
            <pc:docMk/>
            <pc:sldMk cId="710683454" sldId="684"/>
            <ac:spMk id="7" creationId="{DEBD206D-5EFA-432C-A302-AD6DA8F6C5CB}"/>
          </ac:spMkLst>
        </pc:spChg>
        <pc:spChg chg="mod">
          <ac:chgData name="John Hu" userId="213e45b8a479442b" providerId="LiveId" clId="{A0466078-6225-4F04-9B9B-56454E44174A}" dt="2025-06-17T01:04:08.275" v="84"/>
          <ac:spMkLst>
            <pc:docMk/>
            <pc:sldMk cId="710683454" sldId="684"/>
            <ac:spMk id="8" creationId="{36177B38-43AB-4398-968B-448F8F0E5F49}"/>
          </ac:spMkLst>
        </pc:spChg>
      </pc:sldChg>
      <pc:sldChg chg="modSp mod">
        <pc:chgData name="John Hu" userId="213e45b8a479442b" providerId="LiveId" clId="{A0466078-6225-4F04-9B9B-56454E44174A}" dt="2025-07-09T08:04:31.680" v="184" actId="1076"/>
        <pc:sldMkLst>
          <pc:docMk/>
          <pc:sldMk cId="1099794216" sldId="685"/>
        </pc:sldMkLst>
        <pc:spChg chg="mod">
          <ac:chgData name="John Hu" userId="213e45b8a479442b" providerId="LiveId" clId="{A0466078-6225-4F04-9B9B-56454E44174A}" dt="2025-06-17T01:08:01.556" v="113" actId="2711"/>
          <ac:spMkLst>
            <pc:docMk/>
            <pc:sldMk cId="1099794216" sldId="685"/>
            <ac:spMk id="6" creationId="{CB1B6AA4-38C0-40F9-8C61-0B993F4FD5CC}"/>
          </ac:spMkLst>
        </pc:spChg>
        <pc:spChg chg="mod">
          <ac:chgData name="John Hu" userId="213e45b8a479442b" providerId="LiveId" clId="{A0466078-6225-4F04-9B9B-56454E44174A}" dt="2025-07-09T08:04:31.680" v="184" actId="1076"/>
          <ac:spMkLst>
            <pc:docMk/>
            <pc:sldMk cId="1099794216" sldId="685"/>
            <ac:spMk id="7" creationId="{DEBD206D-5EFA-432C-A302-AD6DA8F6C5CB}"/>
          </ac:spMkLst>
        </pc:spChg>
        <pc:spChg chg="mod">
          <ac:chgData name="John Hu" userId="213e45b8a479442b" providerId="LiveId" clId="{A0466078-6225-4F04-9B9B-56454E44174A}" dt="2025-06-17T01:04:13.735" v="86"/>
          <ac:spMkLst>
            <pc:docMk/>
            <pc:sldMk cId="1099794216" sldId="685"/>
            <ac:spMk id="8" creationId="{36177B38-43AB-4398-968B-448F8F0E5F49}"/>
          </ac:spMkLst>
        </pc:spChg>
      </pc:sldChg>
      <pc:sldChg chg="modSp mod">
        <pc:chgData name="John Hu" userId="213e45b8a479442b" providerId="LiveId" clId="{A0466078-6225-4F04-9B9B-56454E44174A}" dt="2025-06-17T01:08:04.661" v="114" actId="2711"/>
        <pc:sldMkLst>
          <pc:docMk/>
          <pc:sldMk cId="3002824332" sldId="686"/>
        </pc:sldMkLst>
        <pc:spChg chg="mod">
          <ac:chgData name="John Hu" userId="213e45b8a479442b" providerId="LiveId" clId="{A0466078-6225-4F04-9B9B-56454E44174A}" dt="2025-06-17T01:08:04.661" v="114" actId="2711"/>
          <ac:spMkLst>
            <pc:docMk/>
            <pc:sldMk cId="3002824332" sldId="686"/>
            <ac:spMk id="6" creationId="{CB1B6AA4-38C0-40F9-8C61-0B993F4FD5CC}"/>
          </ac:spMkLst>
        </pc:spChg>
        <pc:spChg chg="mod">
          <ac:chgData name="John Hu" userId="213e45b8a479442b" providerId="LiveId" clId="{A0466078-6225-4F04-9B9B-56454E44174A}" dt="2025-06-17T01:04:15.908" v="87"/>
          <ac:spMkLst>
            <pc:docMk/>
            <pc:sldMk cId="3002824332" sldId="686"/>
            <ac:spMk id="8" creationId="{36177B38-43AB-4398-968B-448F8F0E5F49}"/>
          </ac:spMkLst>
        </pc:spChg>
      </pc:sldChg>
      <pc:sldChg chg="modSp mod">
        <pc:chgData name="John Hu" userId="213e45b8a479442b" providerId="LiveId" clId="{A0466078-6225-4F04-9B9B-56454E44174A}" dt="2025-06-17T01:08:07.670" v="115" actId="2711"/>
        <pc:sldMkLst>
          <pc:docMk/>
          <pc:sldMk cId="3888284257" sldId="687"/>
        </pc:sldMkLst>
        <pc:spChg chg="mod">
          <ac:chgData name="John Hu" userId="213e45b8a479442b" providerId="LiveId" clId="{A0466078-6225-4F04-9B9B-56454E44174A}" dt="2025-06-17T01:08:07.670" v="115" actId="2711"/>
          <ac:spMkLst>
            <pc:docMk/>
            <pc:sldMk cId="3888284257" sldId="687"/>
            <ac:spMk id="6" creationId="{CB1B6AA4-38C0-40F9-8C61-0B993F4FD5CC}"/>
          </ac:spMkLst>
        </pc:spChg>
        <pc:spChg chg="mod">
          <ac:chgData name="John Hu" userId="213e45b8a479442b" providerId="LiveId" clId="{A0466078-6225-4F04-9B9B-56454E44174A}" dt="2025-06-17T01:04:18.052" v="88"/>
          <ac:spMkLst>
            <pc:docMk/>
            <pc:sldMk cId="3888284257" sldId="687"/>
            <ac:spMk id="8" creationId="{36177B38-43AB-4398-968B-448F8F0E5F49}"/>
          </ac:spMkLst>
        </pc:spChg>
      </pc:sldChg>
      <pc:sldChg chg="modSp mod">
        <pc:chgData name="John Hu" userId="213e45b8a479442b" providerId="LiveId" clId="{A0466078-6225-4F04-9B9B-56454E44174A}" dt="2025-06-17T01:02:28.964" v="55"/>
        <pc:sldMkLst>
          <pc:docMk/>
          <pc:sldMk cId="1689198205" sldId="690"/>
        </pc:sldMkLst>
        <pc:spChg chg="mod">
          <ac:chgData name="John Hu" userId="213e45b8a479442b" providerId="LiveId" clId="{A0466078-6225-4F04-9B9B-56454E44174A}" dt="2025-06-17T01:02:28.964" v="55"/>
          <ac:spMkLst>
            <pc:docMk/>
            <pc:sldMk cId="1689198205" sldId="690"/>
            <ac:spMk id="5" creationId="{3867DDD4-52EC-17CC-2756-DBC4A6F6F0DD}"/>
          </ac:spMkLst>
        </pc:spChg>
      </pc:sldChg>
      <pc:sldChg chg="modSp mod">
        <pc:chgData name="John Hu" userId="213e45b8a479442b" providerId="LiveId" clId="{A0466078-6225-4F04-9B9B-56454E44174A}" dt="2025-06-17T01:09:36.833" v="132" actId="2711"/>
        <pc:sldMkLst>
          <pc:docMk/>
          <pc:sldMk cId="1098834369" sldId="699"/>
        </pc:sldMkLst>
        <pc:spChg chg="mod">
          <ac:chgData name="John Hu" userId="213e45b8a479442b" providerId="LiveId" clId="{A0466078-6225-4F04-9B9B-56454E44174A}" dt="2025-06-17T01:09:36.833" v="132" actId="2711"/>
          <ac:spMkLst>
            <pc:docMk/>
            <pc:sldMk cId="1098834369" sldId="699"/>
            <ac:spMk id="6" creationId="{03E9FDA7-3851-F3BC-D622-8CFC7468F738}"/>
          </ac:spMkLst>
        </pc:spChg>
      </pc:sldChg>
      <pc:sldChg chg="modSp mod">
        <pc:chgData name="John Hu" userId="213e45b8a479442b" providerId="LiveId" clId="{A0466078-6225-4F04-9B9B-56454E44174A}" dt="2025-06-17T01:09:30.736" v="131" actId="207"/>
        <pc:sldMkLst>
          <pc:docMk/>
          <pc:sldMk cId="3433957070" sldId="700"/>
        </pc:sldMkLst>
        <pc:spChg chg="mod">
          <ac:chgData name="John Hu" userId="213e45b8a479442b" providerId="LiveId" clId="{A0466078-6225-4F04-9B9B-56454E44174A}" dt="2025-06-17T01:09:30.736" v="131" actId="207"/>
          <ac:spMkLst>
            <pc:docMk/>
            <pc:sldMk cId="3433957070" sldId="700"/>
            <ac:spMk id="6" creationId="{AB85BB65-8ABA-3AB2-0E81-1CF0BF19208C}"/>
          </ac:spMkLst>
        </pc:spChg>
      </pc:sldChg>
      <pc:sldChg chg="del">
        <pc:chgData name="John Hu" userId="213e45b8a479442b" providerId="LiveId" clId="{A0466078-6225-4F04-9B9B-56454E44174A}" dt="2025-06-17T00:59:03.741" v="2" actId="47"/>
        <pc:sldMkLst>
          <pc:docMk/>
          <pc:sldMk cId="1869828087" sldId="702"/>
        </pc:sldMkLst>
      </pc:sldChg>
      <pc:sldChg chg="modSp mod">
        <pc:chgData name="John Hu" userId="213e45b8a479442b" providerId="LiveId" clId="{A0466078-6225-4F04-9B9B-56454E44174A}" dt="2025-07-09T07:59:03.785" v="138" actId="113"/>
        <pc:sldMkLst>
          <pc:docMk/>
          <pc:sldMk cId="2443307564" sldId="703"/>
        </pc:sldMkLst>
        <pc:spChg chg="mod">
          <ac:chgData name="John Hu" userId="213e45b8a479442b" providerId="LiveId" clId="{A0466078-6225-4F04-9B9B-56454E44174A}" dt="2025-07-09T07:59:03.785" v="138" actId="113"/>
          <ac:spMkLst>
            <pc:docMk/>
            <pc:sldMk cId="2443307564" sldId="703"/>
            <ac:spMk id="6" creationId="{CB1B6AA4-38C0-40F9-8C61-0B993F4FD5CC}"/>
          </ac:spMkLst>
        </pc:spChg>
        <pc:spChg chg="mod">
          <ac:chgData name="John Hu" userId="213e45b8a479442b" providerId="LiveId" clId="{A0466078-6225-4F04-9B9B-56454E44174A}" dt="2025-06-17T01:03:51.418" v="77"/>
          <ac:spMkLst>
            <pc:docMk/>
            <pc:sldMk cId="2443307564" sldId="703"/>
            <ac:spMk id="8" creationId="{36177B38-43AB-4398-968B-448F8F0E5F49}"/>
          </ac:spMkLst>
        </pc:spChg>
      </pc:sldChg>
      <pc:sldChg chg="modSp mod">
        <pc:chgData name="John Hu" userId="213e45b8a479442b" providerId="LiveId" clId="{A0466078-6225-4F04-9B9B-56454E44174A}" dt="2025-06-13T07:37:09.777" v="1" actId="113"/>
        <pc:sldMkLst>
          <pc:docMk/>
          <pc:sldMk cId="3448634574" sldId="707"/>
        </pc:sldMkLst>
        <pc:spChg chg="mod">
          <ac:chgData name="John Hu" userId="213e45b8a479442b" providerId="LiveId" clId="{A0466078-6225-4F04-9B9B-56454E44174A}" dt="2025-06-13T07:37:08.769" v="0" actId="113"/>
          <ac:spMkLst>
            <pc:docMk/>
            <pc:sldMk cId="3448634574" sldId="707"/>
            <ac:spMk id="30" creationId="{8E68B9D9-8472-5C04-CDD4-B71C6D8F865A}"/>
          </ac:spMkLst>
        </pc:spChg>
        <pc:spChg chg="mod">
          <ac:chgData name="John Hu" userId="213e45b8a479442b" providerId="LiveId" clId="{A0466078-6225-4F04-9B9B-56454E44174A}" dt="2025-06-13T07:37:09.777" v="1" actId="113"/>
          <ac:spMkLst>
            <pc:docMk/>
            <pc:sldMk cId="3448634574" sldId="707"/>
            <ac:spMk id="32" creationId="{5328F815-9B62-74B6-A70A-1468D32D844E}"/>
          </ac:spMkLst>
        </pc:spChg>
      </pc:sldChg>
    </pc:docChg>
  </pc:docChgLst>
  <pc:docChgLst>
    <pc:chgData name="John Hu" userId="213e45b8a479442b" providerId="LiveId" clId="{946D34B8-E51B-4071-9FE5-422FE78A873C}"/>
    <pc:docChg chg="undo custSel addSld delSld modSld sldOrd">
      <pc:chgData name="John Hu" userId="213e45b8a479442b" providerId="LiveId" clId="{946D34B8-E51B-4071-9FE5-422FE78A873C}" dt="2025-06-12T14:41:58.418" v="5944" actId="20577"/>
      <pc:docMkLst>
        <pc:docMk/>
      </pc:docMkLst>
      <pc:sldChg chg="modSp mod">
        <pc:chgData name="John Hu" userId="213e45b8a479442b" providerId="LiveId" clId="{946D34B8-E51B-4071-9FE5-422FE78A873C}" dt="2025-06-10T14:29:24.691" v="1062"/>
        <pc:sldMkLst>
          <pc:docMk/>
          <pc:sldMk cId="1475978079" sldId="423"/>
        </pc:sldMkLst>
        <pc:spChg chg="mod">
          <ac:chgData name="John Hu" userId="213e45b8a479442b" providerId="LiveId" clId="{946D34B8-E51B-4071-9FE5-422FE78A873C}" dt="2025-06-10T14:29:24.691" v="1062"/>
          <ac:spMkLst>
            <pc:docMk/>
            <pc:sldMk cId="1475978079" sldId="423"/>
            <ac:spMk id="2" creationId="{5888EE31-F44C-4034-8407-4C756F65702C}"/>
          </ac:spMkLst>
        </pc:spChg>
        <pc:spChg chg="mod">
          <ac:chgData name="John Hu" userId="213e45b8a479442b" providerId="LiveId" clId="{946D34B8-E51B-4071-9FE5-422FE78A873C}" dt="2025-06-10T14:28:33.048" v="1060" actId="20577"/>
          <ac:spMkLst>
            <pc:docMk/>
            <pc:sldMk cId="1475978079" sldId="423"/>
            <ac:spMk id="4" creationId="{4BE336E7-1B7A-4CD3-8250-6D8126346509}"/>
          </ac:spMkLst>
        </pc:spChg>
      </pc:sldChg>
      <pc:sldChg chg="addSp delSp modSp mod">
        <pc:chgData name="John Hu" userId="213e45b8a479442b" providerId="LiveId" clId="{946D34B8-E51B-4071-9FE5-422FE78A873C}" dt="2025-06-12T14:15:51.773" v="4682" actId="1076"/>
        <pc:sldMkLst>
          <pc:docMk/>
          <pc:sldMk cId="2256634334" sldId="427"/>
        </pc:sldMkLst>
        <pc:spChg chg="mod">
          <ac:chgData name="John Hu" userId="213e45b8a479442b" providerId="LiveId" clId="{946D34B8-E51B-4071-9FE5-422FE78A873C}" dt="2025-06-12T13:08:47.559" v="1423" actId="6549"/>
          <ac:spMkLst>
            <pc:docMk/>
            <pc:sldMk cId="2256634334" sldId="427"/>
            <ac:spMk id="2" creationId="{5888EE31-F44C-4034-8407-4C756F65702C}"/>
          </ac:spMkLst>
        </pc:spChg>
        <pc:spChg chg="del mod">
          <ac:chgData name="John Hu" userId="213e45b8a479442b" providerId="LiveId" clId="{946D34B8-E51B-4071-9FE5-422FE78A873C}" dt="2025-06-10T14:32:55.292" v="1310" actId="478"/>
          <ac:spMkLst>
            <pc:docMk/>
            <pc:sldMk cId="2256634334" sldId="427"/>
            <ac:spMk id="3" creationId="{30F0AC51-4500-404D-B030-4FE49D08C651}"/>
          </ac:spMkLst>
        </pc:spChg>
        <pc:spChg chg="add del mod">
          <ac:chgData name="John Hu" userId="213e45b8a479442b" providerId="LiveId" clId="{946D34B8-E51B-4071-9FE5-422FE78A873C}" dt="2025-06-10T14:32:55.292" v="1310" actId="478"/>
          <ac:spMkLst>
            <pc:docMk/>
            <pc:sldMk cId="2256634334" sldId="427"/>
            <ac:spMk id="4" creationId="{316D88DD-8397-328E-97EA-F03B4144BFA9}"/>
          </ac:spMkLst>
        </pc:spChg>
        <pc:spChg chg="add mod">
          <ac:chgData name="John Hu" userId="213e45b8a479442b" providerId="LiveId" clId="{946D34B8-E51B-4071-9FE5-422FE78A873C}" dt="2025-06-12T14:12:10.295" v="4244" actId="6549"/>
          <ac:spMkLst>
            <pc:docMk/>
            <pc:sldMk cId="2256634334" sldId="427"/>
            <ac:spMk id="4" creationId="{B513A904-8859-0C4F-9CF1-4F2B001F1A73}"/>
          </ac:spMkLst>
        </pc:spChg>
        <pc:spChg chg="del mod">
          <ac:chgData name="John Hu" userId="213e45b8a479442b" providerId="LiveId" clId="{946D34B8-E51B-4071-9FE5-422FE78A873C}" dt="2025-06-10T14:32:55.292" v="1310" actId="478"/>
          <ac:spMkLst>
            <pc:docMk/>
            <pc:sldMk cId="2256634334" sldId="427"/>
            <ac:spMk id="5" creationId="{1D1DB04B-4013-4417-8672-E23B01AD4889}"/>
          </ac:spMkLst>
        </pc:spChg>
        <pc:spChg chg="add del mod">
          <ac:chgData name="John Hu" userId="213e45b8a479442b" providerId="LiveId" clId="{946D34B8-E51B-4071-9FE5-422FE78A873C}" dt="2025-06-10T13:51:22.418" v="151" actId="478"/>
          <ac:spMkLst>
            <pc:docMk/>
            <pc:sldMk cId="2256634334" sldId="427"/>
            <ac:spMk id="6" creationId="{3934C543-5435-A4D3-7556-D5E15E657EFF}"/>
          </ac:spMkLst>
        </pc:spChg>
        <pc:spChg chg="add mod">
          <ac:chgData name="John Hu" userId="213e45b8a479442b" providerId="LiveId" clId="{946D34B8-E51B-4071-9FE5-422FE78A873C}" dt="2025-06-12T14:15:46.576" v="4681" actId="1035"/>
          <ac:spMkLst>
            <pc:docMk/>
            <pc:sldMk cId="2256634334" sldId="427"/>
            <ac:spMk id="6" creationId="{945A8E12-C089-9F69-ABB0-65D33CC13269}"/>
          </ac:spMkLst>
        </pc:spChg>
        <pc:spChg chg="add mod">
          <ac:chgData name="John Hu" userId="213e45b8a479442b" providerId="LiveId" clId="{946D34B8-E51B-4071-9FE5-422FE78A873C}" dt="2025-06-12T14:15:51.773" v="4682" actId="1076"/>
          <ac:spMkLst>
            <pc:docMk/>
            <pc:sldMk cId="2256634334" sldId="427"/>
            <ac:spMk id="7" creationId="{D48B64D0-F7AF-4C89-C32B-704AA4DEBFCD}"/>
          </ac:spMkLst>
        </pc:spChg>
        <pc:spChg chg="mod">
          <ac:chgData name="John Hu" userId="213e45b8a479442b" providerId="LiveId" clId="{946D34B8-E51B-4071-9FE5-422FE78A873C}" dt="2025-06-10T14:32:50.750" v="1309" actId="20577"/>
          <ac:spMkLst>
            <pc:docMk/>
            <pc:sldMk cId="2256634334" sldId="427"/>
            <ac:spMk id="8" creationId="{36177B38-43AB-4398-968B-448F8F0E5F49}"/>
          </ac:spMkLst>
        </pc:spChg>
        <pc:spChg chg="add mod">
          <ac:chgData name="John Hu" userId="213e45b8a479442b" providerId="LiveId" clId="{946D34B8-E51B-4071-9FE5-422FE78A873C}" dt="2025-06-12T14:12:07.310" v="4243" actId="14100"/>
          <ac:spMkLst>
            <pc:docMk/>
            <pc:sldMk cId="2256634334" sldId="427"/>
            <ac:spMk id="9" creationId="{544CD475-3F0F-6BA0-1736-B0BDB9030682}"/>
          </ac:spMkLst>
        </pc:spChg>
        <pc:spChg chg="add mod">
          <ac:chgData name="John Hu" userId="213e45b8a479442b" providerId="LiveId" clId="{946D34B8-E51B-4071-9FE5-422FE78A873C}" dt="2025-06-12T14:15:36.440" v="4680" actId="20577"/>
          <ac:spMkLst>
            <pc:docMk/>
            <pc:sldMk cId="2256634334" sldId="427"/>
            <ac:spMk id="10" creationId="{8501CCF4-1998-C58E-8FF1-1A051B26BB47}"/>
          </ac:spMkLst>
        </pc:spChg>
      </pc:sldChg>
      <pc:sldChg chg="modSp mod">
        <pc:chgData name="John Hu" userId="213e45b8a479442b" providerId="LiveId" clId="{946D34B8-E51B-4071-9FE5-422FE78A873C}" dt="2025-06-12T14:03:34.129" v="3723"/>
        <pc:sldMkLst>
          <pc:docMk/>
          <pc:sldMk cId="2378383801" sldId="429"/>
        </pc:sldMkLst>
        <pc:spChg chg="mod">
          <ac:chgData name="John Hu" userId="213e45b8a479442b" providerId="LiveId" clId="{946D34B8-E51B-4071-9FE5-422FE78A873C}" dt="2025-06-10T13:53:42.307" v="172" actId="20577"/>
          <ac:spMkLst>
            <pc:docMk/>
            <pc:sldMk cId="2378383801" sldId="429"/>
            <ac:spMk id="2" creationId="{5888EE31-F44C-4034-8407-4C756F65702C}"/>
          </ac:spMkLst>
        </pc:spChg>
        <pc:spChg chg="mod">
          <ac:chgData name="John Hu" userId="213e45b8a479442b" providerId="LiveId" clId="{946D34B8-E51B-4071-9FE5-422FE78A873C}" dt="2025-06-10T13:53:54.743" v="176" actId="20577"/>
          <ac:spMkLst>
            <pc:docMk/>
            <pc:sldMk cId="2378383801" sldId="429"/>
            <ac:spMk id="6" creationId="{CB1B6AA4-38C0-40F9-8C61-0B993F4FD5CC}"/>
          </ac:spMkLst>
        </pc:spChg>
        <pc:spChg chg="mod">
          <ac:chgData name="John Hu" userId="213e45b8a479442b" providerId="LiveId" clId="{946D34B8-E51B-4071-9FE5-422FE78A873C}" dt="2025-06-12T14:03:34.129" v="3723"/>
          <ac:spMkLst>
            <pc:docMk/>
            <pc:sldMk cId="2378383801" sldId="429"/>
            <ac:spMk id="8" creationId="{36177B38-43AB-4398-968B-448F8F0E5F49}"/>
          </ac:spMkLst>
        </pc:spChg>
      </pc:sldChg>
      <pc:sldChg chg="delSp modSp mod">
        <pc:chgData name="John Hu" userId="213e45b8a479442b" providerId="LiveId" clId="{946D34B8-E51B-4071-9FE5-422FE78A873C}" dt="2025-06-12T14:03:30.128" v="3721" actId="6549"/>
        <pc:sldMkLst>
          <pc:docMk/>
          <pc:sldMk cId="3984768711" sldId="640"/>
        </pc:sldMkLst>
        <pc:spChg chg="mod">
          <ac:chgData name="John Hu" userId="213e45b8a479442b" providerId="LiveId" clId="{946D34B8-E51B-4071-9FE5-422FE78A873C}" dt="2025-06-10T13:54:12.490" v="187"/>
          <ac:spMkLst>
            <pc:docMk/>
            <pc:sldMk cId="3984768711" sldId="640"/>
            <ac:spMk id="2" creationId="{5888EE31-F44C-4034-8407-4C756F65702C}"/>
          </ac:spMkLst>
        </pc:spChg>
        <pc:spChg chg="del">
          <ac:chgData name="John Hu" userId="213e45b8a479442b" providerId="LiveId" clId="{946D34B8-E51B-4071-9FE5-422FE78A873C}" dt="2025-06-10T13:54:26.935" v="189" actId="478"/>
          <ac:spMkLst>
            <pc:docMk/>
            <pc:sldMk cId="3984768711" sldId="640"/>
            <ac:spMk id="6" creationId="{CB1B6AA4-38C0-40F9-8C61-0B993F4FD5CC}"/>
          </ac:spMkLst>
        </pc:spChg>
        <pc:spChg chg="mod">
          <ac:chgData name="John Hu" userId="213e45b8a479442b" providerId="LiveId" clId="{946D34B8-E51B-4071-9FE5-422FE78A873C}" dt="2025-06-12T14:03:30.128" v="3721" actId="6549"/>
          <ac:spMkLst>
            <pc:docMk/>
            <pc:sldMk cId="3984768711" sldId="640"/>
            <ac:spMk id="8" creationId="{36177B38-43AB-4398-968B-448F8F0E5F49}"/>
          </ac:spMkLst>
        </pc:spChg>
        <pc:spChg chg="mod">
          <ac:chgData name="John Hu" userId="213e45b8a479442b" providerId="LiveId" clId="{946D34B8-E51B-4071-9FE5-422FE78A873C}" dt="2025-06-10T13:54:44.122" v="191" actId="12"/>
          <ac:spMkLst>
            <pc:docMk/>
            <pc:sldMk cId="3984768711" sldId="640"/>
            <ac:spMk id="9" creationId="{2FE0D947-2258-4B45-B2D3-78D165EED910}"/>
          </ac:spMkLst>
        </pc:spChg>
        <pc:spChg chg="mod">
          <ac:chgData name="John Hu" userId="213e45b8a479442b" providerId="LiveId" clId="{946D34B8-E51B-4071-9FE5-422FE78A873C}" dt="2025-06-10T13:54:39.382" v="190" actId="1076"/>
          <ac:spMkLst>
            <pc:docMk/>
            <pc:sldMk cId="3984768711" sldId="640"/>
            <ac:spMk id="11" creationId="{A32697F2-A3AB-4802-99CF-B40DE7DAA186}"/>
          </ac:spMkLst>
        </pc:spChg>
        <pc:spChg chg="mod">
          <ac:chgData name="John Hu" userId="213e45b8a479442b" providerId="LiveId" clId="{946D34B8-E51B-4071-9FE5-422FE78A873C}" dt="2025-06-10T13:54:50.413" v="192" actId="1076"/>
          <ac:spMkLst>
            <pc:docMk/>
            <pc:sldMk cId="3984768711" sldId="640"/>
            <ac:spMk id="12" creationId="{209ABE74-B426-44E4-B5C2-E91107464F59}"/>
          </ac:spMkLst>
        </pc:spChg>
      </pc:sldChg>
      <pc:sldChg chg="addSp delSp modSp mod">
        <pc:chgData name="John Hu" userId="213e45b8a479442b" providerId="LiveId" clId="{946D34B8-E51B-4071-9FE5-422FE78A873C}" dt="2025-06-12T14:03:25.869" v="3719"/>
        <pc:sldMkLst>
          <pc:docMk/>
          <pc:sldMk cId="1108075233" sldId="641"/>
        </pc:sldMkLst>
        <pc:spChg chg="mod">
          <ac:chgData name="John Hu" userId="213e45b8a479442b" providerId="LiveId" clId="{946D34B8-E51B-4071-9FE5-422FE78A873C}" dt="2025-06-10T13:55:08.143" v="201" actId="20577"/>
          <ac:spMkLst>
            <pc:docMk/>
            <pc:sldMk cId="1108075233" sldId="641"/>
            <ac:spMk id="2" creationId="{5888EE31-F44C-4034-8407-4C756F65702C}"/>
          </ac:spMkLst>
        </pc:spChg>
        <pc:spChg chg="add mod">
          <ac:chgData name="John Hu" userId="213e45b8a479442b" providerId="LiveId" clId="{946D34B8-E51B-4071-9FE5-422FE78A873C}" dt="2025-06-12T13:59:25.157" v="3687" actId="1076"/>
          <ac:spMkLst>
            <pc:docMk/>
            <pc:sldMk cId="1108075233" sldId="641"/>
            <ac:spMk id="4" creationId="{A56C3EA0-0C6A-3F32-1B71-A6554AA96DA0}"/>
          </ac:spMkLst>
        </pc:spChg>
        <pc:spChg chg="del">
          <ac:chgData name="John Hu" userId="213e45b8a479442b" providerId="LiveId" clId="{946D34B8-E51B-4071-9FE5-422FE78A873C}" dt="2025-06-10T13:55:28.625" v="204" actId="478"/>
          <ac:spMkLst>
            <pc:docMk/>
            <pc:sldMk cId="1108075233" sldId="641"/>
            <ac:spMk id="6" creationId="{CB1B6AA4-38C0-40F9-8C61-0B993F4FD5CC}"/>
          </ac:spMkLst>
        </pc:spChg>
        <pc:spChg chg="mod">
          <ac:chgData name="John Hu" userId="213e45b8a479442b" providerId="LiveId" clId="{946D34B8-E51B-4071-9FE5-422FE78A873C}" dt="2025-06-12T14:03:25.869" v="3719"/>
          <ac:spMkLst>
            <pc:docMk/>
            <pc:sldMk cId="1108075233" sldId="641"/>
            <ac:spMk id="8" creationId="{36177B38-43AB-4398-968B-448F8F0E5F49}"/>
          </ac:spMkLst>
        </pc:spChg>
        <pc:spChg chg="del">
          <ac:chgData name="John Hu" userId="213e45b8a479442b" providerId="LiveId" clId="{946D34B8-E51B-4071-9FE5-422FE78A873C}" dt="2025-06-10T13:55:24.067" v="203" actId="478"/>
          <ac:spMkLst>
            <pc:docMk/>
            <pc:sldMk cId="1108075233" sldId="641"/>
            <ac:spMk id="9" creationId="{2FE0D947-2258-4B45-B2D3-78D165EED910}"/>
          </ac:spMkLst>
        </pc:spChg>
        <pc:spChg chg="mod">
          <ac:chgData name="John Hu" userId="213e45b8a479442b" providerId="LiveId" clId="{946D34B8-E51B-4071-9FE5-422FE78A873C}" dt="2025-06-10T13:57:17.140" v="252" actId="1076"/>
          <ac:spMkLst>
            <pc:docMk/>
            <pc:sldMk cId="1108075233" sldId="641"/>
            <ac:spMk id="10" creationId="{00B134FD-CC68-4103-9DF2-AA2CDF00EA5A}"/>
          </ac:spMkLst>
        </pc:spChg>
        <pc:spChg chg="mod">
          <ac:chgData name="John Hu" userId="213e45b8a479442b" providerId="LiveId" clId="{946D34B8-E51B-4071-9FE5-422FE78A873C}" dt="2025-06-10T13:57:22.073" v="254" actId="20577"/>
          <ac:spMkLst>
            <pc:docMk/>
            <pc:sldMk cId="1108075233" sldId="641"/>
            <ac:spMk id="13" creationId="{00226B0F-8D5B-40FD-835A-2F052BAD181E}"/>
          </ac:spMkLst>
        </pc:spChg>
      </pc:sldChg>
      <pc:sldChg chg="modSp del">
        <pc:chgData name="John Hu" userId="213e45b8a479442b" providerId="LiveId" clId="{946D34B8-E51B-4071-9FE5-422FE78A873C}" dt="2025-06-10T13:57:27.931" v="255" actId="47"/>
        <pc:sldMkLst>
          <pc:docMk/>
          <pc:sldMk cId="1787054951" sldId="642"/>
        </pc:sldMkLst>
        <pc:spChg chg="mod">
          <ac:chgData name="John Hu" userId="213e45b8a479442b" providerId="LiveId" clId="{946D34B8-E51B-4071-9FE5-422FE78A873C}" dt="2025-06-10T13:44:53.935" v="3" actId="1037"/>
          <ac:spMkLst>
            <pc:docMk/>
            <pc:sldMk cId="1787054951" sldId="642"/>
            <ac:spMk id="2" creationId="{5888EE31-F44C-4034-8407-4C756F65702C}"/>
          </ac:spMkLst>
        </pc:spChg>
      </pc:sldChg>
      <pc:sldChg chg="del">
        <pc:chgData name="John Hu" userId="213e45b8a479442b" providerId="LiveId" clId="{946D34B8-E51B-4071-9FE5-422FE78A873C}" dt="2025-06-10T13:59:57.217" v="351" actId="47"/>
        <pc:sldMkLst>
          <pc:docMk/>
          <pc:sldMk cId="416280568" sldId="643"/>
        </pc:sldMkLst>
      </pc:sldChg>
      <pc:sldChg chg="del">
        <pc:chgData name="John Hu" userId="213e45b8a479442b" providerId="LiveId" clId="{946D34B8-E51B-4071-9FE5-422FE78A873C}" dt="2025-06-10T14:00:20.938" v="356" actId="47"/>
        <pc:sldMkLst>
          <pc:docMk/>
          <pc:sldMk cId="384735794" sldId="644"/>
        </pc:sldMkLst>
      </pc:sldChg>
      <pc:sldChg chg="del">
        <pc:chgData name="John Hu" userId="213e45b8a479442b" providerId="LiveId" clId="{946D34B8-E51B-4071-9FE5-422FE78A873C}" dt="2025-06-10T14:01:18.182" v="370" actId="47"/>
        <pc:sldMkLst>
          <pc:docMk/>
          <pc:sldMk cId="1179232028" sldId="645"/>
        </pc:sldMkLst>
      </pc:sldChg>
      <pc:sldChg chg="del">
        <pc:chgData name="John Hu" userId="213e45b8a479442b" providerId="LiveId" clId="{946D34B8-E51B-4071-9FE5-422FE78A873C}" dt="2025-06-10T14:04:35.210" v="436" actId="47"/>
        <pc:sldMkLst>
          <pc:docMk/>
          <pc:sldMk cId="2819351669" sldId="646"/>
        </pc:sldMkLst>
      </pc:sldChg>
      <pc:sldChg chg="del">
        <pc:chgData name="John Hu" userId="213e45b8a479442b" providerId="LiveId" clId="{946D34B8-E51B-4071-9FE5-422FE78A873C}" dt="2025-06-10T14:04:53.811" v="442" actId="47"/>
        <pc:sldMkLst>
          <pc:docMk/>
          <pc:sldMk cId="1814466282" sldId="647"/>
        </pc:sldMkLst>
      </pc:sldChg>
      <pc:sldChg chg="del">
        <pc:chgData name="John Hu" userId="213e45b8a479442b" providerId="LiveId" clId="{946D34B8-E51B-4071-9FE5-422FE78A873C}" dt="2025-06-10T14:05:17.974" v="446" actId="47"/>
        <pc:sldMkLst>
          <pc:docMk/>
          <pc:sldMk cId="2140413852" sldId="648"/>
        </pc:sldMkLst>
      </pc:sldChg>
      <pc:sldChg chg="del">
        <pc:chgData name="John Hu" userId="213e45b8a479442b" providerId="LiveId" clId="{946D34B8-E51B-4071-9FE5-422FE78A873C}" dt="2025-06-10T14:05:30.852" v="450" actId="47"/>
        <pc:sldMkLst>
          <pc:docMk/>
          <pc:sldMk cId="1978348061" sldId="649"/>
        </pc:sldMkLst>
      </pc:sldChg>
      <pc:sldChg chg="add del">
        <pc:chgData name="John Hu" userId="213e45b8a479442b" providerId="LiveId" clId="{946D34B8-E51B-4071-9FE5-422FE78A873C}" dt="2025-06-10T14:04:34.153" v="435" actId="47"/>
        <pc:sldMkLst>
          <pc:docMk/>
          <pc:sldMk cId="3667500196" sldId="650"/>
        </pc:sldMkLst>
      </pc:sldChg>
      <pc:sldChg chg="del">
        <pc:chgData name="John Hu" userId="213e45b8a479442b" providerId="LiveId" clId="{946D34B8-E51B-4071-9FE5-422FE78A873C}" dt="2025-06-10T14:06:32.415" v="475" actId="47"/>
        <pc:sldMkLst>
          <pc:docMk/>
          <pc:sldMk cId="358489744" sldId="651"/>
        </pc:sldMkLst>
      </pc:sldChg>
      <pc:sldChg chg="modSp del mod">
        <pc:chgData name="John Hu" userId="213e45b8a479442b" providerId="LiveId" clId="{946D34B8-E51B-4071-9FE5-422FE78A873C}" dt="2025-06-10T14:07:06.132" v="481" actId="47"/>
        <pc:sldMkLst>
          <pc:docMk/>
          <pc:sldMk cId="1801751825" sldId="652"/>
        </pc:sldMkLst>
        <pc:spChg chg="mod">
          <ac:chgData name="John Hu" userId="213e45b8a479442b" providerId="LiveId" clId="{946D34B8-E51B-4071-9FE5-422FE78A873C}" dt="2025-06-10T14:06:51.583" v="477" actId="1076"/>
          <ac:spMkLst>
            <pc:docMk/>
            <pc:sldMk cId="1801751825" sldId="652"/>
            <ac:spMk id="10" creationId="{71B6B7CE-C954-4B82-B468-39DD1FBD74F3}"/>
          </ac:spMkLst>
        </pc:spChg>
        <pc:graphicFrameChg chg="mod">
          <ac:chgData name="John Hu" userId="213e45b8a479442b" providerId="LiveId" clId="{946D34B8-E51B-4071-9FE5-422FE78A873C}" dt="2025-06-10T14:06:51.583" v="477" actId="1076"/>
          <ac:graphicFrameMkLst>
            <pc:docMk/>
            <pc:sldMk cId="1801751825" sldId="652"/>
            <ac:graphicFrameMk id="3" creationId="{928B8093-7134-416E-A523-701CC31782F5}"/>
          </ac:graphicFrameMkLst>
        </pc:graphicFrameChg>
      </pc:sldChg>
      <pc:sldChg chg="del">
        <pc:chgData name="John Hu" userId="213e45b8a479442b" providerId="LiveId" clId="{946D34B8-E51B-4071-9FE5-422FE78A873C}" dt="2025-06-10T14:08:52.400" v="532" actId="47"/>
        <pc:sldMkLst>
          <pc:docMk/>
          <pc:sldMk cId="1864332662" sldId="653"/>
        </pc:sldMkLst>
      </pc:sldChg>
      <pc:sldChg chg="modSp mod">
        <pc:chgData name="John Hu" userId="213e45b8a479442b" providerId="LiveId" clId="{946D34B8-E51B-4071-9FE5-422FE78A873C}" dt="2025-06-10T14:10:29.898" v="594" actId="20577"/>
        <pc:sldMkLst>
          <pc:docMk/>
          <pc:sldMk cId="1940101893" sldId="654"/>
        </pc:sldMkLst>
        <pc:spChg chg="mod">
          <ac:chgData name="John Hu" userId="213e45b8a479442b" providerId="LiveId" clId="{946D34B8-E51B-4071-9FE5-422FE78A873C}" dt="2025-06-10T14:10:29.898" v="594" actId="20577"/>
          <ac:spMkLst>
            <pc:docMk/>
            <pc:sldMk cId="1940101893" sldId="654"/>
            <ac:spMk id="2" creationId="{5888EE31-F44C-4034-8407-4C756F65702C}"/>
          </ac:spMkLst>
        </pc:spChg>
      </pc:sldChg>
      <pc:sldChg chg="delSp modSp mod">
        <pc:chgData name="John Hu" userId="213e45b8a479442b" providerId="LiveId" clId="{946D34B8-E51B-4071-9FE5-422FE78A873C}" dt="2025-06-10T14:12:32.156" v="634" actId="20577"/>
        <pc:sldMkLst>
          <pc:docMk/>
          <pc:sldMk cId="3121341431" sldId="655"/>
        </pc:sldMkLst>
        <pc:spChg chg="mod">
          <ac:chgData name="John Hu" userId="213e45b8a479442b" providerId="LiveId" clId="{946D34B8-E51B-4071-9FE5-422FE78A873C}" dt="2025-06-10T14:12:32.156" v="634" actId="20577"/>
          <ac:spMkLst>
            <pc:docMk/>
            <pc:sldMk cId="3121341431" sldId="655"/>
            <ac:spMk id="2" creationId="{5888EE31-F44C-4034-8407-4C756F65702C}"/>
          </ac:spMkLst>
        </pc:spChg>
        <pc:spChg chg="mod">
          <ac:chgData name="John Hu" userId="213e45b8a479442b" providerId="LiveId" clId="{946D34B8-E51B-4071-9FE5-422FE78A873C}" dt="2025-06-10T14:12:02.081" v="624" actId="1076"/>
          <ac:spMkLst>
            <pc:docMk/>
            <pc:sldMk cId="3121341431" sldId="655"/>
            <ac:spMk id="4" creationId="{7509A0DD-D2C8-4901-967A-858C67FE4D93}"/>
          </ac:spMkLst>
        </pc:spChg>
        <pc:spChg chg="del">
          <ac:chgData name="John Hu" userId="213e45b8a479442b" providerId="LiveId" clId="{946D34B8-E51B-4071-9FE5-422FE78A873C}" dt="2025-06-10T14:11:28.079" v="613" actId="478"/>
          <ac:spMkLst>
            <pc:docMk/>
            <pc:sldMk cId="3121341431" sldId="655"/>
            <ac:spMk id="6" creationId="{CB1B6AA4-38C0-40F9-8C61-0B993F4FD5CC}"/>
          </ac:spMkLst>
        </pc:spChg>
        <pc:spChg chg="mod">
          <ac:chgData name="John Hu" userId="213e45b8a479442b" providerId="LiveId" clId="{946D34B8-E51B-4071-9FE5-422FE78A873C}" dt="2025-06-10T14:11:24.995" v="612" actId="20577"/>
          <ac:spMkLst>
            <pc:docMk/>
            <pc:sldMk cId="3121341431" sldId="655"/>
            <ac:spMk id="8" creationId="{36177B38-43AB-4398-968B-448F8F0E5F49}"/>
          </ac:spMkLst>
        </pc:spChg>
        <pc:spChg chg="mod">
          <ac:chgData name="John Hu" userId="213e45b8a479442b" providerId="LiveId" clId="{946D34B8-E51B-4071-9FE5-422FE78A873C}" dt="2025-06-10T14:11:35.252" v="617" actId="113"/>
          <ac:spMkLst>
            <pc:docMk/>
            <pc:sldMk cId="3121341431" sldId="655"/>
            <ac:spMk id="13" creationId="{BE40CBFD-B41A-4C8E-9EDD-2B0F8DC2E14F}"/>
          </ac:spMkLst>
        </pc:spChg>
        <pc:spChg chg="mod">
          <ac:chgData name="John Hu" userId="213e45b8a479442b" providerId="LiveId" clId="{946D34B8-E51B-4071-9FE5-422FE78A873C}" dt="2025-06-10T14:11:45.102" v="620" actId="108"/>
          <ac:spMkLst>
            <pc:docMk/>
            <pc:sldMk cId="3121341431" sldId="655"/>
            <ac:spMk id="14" creationId="{FFE0AA81-8E05-40DB-B533-63E227E7ACC6}"/>
          </ac:spMkLst>
        </pc:spChg>
        <pc:spChg chg="mod">
          <ac:chgData name="John Hu" userId="213e45b8a479442b" providerId="LiveId" clId="{946D34B8-E51B-4071-9FE5-422FE78A873C}" dt="2025-06-10T14:12:11.150" v="630" actId="20577"/>
          <ac:spMkLst>
            <pc:docMk/>
            <pc:sldMk cId="3121341431" sldId="655"/>
            <ac:spMk id="15" creationId="{12370C1D-613A-4DCB-8A3A-37CFF3230BB5}"/>
          </ac:spMkLst>
        </pc:spChg>
      </pc:sldChg>
      <pc:sldChg chg="delSp modSp mod">
        <pc:chgData name="John Hu" userId="213e45b8a479442b" providerId="LiveId" clId="{946D34B8-E51B-4071-9FE5-422FE78A873C}" dt="2025-06-10T14:25:49.195" v="981" actId="1076"/>
        <pc:sldMkLst>
          <pc:docMk/>
          <pc:sldMk cId="3431420934" sldId="656"/>
        </pc:sldMkLst>
        <pc:spChg chg="mod">
          <ac:chgData name="John Hu" userId="213e45b8a479442b" providerId="LiveId" clId="{946D34B8-E51B-4071-9FE5-422FE78A873C}" dt="2025-06-10T14:25:17.001" v="974"/>
          <ac:spMkLst>
            <pc:docMk/>
            <pc:sldMk cId="3431420934" sldId="656"/>
            <ac:spMk id="2" creationId="{5888EE31-F44C-4034-8407-4C756F65702C}"/>
          </ac:spMkLst>
        </pc:spChg>
        <pc:spChg chg="del">
          <ac:chgData name="John Hu" userId="213e45b8a479442b" providerId="LiveId" clId="{946D34B8-E51B-4071-9FE5-422FE78A873C}" dt="2025-06-10T14:25:23.417" v="976" actId="478"/>
          <ac:spMkLst>
            <pc:docMk/>
            <pc:sldMk cId="3431420934" sldId="656"/>
            <ac:spMk id="6" creationId="{CB1B6AA4-38C0-40F9-8C61-0B993F4FD5CC}"/>
          </ac:spMkLst>
        </pc:spChg>
        <pc:spChg chg="mod">
          <ac:chgData name="John Hu" userId="213e45b8a479442b" providerId="LiveId" clId="{946D34B8-E51B-4071-9FE5-422FE78A873C}" dt="2025-06-10T14:25:20.707" v="975"/>
          <ac:spMkLst>
            <pc:docMk/>
            <pc:sldMk cId="3431420934" sldId="656"/>
            <ac:spMk id="8" creationId="{36177B38-43AB-4398-968B-448F8F0E5F49}"/>
          </ac:spMkLst>
        </pc:spChg>
        <pc:spChg chg="mod">
          <ac:chgData name="John Hu" userId="213e45b8a479442b" providerId="LiveId" clId="{946D34B8-E51B-4071-9FE5-422FE78A873C}" dt="2025-06-10T14:25:27.306" v="977" actId="1076"/>
          <ac:spMkLst>
            <pc:docMk/>
            <pc:sldMk cId="3431420934" sldId="656"/>
            <ac:spMk id="13" creationId="{311ABDBD-5BB7-4821-B7F5-D76486728C49}"/>
          </ac:spMkLst>
        </pc:spChg>
        <pc:spChg chg="mod">
          <ac:chgData name="John Hu" userId="213e45b8a479442b" providerId="LiveId" clId="{946D34B8-E51B-4071-9FE5-422FE78A873C}" dt="2025-06-10T14:25:43.554" v="979" actId="1076"/>
          <ac:spMkLst>
            <pc:docMk/>
            <pc:sldMk cId="3431420934" sldId="656"/>
            <ac:spMk id="15" creationId="{E9E89F2E-6B6E-4A30-9327-3B97FFCDC34A}"/>
          </ac:spMkLst>
        </pc:spChg>
        <pc:spChg chg="mod">
          <ac:chgData name="John Hu" userId="213e45b8a479442b" providerId="LiveId" clId="{946D34B8-E51B-4071-9FE5-422FE78A873C}" dt="2025-06-10T14:25:46.724" v="980" actId="1076"/>
          <ac:spMkLst>
            <pc:docMk/>
            <pc:sldMk cId="3431420934" sldId="656"/>
            <ac:spMk id="36" creationId="{42B12A24-E79D-4D94-8F7F-2F8170C42A86}"/>
          </ac:spMkLst>
        </pc:spChg>
        <pc:spChg chg="mod">
          <ac:chgData name="John Hu" userId="213e45b8a479442b" providerId="LiveId" clId="{946D34B8-E51B-4071-9FE5-422FE78A873C}" dt="2025-06-10T14:25:49.195" v="981" actId="1076"/>
          <ac:spMkLst>
            <pc:docMk/>
            <pc:sldMk cId="3431420934" sldId="656"/>
            <ac:spMk id="37" creationId="{A59CC003-A4BE-4AF9-BEEF-A9E03E5B87E2}"/>
          </ac:spMkLst>
        </pc:spChg>
      </pc:sldChg>
      <pc:sldChg chg="modSp mod">
        <pc:chgData name="John Hu" userId="213e45b8a479442b" providerId="LiveId" clId="{946D34B8-E51B-4071-9FE5-422FE78A873C}" dt="2025-06-10T14:10:36.140" v="595"/>
        <pc:sldMkLst>
          <pc:docMk/>
          <pc:sldMk cId="3783011178" sldId="657"/>
        </pc:sldMkLst>
        <pc:spChg chg="mod">
          <ac:chgData name="John Hu" userId="213e45b8a479442b" providerId="LiveId" clId="{946D34B8-E51B-4071-9FE5-422FE78A873C}" dt="2025-06-10T14:10:36.140" v="595"/>
          <ac:spMkLst>
            <pc:docMk/>
            <pc:sldMk cId="3783011178" sldId="657"/>
            <ac:spMk id="2" creationId="{5888EE31-F44C-4034-8407-4C756F65702C}"/>
          </ac:spMkLst>
        </pc:spChg>
      </pc:sldChg>
      <pc:sldChg chg="modSp mod">
        <pc:chgData name="John Hu" userId="213e45b8a479442b" providerId="LiveId" clId="{946D34B8-E51B-4071-9FE5-422FE78A873C}" dt="2025-06-10T14:10:46.474" v="597"/>
        <pc:sldMkLst>
          <pc:docMk/>
          <pc:sldMk cId="432293528" sldId="658"/>
        </pc:sldMkLst>
        <pc:spChg chg="mod">
          <ac:chgData name="John Hu" userId="213e45b8a479442b" providerId="LiveId" clId="{946D34B8-E51B-4071-9FE5-422FE78A873C}" dt="2025-06-10T14:10:46.474" v="597"/>
          <ac:spMkLst>
            <pc:docMk/>
            <pc:sldMk cId="432293528" sldId="658"/>
            <ac:spMk id="2" creationId="{5888EE31-F44C-4034-8407-4C756F65702C}"/>
          </ac:spMkLst>
        </pc:spChg>
      </pc:sldChg>
      <pc:sldChg chg="modSp mod">
        <pc:chgData name="John Hu" userId="213e45b8a479442b" providerId="LiveId" clId="{946D34B8-E51B-4071-9FE5-422FE78A873C}" dt="2025-06-10T14:10:39.537" v="596"/>
        <pc:sldMkLst>
          <pc:docMk/>
          <pc:sldMk cId="2672491657" sldId="659"/>
        </pc:sldMkLst>
        <pc:spChg chg="mod">
          <ac:chgData name="John Hu" userId="213e45b8a479442b" providerId="LiveId" clId="{946D34B8-E51B-4071-9FE5-422FE78A873C}" dt="2025-06-10T14:10:39.537" v="596"/>
          <ac:spMkLst>
            <pc:docMk/>
            <pc:sldMk cId="2672491657" sldId="659"/>
            <ac:spMk id="2" creationId="{5888EE31-F44C-4034-8407-4C756F65702C}"/>
          </ac:spMkLst>
        </pc:spChg>
      </pc:sldChg>
      <pc:sldChg chg="modSp mod">
        <pc:chgData name="John Hu" userId="213e45b8a479442b" providerId="LiveId" clId="{946D34B8-E51B-4071-9FE5-422FE78A873C}" dt="2025-06-10T14:10:50.119" v="598"/>
        <pc:sldMkLst>
          <pc:docMk/>
          <pc:sldMk cId="3795855303" sldId="660"/>
        </pc:sldMkLst>
        <pc:spChg chg="mod">
          <ac:chgData name="John Hu" userId="213e45b8a479442b" providerId="LiveId" clId="{946D34B8-E51B-4071-9FE5-422FE78A873C}" dt="2025-06-10T14:10:50.119" v="598"/>
          <ac:spMkLst>
            <pc:docMk/>
            <pc:sldMk cId="3795855303" sldId="660"/>
            <ac:spMk id="2" creationId="{5888EE31-F44C-4034-8407-4C756F65702C}"/>
          </ac:spMkLst>
        </pc:spChg>
      </pc:sldChg>
      <pc:sldChg chg="modSp mod">
        <pc:chgData name="John Hu" userId="213e45b8a479442b" providerId="LiveId" clId="{946D34B8-E51B-4071-9FE5-422FE78A873C}" dt="2025-06-10T14:10:53.973" v="599"/>
        <pc:sldMkLst>
          <pc:docMk/>
          <pc:sldMk cId="1985458681" sldId="662"/>
        </pc:sldMkLst>
        <pc:spChg chg="mod">
          <ac:chgData name="John Hu" userId="213e45b8a479442b" providerId="LiveId" clId="{946D34B8-E51B-4071-9FE5-422FE78A873C}" dt="2025-06-10T14:10:53.973" v="599"/>
          <ac:spMkLst>
            <pc:docMk/>
            <pc:sldMk cId="1985458681" sldId="662"/>
            <ac:spMk id="2" creationId="{5888EE31-F44C-4034-8407-4C756F65702C}"/>
          </ac:spMkLst>
        </pc:spChg>
      </pc:sldChg>
      <pc:sldChg chg="modSp mod">
        <pc:chgData name="John Hu" userId="213e45b8a479442b" providerId="LiveId" clId="{946D34B8-E51B-4071-9FE5-422FE78A873C}" dt="2025-06-10T14:10:58.721" v="600"/>
        <pc:sldMkLst>
          <pc:docMk/>
          <pc:sldMk cId="3943618339" sldId="663"/>
        </pc:sldMkLst>
        <pc:spChg chg="mod">
          <ac:chgData name="John Hu" userId="213e45b8a479442b" providerId="LiveId" clId="{946D34B8-E51B-4071-9FE5-422FE78A873C}" dt="2025-06-10T14:10:58.721" v="600"/>
          <ac:spMkLst>
            <pc:docMk/>
            <pc:sldMk cId="3943618339" sldId="663"/>
            <ac:spMk id="2" creationId="{5888EE31-F44C-4034-8407-4C756F65702C}"/>
          </ac:spMkLst>
        </pc:spChg>
      </pc:sldChg>
      <pc:sldChg chg="modSp mod">
        <pc:chgData name="John Hu" userId="213e45b8a479442b" providerId="LiveId" clId="{946D34B8-E51B-4071-9FE5-422FE78A873C}" dt="2025-06-10T14:11:03.426" v="601"/>
        <pc:sldMkLst>
          <pc:docMk/>
          <pc:sldMk cId="2818852121" sldId="664"/>
        </pc:sldMkLst>
        <pc:spChg chg="mod">
          <ac:chgData name="John Hu" userId="213e45b8a479442b" providerId="LiveId" clId="{946D34B8-E51B-4071-9FE5-422FE78A873C}" dt="2025-06-10T14:11:03.426" v="601"/>
          <ac:spMkLst>
            <pc:docMk/>
            <pc:sldMk cId="2818852121" sldId="664"/>
            <ac:spMk id="2" creationId="{5888EE31-F44C-4034-8407-4C756F65702C}"/>
          </ac:spMkLst>
        </pc:spChg>
      </pc:sldChg>
      <pc:sldChg chg="modSp mod">
        <pc:chgData name="John Hu" userId="213e45b8a479442b" providerId="LiveId" clId="{946D34B8-E51B-4071-9FE5-422FE78A873C}" dt="2025-06-10T14:11:07.056" v="602"/>
        <pc:sldMkLst>
          <pc:docMk/>
          <pc:sldMk cId="922735695" sldId="666"/>
        </pc:sldMkLst>
        <pc:spChg chg="mod">
          <ac:chgData name="John Hu" userId="213e45b8a479442b" providerId="LiveId" clId="{946D34B8-E51B-4071-9FE5-422FE78A873C}" dt="2025-06-10T14:11:07.056" v="602"/>
          <ac:spMkLst>
            <pc:docMk/>
            <pc:sldMk cId="922735695" sldId="666"/>
            <ac:spMk id="2" creationId="{5888EE31-F44C-4034-8407-4C756F65702C}"/>
          </ac:spMkLst>
        </pc:spChg>
      </pc:sldChg>
      <pc:sldChg chg="modSp mod">
        <pc:chgData name="John Hu" userId="213e45b8a479442b" providerId="LiveId" clId="{946D34B8-E51B-4071-9FE5-422FE78A873C}" dt="2025-06-10T14:11:11.176" v="603"/>
        <pc:sldMkLst>
          <pc:docMk/>
          <pc:sldMk cId="2093810874" sldId="667"/>
        </pc:sldMkLst>
        <pc:spChg chg="mod">
          <ac:chgData name="John Hu" userId="213e45b8a479442b" providerId="LiveId" clId="{946D34B8-E51B-4071-9FE5-422FE78A873C}" dt="2025-06-10T14:11:11.176" v="603"/>
          <ac:spMkLst>
            <pc:docMk/>
            <pc:sldMk cId="2093810874" sldId="667"/>
            <ac:spMk id="2" creationId="{5888EE31-F44C-4034-8407-4C756F65702C}"/>
          </ac:spMkLst>
        </pc:spChg>
      </pc:sldChg>
      <pc:sldChg chg="delSp modSp mod">
        <pc:chgData name="John Hu" userId="213e45b8a479442b" providerId="LiveId" clId="{946D34B8-E51B-4071-9FE5-422FE78A873C}" dt="2025-06-10T14:13:28.798" v="659" actId="1076"/>
        <pc:sldMkLst>
          <pc:docMk/>
          <pc:sldMk cId="3005171876" sldId="668"/>
        </pc:sldMkLst>
        <pc:spChg chg="mod">
          <ac:chgData name="John Hu" userId="213e45b8a479442b" providerId="LiveId" clId="{946D34B8-E51B-4071-9FE5-422FE78A873C}" dt="2025-06-10T14:12:35.765" v="635"/>
          <ac:spMkLst>
            <pc:docMk/>
            <pc:sldMk cId="3005171876" sldId="668"/>
            <ac:spMk id="2" creationId="{5888EE31-F44C-4034-8407-4C756F65702C}"/>
          </ac:spMkLst>
        </pc:spChg>
        <pc:spChg chg="mod">
          <ac:chgData name="John Hu" userId="213e45b8a479442b" providerId="LiveId" clId="{946D34B8-E51B-4071-9FE5-422FE78A873C}" dt="2025-06-10T14:13:22.136" v="657" actId="20577"/>
          <ac:spMkLst>
            <pc:docMk/>
            <pc:sldMk cId="3005171876" sldId="668"/>
            <ac:spMk id="6" creationId="{CB1B6AA4-38C0-40F9-8C61-0B993F4FD5CC}"/>
          </ac:spMkLst>
        </pc:spChg>
        <pc:spChg chg="mod">
          <ac:chgData name="John Hu" userId="213e45b8a479442b" providerId="LiveId" clId="{946D34B8-E51B-4071-9FE5-422FE78A873C}" dt="2025-06-10T14:13:13.681" v="643" actId="108"/>
          <ac:spMkLst>
            <pc:docMk/>
            <pc:sldMk cId="3005171876" sldId="668"/>
            <ac:spMk id="8" creationId="{36177B38-43AB-4398-968B-448F8F0E5F49}"/>
          </ac:spMkLst>
        </pc:spChg>
        <pc:spChg chg="mod">
          <ac:chgData name="John Hu" userId="213e45b8a479442b" providerId="LiveId" clId="{946D34B8-E51B-4071-9FE5-422FE78A873C}" dt="2025-06-10T14:13:28.798" v="659" actId="1076"/>
          <ac:spMkLst>
            <pc:docMk/>
            <pc:sldMk cId="3005171876" sldId="668"/>
            <ac:spMk id="9" creationId="{F8F10728-6784-4657-8BE3-9083E1EC69ED}"/>
          </ac:spMkLst>
        </pc:spChg>
        <pc:spChg chg="mod">
          <ac:chgData name="John Hu" userId="213e45b8a479442b" providerId="LiveId" clId="{946D34B8-E51B-4071-9FE5-422FE78A873C}" dt="2025-06-10T14:13:28.798" v="659" actId="1076"/>
          <ac:spMkLst>
            <pc:docMk/>
            <pc:sldMk cId="3005171876" sldId="668"/>
            <ac:spMk id="11" creationId="{16B267B8-91D3-4643-826A-84B5398B727F}"/>
          </ac:spMkLst>
        </pc:spChg>
        <pc:spChg chg="mod">
          <ac:chgData name="John Hu" userId="213e45b8a479442b" providerId="LiveId" clId="{946D34B8-E51B-4071-9FE5-422FE78A873C}" dt="2025-06-10T14:13:28.798" v="659" actId="1076"/>
          <ac:spMkLst>
            <pc:docMk/>
            <pc:sldMk cId="3005171876" sldId="668"/>
            <ac:spMk id="12" creationId="{626E88E9-3960-4C4B-A6BC-030E3E9E5684}"/>
          </ac:spMkLst>
        </pc:spChg>
        <pc:spChg chg="del">
          <ac:chgData name="John Hu" userId="213e45b8a479442b" providerId="LiveId" clId="{946D34B8-E51B-4071-9FE5-422FE78A873C}" dt="2025-06-10T14:13:24.991" v="658" actId="478"/>
          <ac:spMkLst>
            <pc:docMk/>
            <pc:sldMk cId="3005171876" sldId="668"/>
            <ac:spMk id="13" creationId="{BE40CBFD-B41A-4C8E-9EDD-2B0F8DC2E14F}"/>
          </ac:spMkLst>
        </pc:spChg>
        <pc:spChg chg="mod">
          <ac:chgData name="John Hu" userId="213e45b8a479442b" providerId="LiveId" clId="{946D34B8-E51B-4071-9FE5-422FE78A873C}" dt="2025-06-10T14:13:28.798" v="659" actId="1076"/>
          <ac:spMkLst>
            <pc:docMk/>
            <pc:sldMk cId="3005171876" sldId="668"/>
            <ac:spMk id="16" creationId="{0326DDEF-F793-48D4-84B8-600841C59A64}"/>
          </ac:spMkLst>
        </pc:spChg>
      </pc:sldChg>
      <pc:sldChg chg="addSp modSp mod">
        <pc:chgData name="John Hu" userId="213e45b8a479442b" providerId="LiveId" clId="{946D34B8-E51B-4071-9FE5-422FE78A873C}" dt="2025-06-10T14:18:08.325" v="803" actId="207"/>
        <pc:sldMkLst>
          <pc:docMk/>
          <pc:sldMk cId="934222983" sldId="669"/>
        </pc:sldMkLst>
        <pc:spChg chg="mod">
          <ac:chgData name="John Hu" userId="213e45b8a479442b" providerId="LiveId" clId="{946D34B8-E51B-4071-9FE5-422FE78A873C}" dt="2025-06-10T14:12:45.821" v="637"/>
          <ac:spMkLst>
            <pc:docMk/>
            <pc:sldMk cId="934222983" sldId="669"/>
            <ac:spMk id="2" creationId="{5888EE31-F44C-4034-8407-4C756F65702C}"/>
          </ac:spMkLst>
        </pc:spChg>
        <pc:spChg chg="add mod">
          <ac:chgData name="John Hu" userId="213e45b8a479442b" providerId="LiveId" clId="{946D34B8-E51B-4071-9FE5-422FE78A873C}" dt="2025-06-10T14:17:24.231" v="786" actId="1076"/>
          <ac:spMkLst>
            <pc:docMk/>
            <pc:sldMk cId="934222983" sldId="669"/>
            <ac:spMk id="3" creationId="{C37A0CCF-9113-9BCC-51C7-66ACEBF20343}"/>
          </ac:spMkLst>
        </pc:spChg>
        <pc:spChg chg="mod">
          <ac:chgData name="John Hu" userId="213e45b8a479442b" providerId="LiveId" clId="{946D34B8-E51B-4071-9FE5-422FE78A873C}" dt="2025-06-10T14:15:32.198" v="762" actId="20577"/>
          <ac:spMkLst>
            <pc:docMk/>
            <pc:sldMk cId="934222983" sldId="669"/>
            <ac:spMk id="6" creationId="{CB1B6AA4-38C0-40F9-8C61-0B993F4FD5CC}"/>
          </ac:spMkLst>
        </pc:spChg>
        <pc:spChg chg="mod">
          <ac:chgData name="John Hu" userId="213e45b8a479442b" providerId="LiveId" clId="{946D34B8-E51B-4071-9FE5-422FE78A873C}" dt="2025-06-10T14:14:34.806" v="735"/>
          <ac:spMkLst>
            <pc:docMk/>
            <pc:sldMk cId="934222983" sldId="669"/>
            <ac:spMk id="8" creationId="{36177B38-43AB-4398-968B-448F8F0E5F49}"/>
          </ac:spMkLst>
        </pc:spChg>
        <pc:spChg chg="mod">
          <ac:chgData name="John Hu" userId="213e45b8a479442b" providerId="LiveId" clId="{946D34B8-E51B-4071-9FE5-422FE78A873C}" dt="2025-06-10T14:18:08.325" v="803" actId="207"/>
          <ac:spMkLst>
            <pc:docMk/>
            <pc:sldMk cId="934222983" sldId="669"/>
            <ac:spMk id="9" creationId="{F8F10728-6784-4657-8BE3-9083E1EC69ED}"/>
          </ac:spMkLst>
        </pc:spChg>
        <pc:spChg chg="mod">
          <ac:chgData name="John Hu" userId="213e45b8a479442b" providerId="LiveId" clId="{946D34B8-E51B-4071-9FE5-422FE78A873C}" dt="2025-06-10T14:15:42.431" v="764" actId="14100"/>
          <ac:spMkLst>
            <pc:docMk/>
            <pc:sldMk cId="934222983" sldId="669"/>
            <ac:spMk id="13" creationId="{BE40CBFD-B41A-4C8E-9EDD-2B0F8DC2E14F}"/>
          </ac:spMkLst>
        </pc:spChg>
        <pc:spChg chg="mod">
          <ac:chgData name="John Hu" userId="213e45b8a479442b" providerId="LiveId" clId="{946D34B8-E51B-4071-9FE5-422FE78A873C}" dt="2025-06-10T14:15:49.413" v="767" actId="1076"/>
          <ac:spMkLst>
            <pc:docMk/>
            <pc:sldMk cId="934222983" sldId="669"/>
            <ac:spMk id="14" creationId="{56816CFC-D2E3-40AF-9214-085A28C45D8F}"/>
          </ac:spMkLst>
        </pc:spChg>
      </pc:sldChg>
      <pc:sldChg chg="modSp del mod">
        <pc:chgData name="John Hu" userId="213e45b8a479442b" providerId="LiveId" clId="{946D34B8-E51B-4071-9FE5-422FE78A873C}" dt="2025-06-10T14:18:18.998" v="807" actId="47"/>
        <pc:sldMkLst>
          <pc:docMk/>
          <pc:sldMk cId="2135321549" sldId="670"/>
        </pc:sldMkLst>
        <pc:spChg chg="mod">
          <ac:chgData name="John Hu" userId="213e45b8a479442b" providerId="LiveId" clId="{946D34B8-E51B-4071-9FE5-422FE78A873C}" dt="2025-06-10T14:12:48.179" v="638"/>
          <ac:spMkLst>
            <pc:docMk/>
            <pc:sldMk cId="2135321549" sldId="670"/>
            <ac:spMk id="2" creationId="{5888EE31-F44C-4034-8407-4C756F65702C}"/>
          </ac:spMkLst>
        </pc:spChg>
      </pc:sldChg>
      <pc:sldChg chg="modSp mod">
        <pc:chgData name="John Hu" userId="213e45b8a479442b" providerId="LiveId" clId="{946D34B8-E51B-4071-9FE5-422FE78A873C}" dt="2025-06-10T14:18:02.506" v="802" actId="207"/>
        <pc:sldMkLst>
          <pc:docMk/>
          <pc:sldMk cId="4197127420" sldId="671"/>
        </pc:sldMkLst>
        <pc:spChg chg="mod">
          <ac:chgData name="John Hu" userId="213e45b8a479442b" providerId="LiveId" clId="{946D34B8-E51B-4071-9FE5-422FE78A873C}" dt="2025-06-10T14:12:42.066" v="636"/>
          <ac:spMkLst>
            <pc:docMk/>
            <pc:sldMk cId="4197127420" sldId="671"/>
            <ac:spMk id="2" creationId="{5888EE31-F44C-4034-8407-4C756F65702C}"/>
          </ac:spMkLst>
        </pc:spChg>
        <pc:spChg chg="mod">
          <ac:chgData name="John Hu" userId="213e45b8a479442b" providerId="LiveId" clId="{946D34B8-E51B-4071-9FE5-422FE78A873C}" dt="2025-06-10T14:13:40.500" v="663" actId="20577"/>
          <ac:spMkLst>
            <pc:docMk/>
            <pc:sldMk cId="4197127420" sldId="671"/>
            <ac:spMk id="6" creationId="{CB1B6AA4-38C0-40F9-8C61-0B993F4FD5CC}"/>
          </ac:spMkLst>
        </pc:spChg>
        <pc:spChg chg="mod">
          <ac:chgData name="John Hu" userId="213e45b8a479442b" providerId="LiveId" clId="{946D34B8-E51B-4071-9FE5-422FE78A873C}" dt="2025-06-10T14:13:34.095" v="660"/>
          <ac:spMkLst>
            <pc:docMk/>
            <pc:sldMk cId="4197127420" sldId="671"/>
            <ac:spMk id="8" creationId="{36177B38-43AB-4398-968B-448F8F0E5F49}"/>
          </ac:spMkLst>
        </pc:spChg>
        <pc:spChg chg="mod">
          <ac:chgData name="John Hu" userId="213e45b8a479442b" providerId="LiveId" clId="{946D34B8-E51B-4071-9FE5-422FE78A873C}" dt="2025-06-10T14:18:02.506" v="802" actId="207"/>
          <ac:spMkLst>
            <pc:docMk/>
            <pc:sldMk cId="4197127420" sldId="671"/>
            <ac:spMk id="9" creationId="{F8F10728-6784-4657-8BE3-9083E1EC69ED}"/>
          </ac:spMkLst>
        </pc:spChg>
        <pc:spChg chg="mod">
          <ac:chgData name="John Hu" userId="213e45b8a479442b" providerId="LiveId" clId="{946D34B8-E51B-4071-9FE5-422FE78A873C}" dt="2025-06-10T14:14:25.038" v="734" actId="20577"/>
          <ac:spMkLst>
            <pc:docMk/>
            <pc:sldMk cId="4197127420" sldId="671"/>
            <ac:spMk id="13" creationId="{BE40CBFD-B41A-4C8E-9EDD-2B0F8DC2E14F}"/>
          </ac:spMkLst>
        </pc:spChg>
      </pc:sldChg>
      <pc:sldChg chg="modSp mod">
        <pc:chgData name="John Hu" userId="213e45b8a479442b" providerId="LiveId" clId="{946D34B8-E51B-4071-9FE5-422FE78A873C}" dt="2025-06-10T14:19:17.850" v="850"/>
        <pc:sldMkLst>
          <pc:docMk/>
          <pc:sldMk cId="1447954548" sldId="672"/>
        </pc:sldMkLst>
        <pc:spChg chg="mod">
          <ac:chgData name="John Hu" userId="213e45b8a479442b" providerId="LiveId" clId="{946D34B8-E51B-4071-9FE5-422FE78A873C}" dt="2025-06-10T14:12:50.582" v="639"/>
          <ac:spMkLst>
            <pc:docMk/>
            <pc:sldMk cId="1447954548" sldId="672"/>
            <ac:spMk id="2" creationId="{5888EE31-F44C-4034-8407-4C756F65702C}"/>
          </ac:spMkLst>
        </pc:spChg>
        <pc:spChg chg="mod">
          <ac:chgData name="John Hu" userId="213e45b8a479442b" providerId="LiveId" clId="{946D34B8-E51B-4071-9FE5-422FE78A873C}" dt="2025-06-10T14:18:34.627" v="809"/>
          <ac:spMkLst>
            <pc:docMk/>
            <pc:sldMk cId="1447954548" sldId="672"/>
            <ac:spMk id="6" creationId="{CB1B6AA4-38C0-40F9-8C61-0B993F4FD5CC}"/>
          </ac:spMkLst>
        </pc:spChg>
        <pc:spChg chg="mod">
          <ac:chgData name="John Hu" userId="213e45b8a479442b" providerId="LiveId" clId="{946D34B8-E51B-4071-9FE5-422FE78A873C}" dt="2025-06-10T14:19:17.850" v="850"/>
          <ac:spMkLst>
            <pc:docMk/>
            <pc:sldMk cId="1447954548" sldId="672"/>
            <ac:spMk id="8" creationId="{36177B38-43AB-4398-968B-448F8F0E5F49}"/>
          </ac:spMkLst>
        </pc:spChg>
        <pc:spChg chg="mod">
          <ac:chgData name="John Hu" userId="213e45b8a479442b" providerId="LiveId" clId="{946D34B8-E51B-4071-9FE5-422FE78A873C}" dt="2025-06-10T14:18:59.939" v="849" actId="1076"/>
          <ac:spMkLst>
            <pc:docMk/>
            <pc:sldMk cId="1447954548" sldId="672"/>
            <ac:spMk id="9" creationId="{F8F10728-6784-4657-8BE3-9083E1EC69ED}"/>
          </ac:spMkLst>
        </pc:spChg>
        <pc:spChg chg="mod">
          <ac:chgData name="John Hu" userId="213e45b8a479442b" providerId="LiveId" clId="{946D34B8-E51B-4071-9FE5-422FE78A873C}" dt="2025-06-10T14:18:56.937" v="848" actId="14100"/>
          <ac:spMkLst>
            <pc:docMk/>
            <pc:sldMk cId="1447954548" sldId="672"/>
            <ac:spMk id="13" creationId="{BE40CBFD-B41A-4C8E-9EDD-2B0F8DC2E14F}"/>
          </ac:spMkLst>
        </pc:spChg>
      </pc:sldChg>
      <pc:sldChg chg="delSp modSp mod">
        <pc:chgData name="John Hu" userId="213e45b8a479442b" providerId="LiveId" clId="{946D34B8-E51B-4071-9FE5-422FE78A873C}" dt="2025-06-10T14:20:03.599" v="878" actId="1076"/>
        <pc:sldMkLst>
          <pc:docMk/>
          <pc:sldMk cId="986717019" sldId="673"/>
        </pc:sldMkLst>
        <pc:spChg chg="mod">
          <ac:chgData name="John Hu" userId="213e45b8a479442b" providerId="LiveId" clId="{946D34B8-E51B-4071-9FE5-422FE78A873C}" dt="2025-06-10T14:12:53.193" v="640"/>
          <ac:spMkLst>
            <pc:docMk/>
            <pc:sldMk cId="986717019" sldId="673"/>
            <ac:spMk id="2" creationId="{5888EE31-F44C-4034-8407-4C756F65702C}"/>
          </ac:spMkLst>
        </pc:spChg>
        <pc:spChg chg="del mod">
          <ac:chgData name="John Hu" userId="213e45b8a479442b" providerId="LiveId" clId="{946D34B8-E51B-4071-9FE5-422FE78A873C}" dt="2025-06-10T14:19:57.476" v="876" actId="478"/>
          <ac:spMkLst>
            <pc:docMk/>
            <pc:sldMk cId="986717019" sldId="673"/>
            <ac:spMk id="6" creationId="{CB1B6AA4-38C0-40F9-8C61-0B993F4FD5CC}"/>
          </ac:spMkLst>
        </pc:spChg>
        <pc:spChg chg="mod">
          <ac:chgData name="John Hu" userId="213e45b8a479442b" providerId="LiveId" clId="{946D34B8-E51B-4071-9FE5-422FE78A873C}" dt="2025-06-10T14:20:00.730" v="877" actId="1076"/>
          <ac:spMkLst>
            <pc:docMk/>
            <pc:sldMk cId="986717019" sldId="673"/>
            <ac:spMk id="7" creationId="{48EF2B12-1B04-421E-9F2B-7739AA9E09B2}"/>
          </ac:spMkLst>
        </pc:spChg>
        <pc:spChg chg="mod">
          <ac:chgData name="John Hu" userId="213e45b8a479442b" providerId="LiveId" clId="{946D34B8-E51B-4071-9FE5-422FE78A873C}" dt="2025-06-10T14:19:53.739" v="875"/>
          <ac:spMkLst>
            <pc:docMk/>
            <pc:sldMk cId="986717019" sldId="673"/>
            <ac:spMk id="8" creationId="{36177B38-43AB-4398-968B-448F8F0E5F49}"/>
          </ac:spMkLst>
        </pc:spChg>
        <pc:spChg chg="mod">
          <ac:chgData name="John Hu" userId="213e45b8a479442b" providerId="LiveId" clId="{946D34B8-E51B-4071-9FE5-422FE78A873C}" dt="2025-06-10T14:20:03.599" v="878" actId="1076"/>
          <ac:spMkLst>
            <pc:docMk/>
            <pc:sldMk cId="986717019" sldId="673"/>
            <ac:spMk id="9" creationId="{1EC2AC42-7EFD-446C-A383-CF46F250A016}"/>
          </ac:spMkLst>
        </pc:spChg>
      </pc:sldChg>
      <pc:sldChg chg="delSp modSp mod">
        <pc:chgData name="John Hu" userId="213e45b8a479442b" providerId="LiveId" clId="{946D34B8-E51B-4071-9FE5-422FE78A873C}" dt="2025-06-10T14:25:10.918" v="973" actId="1076"/>
        <pc:sldMkLst>
          <pc:docMk/>
          <pc:sldMk cId="3807228436" sldId="674"/>
        </pc:sldMkLst>
        <pc:spChg chg="mod">
          <ac:chgData name="John Hu" userId="213e45b8a479442b" providerId="LiveId" clId="{946D34B8-E51B-4071-9FE5-422FE78A873C}" dt="2025-06-10T14:24:48.742" v="965" actId="20577"/>
          <ac:spMkLst>
            <pc:docMk/>
            <pc:sldMk cId="3807228436" sldId="674"/>
            <ac:spMk id="2" creationId="{5888EE31-F44C-4034-8407-4C756F65702C}"/>
          </ac:spMkLst>
        </pc:spChg>
        <pc:spChg chg="del mod">
          <ac:chgData name="John Hu" userId="213e45b8a479442b" providerId="LiveId" clId="{946D34B8-E51B-4071-9FE5-422FE78A873C}" dt="2025-06-10T14:25:00.743" v="969" actId="478"/>
          <ac:spMkLst>
            <pc:docMk/>
            <pc:sldMk cId="3807228436" sldId="674"/>
            <ac:spMk id="6" creationId="{CB1B6AA4-38C0-40F9-8C61-0B993F4FD5CC}"/>
          </ac:spMkLst>
        </pc:spChg>
        <pc:spChg chg="mod">
          <ac:chgData name="John Hu" userId="213e45b8a479442b" providerId="LiveId" clId="{946D34B8-E51B-4071-9FE5-422FE78A873C}" dt="2025-06-10T14:24:53.902" v="966"/>
          <ac:spMkLst>
            <pc:docMk/>
            <pc:sldMk cId="3807228436" sldId="674"/>
            <ac:spMk id="8" creationId="{36177B38-43AB-4398-968B-448F8F0E5F49}"/>
          </ac:spMkLst>
        </pc:spChg>
        <pc:spChg chg="mod">
          <ac:chgData name="John Hu" userId="213e45b8a479442b" providerId="LiveId" clId="{946D34B8-E51B-4071-9FE5-422FE78A873C}" dt="2025-06-10T14:25:08.115" v="972" actId="1076"/>
          <ac:spMkLst>
            <pc:docMk/>
            <pc:sldMk cId="3807228436" sldId="674"/>
            <ac:spMk id="9" creationId="{65AEB194-241A-4B1D-B3A8-BEEC73D06241}"/>
          </ac:spMkLst>
        </pc:spChg>
        <pc:graphicFrameChg chg="mod">
          <ac:chgData name="John Hu" userId="213e45b8a479442b" providerId="LiveId" clId="{946D34B8-E51B-4071-9FE5-422FE78A873C}" dt="2025-06-10T14:25:10.918" v="973" actId="1076"/>
          <ac:graphicFrameMkLst>
            <pc:docMk/>
            <pc:sldMk cId="3807228436" sldId="674"/>
            <ac:graphicFrameMk id="3" creationId="{87C9E80B-3904-40CE-AF02-87EA9BEF21D3}"/>
          </ac:graphicFrameMkLst>
        </pc:graphicFrameChg>
      </pc:sldChg>
      <pc:sldChg chg="modSp mod">
        <pc:chgData name="John Hu" userId="213e45b8a479442b" providerId="LiveId" clId="{946D34B8-E51B-4071-9FE5-422FE78A873C}" dt="2025-06-10T14:27:32.900" v="1010" actId="1076"/>
        <pc:sldMkLst>
          <pc:docMk/>
          <pc:sldMk cId="2475438638" sldId="675"/>
        </pc:sldMkLst>
        <pc:spChg chg="mod">
          <ac:chgData name="John Hu" userId="213e45b8a479442b" providerId="LiveId" clId="{946D34B8-E51B-4071-9FE5-422FE78A873C}" dt="2025-06-10T14:26:58.397" v="997"/>
          <ac:spMkLst>
            <pc:docMk/>
            <pc:sldMk cId="2475438638" sldId="675"/>
            <ac:spMk id="2" creationId="{5888EE31-F44C-4034-8407-4C756F65702C}"/>
          </ac:spMkLst>
        </pc:spChg>
        <pc:spChg chg="mod">
          <ac:chgData name="John Hu" userId="213e45b8a479442b" providerId="LiveId" clId="{946D34B8-E51B-4071-9FE5-422FE78A873C}" dt="2025-06-10T14:27:32.900" v="1010" actId="1076"/>
          <ac:spMkLst>
            <pc:docMk/>
            <pc:sldMk cId="2475438638" sldId="675"/>
            <ac:spMk id="6" creationId="{CB1B6AA4-38C0-40F9-8C61-0B993F4FD5CC}"/>
          </ac:spMkLst>
        </pc:spChg>
        <pc:spChg chg="mod">
          <ac:chgData name="John Hu" userId="213e45b8a479442b" providerId="LiveId" clId="{946D34B8-E51B-4071-9FE5-422FE78A873C}" dt="2025-06-10T14:27:26.044" v="1009" actId="6549"/>
          <ac:spMkLst>
            <pc:docMk/>
            <pc:sldMk cId="2475438638" sldId="675"/>
            <ac:spMk id="8" creationId="{36177B38-43AB-4398-968B-448F8F0E5F49}"/>
          </ac:spMkLst>
        </pc:spChg>
      </pc:sldChg>
      <pc:sldChg chg="addSp delSp modSp mod">
        <pc:chgData name="John Hu" userId="213e45b8a479442b" providerId="LiveId" clId="{946D34B8-E51B-4071-9FE5-422FE78A873C}" dt="2025-06-10T14:26:39.942" v="996" actId="1076"/>
        <pc:sldMkLst>
          <pc:docMk/>
          <pc:sldMk cId="3371529987" sldId="676"/>
        </pc:sldMkLst>
        <pc:spChg chg="mod">
          <ac:chgData name="John Hu" userId="213e45b8a479442b" providerId="LiveId" clId="{946D34B8-E51B-4071-9FE5-422FE78A873C}" dt="2025-06-10T14:25:59.904" v="982"/>
          <ac:spMkLst>
            <pc:docMk/>
            <pc:sldMk cId="3371529987" sldId="676"/>
            <ac:spMk id="2" creationId="{5888EE31-F44C-4034-8407-4C756F65702C}"/>
          </ac:spMkLst>
        </pc:spChg>
        <pc:spChg chg="mod">
          <ac:chgData name="John Hu" userId="213e45b8a479442b" providerId="LiveId" clId="{946D34B8-E51B-4071-9FE5-422FE78A873C}" dt="2025-06-10T14:26:03.513" v="983"/>
          <ac:spMkLst>
            <pc:docMk/>
            <pc:sldMk cId="3371529987" sldId="676"/>
            <ac:spMk id="8" creationId="{36177B38-43AB-4398-968B-448F8F0E5F49}"/>
          </ac:spMkLst>
        </pc:spChg>
        <pc:spChg chg="mod">
          <ac:chgData name="John Hu" userId="213e45b8a479442b" providerId="LiveId" clId="{946D34B8-E51B-4071-9FE5-422FE78A873C}" dt="2025-06-10T14:26:11.115" v="987" actId="1076"/>
          <ac:spMkLst>
            <pc:docMk/>
            <pc:sldMk cId="3371529987" sldId="676"/>
            <ac:spMk id="32" creationId="{D23430BF-D4D8-48E9-9656-AB87662306DC}"/>
          </ac:spMkLst>
        </pc:spChg>
        <pc:spChg chg="mod">
          <ac:chgData name="John Hu" userId="213e45b8a479442b" providerId="LiveId" clId="{946D34B8-E51B-4071-9FE5-422FE78A873C}" dt="2025-06-10T14:26:36.521" v="995" actId="403"/>
          <ac:spMkLst>
            <pc:docMk/>
            <pc:sldMk cId="3371529987" sldId="676"/>
            <ac:spMk id="36" creationId="{B129A414-E68D-4F97-A55C-22BC206EF8E8}"/>
          </ac:spMkLst>
        </pc:spChg>
        <pc:spChg chg="add del">
          <ac:chgData name="John Hu" userId="213e45b8a479442b" providerId="LiveId" clId="{946D34B8-E51B-4071-9FE5-422FE78A873C}" dt="2025-06-10T14:26:08.552" v="986" actId="478"/>
          <ac:spMkLst>
            <pc:docMk/>
            <pc:sldMk cId="3371529987" sldId="676"/>
            <ac:spMk id="37" creationId="{EFC1B4BD-23E0-4DCB-B1FC-2D31E936D160}"/>
          </ac:spMkLst>
        </pc:spChg>
        <pc:spChg chg="mod">
          <ac:chgData name="John Hu" userId="213e45b8a479442b" providerId="LiveId" clId="{946D34B8-E51B-4071-9FE5-422FE78A873C}" dt="2025-06-10T14:26:39.942" v="996" actId="1076"/>
          <ac:spMkLst>
            <pc:docMk/>
            <pc:sldMk cId="3371529987" sldId="676"/>
            <ac:spMk id="38" creationId="{67C79038-24F7-4F2A-83B1-DF425B1BF5E5}"/>
          </ac:spMkLst>
        </pc:spChg>
        <pc:picChg chg="mod">
          <ac:chgData name="John Hu" userId="213e45b8a479442b" providerId="LiveId" clId="{946D34B8-E51B-4071-9FE5-422FE78A873C}" dt="2025-06-10T14:26:12.756" v="988" actId="1076"/>
          <ac:picMkLst>
            <pc:docMk/>
            <pc:sldMk cId="3371529987" sldId="676"/>
            <ac:picMk id="31" creationId="{6EBD4655-ACEA-449E-90FA-289154522EFD}"/>
          </ac:picMkLst>
        </pc:picChg>
      </pc:sldChg>
      <pc:sldChg chg="modSp mod">
        <pc:chgData name="John Hu" userId="213e45b8a479442b" providerId="LiveId" clId="{946D34B8-E51B-4071-9FE5-422FE78A873C}" dt="2025-06-10T14:27:59.534" v="1014"/>
        <pc:sldMkLst>
          <pc:docMk/>
          <pc:sldMk cId="3630545709" sldId="677"/>
        </pc:sldMkLst>
        <pc:spChg chg="mod">
          <ac:chgData name="John Hu" userId="213e45b8a479442b" providerId="LiveId" clId="{946D34B8-E51B-4071-9FE5-422FE78A873C}" dt="2025-06-10T14:27:59.534" v="1014"/>
          <ac:spMkLst>
            <pc:docMk/>
            <pc:sldMk cId="3630545709" sldId="677"/>
            <ac:spMk id="2" creationId="{5888EE31-F44C-4034-8407-4C756F65702C}"/>
          </ac:spMkLst>
        </pc:spChg>
        <pc:spChg chg="mod">
          <ac:chgData name="John Hu" userId="213e45b8a479442b" providerId="LiveId" clId="{946D34B8-E51B-4071-9FE5-422FE78A873C}" dt="2025-06-10T14:27:36.393" v="1011"/>
          <ac:spMkLst>
            <pc:docMk/>
            <pc:sldMk cId="3630545709" sldId="677"/>
            <ac:spMk id="8" creationId="{36177B38-43AB-4398-968B-448F8F0E5F49}"/>
          </ac:spMkLst>
        </pc:spChg>
        <pc:spChg chg="mod">
          <ac:chgData name="John Hu" userId="213e45b8a479442b" providerId="LiveId" clId="{946D34B8-E51B-4071-9FE5-422FE78A873C}" dt="2025-06-10T14:27:50.369" v="1012" actId="113"/>
          <ac:spMkLst>
            <pc:docMk/>
            <pc:sldMk cId="3630545709" sldId="677"/>
            <ac:spMk id="14" creationId="{8FC5B8A2-CB4A-4980-A6F5-B5625F53320D}"/>
          </ac:spMkLst>
        </pc:spChg>
        <pc:graphicFrameChg chg="mod">
          <ac:chgData name="John Hu" userId="213e45b8a479442b" providerId="LiveId" clId="{946D34B8-E51B-4071-9FE5-422FE78A873C}" dt="2025-06-10T14:27:54.424" v="1013" actId="1076"/>
          <ac:graphicFrameMkLst>
            <pc:docMk/>
            <pc:sldMk cId="3630545709" sldId="677"/>
            <ac:graphicFrameMk id="4" creationId="{B0B32884-1BBE-4E40-A3CB-1C746529A463}"/>
          </ac:graphicFrameMkLst>
        </pc:graphicFrameChg>
      </pc:sldChg>
      <pc:sldChg chg="modSp mod">
        <pc:chgData name="John Hu" userId="213e45b8a479442b" providerId="LiveId" clId="{946D34B8-E51B-4071-9FE5-422FE78A873C}" dt="2025-06-10T14:23:44.540" v="945" actId="113"/>
        <pc:sldMkLst>
          <pc:docMk/>
          <pc:sldMk cId="3797521137" sldId="678"/>
        </pc:sldMkLst>
        <pc:spChg chg="mod">
          <ac:chgData name="John Hu" userId="213e45b8a479442b" providerId="LiveId" clId="{946D34B8-E51B-4071-9FE5-422FE78A873C}" dt="2025-06-10T14:12:55.238" v="641"/>
          <ac:spMkLst>
            <pc:docMk/>
            <pc:sldMk cId="3797521137" sldId="678"/>
            <ac:spMk id="2" creationId="{5888EE31-F44C-4034-8407-4C756F65702C}"/>
          </ac:spMkLst>
        </pc:spChg>
        <pc:spChg chg="mod">
          <ac:chgData name="John Hu" userId="213e45b8a479442b" providerId="LiveId" clId="{946D34B8-E51B-4071-9FE5-422FE78A873C}" dt="2025-06-10T14:20:21.659" v="880" actId="20577"/>
          <ac:spMkLst>
            <pc:docMk/>
            <pc:sldMk cId="3797521137" sldId="678"/>
            <ac:spMk id="6" creationId="{CB1B6AA4-38C0-40F9-8C61-0B993F4FD5CC}"/>
          </ac:spMkLst>
        </pc:spChg>
        <pc:spChg chg="mod">
          <ac:chgData name="John Hu" userId="213e45b8a479442b" providerId="LiveId" clId="{946D34B8-E51B-4071-9FE5-422FE78A873C}" dt="2025-06-10T14:20:11.029" v="879"/>
          <ac:spMkLst>
            <pc:docMk/>
            <pc:sldMk cId="3797521137" sldId="678"/>
            <ac:spMk id="8" creationId="{36177B38-43AB-4398-968B-448F8F0E5F49}"/>
          </ac:spMkLst>
        </pc:spChg>
        <pc:spChg chg="mod">
          <ac:chgData name="John Hu" userId="213e45b8a479442b" providerId="LiveId" clId="{946D34B8-E51B-4071-9FE5-422FE78A873C}" dt="2025-06-10T14:23:44.540" v="945" actId="113"/>
          <ac:spMkLst>
            <pc:docMk/>
            <pc:sldMk cId="3797521137" sldId="678"/>
            <ac:spMk id="10" creationId="{727E30AA-A11E-4292-BFFE-0209949FC03A}"/>
          </ac:spMkLst>
        </pc:spChg>
      </pc:sldChg>
      <pc:sldChg chg="modSp mod">
        <pc:chgData name="John Hu" userId="213e45b8a479442b" providerId="LiveId" clId="{946D34B8-E51B-4071-9FE5-422FE78A873C}" dt="2025-06-10T14:24:21.762" v="953"/>
        <pc:sldMkLst>
          <pc:docMk/>
          <pc:sldMk cId="2300990712" sldId="679"/>
        </pc:sldMkLst>
        <pc:spChg chg="mod">
          <ac:chgData name="John Hu" userId="213e45b8a479442b" providerId="LiveId" clId="{946D34B8-E51B-4071-9FE5-422FE78A873C}" dt="2025-06-10T14:24:21.762" v="953"/>
          <ac:spMkLst>
            <pc:docMk/>
            <pc:sldMk cId="2300990712" sldId="679"/>
            <ac:spMk id="2" creationId="{5888EE31-F44C-4034-8407-4C756F65702C}"/>
          </ac:spMkLst>
        </pc:spChg>
        <pc:spChg chg="mod">
          <ac:chgData name="John Hu" userId="213e45b8a479442b" providerId="LiveId" clId="{946D34B8-E51B-4071-9FE5-422FE78A873C}" dt="2025-06-10T14:20:39.253" v="883" actId="20577"/>
          <ac:spMkLst>
            <pc:docMk/>
            <pc:sldMk cId="2300990712" sldId="679"/>
            <ac:spMk id="6" creationId="{CB1B6AA4-38C0-40F9-8C61-0B993F4FD5CC}"/>
          </ac:spMkLst>
        </pc:spChg>
        <pc:spChg chg="mod">
          <ac:chgData name="John Hu" userId="213e45b8a479442b" providerId="LiveId" clId="{946D34B8-E51B-4071-9FE5-422FE78A873C}" dt="2025-06-10T14:20:36.516" v="882"/>
          <ac:spMkLst>
            <pc:docMk/>
            <pc:sldMk cId="2300990712" sldId="679"/>
            <ac:spMk id="8" creationId="{36177B38-43AB-4398-968B-448F8F0E5F49}"/>
          </ac:spMkLst>
        </pc:spChg>
        <pc:spChg chg="mod">
          <ac:chgData name="John Hu" userId="213e45b8a479442b" providerId="LiveId" clId="{946D34B8-E51B-4071-9FE5-422FE78A873C}" dt="2025-06-10T14:23:41.577" v="943" actId="113"/>
          <ac:spMkLst>
            <pc:docMk/>
            <pc:sldMk cId="2300990712" sldId="679"/>
            <ac:spMk id="10" creationId="{727E30AA-A11E-4292-BFFE-0209949FC03A}"/>
          </ac:spMkLst>
        </pc:spChg>
      </pc:sldChg>
      <pc:sldChg chg="modSp mod">
        <pc:chgData name="John Hu" userId="213e45b8a479442b" providerId="LiveId" clId="{946D34B8-E51B-4071-9FE5-422FE78A873C}" dt="2025-06-10T14:24:23.374" v="954"/>
        <pc:sldMkLst>
          <pc:docMk/>
          <pc:sldMk cId="208481422" sldId="680"/>
        </pc:sldMkLst>
        <pc:spChg chg="mod">
          <ac:chgData name="John Hu" userId="213e45b8a479442b" providerId="LiveId" clId="{946D34B8-E51B-4071-9FE5-422FE78A873C}" dt="2025-06-10T14:24:23.374" v="954"/>
          <ac:spMkLst>
            <pc:docMk/>
            <pc:sldMk cId="208481422" sldId="680"/>
            <ac:spMk id="2" creationId="{5888EE31-F44C-4034-8407-4C756F65702C}"/>
          </ac:spMkLst>
        </pc:spChg>
        <pc:spChg chg="mod">
          <ac:chgData name="John Hu" userId="213e45b8a479442b" providerId="LiveId" clId="{946D34B8-E51B-4071-9FE5-422FE78A873C}" dt="2025-06-10T14:21:01.032" v="890" actId="20577"/>
          <ac:spMkLst>
            <pc:docMk/>
            <pc:sldMk cId="208481422" sldId="680"/>
            <ac:spMk id="6" creationId="{CB1B6AA4-38C0-40F9-8C61-0B993F4FD5CC}"/>
          </ac:spMkLst>
        </pc:spChg>
        <pc:spChg chg="mod">
          <ac:chgData name="John Hu" userId="213e45b8a479442b" providerId="LiveId" clId="{946D34B8-E51B-4071-9FE5-422FE78A873C}" dt="2025-06-10T14:20:58.080" v="889"/>
          <ac:spMkLst>
            <pc:docMk/>
            <pc:sldMk cId="208481422" sldId="680"/>
            <ac:spMk id="8" creationId="{36177B38-43AB-4398-968B-448F8F0E5F49}"/>
          </ac:spMkLst>
        </pc:spChg>
        <pc:spChg chg="mod">
          <ac:chgData name="John Hu" userId="213e45b8a479442b" providerId="LiveId" clId="{946D34B8-E51B-4071-9FE5-422FE78A873C}" dt="2025-06-10T14:21:07.772" v="893" actId="1076"/>
          <ac:spMkLst>
            <pc:docMk/>
            <pc:sldMk cId="208481422" sldId="680"/>
            <ac:spMk id="10" creationId="{727E30AA-A11E-4292-BFFE-0209949FC03A}"/>
          </ac:spMkLst>
        </pc:spChg>
      </pc:sldChg>
      <pc:sldChg chg="modSp mod">
        <pc:chgData name="John Hu" userId="213e45b8a479442b" providerId="LiveId" clId="{946D34B8-E51B-4071-9FE5-422FE78A873C}" dt="2025-06-10T14:24:24.799" v="955"/>
        <pc:sldMkLst>
          <pc:docMk/>
          <pc:sldMk cId="4157800026" sldId="682"/>
        </pc:sldMkLst>
        <pc:spChg chg="mod">
          <ac:chgData name="John Hu" userId="213e45b8a479442b" providerId="LiveId" clId="{946D34B8-E51B-4071-9FE5-422FE78A873C}" dt="2025-06-10T14:24:24.799" v="955"/>
          <ac:spMkLst>
            <pc:docMk/>
            <pc:sldMk cId="4157800026" sldId="682"/>
            <ac:spMk id="2" creationId="{5888EE31-F44C-4034-8407-4C756F65702C}"/>
          </ac:spMkLst>
        </pc:spChg>
        <pc:spChg chg="mod">
          <ac:chgData name="John Hu" userId="213e45b8a479442b" providerId="LiveId" clId="{946D34B8-E51B-4071-9FE5-422FE78A873C}" dt="2025-06-10T14:21:13.053" v="894" actId="6549"/>
          <ac:spMkLst>
            <pc:docMk/>
            <pc:sldMk cId="4157800026" sldId="682"/>
            <ac:spMk id="6" creationId="{CB1B6AA4-38C0-40F9-8C61-0B993F4FD5CC}"/>
          </ac:spMkLst>
        </pc:spChg>
        <pc:spChg chg="mod">
          <ac:chgData name="John Hu" userId="213e45b8a479442b" providerId="LiveId" clId="{946D34B8-E51B-4071-9FE5-422FE78A873C}" dt="2025-06-10T14:23:30.118" v="941" actId="113"/>
          <ac:spMkLst>
            <pc:docMk/>
            <pc:sldMk cId="4157800026" sldId="682"/>
            <ac:spMk id="7" creationId="{DEBD206D-5EFA-432C-A302-AD6DA8F6C5CB}"/>
          </ac:spMkLst>
        </pc:spChg>
        <pc:spChg chg="mod">
          <ac:chgData name="John Hu" userId="213e45b8a479442b" providerId="LiveId" clId="{946D34B8-E51B-4071-9FE5-422FE78A873C}" dt="2025-06-10T14:23:32.166" v="942" actId="113"/>
          <ac:spMkLst>
            <pc:docMk/>
            <pc:sldMk cId="4157800026" sldId="682"/>
            <ac:spMk id="11" creationId="{25F2B0E4-FC7A-4609-9E30-2B194BB6C603}"/>
          </ac:spMkLst>
        </pc:spChg>
      </pc:sldChg>
      <pc:sldChg chg="modSp mod">
        <pc:chgData name="John Hu" userId="213e45b8a479442b" providerId="LiveId" clId="{946D34B8-E51B-4071-9FE5-422FE78A873C}" dt="2025-06-10T14:24:28.035" v="957"/>
        <pc:sldMkLst>
          <pc:docMk/>
          <pc:sldMk cId="2515556319" sldId="683"/>
        </pc:sldMkLst>
        <pc:spChg chg="mod">
          <ac:chgData name="John Hu" userId="213e45b8a479442b" providerId="LiveId" clId="{946D34B8-E51B-4071-9FE5-422FE78A873C}" dt="2025-06-10T14:24:28.035" v="957"/>
          <ac:spMkLst>
            <pc:docMk/>
            <pc:sldMk cId="2515556319" sldId="683"/>
            <ac:spMk id="2" creationId="{5888EE31-F44C-4034-8407-4C756F65702C}"/>
          </ac:spMkLst>
        </pc:spChg>
        <pc:spChg chg="mod">
          <ac:chgData name="John Hu" userId="213e45b8a479442b" providerId="LiveId" clId="{946D34B8-E51B-4071-9FE5-422FE78A873C}" dt="2025-06-10T14:21:50.849" v="907" actId="6549"/>
          <ac:spMkLst>
            <pc:docMk/>
            <pc:sldMk cId="2515556319" sldId="683"/>
            <ac:spMk id="6" creationId="{CB1B6AA4-38C0-40F9-8C61-0B993F4FD5CC}"/>
          </ac:spMkLst>
        </pc:spChg>
        <pc:spChg chg="mod">
          <ac:chgData name="John Hu" userId="213e45b8a479442b" providerId="LiveId" clId="{946D34B8-E51B-4071-9FE5-422FE78A873C}" dt="2025-06-10T14:24:07.430" v="947"/>
          <ac:spMkLst>
            <pc:docMk/>
            <pc:sldMk cId="2515556319" sldId="683"/>
            <ac:spMk id="8" creationId="{36177B38-43AB-4398-968B-448F8F0E5F49}"/>
          </ac:spMkLst>
        </pc:spChg>
        <pc:spChg chg="mod">
          <ac:chgData name="John Hu" userId="213e45b8a479442b" providerId="LiveId" clId="{946D34B8-E51B-4071-9FE5-422FE78A873C}" dt="2025-06-10T14:23:27.513" v="939" actId="113"/>
          <ac:spMkLst>
            <pc:docMk/>
            <pc:sldMk cId="2515556319" sldId="683"/>
            <ac:spMk id="10" creationId="{727E30AA-A11E-4292-BFFE-0209949FC03A}"/>
          </ac:spMkLst>
        </pc:spChg>
      </pc:sldChg>
      <pc:sldChg chg="modSp mod">
        <pc:chgData name="John Hu" userId="213e45b8a479442b" providerId="LiveId" clId="{946D34B8-E51B-4071-9FE5-422FE78A873C}" dt="2025-06-10T14:24:26.765" v="956"/>
        <pc:sldMkLst>
          <pc:docMk/>
          <pc:sldMk cId="710683454" sldId="684"/>
        </pc:sldMkLst>
        <pc:spChg chg="mod">
          <ac:chgData name="John Hu" userId="213e45b8a479442b" providerId="LiveId" clId="{946D34B8-E51B-4071-9FE5-422FE78A873C}" dt="2025-06-10T14:24:26.765" v="956"/>
          <ac:spMkLst>
            <pc:docMk/>
            <pc:sldMk cId="710683454" sldId="684"/>
            <ac:spMk id="2" creationId="{5888EE31-F44C-4034-8407-4C756F65702C}"/>
          </ac:spMkLst>
        </pc:spChg>
        <pc:spChg chg="mod">
          <ac:chgData name="John Hu" userId="213e45b8a479442b" providerId="LiveId" clId="{946D34B8-E51B-4071-9FE5-422FE78A873C}" dt="2025-06-10T14:21:39.925" v="904" actId="6549"/>
          <ac:spMkLst>
            <pc:docMk/>
            <pc:sldMk cId="710683454" sldId="684"/>
            <ac:spMk id="6" creationId="{CB1B6AA4-38C0-40F9-8C61-0B993F4FD5CC}"/>
          </ac:spMkLst>
        </pc:spChg>
        <pc:spChg chg="mod">
          <ac:chgData name="John Hu" userId="213e45b8a479442b" providerId="LiveId" clId="{946D34B8-E51B-4071-9FE5-422FE78A873C}" dt="2025-06-10T14:23:28.827" v="940" actId="113"/>
          <ac:spMkLst>
            <pc:docMk/>
            <pc:sldMk cId="710683454" sldId="684"/>
            <ac:spMk id="7" creationId="{DEBD206D-5EFA-432C-A302-AD6DA8F6C5CB}"/>
          </ac:spMkLst>
        </pc:spChg>
        <pc:spChg chg="mod">
          <ac:chgData name="John Hu" userId="213e45b8a479442b" providerId="LiveId" clId="{946D34B8-E51B-4071-9FE5-422FE78A873C}" dt="2025-06-10T14:24:05.686" v="946"/>
          <ac:spMkLst>
            <pc:docMk/>
            <pc:sldMk cId="710683454" sldId="684"/>
            <ac:spMk id="8" creationId="{36177B38-43AB-4398-968B-448F8F0E5F49}"/>
          </ac:spMkLst>
        </pc:spChg>
      </pc:sldChg>
      <pc:sldChg chg="modSp mod">
        <pc:chgData name="John Hu" userId="213e45b8a479442b" providerId="LiveId" clId="{946D34B8-E51B-4071-9FE5-422FE78A873C}" dt="2025-06-10T14:24:29.450" v="958"/>
        <pc:sldMkLst>
          <pc:docMk/>
          <pc:sldMk cId="1099794216" sldId="685"/>
        </pc:sldMkLst>
        <pc:spChg chg="mod">
          <ac:chgData name="John Hu" userId="213e45b8a479442b" providerId="LiveId" clId="{946D34B8-E51B-4071-9FE5-422FE78A873C}" dt="2025-06-10T14:24:29.450" v="958"/>
          <ac:spMkLst>
            <pc:docMk/>
            <pc:sldMk cId="1099794216" sldId="685"/>
            <ac:spMk id="2" creationId="{5888EE31-F44C-4034-8407-4C756F65702C}"/>
          </ac:spMkLst>
        </pc:spChg>
        <pc:spChg chg="mod">
          <ac:chgData name="John Hu" userId="213e45b8a479442b" providerId="LiveId" clId="{946D34B8-E51B-4071-9FE5-422FE78A873C}" dt="2025-06-10T14:22:09.684" v="912" actId="1076"/>
          <ac:spMkLst>
            <pc:docMk/>
            <pc:sldMk cId="1099794216" sldId="685"/>
            <ac:spMk id="3" creationId="{91C844C0-F5B0-4143-9265-DF47F1F30907}"/>
          </ac:spMkLst>
        </pc:spChg>
        <pc:spChg chg="mod">
          <ac:chgData name="John Hu" userId="213e45b8a479442b" providerId="LiveId" clId="{946D34B8-E51B-4071-9FE5-422FE78A873C}" dt="2025-06-10T14:22:01.259" v="910" actId="20577"/>
          <ac:spMkLst>
            <pc:docMk/>
            <pc:sldMk cId="1099794216" sldId="685"/>
            <ac:spMk id="6" creationId="{CB1B6AA4-38C0-40F9-8C61-0B993F4FD5CC}"/>
          </ac:spMkLst>
        </pc:spChg>
        <pc:spChg chg="mod">
          <ac:chgData name="John Hu" userId="213e45b8a479442b" providerId="LiveId" clId="{946D34B8-E51B-4071-9FE5-422FE78A873C}" dt="2025-06-10T14:23:15.766" v="932" actId="113"/>
          <ac:spMkLst>
            <pc:docMk/>
            <pc:sldMk cId="1099794216" sldId="685"/>
            <ac:spMk id="7" creationId="{DEBD206D-5EFA-432C-A302-AD6DA8F6C5CB}"/>
          </ac:spMkLst>
        </pc:spChg>
        <pc:spChg chg="mod">
          <ac:chgData name="John Hu" userId="213e45b8a479442b" providerId="LiveId" clId="{946D34B8-E51B-4071-9FE5-422FE78A873C}" dt="2025-06-10T14:24:09.193" v="948"/>
          <ac:spMkLst>
            <pc:docMk/>
            <pc:sldMk cId="1099794216" sldId="685"/>
            <ac:spMk id="8" creationId="{36177B38-43AB-4398-968B-448F8F0E5F49}"/>
          </ac:spMkLst>
        </pc:spChg>
      </pc:sldChg>
      <pc:sldChg chg="modSp mod">
        <pc:chgData name="John Hu" userId="213e45b8a479442b" providerId="LiveId" clId="{946D34B8-E51B-4071-9FE5-422FE78A873C}" dt="2025-06-10T14:24:30.861" v="959"/>
        <pc:sldMkLst>
          <pc:docMk/>
          <pc:sldMk cId="3002824332" sldId="686"/>
        </pc:sldMkLst>
        <pc:spChg chg="mod">
          <ac:chgData name="John Hu" userId="213e45b8a479442b" providerId="LiveId" clId="{946D34B8-E51B-4071-9FE5-422FE78A873C}" dt="2025-06-10T14:24:30.861" v="959"/>
          <ac:spMkLst>
            <pc:docMk/>
            <pc:sldMk cId="3002824332" sldId="686"/>
            <ac:spMk id="2" creationId="{5888EE31-F44C-4034-8407-4C756F65702C}"/>
          </ac:spMkLst>
        </pc:spChg>
        <pc:spChg chg="mod">
          <ac:chgData name="John Hu" userId="213e45b8a479442b" providerId="LiveId" clId="{946D34B8-E51B-4071-9FE5-422FE78A873C}" dt="2025-06-10T14:24:12.017" v="951" actId="1076"/>
          <ac:spMkLst>
            <pc:docMk/>
            <pc:sldMk cId="3002824332" sldId="686"/>
            <ac:spMk id="6" creationId="{CB1B6AA4-38C0-40F9-8C61-0B993F4FD5CC}"/>
          </ac:spMkLst>
        </pc:spChg>
        <pc:spChg chg="mod">
          <ac:chgData name="John Hu" userId="213e45b8a479442b" providerId="LiveId" clId="{946D34B8-E51B-4071-9FE5-422FE78A873C}" dt="2025-06-10T14:23:18.160" v="933" actId="113"/>
          <ac:spMkLst>
            <pc:docMk/>
            <pc:sldMk cId="3002824332" sldId="686"/>
            <ac:spMk id="7" creationId="{DEBD206D-5EFA-432C-A302-AD6DA8F6C5CB}"/>
          </ac:spMkLst>
        </pc:spChg>
        <pc:spChg chg="mod">
          <ac:chgData name="John Hu" userId="213e45b8a479442b" providerId="LiveId" clId="{946D34B8-E51B-4071-9FE5-422FE78A873C}" dt="2025-06-10T14:24:12.017" v="951" actId="1076"/>
          <ac:spMkLst>
            <pc:docMk/>
            <pc:sldMk cId="3002824332" sldId="686"/>
            <ac:spMk id="8" creationId="{36177B38-43AB-4398-968B-448F8F0E5F49}"/>
          </ac:spMkLst>
        </pc:spChg>
      </pc:sldChg>
      <pc:sldChg chg="modSp mod">
        <pc:chgData name="John Hu" userId="213e45b8a479442b" providerId="LiveId" clId="{946D34B8-E51B-4071-9FE5-422FE78A873C}" dt="2025-06-10T14:24:32.421" v="960"/>
        <pc:sldMkLst>
          <pc:docMk/>
          <pc:sldMk cId="3888284257" sldId="687"/>
        </pc:sldMkLst>
        <pc:spChg chg="mod">
          <ac:chgData name="John Hu" userId="213e45b8a479442b" providerId="LiveId" clId="{946D34B8-E51B-4071-9FE5-422FE78A873C}" dt="2025-06-10T14:24:32.421" v="960"/>
          <ac:spMkLst>
            <pc:docMk/>
            <pc:sldMk cId="3888284257" sldId="687"/>
            <ac:spMk id="2" creationId="{5888EE31-F44C-4034-8407-4C756F65702C}"/>
          </ac:spMkLst>
        </pc:spChg>
        <pc:spChg chg="mod">
          <ac:chgData name="John Hu" userId="213e45b8a479442b" providerId="LiveId" clId="{946D34B8-E51B-4071-9FE5-422FE78A873C}" dt="2025-06-10T14:22:24.014" v="917" actId="20577"/>
          <ac:spMkLst>
            <pc:docMk/>
            <pc:sldMk cId="3888284257" sldId="687"/>
            <ac:spMk id="6" creationId="{CB1B6AA4-38C0-40F9-8C61-0B993F4FD5CC}"/>
          </ac:spMkLst>
        </pc:spChg>
        <pc:spChg chg="mod">
          <ac:chgData name="John Hu" userId="213e45b8a479442b" providerId="LiveId" clId="{946D34B8-E51B-4071-9FE5-422FE78A873C}" dt="2025-06-10T14:23:20.023" v="934" actId="113"/>
          <ac:spMkLst>
            <pc:docMk/>
            <pc:sldMk cId="3888284257" sldId="687"/>
            <ac:spMk id="7" creationId="{DEBD206D-5EFA-432C-A302-AD6DA8F6C5CB}"/>
          </ac:spMkLst>
        </pc:spChg>
        <pc:spChg chg="mod">
          <ac:chgData name="John Hu" userId="213e45b8a479442b" providerId="LiveId" clId="{946D34B8-E51B-4071-9FE5-422FE78A873C}" dt="2025-06-10T14:24:14.823" v="952"/>
          <ac:spMkLst>
            <pc:docMk/>
            <pc:sldMk cId="3888284257" sldId="687"/>
            <ac:spMk id="8" creationId="{36177B38-43AB-4398-968B-448F8F0E5F49}"/>
          </ac:spMkLst>
        </pc:spChg>
        <pc:spChg chg="mod">
          <ac:chgData name="John Hu" userId="213e45b8a479442b" providerId="LiveId" clId="{946D34B8-E51B-4071-9FE5-422FE78A873C}" dt="2025-06-10T14:23:21.383" v="935" actId="113"/>
          <ac:spMkLst>
            <pc:docMk/>
            <pc:sldMk cId="3888284257" sldId="687"/>
            <ac:spMk id="9" creationId="{C71F4DB2-1C1E-44B7-9855-A2A5E117EA90}"/>
          </ac:spMkLst>
        </pc:spChg>
        <pc:spChg chg="mod">
          <ac:chgData name="John Hu" userId="213e45b8a479442b" providerId="LiveId" clId="{946D34B8-E51B-4071-9FE5-422FE78A873C}" dt="2025-06-10T14:23:22.386" v="936" actId="113"/>
          <ac:spMkLst>
            <pc:docMk/>
            <pc:sldMk cId="3888284257" sldId="687"/>
            <ac:spMk id="10" creationId="{006E47A2-6093-4888-8A6F-A6564A9789CE}"/>
          </ac:spMkLst>
        </pc:spChg>
        <pc:spChg chg="mod">
          <ac:chgData name="John Hu" userId="213e45b8a479442b" providerId="LiveId" clId="{946D34B8-E51B-4071-9FE5-422FE78A873C}" dt="2025-06-10T14:23:23.256" v="937" actId="113"/>
          <ac:spMkLst>
            <pc:docMk/>
            <pc:sldMk cId="3888284257" sldId="687"/>
            <ac:spMk id="11" creationId="{29175D2B-4EDA-4176-AF43-FF8D5963565F}"/>
          </ac:spMkLst>
        </pc:spChg>
        <pc:spChg chg="mod">
          <ac:chgData name="John Hu" userId="213e45b8a479442b" providerId="LiveId" clId="{946D34B8-E51B-4071-9FE5-422FE78A873C}" dt="2025-06-10T14:23:24.251" v="938" actId="113"/>
          <ac:spMkLst>
            <pc:docMk/>
            <pc:sldMk cId="3888284257" sldId="687"/>
            <ac:spMk id="12" creationId="{5349A850-788F-4988-BDA4-2780FEA76365}"/>
          </ac:spMkLst>
        </pc:spChg>
      </pc:sldChg>
      <pc:sldChg chg="delSp modSp add mod">
        <pc:chgData name="John Hu" userId="213e45b8a479442b" providerId="LiveId" clId="{946D34B8-E51B-4071-9FE5-422FE78A873C}" dt="2025-06-10T13:53:28.255" v="170" actId="20577"/>
        <pc:sldMkLst>
          <pc:docMk/>
          <pc:sldMk cId="1755375340" sldId="688"/>
        </pc:sldMkLst>
        <pc:spChg chg="mod">
          <ac:chgData name="John Hu" userId="213e45b8a479442b" providerId="LiveId" clId="{946D34B8-E51B-4071-9FE5-422FE78A873C}" dt="2025-06-10T13:52:30.797" v="158" actId="20577"/>
          <ac:spMkLst>
            <pc:docMk/>
            <pc:sldMk cId="1755375340" sldId="688"/>
            <ac:spMk id="2" creationId="{5888EE31-F44C-4034-8407-4C756F65702C}"/>
          </ac:spMkLst>
        </pc:spChg>
        <pc:spChg chg="mod">
          <ac:chgData name="John Hu" userId="213e45b8a479442b" providerId="LiveId" clId="{946D34B8-E51B-4071-9FE5-422FE78A873C}" dt="2025-06-10T13:53:28.255" v="170" actId="20577"/>
          <ac:spMkLst>
            <pc:docMk/>
            <pc:sldMk cId="1755375340" sldId="688"/>
            <ac:spMk id="3" creationId="{30F0AC51-4500-404D-B030-4FE49D08C651}"/>
          </ac:spMkLst>
        </pc:spChg>
        <pc:spChg chg="del">
          <ac:chgData name="John Hu" userId="213e45b8a479442b" providerId="LiveId" clId="{946D34B8-E51B-4071-9FE5-422FE78A873C}" dt="2025-06-10T13:53:24.497" v="169" actId="478"/>
          <ac:spMkLst>
            <pc:docMk/>
            <pc:sldMk cId="1755375340" sldId="688"/>
            <ac:spMk id="4" creationId="{316D88DD-8397-328E-97EA-F03B4144BFA9}"/>
          </ac:spMkLst>
        </pc:spChg>
        <pc:spChg chg="del">
          <ac:chgData name="John Hu" userId="213e45b8a479442b" providerId="LiveId" clId="{946D34B8-E51B-4071-9FE5-422FE78A873C}" dt="2025-06-10T13:53:22.133" v="168" actId="478"/>
          <ac:spMkLst>
            <pc:docMk/>
            <pc:sldMk cId="1755375340" sldId="688"/>
            <ac:spMk id="5" creationId="{1D1DB04B-4013-4417-8672-E23B01AD4889}"/>
          </ac:spMkLst>
        </pc:spChg>
        <pc:spChg chg="mod">
          <ac:chgData name="John Hu" userId="213e45b8a479442b" providerId="LiveId" clId="{946D34B8-E51B-4071-9FE5-422FE78A873C}" dt="2025-06-10T13:52:50.407" v="161"/>
          <ac:spMkLst>
            <pc:docMk/>
            <pc:sldMk cId="1755375340" sldId="688"/>
            <ac:spMk id="8" creationId="{36177B38-43AB-4398-968B-448F8F0E5F49}"/>
          </ac:spMkLst>
        </pc:spChg>
      </pc:sldChg>
      <pc:sldChg chg="addSp delSp modSp add mod modAnim">
        <pc:chgData name="John Hu" userId="213e45b8a479442b" providerId="LiveId" clId="{946D34B8-E51B-4071-9FE5-422FE78A873C}" dt="2025-06-12T14:03:23.550" v="3718"/>
        <pc:sldMkLst>
          <pc:docMk/>
          <pc:sldMk cId="971321649" sldId="689"/>
        </pc:sldMkLst>
        <pc:spChg chg="add mod">
          <ac:chgData name="John Hu" userId="213e45b8a479442b" providerId="LiveId" clId="{946D34B8-E51B-4071-9FE5-422FE78A873C}" dt="2025-06-10T14:00:39.975" v="361" actId="403"/>
          <ac:spMkLst>
            <pc:docMk/>
            <pc:sldMk cId="971321649" sldId="689"/>
            <ac:spMk id="3" creationId="{127F1668-6333-B6C5-7E09-F6E84CBFC333}"/>
          </ac:spMkLst>
        </pc:spChg>
        <pc:spChg chg="mod">
          <ac:chgData name="John Hu" userId="213e45b8a479442b" providerId="LiveId" clId="{946D34B8-E51B-4071-9FE5-422FE78A873C}" dt="2025-06-12T14:03:23.550" v="3718"/>
          <ac:spMkLst>
            <pc:docMk/>
            <pc:sldMk cId="971321649" sldId="689"/>
            <ac:spMk id="8" creationId="{36177B38-43AB-4398-968B-448F8F0E5F49}"/>
          </ac:spMkLst>
        </pc:spChg>
        <pc:spChg chg="del">
          <ac:chgData name="John Hu" userId="213e45b8a479442b" providerId="LiveId" clId="{946D34B8-E51B-4071-9FE5-422FE78A873C}" dt="2025-06-10T13:55:50.979" v="207" actId="478"/>
          <ac:spMkLst>
            <pc:docMk/>
            <pc:sldMk cId="971321649" sldId="689"/>
            <ac:spMk id="10" creationId="{00B134FD-CC68-4103-9DF2-AA2CDF00EA5A}"/>
          </ac:spMkLst>
        </pc:spChg>
        <pc:spChg chg="del">
          <ac:chgData name="John Hu" userId="213e45b8a479442b" providerId="LiveId" clId="{946D34B8-E51B-4071-9FE5-422FE78A873C}" dt="2025-06-10T13:55:50.979" v="207" actId="478"/>
          <ac:spMkLst>
            <pc:docMk/>
            <pc:sldMk cId="971321649" sldId="689"/>
            <ac:spMk id="13" creationId="{00226B0F-8D5B-40FD-835A-2F052BAD181E}"/>
          </ac:spMkLst>
        </pc:spChg>
        <pc:picChg chg="add mod">
          <ac:chgData name="John Hu" userId="213e45b8a479442b" providerId="LiveId" clId="{946D34B8-E51B-4071-9FE5-422FE78A873C}" dt="2025-06-12T13:59:22.966" v="3686" actId="1076"/>
          <ac:picMkLst>
            <pc:docMk/>
            <pc:sldMk cId="971321649" sldId="689"/>
            <ac:picMk id="4" creationId="{0FAC7BA7-EC0B-1AB5-DBE0-23A3E2929E85}"/>
          </ac:picMkLst>
        </pc:picChg>
      </pc:sldChg>
      <pc:sldChg chg="addSp delSp modSp add mod delAnim">
        <pc:chgData name="John Hu" userId="213e45b8a479442b" providerId="LiveId" clId="{946D34B8-E51B-4071-9FE5-422FE78A873C}" dt="2025-06-12T14:03:21.018" v="3717"/>
        <pc:sldMkLst>
          <pc:docMk/>
          <pc:sldMk cId="1689198205" sldId="690"/>
        </pc:sldMkLst>
        <pc:spChg chg="mod">
          <ac:chgData name="John Hu" userId="213e45b8a479442b" providerId="LiveId" clId="{946D34B8-E51B-4071-9FE5-422FE78A873C}" dt="2025-06-10T14:00:36.380" v="360" actId="403"/>
          <ac:spMkLst>
            <pc:docMk/>
            <pc:sldMk cId="1689198205" sldId="690"/>
            <ac:spMk id="3" creationId="{127F1668-6333-B6C5-7E09-F6E84CBFC333}"/>
          </ac:spMkLst>
        </pc:spChg>
        <pc:spChg chg="add mod">
          <ac:chgData name="John Hu" userId="213e45b8a479442b" providerId="LiveId" clId="{946D34B8-E51B-4071-9FE5-422FE78A873C}" dt="2025-06-10T13:59:47.424" v="349" actId="1076"/>
          <ac:spMkLst>
            <pc:docMk/>
            <pc:sldMk cId="1689198205" sldId="690"/>
            <ac:spMk id="5" creationId="{3867DDD4-52EC-17CC-2756-DBC4A6F6F0DD}"/>
          </ac:spMkLst>
        </pc:spChg>
        <pc:spChg chg="add mod">
          <ac:chgData name="John Hu" userId="213e45b8a479442b" providerId="LiveId" clId="{946D34B8-E51B-4071-9FE5-422FE78A873C}" dt="2025-06-10T13:59:50.999" v="350" actId="1076"/>
          <ac:spMkLst>
            <pc:docMk/>
            <pc:sldMk cId="1689198205" sldId="690"/>
            <ac:spMk id="6" creationId="{15A3658C-5A20-45A9-6E34-435F5FBD46F0}"/>
          </ac:spMkLst>
        </pc:spChg>
        <pc:spChg chg="add mod">
          <ac:chgData name="John Hu" userId="213e45b8a479442b" providerId="LiveId" clId="{946D34B8-E51B-4071-9FE5-422FE78A873C}" dt="2025-06-10T13:57:52.677" v="260" actId="1076"/>
          <ac:spMkLst>
            <pc:docMk/>
            <pc:sldMk cId="1689198205" sldId="690"/>
            <ac:spMk id="7" creationId="{35553C08-2650-9504-239C-586748299B5E}"/>
          </ac:spMkLst>
        </pc:spChg>
        <pc:spChg chg="mod">
          <ac:chgData name="John Hu" userId="213e45b8a479442b" providerId="LiveId" clId="{946D34B8-E51B-4071-9FE5-422FE78A873C}" dt="2025-06-12T14:03:21.018" v="3717"/>
          <ac:spMkLst>
            <pc:docMk/>
            <pc:sldMk cId="1689198205" sldId="690"/>
            <ac:spMk id="8" creationId="{36177B38-43AB-4398-968B-448F8F0E5F49}"/>
          </ac:spMkLst>
        </pc:spChg>
        <pc:picChg chg="del">
          <ac:chgData name="John Hu" userId="213e45b8a479442b" providerId="LiveId" clId="{946D34B8-E51B-4071-9FE5-422FE78A873C}" dt="2025-06-10T13:57:44.856" v="257" actId="478"/>
          <ac:picMkLst>
            <pc:docMk/>
            <pc:sldMk cId="1689198205" sldId="690"/>
            <ac:picMk id="4" creationId="{0FAC7BA7-EC0B-1AB5-DBE0-23A3E2929E85}"/>
          </ac:picMkLst>
        </pc:picChg>
      </pc:sldChg>
      <pc:sldChg chg="addSp delSp modSp add mod">
        <pc:chgData name="John Hu" userId="213e45b8a479442b" providerId="LiveId" clId="{946D34B8-E51B-4071-9FE5-422FE78A873C}" dt="2025-06-12T14:03:18.979" v="3716"/>
        <pc:sldMkLst>
          <pc:docMk/>
          <pc:sldMk cId="368574432" sldId="691"/>
        </pc:sldMkLst>
        <pc:spChg chg="mod">
          <ac:chgData name="John Hu" userId="213e45b8a479442b" providerId="LiveId" clId="{946D34B8-E51B-4071-9FE5-422FE78A873C}" dt="2025-06-10T14:00:32.909" v="359" actId="403"/>
          <ac:spMkLst>
            <pc:docMk/>
            <pc:sldMk cId="368574432" sldId="691"/>
            <ac:spMk id="3" creationId="{127F1668-6333-B6C5-7E09-F6E84CBFC333}"/>
          </ac:spMkLst>
        </pc:spChg>
        <pc:spChg chg="add mod">
          <ac:chgData name="John Hu" userId="213e45b8a479442b" providerId="LiveId" clId="{946D34B8-E51B-4071-9FE5-422FE78A873C}" dt="2025-06-10T14:00:16.937" v="355" actId="1076"/>
          <ac:spMkLst>
            <pc:docMk/>
            <pc:sldMk cId="368574432" sldId="691"/>
            <ac:spMk id="4" creationId="{D474EF22-79F7-6EC7-4717-4F9D59DD234E}"/>
          </ac:spMkLst>
        </pc:spChg>
        <pc:spChg chg="del">
          <ac:chgData name="John Hu" userId="213e45b8a479442b" providerId="LiveId" clId="{946D34B8-E51B-4071-9FE5-422FE78A873C}" dt="2025-06-10T14:00:07.669" v="353" actId="478"/>
          <ac:spMkLst>
            <pc:docMk/>
            <pc:sldMk cId="368574432" sldId="691"/>
            <ac:spMk id="5" creationId="{3867DDD4-52EC-17CC-2756-DBC4A6F6F0DD}"/>
          </ac:spMkLst>
        </pc:spChg>
        <pc:spChg chg="del">
          <ac:chgData name="John Hu" userId="213e45b8a479442b" providerId="LiveId" clId="{946D34B8-E51B-4071-9FE5-422FE78A873C}" dt="2025-06-10T14:00:07.669" v="353" actId="478"/>
          <ac:spMkLst>
            <pc:docMk/>
            <pc:sldMk cId="368574432" sldId="691"/>
            <ac:spMk id="6" creationId="{15A3658C-5A20-45A9-6E34-435F5FBD46F0}"/>
          </ac:spMkLst>
        </pc:spChg>
        <pc:spChg chg="del">
          <ac:chgData name="John Hu" userId="213e45b8a479442b" providerId="LiveId" clId="{946D34B8-E51B-4071-9FE5-422FE78A873C}" dt="2025-06-10T14:00:07.669" v="353" actId="478"/>
          <ac:spMkLst>
            <pc:docMk/>
            <pc:sldMk cId="368574432" sldId="691"/>
            <ac:spMk id="7" creationId="{35553C08-2650-9504-239C-586748299B5E}"/>
          </ac:spMkLst>
        </pc:spChg>
        <pc:spChg chg="mod">
          <ac:chgData name="John Hu" userId="213e45b8a479442b" providerId="LiveId" clId="{946D34B8-E51B-4071-9FE5-422FE78A873C}" dt="2025-06-12T14:03:18.979" v="3716"/>
          <ac:spMkLst>
            <pc:docMk/>
            <pc:sldMk cId="368574432" sldId="691"/>
            <ac:spMk id="8" creationId="{36177B38-43AB-4398-968B-448F8F0E5F49}"/>
          </ac:spMkLst>
        </pc:spChg>
        <pc:spChg chg="add mod">
          <ac:chgData name="John Hu" userId="213e45b8a479442b" providerId="LiveId" clId="{946D34B8-E51B-4071-9FE5-422FE78A873C}" dt="2025-06-12T14:00:19.386" v="3700" actId="113"/>
          <ac:spMkLst>
            <pc:docMk/>
            <pc:sldMk cId="368574432" sldId="691"/>
            <ac:spMk id="9" creationId="{B9B96CC2-80CD-A90E-D270-9EDD288A37DD}"/>
          </ac:spMkLst>
        </pc:spChg>
      </pc:sldChg>
      <pc:sldChg chg="addSp delSp modSp add mod modAnim">
        <pc:chgData name="John Hu" userId="213e45b8a479442b" providerId="LiveId" clId="{946D34B8-E51B-4071-9FE5-422FE78A873C}" dt="2025-06-12T14:03:16.902" v="3715"/>
        <pc:sldMkLst>
          <pc:docMk/>
          <pc:sldMk cId="60731115" sldId="692"/>
        </pc:sldMkLst>
        <pc:spChg chg="del">
          <ac:chgData name="John Hu" userId="213e45b8a479442b" providerId="LiveId" clId="{946D34B8-E51B-4071-9FE5-422FE78A873C}" dt="2025-06-10T14:01:07.574" v="365" actId="478"/>
          <ac:spMkLst>
            <pc:docMk/>
            <pc:sldMk cId="60731115" sldId="692"/>
            <ac:spMk id="3" creationId="{127F1668-6333-B6C5-7E09-F6E84CBFC333}"/>
          </ac:spMkLst>
        </pc:spChg>
        <pc:spChg chg="del">
          <ac:chgData name="John Hu" userId="213e45b8a479442b" providerId="LiveId" clId="{946D34B8-E51B-4071-9FE5-422FE78A873C}" dt="2025-06-10T14:01:11.353" v="367" actId="478"/>
          <ac:spMkLst>
            <pc:docMk/>
            <pc:sldMk cId="60731115" sldId="692"/>
            <ac:spMk id="4" creationId="{D474EF22-79F7-6EC7-4717-4F9D59DD234E}"/>
          </ac:spMkLst>
        </pc:spChg>
        <pc:spChg chg="add mod">
          <ac:chgData name="John Hu" userId="213e45b8a479442b" providerId="LiveId" clId="{946D34B8-E51B-4071-9FE5-422FE78A873C}" dt="2025-06-10T14:02:31.446" v="391" actId="1076"/>
          <ac:spMkLst>
            <pc:docMk/>
            <pc:sldMk cId="60731115" sldId="692"/>
            <ac:spMk id="5" creationId="{ADCD7DA6-9B15-4A31-3A4A-86C575809D04}"/>
          </ac:spMkLst>
        </pc:spChg>
        <pc:spChg chg="add del">
          <ac:chgData name="John Hu" userId="213e45b8a479442b" providerId="LiveId" clId="{946D34B8-E51B-4071-9FE5-422FE78A873C}" dt="2025-06-10T14:01:42.816" v="380" actId="22"/>
          <ac:spMkLst>
            <pc:docMk/>
            <pc:sldMk cId="60731115" sldId="692"/>
            <ac:spMk id="7" creationId="{5BD3910C-8198-B673-50F4-4112FEE4A682}"/>
          </ac:spMkLst>
        </pc:spChg>
        <pc:spChg chg="mod">
          <ac:chgData name="John Hu" userId="213e45b8a479442b" providerId="LiveId" clId="{946D34B8-E51B-4071-9FE5-422FE78A873C}" dt="2025-06-12T14:03:16.902" v="3715"/>
          <ac:spMkLst>
            <pc:docMk/>
            <pc:sldMk cId="60731115" sldId="692"/>
            <ac:spMk id="8" creationId="{36177B38-43AB-4398-968B-448F8F0E5F49}"/>
          </ac:spMkLst>
        </pc:spChg>
        <pc:spChg chg="del">
          <ac:chgData name="John Hu" userId="213e45b8a479442b" providerId="LiveId" clId="{946D34B8-E51B-4071-9FE5-422FE78A873C}" dt="2025-06-10T14:01:09.343" v="366" actId="478"/>
          <ac:spMkLst>
            <pc:docMk/>
            <pc:sldMk cId="60731115" sldId="692"/>
            <ac:spMk id="9" creationId="{B9B96CC2-80CD-A90E-D270-9EDD288A37DD}"/>
          </ac:spMkLst>
        </pc:spChg>
        <pc:spChg chg="add mod">
          <ac:chgData name="John Hu" userId="213e45b8a479442b" providerId="LiveId" clId="{946D34B8-E51B-4071-9FE5-422FE78A873C}" dt="2025-06-10T14:02:25.795" v="388" actId="1076"/>
          <ac:spMkLst>
            <pc:docMk/>
            <pc:sldMk cId="60731115" sldId="692"/>
            <ac:spMk id="10" creationId="{7D120995-C7EC-062F-2CD6-B35EB9773608}"/>
          </ac:spMkLst>
        </pc:spChg>
        <pc:spChg chg="add mod">
          <ac:chgData name="John Hu" userId="213e45b8a479442b" providerId="LiveId" clId="{946D34B8-E51B-4071-9FE5-422FE78A873C}" dt="2025-06-10T14:02:44.462" v="404" actId="20577"/>
          <ac:spMkLst>
            <pc:docMk/>
            <pc:sldMk cId="60731115" sldId="692"/>
            <ac:spMk id="11" creationId="{94820E93-D032-43E9-DAF8-D1E49816440A}"/>
          </ac:spMkLst>
        </pc:spChg>
      </pc:sldChg>
      <pc:sldChg chg="addSp delSp modSp add del mod modAnim">
        <pc:chgData name="John Hu" userId="213e45b8a479442b" providerId="LiveId" clId="{946D34B8-E51B-4071-9FE5-422FE78A873C}" dt="2025-06-12T14:03:14.809" v="3714"/>
        <pc:sldMkLst>
          <pc:docMk/>
          <pc:sldMk cId="1320412039" sldId="693"/>
        </pc:sldMkLst>
        <pc:spChg chg="add mod">
          <ac:chgData name="John Hu" userId="213e45b8a479442b" providerId="LiveId" clId="{946D34B8-E51B-4071-9FE5-422FE78A873C}" dt="2025-06-10T14:04:28.960" v="434" actId="1076"/>
          <ac:spMkLst>
            <pc:docMk/>
            <pc:sldMk cId="1320412039" sldId="693"/>
            <ac:spMk id="3" creationId="{3AB87D1C-0E9E-1D4A-EF87-B4C18C852988}"/>
          </ac:spMkLst>
        </pc:spChg>
        <pc:spChg chg="add mod">
          <ac:chgData name="John Hu" userId="213e45b8a479442b" providerId="LiveId" clId="{946D34B8-E51B-4071-9FE5-422FE78A873C}" dt="2025-06-10T14:03:41.826" v="422" actId="6549"/>
          <ac:spMkLst>
            <pc:docMk/>
            <pc:sldMk cId="1320412039" sldId="693"/>
            <ac:spMk id="4" creationId="{FE138F83-A5A1-D879-1C86-519416EAF4A1}"/>
          </ac:spMkLst>
        </pc:spChg>
        <pc:spChg chg="del">
          <ac:chgData name="John Hu" userId="213e45b8a479442b" providerId="LiveId" clId="{946D34B8-E51B-4071-9FE5-422FE78A873C}" dt="2025-06-10T14:01:29.556" v="372" actId="478"/>
          <ac:spMkLst>
            <pc:docMk/>
            <pc:sldMk cId="1320412039" sldId="693"/>
            <ac:spMk id="5" creationId="{ADCD7DA6-9B15-4A31-3A4A-86C575809D04}"/>
          </ac:spMkLst>
        </pc:spChg>
        <pc:spChg chg="mod">
          <ac:chgData name="John Hu" userId="213e45b8a479442b" providerId="LiveId" clId="{946D34B8-E51B-4071-9FE5-422FE78A873C}" dt="2025-06-12T14:03:14.809" v="3714"/>
          <ac:spMkLst>
            <pc:docMk/>
            <pc:sldMk cId="1320412039" sldId="693"/>
            <ac:spMk id="8" creationId="{36177B38-43AB-4398-968B-448F8F0E5F49}"/>
          </ac:spMkLst>
        </pc:spChg>
      </pc:sldChg>
      <pc:sldChg chg="addSp delSp modSp add mod">
        <pc:chgData name="John Hu" userId="213e45b8a479442b" providerId="LiveId" clId="{946D34B8-E51B-4071-9FE5-422FE78A873C}" dt="2025-06-12T14:03:12.903" v="3713"/>
        <pc:sldMkLst>
          <pc:docMk/>
          <pc:sldMk cId="267012203" sldId="694"/>
        </pc:sldMkLst>
        <pc:spChg chg="del">
          <ac:chgData name="John Hu" userId="213e45b8a479442b" providerId="LiveId" clId="{946D34B8-E51B-4071-9FE5-422FE78A873C}" dt="2025-06-10T14:03:55.147" v="424" actId="478"/>
          <ac:spMkLst>
            <pc:docMk/>
            <pc:sldMk cId="267012203" sldId="694"/>
            <ac:spMk id="3" creationId="{3AB87D1C-0E9E-1D4A-EF87-B4C18C852988}"/>
          </ac:spMkLst>
        </pc:spChg>
        <pc:spChg chg="add del mod">
          <ac:chgData name="John Hu" userId="213e45b8a479442b" providerId="LiveId" clId="{946D34B8-E51B-4071-9FE5-422FE78A873C}" dt="2025-06-10T14:04:16.040" v="429" actId="478"/>
          <ac:spMkLst>
            <pc:docMk/>
            <pc:sldMk cId="267012203" sldId="694"/>
            <ac:spMk id="5" creationId="{84F9C6B2-DEE7-758A-1453-CA673375F2BB}"/>
          </ac:spMkLst>
        </pc:spChg>
        <pc:spChg chg="add mod">
          <ac:chgData name="John Hu" userId="213e45b8a479442b" providerId="LiveId" clId="{946D34B8-E51B-4071-9FE5-422FE78A873C}" dt="2025-06-10T14:04:21.640" v="432" actId="207"/>
          <ac:spMkLst>
            <pc:docMk/>
            <pc:sldMk cId="267012203" sldId="694"/>
            <ac:spMk id="6" creationId="{AC244963-6C92-9249-F80A-9F1AE5AE927A}"/>
          </ac:spMkLst>
        </pc:spChg>
        <pc:spChg chg="mod">
          <ac:chgData name="John Hu" userId="213e45b8a479442b" providerId="LiveId" clId="{946D34B8-E51B-4071-9FE5-422FE78A873C}" dt="2025-06-12T14:03:12.903" v="3713"/>
          <ac:spMkLst>
            <pc:docMk/>
            <pc:sldMk cId="267012203" sldId="694"/>
            <ac:spMk id="8" creationId="{36177B38-43AB-4398-968B-448F8F0E5F49}"/>
          </ac:spMkLst>
        </pc:spChg>
      </pc:sldChg>
      <pc:sldChg chg="addSp delSp modSp add mod">
        <pc:chgData name="John Hu" userId="213e45b8a479442b" providerId="LiveId" clId="{946D34B8-E51B-4071-9FE5-422FE78A873C}" dt="2025-06-12T14:03:10.573" v="3712"/>
        <pc:sldMkLst>
          <pc:docMk/>
          <pc:sldMk cId="4156096085" sldId="695"/>
        </pc:sldMkLst>
        <pc:spChg chg="add mod">
          <ac:chgData name="John Hu" userId="213e45b8a479442b" providerId="LiveId" clId="{946D34B8-E51B-4071-9FE5-422FE78A873C}" dt="2025-06-10T14:04:48.835" v="441" actId="207"/>
          <ac:spMkLst>
            <pc:docMk/>
            <pc:sldMk cId="4156096085" sldId="695"/>
            <ac:spMk id="3" creationId="{8142C015-B100-A557-3B7E-C282338D57B4}"/>
          </ac:spMkLst>
        </pc:spChg>
        <pc:spChg chg="del">
          <ac:chgData name="John Hu" userId="213e45b8a479442b" providerId="LiveId" clId="{946D34B8-E51B-4071-9FE5-422FE78A873C}" dt="2025-06-10T14:04:42.025" v="438" actId="478"/>
          <ac:spMkLst>
            <pc:docMk/>
            <pc:sldMk cId="4156096085" sldId="695"/>
            <ac:spMk id="6" creationId="{AC244963-6C92-9249-F80A-9F1AE5AE927A}"/>
          </ac:spMkLst>
        </pc:spChg>
        <pc:spChg chg="mod">
          <ac:chgData name="John Hu" userId="213e45b8a479442b" providerId="LiveId" clId="{946D34B8-E51B-4071-9FE5-422FE78A873C}" dt="2025-06-12T14:03:10.573" v="3712"/>
          <ac:spMkLst>
            <pc:docMk/>
            <pc:sldMk cId="4156096085" sldId="695"/>
            <ac:spMk id="8" creationId="{36177B38-43AB-4398-968B-448F8F0E5F49}"/>
          </ac:spMkLst>
        </pc:spChg>
      </pc:sldChg>
      <pc:sldChg chg="modSp add mod">
        <pc:chgData name="John Hu" userId="213e45b8a479442b" providerId="LiveId" clId="{946D34B8-E51B-4071-9FE5-422FE78A873C}" dt="2025-06-12T14:03:08.681" v="3711"/>
        <pc:sldMkLst>
          <pc:docMk/>
          <pc:sldMk cId="500155321" sldId="696"/>
        </pc:sldMkLst>
        <pc:spChg chg="mod">
          <ac:chgData name="John Hu" userId="213e45b8a479442b" providerId="LiveId" clId="{946D34B8-E51B-4071-9FE5-422FE78A873C}" dt="2025-06-12T13:59:50.651" v="3689" actId="20577"/>
          <ac:spMkLst>
            <pc:docMk/>
            <pc:sldMk cId="500155321" sldId="696"/>
            <ac:spMk id="3" creationId="{8142C015-B100-A557-3B7E-C282338D57B4}"/>
          </ac:spMkLst>
        </pc:spChg>
        <pc:spChg chg="mod">
          <ac:chgData name="John Hu" userId="213e45b8a479442b" providerId="LiveId" clId="{946D34B8-E51B-4071-9FE5-422FE78A873C}" dt="2025-06-12T14:03:08.681" v="3711"/>
          <ac:spMkLst>
            <pc:docMk/>
            <pc:sldMk cId="500155321" sldId="696"/>
            <ac:spMk id="8" creationId="{36177B38-43AB-4398-968B-448F8F0E5F49}"/>
          </ac:spMkLst>
        </pc:spChg>
      </pc:sldChg>
      <pc:sldChg chg="modSp add mod">
        <pc:chgData name="John Hu" userId="213e45b8a479442b" providerId="LiveId" clId="{946D34B8-E51B-4071-9FE5-422FE78A873C}" dt="2025-06-12T14:03:06.457" v="3710"/>
        <pc:sldMkLst>
          <pc:docMk/>
          <pc:sldMk cId="4041917550" sldId="697"/>
        </pc:sldMkLst>
        <pc:spChg chg="mod">
          <ac:chgData name="John Hu" userId="213e45b8a479442b" providerId="LiveId" clId="{946D34B8-E51B-4071-9FE5-422FE78A873C}" dt="2025-06-12T13:59:53.932" v="3697" actId="20577"/>
          <ac:spMkLst>
            <pc:docMk/>
            <pc:sldMk cId="4041917550" sldId="697"/>
            <ac:spMk id="3" creationId="{8142C015-B100-A557-3B7E-C282338D57B4}"/>
          </ac:spMkLst>
        </pc:spChg>
        <pc:spChg chg="mod">
          <ac:chgData name="John Hu" userId="213e45b8a479442b" providerId="LiveId" clId="{946D34B8-E51B-4071-9FE5-422FE78A873C}" dt="2025-06-12T14:03:06.457" v="3710"/>
          <ac:spMkLst>
            <pc:docMk/>
            <pc:sldMk cId="4041917550" sldId="697"/>
            <ac:spMk id="8" creationId="{36177B38-43AB-4398-968B-448F8F0E5F49}"/>
          </ac:spMkLst>
        </pc:spChg>
      </pc:sldChg>
      <pc:sldChg chg="addSp delSp modSp add mod modAnim">
        <pc:chgData name="John Hu" userId="213e45b8a479442b" providerId="LiveId" clId="{946D34B8-E51B-4071-9FE5-422FE78A873C}" dt="2025-06-12T14:03:03.871" v="3709"/>
        <pc:sldMkLst>
          <pc:docMk/>
          <pc:sldMk cId="2993556470" sldId="698"/>
        </pc:sldMkLst>
        <pc:spChg chg="del">
          <ac:chgData name="John Hu" userId="213e45b8a479442b" providerId="LiveId" clId="{946D34B8-E51B-4071-9FE5-422FE78A873C}" dt="2025-06-10T14:06:03.601" v="457" actId="478"/>
          <ac:spMkLst>
            <pc:docMk/>
            <pc:sldMk cId="2993556470" sldId="698"/>
            <ac:spMk id="3" creationId="{8142C015-B100-A557-3B7E-C282338D57B4}"/>
          </ac:spMkLst>
        </pc:spChg>
        <pc:spChg chg="mod">
          <ac:chgData name="John Hu" userId="213e45b8a479442b" providerId="LiveId" clId="{946D34B8-E51B-4071-9FE5-422FE78A873C}" dt="2025-06-10T14:06:29.399" v="474" actId="20577"/>
          <ac:spMkLst>
            <pc:docMk/>
            <pc:sldMk cId="2993556470" sldId="698"/>
            <ac:spMk id="4" creationId="{FE138F83-A5A1-D879-1C86-519416EAF4A1}"/>
          </ac:spMkLst>
        </pc:spChg>
        <pc:spChg chg="add mod">
          <ac:chgData name="John Hu" userId="213e45b8a479442b" providerId="LiveId" clId="{946D34B8-E51B-4071-9FE5-422FE78A873C}" dt="2025-06-10T14:06:06.669" v="459" actId="1076"/>
          <ac:spMkLst>
            <pc:docMk/>
            <pc:sldMk cId="2993556470" sldId="698"/>
            <ac:spMk id="5" creationId="{38455012-ADE3-5C13-0B45-E516301AD910}"/>
          </ac:spMkLst>
        </pc:spChg>
        <pc:spChg chg="mod">
          <ac:chgData name="John Hu" userId="213e45b8a479442b" providerId="LiveId" clId="{946D34B8-E51B-4071-9FE5-422FE78A873C}" dt="2025-06-12T14:03:03.871" v="3709"/>
          <ac:spMkLst>
            <pc:docMk/>
            <pc:sldMk cId="2993556470" sldId="698"/>
            <ac:spMk id="8" creationId="{36177B38-43AB-4398-968B-448F8F0E5F49}"/>
          </ac:spMkLst>
        </pc:spChg>
      </pc:sldChg>
      <pc:sldChg chg="addSp delSp modSp add mod">
        <pc:chgData name="John Hu" userId="213e45b8a479442b" providerId="LiveId" clId="{946D34B8-E51B-4071-9FE5-422FE78A873C}" dt="2025-06-12T14:03:01.928" v="3708"/>
        <pc:sldMkLst>
          <pc:docMk/>
          <pc:sldMk cId="1098834369" sldId="699"/>
        </pc:sldMkLst>
        <pc:spChg chg="del">
          <ac:chgData name="John Hu" userId="213e45b8a479442b" providerId="LiveId" clId="{946D34B8-E51B-4071-9FE5-422FE78A873C}" dt="2025-06-10T14:06:58.456" v="479" actId="478"/>
          <ac:spMkLst>
            <pc:docMk/>
            <pc:sldMk cId="1098834369" sldId="699"/>
            <ac:spMk id="5" creationId="{38455012-ADE3-5C13-0B45-E516301AD910}"/>
          </ac:spMkLst>
        </pc:spChg>
        <pc:spChg chg="add mod">
          <ac:chgData name="John Hu" userId="213e45b8a479442b" providerId="LiveId" clId="{946D34B8-E51B-4071-9FE5-422FE78A873C}" dt="2025-06-10T14:07:03.810" v="480" actId="1076"/>
          <ac:spMkLst>
            <pc:docMk/>
            <pc:sldMk cId="1098834369" sldId="699"/>
            <ac:spMk id="6" creationId="{03E9FDA7-3851-F3BC-D622-8CFC7468F738}"/>
          </ac:spMkLst>
        </pc:spChg>
        <pc:spChg chg="mod">
          <ac:chgData name="John Hu" userId="213e45b8a479442b" providerId="LiveId" clId="{946D34B8-E51B-4071-9FE5-422FE78A873C}" dt="2025-06-12T14:03:01.928" v="3708"/>
          <ac:spMkLst>
            <pc:docMk/>
            <pc:sldMk cId="1098834369" sldId="699"/>
            <ac:spMk id="8" creationId="{36177B38-43AB-4398-968B-448F8F0E5F49}"/>
          </ac:spMkLst>
        </pc:spChg>
        <pc:graphicFrameChg chg="add mod">
          <ac:chgData name="John Hu" userId="213e45b8a479442b" providerId="LiveId" clId="{946D34B8-E51B-4071-9FE5-422FE78A873C}" dt="2025-06-10T14:07:03.810" v="480" actId="1076"/>
          <ac:graphicFrameMkLst>
            <pc:docMk/>
            <pc:sldMk cId="1098834369" sldId="699"/>
            <ac:graphicFrameMk id="3" creationId="{7B14D50B-B5B5-A325-74F8-F24023CB44DC}"/>
          </ac:graphicFrameMkLst>
        </pc:graphicFrameChg>
      </pc:sldChg>
      <pc:sldChg chg="addSp delSp modSp add mod">
        <pc:chgData name="John Hu" userId="213e45b8a479442b" providerId="LiveId" clId="{946D34B8-E51B-4071-9FE5-422FE78A873C}" dt="2025-06-12T14:02:59.274" v="3707"/>
        <pc:sldMkLst>
          <pc:docMk/>
          <pc:sldMk cId="3433957070" sldId="700"/>
        </pc:sldMkLst>
        <pc:spChg chg="del">
          <ac:chgData name="John Hu" userId="213e45b8a479442b" providerId="LiveId" clId="{946D34B8-E51B-4071-9FE5-422FE78A873C}" dt="2025-06-10T14:07:45.045" v="484" actId="478"/>
          <ac:spMkLst>
            <pc:docMk/>
            <pc:sldMk cId="3433957070" sldId="700"/>
            <ac:spMk id="3" creationId="{8142C015-B100-A557-3B7E-C282338D57B4}"/>
          </ac:spMkLst>
        </pc:spChg>
        <pc:spChg chg="mod">
          <ac:chgData name="John Hu" userId="213e45b8a479442b" providerId="LiveId" clId="{946D34B8-E51B-4071-9FE5-422FE78A873C}" dt="2025-06-10T14:08:23.661" v="512" actId="20577"/>
          <ac:spMkLst>
            <pc:docMk/>
            <pc:sldMk cId="3433957070" sldId="700"/>
            <ac:spMk id="4" creationId="{FE138F83-A5A1-D879-1C86-519416EAF4A1}"/>
          </ac:spMkLst>
        </pc:spChg>
        <pc:spChg chg="add del mod">
          <ac:chgData name="John Hu" userId="213e45b8a479442b" providerId="LiveId" clId="{946D34B8-E51B-4071-9FE5-422FE78A873C}" dt="2025-06-10T14:08:21.064" v="511" actId="478"/>
          <ac:spMkLst>
            <pc:docMk/>
            <pc:sldMk cId="3433957070" sldId="700"/>
            <ac:spMk id="5" creationId="{C2AECCFF-86AA-ADBF-D16C-665CF409E1A0}"/>
          </ac:spMkLst>
        </pc:spChg>
        <pc:spChg chg="add mod">
          <ac:chgData name="John Hu" userId="213e45b8a479442b" providerId="LiveId" clId="{946D34B8-E51B-4071-9FE5-422FE78A873C}" dt="2025-06-10T14:08:27.202" v="513" actId="1076"/>
          <ac:spMkLst>
            <pc:docMk/>
            <pc:sldMk cId="3433957070" sldId="700"/>
            <ac:spMk id="6" creationId="{AB85BB65-8ABA-3AB2-0E81-1CF0BF19208C}"/>
          </ac:spMkLst>
        </pc:spChg>
        <pc:spChg chg="add mod">
          <ac:chgData name="John Hu" userId="213e45b8a479442b" providerId="LiveId" clId="{946D34B8-E51B-4071-9FE5-422FE78A873C}" dt="2025-06-10T14:08:29.959" v="514" actId="1076"/>
          <ac:spMkLst>
            <pc:docMk/>
            <pc:sldMk cId="3433957070" sldId="700"/>
            <ac:spMk id="7" creationId="{C5E08B6B-5BF8-2BF5-E058-E2CC668BE1E1}"/>
          </ac:spMkLst>
        </pc:spChg>
        <pc:spChg chg="mod">
          <ac:chgData name="John Hu" userId="213e45b8a479442b" providerId="LiveId" clId="{946D34B8-E51B-4071-9FE5-422FE78A873C}" dt="2025-06-12T14:02:59.274" v="3707"/>
          <ac:spMkLst>
            <pc:docMk/>
            <pc:sldMk cId="3433957070" sldId="700"/>
            <ac:spMk id="8" creationId="{36177B38-43AB-4398-968B-448F8F0E5F49}"/>
          </ac:spMkLst>
        </pc:spChg>
        <pc:spChg chg="add mod">
          <ac:chgData name="John Hu" userId="213e45b8a479442b" providerId="LiveId" clId="{946D34B8-E51B-4071-9FE5-422FE78A873C}" dt="2025-06-10T14:08:46.518" v="531" actId="1076"/>
          <ac:spMkLst>
            <pc:docMk/>
            <pc:sldMk cId="3433957070" sldId="700"/>
            <ac:spMk id="10" creationId="{8A0E8DB9-6C0E-CCC2-82AC-007FB84B7AE5}"/>
          </ac:spMkLst>
        </pc:spChg>
      </pc:sldChg>
      <pc:sldChg chg="modSp add mod">
        <pc:chgData name="John Hu" userId="213e45b8a479442b" providerId="LiveId" clId="{946D34B8-E51B-4071-9FE5-422FE78A873C}" dt="2025-06-10T14:10:15.305" v="592" actId="6549"/>
        <pc:sldMkLst>
          <pc:docMk/>
          <pc:sldMk cId="799544925" sldId="701"/>
        </pc:sldMkLst>
        <pc:spChg chg="mod">
          <ac:chgData name="John Hu" userId="213e45b8a479442b" providerId="LiveId" clId="{946D34B8-E51B-4071-9FE5-422FE78A873C}" dt="2025-06-10T14:09:27.004" v="535" actId="20577"/>
          <ac:spMkLst>
            <pc:docMk/>
            <pc:sldMk cId="799544925" sldId="701"/>
            <ac:spMk id="2" creationId="{5888EE31-F44C-4034-8407-4C756F65702C}"/>
          </ac:spMkLst>
        </pc:spChg>
        <pc:spChg chg="mod">
          <ac:chgData name="John Hu" userId="213e45b8a479442b" providerId="LiveId" clId="{946D34B8-E51B-4071-9FE5-422FE78A873C}" dt="2025-06-10T14:10:15.305" v="592" actId="6549"/>
          <ac:spMkLst>
            <pc:docMk/>
            <pc:sldMk cId="799544925" sldId="701"/>
            <ac:spMk id="3" creationId="{30F0AC51-4500-404D-B030-4FE49D08C651}"/>
          </ac:spMkLst>
        </pc:spChg>
        <pc:spChg chg="mod">
          <ac:chgData name="John Hu" userId="213e45b8a479442b" providerId="LiveId" clId="{946D34B8-E51B-4071-9FE5-422FE78A873C}" dt="2025-06-10T14:09:50.948" v="584" actId="20577"/>
          <ac:spMkLst>
            <pc:docMk/>
            <pc:sldMk cId="799544925" sldId="701"/>
            <ac:spMk id="8" creationId="{36177B38-43AB-4398-968B-448F8F0E5F49}"/>
          </ac:spMkLst>
        </pc:spChg>
      </pc:sldChg>
      <pc:sldChg chg="addSp delSp modSp add mod">
        <pc:chgData name="John Hu" userId="213e45b8a479442b" providerId="LiveId" clId="{946D34B8-E51B-4071-9FE5-422FE78A873C}" dt="2025-06-10T14:18:14.114" v="806" actId="20577"/>
        <pc:sldMkLst>
          <pc:docMk/>
          <pc:sldMk cId="1869828087" sldId="702"/>
        </pc:sldMkLst>
        <pc:spChg chg="add mod">
          <ac:chgData name="John Hu" userId="213e45b8a479442b" providerId="LiveId" clId="{946D34B8-E51B-4071-9FE5-422FE78A873C}" dt="2025-06-10T14:18:14.114" v="806" actId="20577"/>
          <ac:spMkLst>
            <pc:docMk/>
            <pc:sldMk cId="1869828087" sldId="702"/>
            <ac:spMk id="3" creationId="{A74B4F00-CBE5-E4F0-2DBD-D7B61F296700}"/>
          </ac:spMkLst>
        </pc:spChg>
        <pc:spChg chg="add mod">
          <ac:chgData name="John Hu" userId="213e45b8a479442b" providerId="LiveId" clId="{946D34B8-E51B-4071-9FE5-422FE78A873C}" dt="2025-06-10T14:16:38.375" v="778" actId="1076"/>
          <ac:spMkLst>
            <pc:docMk/>
            <pc:sldMk cId="1869828087" sldId="702"/>
            <ac:spMk id="4" creationId="{ABE965C3-70AE-96FF-CF8F-3D1B8C460B7C}"/>
          </ac:spMkLst>
        </pc:spChg>
        <pc:spChg chg="add mod">
          <ac:chgData name="John Hu" userId="213e45b8a479442b" providerId="LiveId" clId="{946D34B8-E51B-4071-9FE5-422FE78A873C}" dt="2025-06-10T14:17:15.185" v="784" actId="1076"/>
          <ac:spMkLst>
            <pc:docMk/>
            <pc:sldMk cId="1869828087" sldId="702"/>
            <ac:spMk id="5" creationId="{CD08ED32-CC25-9C36-ED34-555C4F1BDC30}"/>
          </ac:spMkLst>
        </pc:spChg>
        <pc:spChg chg="del">
          <ac:chgData name="John Hu" userId="213e45b8a479442b" providerId="LiveId" clId="{946D34B8-E51B-4071-9FE5-422FE78A873C}" dt="2025-06-10T14:16:28.434" v="774" actId="478"/>
          <ac:spMkLst>
            <pc:docMk/>
            <pc:sldMk cId="1869828087" sldId="702"/>
            <ac:spMk id="9" creationId="{F8F10728-6784-4657-8BE3-9083E1EC69ED}"/>
          </ac:spMkLst>
        </pc:spChg>
        <pc:spChg chg="del">
          <ac:chgData name="John Hu" userId="213e45b8a479442b" providerId="LiveId" clId="{946D34B8-E51B-4071-9FE5-422FE78A873C}" dt="2025-06-10T14:16:08.096" v="769" actId="478"/>
          <ac:spMkLst>
            <pc:docMk/>
            <pc:sldMk cId="1869828087" sldId="702"/>
            <ac:spMk id="14" creationId="{56816CFC-D2E3-40AF-9214-085A28C45D8F}"/>
          </ac:spMkLst>
        </pc:spChg>
      </pc:sldChg>
      <pc:sldChg chg="add">
        <pc:chgData name="John Hu" userId="213e45b8a479442b" providerId="LiveId" clId="{946D34B8-E51B-4071-9FE5-422FE78A873C}" dt="2025-06-10T14:18:25.639" v="808"/>
        <pc:sldMkLst>
          <pc:docMk/>
          <pc:sldMk cId="2443307564" sldId="703"/>
        </pc:sldMkLst>
      </pc:sldChg>
      <pc:sldChg chg="add ord">
        <pc:chgData name="John Hu" userId="213e45b8a479442b" providerId="LiveId" clId="{946D34B8-E51B-4071-9FE5-422FE78A873C}" dt="2025-06-10T14:30:02.873" v="1072"/>
        <pc:sldMkLst>
          <pc:docMk/>
          <pc:sldMk cId="1834125116" sldId="704"/>
        </pc:sldMkLst>
      </pc:sldChg>
      <pc:sldChg chg="delSp modSp add mod">
        <pc:chgData name="John Hu" userId="213e45b8a479442b" providerId="LiveId" clId="{946D34B8-E51B-4071-9FE5-422FE78A873C}" dt="2025-06-12T13:19:56.042" v="1591" actId="20577"/>
        <pc:sldMkLst>
          <pc:docMk/>
          <pc:sldMk cId="3908932356" sldId="705"/>
        </pc:sldMkLst>
        <pc:spChg chg="mod">
          <ac:chgData name="John Hu" userId="213e45b8a479442b" providerId="LiveId" clId="{946D34B8-E51B-4071-9FE5-422FE78A873C}" dt="2025-06-10T14:30:16.180" v="1086" actId="20577"/>
          <ac:spMkLst>
            <pc:docMk/>
            <pc:sldMk cId="3908932356" sldId="705"/>
            <ac:spMk id="2" creationId="{5888EE31-F44C-4034-8407-4C756F65702C}"/>
          </ac:spMkLst>
        </pc:spChg>
        <pc:spChg chg="mod">
          <ac:chgData name="John Hu" userId="213e45b8a479442b" providerId="LiveId" clId="{946D34B8-E51B-4071-9FE5-422FE78A873C}" dt="2025-06-10T14:35:11.246" v="1417" actId="20577"/>
          <ac:spMkLst>
            <pc:docMk/>
            <pc:sldMk cId="3908932356" sldId="705"/>
            <ac:spMk id="3" creationId="{30F0AC51-4500-404D-B030-4FE49D08C651}"/>
          </ac:spMkLst>
        </pc:spChg>
        <pc:spChg chg="del">
          <ac:chgData name="John Hu" userId="213e45b8a479442b" providerId="LiveId" clId="{946D34B8-E51B-4071-9FE5-422FE78A873C}" dt="2025-06-10T14:30:59.383" v="1175" actId="478"/>
          <ac:spMkLst>
            <pc:docMk/>
            <pc:sldMk cId="3908932356" sldId="705"/>
            <ac:spMk id="4" creationId="{316D88DD-8397-328E-97EA-F03B4144BFA9}"/>
          </ac:spMkLst>
        </pc:spChg>
        <pc:spChg chg="del">
          <ac:chgData name="John Hu" userId="213e45b8a479442b" providerId="LiveId" clId="{946D34B8-E51B-4071-9FE5-422FE78A873C}" dt="2025-06-10T14:30:56.873" v="1174" actId="478"/>
          <ac:spMkLst>
            <pc:docMk/>
            <pc:sldMk cId="3908932356" sldId="705"/>
            <ac:spMk id="5" creationId="{1D1DB04B-4013-4417-8672-E23B01AD4889}"/>
          </ac:spMkLst>
        </pc:spChg>
        <pc:spChg chg="mod">
          <ac:chgData name="John Hu" userId="213e45b8a479442b" providerId="LiveId" clId="{946D34B8-E51B-4071-9FE5-422FE78A873C}" dt="2025-06-12T13:19:56.042" v="1591" actId="20577"/>
          <ac:spMkLst>
            <pc:docMk/>
            <pc:sldMk cId="3908932356" sldId="705"/>
            <ac:spMk id="8" creationId="{36177B38-43AB-4398-968B-448F8F0E5F49}"/>
          </ac:spMkLst>
        </pc:spChg>
      </pc:sldChg>
      <pc:sldChg chg="addSp delSp modSp add mod ord">
        <pc:chgData name="John Hu" userId="213e45b8a479442b" providerId="LiveId" clId="{946D34B8-E51B-4071-9FE5-422FE78A873C}" dt="2025-06-12T13:47:41.028" v="2990" actId="20577"/>
        <pc:sldMkLst>
          <pc:docMk/>
          <pc:sldMk cId="3027773062" sldId="706"/>
        </pc:sldMkLst>
        <pc:spChg chg="mod">
          <ac:chgData name="John Hu" userId="213e45b8a479442b" providerId="LiveId" clId="{946D34B8-E51B-4071-9FE5-422FE78A873C}" dt="2025-06-12T13:10:20.654" v="1455" actId="20577"/>
          <ac:spMkLst>
            <pc:docMk/>
            <pc:sldMk cId="3027773062" sldId="706"/>
            <ac:spMk id="2" creationId="{5888EE31-F44C-4034-8407-4C756F65702C}"/>
          </ac:spMkLst>
        </pc:spChg>
        <pc:spChg chg="del">
          <ac:chgData name="John Hu" userId="213e45b8a479442b" providerId="LiveId" clId="{946D34B8-E51B-4071-9FE5-422FE78A873C}" dt="2025-06-12T13:10:40.582" v="1491" actId="478"/>
          <ac:spMkLst>
            <pc:docMk/>
            <pc:sldMk cId="3027773062" sldId="706"/>
            <ac:spMk id="3" creationId="{30F0AC51-4500-404D-B030-4FE49D08C651}"/>
          </ac:spMkLst>
        </pc:spChg>
        <pc:spChg chg="add mod">
          <ac:chgData name="John Hu" userId="213e45b8a479442b" providerId="LiveId" clId="{946D34B8-E51B-4071-9FE5-422FE78A873C}" dt="2025-06-12T13:34:58.487" v="2343" actId="164"/>
          <ac:spMkLst>
            <pc:docMk/>
            <pc:sldMk cId="3027773062" sldId="706"/>
            <ac:spMk id="4" creationId="{2F563916-B720-E03C-B147-B15D732BBF82}"/>
          </ac:spMkLst>
        </pc:spChg>
        <pc:spChg chg="add mod">
          <ac:chgData name="John Hu" userId="213e45b8a479442b" providerId="LiveId" clId="{946D34B8-E51B-4071-9FE5-422FE78A873C}" dt="2025-06-12T13:34:58.487" v="2343" actId="164"/>
          <ac:spMkLst>
            <pc:docMk/>
            <pc:sldMk cId="3027773062" sldId="706"/>
            <ac:spMk id="5" creationId="{D08F936E-9EB8-BBD1-9BAA-9271C7731AB9}"/>
          </ac:spMkLst>
        </pc:spChg>
        <pc:spChg chg="add mod">
          <ac:chgData name="John Hu" userId="213e45b8a479442b" providerId="LiveId" clId="{946D34B8-E51B-4071-9FE5-422FE78A873C}" dt="2025-06-12T13:34:58.487" v="2343" actId="164"/>
          <ac:spMkLst>
            <pc:docMk/>
            <pc:sldMk cId="3027773062" sldId="706"/>
            <ac:spMk id="6" creationId="{AE976286-9C98-1A28-5E91-271DFC6F59DA}"/>
          </ac:spMkLst>
        </pc:spChg>
        <pc:spChg chg="mod">
          <ac:chgData name="John Hu" userId="213e45b8a479442b" providerId="LiveId" clId="{946D34B8-E51B-4071-9FE5-422FE78A873C}" dt="2025-06-12T13:33:34.062" v="2307" actId="20577"/>
          <ac:spMkLst>
            <pc:docMk/>
            <pc:sldMk cId="3027773062" sldId="706"/>
            <ac:spMk id="8" creationId="{36177B38-43AB-4398-968B-448F8F0E5F49}"/>
          </ac:spMkLst>
        </pc:spChg>
        <pc:spChg chg="add mod">
          <ac:chgData name="John Hu" userId="213e45b8a479442b" providerId="LiveId" clId="{946D34B8-E51B-4071-9FE5-422FE78A873C}" dt="2025-06-12T13:26:52.189" v="1946" actId="113"/>
          <ac:spMkLst>
            <pc:docMk/>
            <pc:sldMk cId="3027773062" sldId="706"/>
            <ac:spMk id="9" creationId="{9B3C3889-FD85-E15D-97A1-CF734A6B280E}"/>
          </ac:spMkLst>
        </pc:spChg>
        <pc:spChg chg="add mod">
          <ac:chgData name="John Hu" userId="213e45b8a479442b" providerId="LiveId" clId="{946D34B8-E51B-4071-9FE5-422FE78A873C}" dt="2025-06-12T13:27:55.666" v="2035" actId="14100"/>
          <ac:spMkLst>
            <pc:docMk/>
            <pc:sldMk cId="3027773062" sldId="706"/>
            <ac:spMk id="35" creationId="{A27F6780-02DA-127A-073B-8BFD6C691D0E}"/>
          </ac:spMkLst>
        </pc:spChg>
        <pc:spChg chg="add mod">
          <ac:chgData name="John Hu" userId="213e45b8a479442b" providerId="LiveId" clId="{946D34B8-E51B-4071-9FE5-422FE78A873C}" dt="2025-06-12T13:29:05.236" v="2116" actId="20577"/>
          <ac:spMkLst>
            <pc:docMk/>
            <pc:sldMk cId="3027773062" sldId="706"/>
            <ac:spMk id="37" creationId="{FE13B7E6-1B45-22BE-064B-AA52C57A0278}"/>
          </ac:spMkLst>
        </pc:spChg>
        <pc:spChg chg="add mod">
          <ac:chgData name="John Hu" userId="213e45b8a479442b" providerId="LiveId" clId="{946D34B8-E51B-4071-9FE5-422FE78A873C}" dt="2025-06-12T13:47:41.028" v="2990" actId="20577"/>
          <ac:spMkLst>
            <pc:docMk/>
            <pc:sldMk cId="3027773062" sldId="706"/>
            <ac:spMk id="39" creationId="{B231FFA9-AFEB-F5FE-4316-34FC738A9E89}"/>
          </ac:spMkLst>
        </pc:spChg>
        <pc:grpChg chg="add mod">
          <ac:chgData name="John Hu" userId="213e45b8a479442b" providerId="LiveId" clId="{946D34B8-E51B-4071-9FE5-422FE78A873C}" dt="2025-06-12T13:47:34.337" v="2985" actId="1076"/>
          <ac:grpSpMkLst>
            <pc:docMk/>
            <pc:sldMk cId="3027773062" sldId="706"/>
            <ac:grpSpMk id="38" creationId="{B0C84CD5-EF18-45BF-404B-78CC77633822}"/>
          </ac:grpSpMkLst>
        </pc:grpChg>
        <pc:picChg chg="add del mod">
          <ac:chgData name="John Hu" userId="213e45b8a479442b" providerId="LiveId" clId="{946D34B8-E51B-4071-9FE5-422FE78A873C}" dt="2025-06-12T13:34:13.777" v="2335" actId="478"/>
          <ac:picMkLst>
            <pc:docMk/>
            <pc:sldMk cId="3027773062" sldId="706"/>
            <ac:picMk id="33" creationId="{FCA9CBCD-E33D-007A-6E18-4D3121925B4A}"/>
          </ac:picMkLst>
        </pc:picChg>
        <pc:cxnChg chg="add mod">
          <ac:chgData name="John Hu" userId="213e45b8a479442b" providerId="LiveId" clId="{946D34B8-E51B-4071-9FE5-422FE78A873C}" dt="2025-06-12T13:34:58.487" v="2343" actId="164"/>
          <ac:cxnSpMkLst>
            <pc:docMk/>
            <pc:sldMk cId="3027773062" sldId="706"/>
            <ac:cxnSpMk id="11" creationId="{60B89D77-89DA-F12F-DF89-F5E511B008F3}"/>
          </ac:cxnSpMkLst>
        </pc:cxnChg>
        <pc:cxnChg chg="add mod">
          <ac:chgData name="John Hu" userId="213e45b8a479442b" providerId="LiveId" clId="{946D34B8-E51B-4071-9FE5-422FE78A873C}" dt="2025-06-12T13:34:58.487" v="2343" actId="164"/>
          <ac:cxnSpMkLst>
            <pc:docMk/>
            <pc:sldMk cId="3027773062" sldId="706"/>
            <ac:cxnSpMk id="12" creationId="{F07DCBD8-F92F-375F-A10D-6985239C2415}"/>
          </ac:cxnSpMkLst>
        </pc:cxnChg>
        <pc:cxnChg chg="add del mod">
          <ac:chgData name="John Hu" userId="213e45b8a479442b" providerId="LiveId" clId="{946D34B8-E51B-4071-9FE5-422FE78A873C}" dt="2025-06-12T13:17:22.151" v="1568" actId="478"/>
          <ac:cxnSpMkLst>
            <pc:docMk/>
            <pc:sldMk cId="3027773062" sldId="706"/>
            <ac:cxnSpMk id="16" creationId="{6CC55853-4AEF-1FDC-CCDD-B59E0F444162}"/>
          </ac:cxnSpMkLst>
        </pc:cxnChg>
        <pc:cxnChg chg="add mod">
          <ac:chgData name="John Hu" userId="213e45b8a479442b" providerId="LiveId" clId="{946D34B8-E51B-4071-9FE5-422FE78A873C}" dt="2025-06-12T13:34:58.487" v="2343" actId="164"/>
          <ac:cxnSpMkLst>
            <pc:docMk/>
            <pc:sldMk cId="3027773062" sldId="706"/>
            <ac:cxnSpMk id="19" creationId="{EF2D13B9-D25C-C282-2478-AAB838C70198}"/>
          </ac:cxnSpMkLst>
        </pc:cxnChg>
        <pc:cxnChg chg="add mod">
          <ac:chgData name="John Hu" userId="213e45b8a479442b" providerId="LiveId" clId="{946D34B8-E51B-4071-9FE5-422FE78A873C}" dt="2025-06-12T13:34:58.487" v="2343" actId="164"/>
          <ac:cxnSpMkLst>
            <pc:docMk/>
            <pc:sldMk cId="3027773062" sldId="706"/>
            <ac:cxnSpMk id="23" creationId="{B3757892-3DF5-719F-91EB-21151777D73B}"/>
          </ac:cxnSpMkLst>
        </pc:cxnChg>
        <pc:cxnChg chg="add mod">
          <ac:chgData name="John Hu" userId="213e45b8a479442b" providerId="LiveId" clId="{946D34B8-E51B-4071-9FE5-422FE78A873C}" dt="2025-06-12T13:34:58.487" v="2343" actId="164"/>
          <ac:cxnSpMkLst>
            <pc:docMk/>
            <pc:sldMk cId="3027773062" sldId="706"/>
            <ac:cxnSpMk id="29" creationId="{1760AA79-B19E-4B41-90B5-E8AFD3A932A6}"/>
          </ac:cxnSpMkLst>
        </pc:cxnChg>
      </pc:sldChg>
      <pc:sldChg chg="addSp delSp modSp add mod">
        <pc:chgData name="John Hu" userId="213e45b8a479442b" providerId="LiveId" clId="{946D34B8-E51B-4071-9FE5-422FE78A873C}" dt="2025-06-12T13:47:55.072" v="2994" actId="1076"/>
        <pc:sldMkLst>
          <pc:docMk/>
          <pc:sldMk cId="3448634574" sldId="707"/>
        </pc:sldMkLst>
        <pc:spChg chg="mod">
          <ac:chgData name="John Hu" userId="213e45b8a479442b" providerId="LiveId" clId="{946D34B8-E51B-4071-9FE5-422FE78A873C}" dt="2025-06-12T13:30:10.543" v="2124" actId="6549"/>
          <ac:spMkLst>
            <pc:docMk/>
            <pc:sldMk cId="3448634574" sldId="707"/>
            <ac:spMk id="2" creationId="{5888EE31-F44C-4034-8407-4C756F65702C}"/>
          </ac:spMkLst>
        </pc:spChg>
        <pc:spChg chg="del">
          <ac:chgData name="John Hu" userId="213e45b8a479442b" providerId="LiveId" clId="{946D34B8-E51B-4071-9FE5-422FE78A873C}" dt="2025-06-12T13:33:06.582" v="2290" actId="478"/>
          <ac:spMkLst>
            <pc:docMk/>
            <pc:sldMk cId="3448634574" sldId="707"/>
            <ac:spMk id="4" creationId="{2F563916-B720-E03C-B147-B15D732BBF82}"/>
          </ac:spMkLst>
        </pc:spChg>
        <pc:spChg chg="del">
          <ac:chgData name="John Hu" userId="213e45b8a479442b" providerId="LiveId" clId="{946D34B8-E51B-4071-9FE5-422FE78A873C}" dt="2025-06-12T13:33:06.582" v="2290" actId="478"/>
          <ac:spMkLst>
            <pc:docMk/>
            <pc:sldMk cId="3448634574" sldId="707"/>
            <ac:spMk id="5" creationId="{D08F936E-9EB8-BBD1-9BAA-9271C7731AB9}"/>
          </ac:spMkLst>
        </pc:spChg>
        <pc:spChg chg="del">
          <ac:chgData name="John Hu" userId="213e45b8a479442b" providerId="LiveId" clId="{946D34B8-E51B-4071-9FE5-422FE78A873C}" dt="2025-06-12T13:33:06.582" v="2290" actId="478"/>
          <ac:spMkLst>
            <pc:docMk/>
            <pc:sldMk cId="3448634574" sldId="707"/>
            <ac:spMk id="6" creationId="{AE976286-9C98-1A28-5E91-271DFC6F59DA}"/>
          </ac:spMkLst>
        </pc:spChg>
        <pc:spChg chg="add mod">
          <ac:chgData name="John Hu" userId="213e45b8a479442b" providerId="LiveId" clId="{946D34B8-E51B-4071-9FE5-422FE78A873C}" dt="2025-06-12T13:37:43.170" v="2542" actId="1076"/>
          <ac:spMkLst>
            <pc:docMk/>
            <pc:sldMk cId="3448634574" sldId="707"/>
            <ac:spMk id="7" creationId="{9FA3958C-70B2-039E-600D-D39983A7CB97}"/>
          </ac:spMkLst>
        </pc:spChg>
        <pc:spChg chg="mod">
          <ac:chgData name="John Hu" userId="213e45b8a479442b" providerId="LiveId" clId="{946D34B8-E51B-4071-9FE5-422FE78A873C}" dt="2025-06-12T13:33:48.524" v="2330" actId="20577"/>
          <ac:spMkLst>
            <pc:docMk/>
            <pc:sldMk cId="3448634574" sldId="707"/>
            <ac:spMk id="8" creationId="{36177B38-43AB-4398-968B-448F8F0E5F49}"/>
          </ac:spMkLst>
        </pc:spChg>
        <pc:spChg chg="mod">
          <ac:chgData name="John Hu" userId="213e45b8a479442b" providerId="LiveId" clId="{946D34B8-E51B-4071-9FE5-422FE78A873C}" dt="2025-06-12T13:46:12.616" v="2946" actId="1076"/>
          <ac:spMkLst>
            <pc:docMk/>
            <pc:sldMk cId="3448634574" sldId="707"/>
            <ac:spMk id="9" creationId="{9B3C3889-FD85-E15D-97A1-CF734A6B280E}"/>
          </ac:spMkLst>
        </pc:spChg>
        <pc:spChg chg="add mod">
          <ac:chgData name="John Hu" userId="213e45b8a479442b" providerId="LiveId" clId="{946D34B8-E51B-4071-9FE5-422FE78A873C}" dt="2025-06-12T13:39:08.947" v="2681" actId="14100"/>
          <ac:spMkLst>
            <pc:docMk/>
            <pc:sldMk cId="3448634574" sldId="707"/>
            <ac:spMk id="10" creationId="{6BECC00F-BD7A-80D0-09EF-C22D3CCF007F}"/>
          </ac:spMkLst>
        </pc:spChg>
        <pc:spChg chg="add mod">
          <ac:chgData name="John Hu" userId="213e45b8a479442b" providerId="LiveId" clId="{946D34B8-E51B-4071-9FE5-422FE78A873C}" dt="2025-06-12T13:39:44.929" v="2750" actId="1076"/>
          <ac:spMkLst>
            <pc:docMk/>
            <pc:sldMk cId="3448634574" sldId="707"/>
            <ac:spMk id="13" creationId="{DECBFC9F-897B-67E7-3250-8927A29D355E}"/>
          </ac:spMkLst>
        </pc:spChg>
        <pc:spChg chg="add mod">
          <ac:chgData name="John Hu" userId="213e45b8a479442b" providerId="LiveId" clId="{946D34B8-E51B-4071-9FE5-422FE78A873C}" dt="2025-06-12T13:47:50.575" v="2993" actId="164"/>
          <ac:spMkLst>
            <pc:docMk/>
            <pc:sldMk cId="3448634574" sldId="707"/>
            <ac:spMk id="14" creationId="{C42FB9AF-F749-8BDD-652B-286466FF6F71}"/>
          </ac:spMkLst>
        </pc:spChg>
        <pc:spChg chg="add mod">
          <ac:chgData name="John Hu" userId="213e45b8a479442b" providerId="LiveId" clId="{946D34B8-E51B-4071-9FE5-422FE78A873C}" dt="2025-06-12T13:47:50.575" v="2993" actId="164"/>
          <ac:spMkLst>
            <pc:docMk/>
            <pc:sldMk cId="3448634574" sldId="707"/>
            <ac:spMk id="15" creationId="{4D98B104-31CF-4944-C87F-A9057922EACD}"/>
          </ac:spMkLst>
        </pc:spChg>
        <pc:spChg chg="add mod">
          <ac:chgData name="John Hu" userId="213e45b8a479442b" providerId="LiveId" clId="{946D34B8-E51B-4071-9FE5-422FE78A873C}" dt="2025-06-12T13:47:50.575" v="2993" actId="164"/>
          <ac:spMkLst>
            <pc:docMk/>
            <pc:sldMk cId="3448634574" sldId="707"/>
            <ac:spMk id="16" creationId="{3BA79ECA-C5B5-E14F-1A25-80BDA7824773}"/>
          </ac:spMkLst>
        </pc:spChg>
        <pc:spChg chg="add mod">
          <ac:chgData name="John Hu" userId="213e45b8a479442b" providerId="LiveId" clId="{946D34B8-E51B-4071-9FE5-422FE78A873C}" dt="2025-06-12T13:47:48.379" v="2992" actId="1076"/>
          <ac:spMkLst>
            <pc:docMk/>
            <pc:sldMk cId="3448634574" sldId="707"/>
            <ac:spMk id="17" creationId="{77762633-29A3-FED0-23FC-59A6C2B36ED3}"/>
          </ac:spMkLst>
        </pc:spChg>
        <pc:spChg chg="add mod">
          <ac:chgData name="John Hu" userId="213e45b8a479442b" providerId="LiveId" clId="{946D34B8-E51B-4071-9FE5-422FE78A873C}" dt="2025-06-12T13:47:50.575" v="2993" actId="164"/>
          <ac:spMkLst>
            <pc:docMk/>
            <pc:sldMk cId="3448634574" sldId="707"/>
            <ac:spMk id="28" creationId="{D52AB003-90C4-F9AA-4759-EF6B1711A1E4}"/>
          </ac:spMkLst>
        </pc:spChg>
        <pc:spChg chg="add mod">
          <ac:chgData name="John Hu" userId="213e45b8a479442b" providerId="LiveId" clId="{946D34B8-E51B-4071-9FE5-422FE78A873C}" dt="2025-06-12T13:47:50.575" v="2993" actId="164"/>
          <ac:spMkLst>
            <pc:docMk/>
            <pc:sldMk cId="3448634574" sldId="707"/>
            <ac:spMk id="30" creationId="{8E68B9D9-8472-5C04-CDD4-B71C6D8F865A}"/>
          </ac:spMkLst>
        </pc:spChg>
        <pc:spChg chg="add mod">
          <ac:chgData name="John Hu" userId="213e45b8a479442b" providerId="LiveId" clId="{946D34B8-E51B-4071-9FE5-422FE78A873C}" dt="2025-06-12T13:47:50.575" v="2993" actId="164"/>
          <ac:spMkLst>
            <pc:docMk/>
            <pc:sldMk cId="3448634574" sldId="707"/>
            <ac:spMk id="31" creationId="{55C94EFF-39D2-6585-9084-005E0C6DE555}"/>
          </ac:spMkLst>
        </pc:spChg>
        <pc:spChg chg="add mod">
          <ac:chgData name="John Hu" userId="213e45b8a479442b" providerId="LiveId" clId="{946D34B8-E51B-4071-9FE5-422FE78A873C}" dt="2025-06-12T13:47:50.575" v="2993" actId="164"/>
          <ac:spMkLst>
            <pc:docMk/>
            <pc:sldMk cId="3448634574" sldId="707"/>
            <ac:spMk id="32" creationId="{5328F815-9B62-74B6-A70A-1468D32D844E}"/>
          </ac:spMkLst>
        </pc:spChg>
        <pc:spChg chg="add mod">
          <ac:chgData name="John Hu" userId="213e45b8a479442b" providerId="LiveId" clId="{946D34B8-E51B-4071-9FE5-422FE78A873C}" dt="2025-06-12T13:47:01.189" v="2977" actId="164"/>
          <ac:spMkLst>
            <pc:docMk/>
            <pc:sldMk cId="3448634574" sldId="707"/>
            <ac:spMk id="34" creationId="{250FA48E-91AD-615F-E5C7-18EC55EFC7C2}"/>
          </ac:spMkLst>
        </pc:spChg>
        <pc:spChg chg="mod">
          <ac:chgData name="John Hu" userId="213e45b8a479442b" providerId="LiveId" clId="{946D34B8-E51B-4071-9FE5-422FE78A873C}" dt="2025-06-12T13:40:10.901" v="2770" actId="20577"/>
          <ac:spMkLst>
            <pc:docMk/>
            <pc:sldMk cId="3448634574" sldId="707"/>
            <ac:spMk id="35" creationId="{A27F6780-02DA-127A-073B-8BFD6C691D0E}"/>
          </ac:spMkLst>
        </pc:spChg>
        <pc:spChg chg="add mod">
          <ac:chgData name="John Hu" userId="213e45b8a479442b" providerId="LiveId" clId="{946D34B8-E51B-4071-9FE5-422FE78A873C}" dt="2025-06-12T13:47:01.189" v="2977" actId="164"/>
          <ac:spMkLst>
            <pc:docMk/>
            <pc:sldMk cId="3448634574" sldId="707"/>
            <ac:spMk id="36" creationId="{1B73D5C9-01B1-C615-E7DF-AD89F7B9EDC7}"/>
          </ac:spMkLst>
        </pc:spChg>
        <pc:spChg chg="mod">
          <ac:chgData name="John Hu" userId="213e45b8a479442b" providerId="LiveId" clId="{946D34B8-E51B-4071-9FE5-422FE78A873C}" dt="2025-06-12T13:37:33.370" v="2540" actId="1076"/>
          <ac:spMkLst>
            <pc:docMk/>
            <pc:sldMk cId="3448634574" sldId="707"/>
            <ac:spMk id="37" creationId="{FE13B7E6-1B45-22BE-064B-AA52C57A0278}"/>
          </ac:spMkLst>
        </pc:spChg>
        <pc:spChg chg="add mod">
          <ac:chgData name="John Hu" userId="213e45b8a479442b" providerId="LiveId" clId="{946D34B8-E51B-4071-9FE5-422FE78A873C}" dt="2025-06-12T13:47:01.189" v="2977" actId="164"/>
          <ac:spMkLst>
            <pc:docMk/>
            <pc:sldMk cId="3448634574" sldId="707"/>
            <ac:spMk id="38" creationId="{B86E309C-ADFC-512E-04FF-448CCB315746}"/>
          </ac:spMkLst>
        </pc:spChg>
        <pc:spChg chg="add mod">
          <ac:chgData name="John Hu" userId="213e45b8a479442b" providerId="LiveId" clId="{946D34B8-E51B-4071-9FE5-422FE78A873C}" dt="2025-06-12T13:47:01.189" v="2977" actId="164"/>
          <ac:spMkLst>
            <pc:docMk/>
            <pc:sldMk cId="3448634574" sldId="707"/>
            <ac:spMk id="39" creationId="{36C6C91F-5483-5F8C-E8FA-635C862AD5EE}"/>
          </ac:spMkLst>
        </pc:spChg>
        <pc:spChg chg="add mod">
          <ac:chgData name="John Hu" userId="213e45b8a479442b" providerId="LiveId" clId="{946D34B8-E51B-4071-9FE5-422FE78A873C}" dt="2025-06-12T13:47:01.189" v="2977" actId="164"/>
          <ac:spMkLst>
            <pc:docMk/>
            <pc:sldMk cId="3448634574" sldId="707"/>
            <ac:spMk id="40" creationId="{AE02CA25-7092-5152-49D3-5C7867A37D5A}"/>
          </ac:spMkLst>
        </pc:spChg>
        <pc:spChg chg="add mod">
          <ac:chgData name="John Hu" userId="213e45b8a479442b" providerId="LiveId" clId="{946D34B8-E51B-4071-9FE5-422FE78A873C}" dt="2025-06-12T13:47:01.189" v="2977" actId="164"/>
          <ac:spMkLst>
            <pc:docMk/>
            <pc:sldMk cId="3448634574" sldId="707"/>
            <ac:spMk id="41" creationId="{38DA1592-A902-9A16-AEED-0F4F2BF3B619}"/>
          </ac:spMkLst>
        </pc:spChg>
        <pc:spChg chg="add mod">
          <ac:chgData name="John Hu" userId="213e45b8a479442b" providerId="LiveId" clId="{946D34B8-E51B-4071-9FE5-422FE78A873C}" dt="2025-06-12T13:47:01.189" v="2977" actId="164"/>
          <ac:spMkLst>
            <pc:docMk/>
            <pc:sldMk cId="3448634574" sldId="707"/>
            <ac:spMk id="42" creationId="{7B008F4B-5F4D-A237-2B51-85D1DCD29AB3}"/>
          </ac:spMkLst>
        </pc:spChg>
        <pc:spChg chg="add mod">
          <ac:chgData name="John Hu" userId="213e45b8a479442b" providerId="LiveId" clId="{946D34B8-E51B-4071-9FE5-422FE78A873C}" dt="2025-06-12T13:47:01.189" v="2977" actId="164"/>
          <ac:spMkLst>
            <pc:docMk/>
            <pc:sldMk cId="3448634574" sldId="707"/>
            <ac:spMk id="44" creationId="{D528BC57-9FE2-4F63-50D7-A95AF79C81F7}"/>
          </ac:spMkLst>
        </pc:spChg>
        <pc:spChg chg="add mod">
          <ac:chgData name="John Hu" userId="213e45b8a479442b" providerId="LiveId" clId="{946D34B8-E51B-4071-9FE5-422FE78A873C}" dt="2025-06-12T13:47:01.189" v="2977" actId="164"/>
          <ac:spMkLst>
            <pc:docMk/>
            <pc:sldMk cId="3448634574" sldId="707"/>
            <ac:spMk id="45" creationId="{19736B75-0AE2-8EC8-CB95-8782DF53D904}"/>
          </ac:spMkLst>
        </pc:spChg>
        <pc:spChg chg="add mod">
          <ac:chgData name="John Hu" userId="213e45b8a479442b" providerId="LiveId" clId="{946D34B8-E51B-4071-9FE5-422FE78A873C}" dt="2025-06-12T13:47:01.189" v="2977" actId="164"/>
          <ac:spMkLst>
            <pc:docMk/>
            <pc:sldMk cId="3448634574" sldId="707"/>
            <ac:spMk id="46" creationId="{F9E2BAFF-61AC-3E84-5E72-B0934CEB529C}"/>
          </ac:spMkLst>
        </pc:spChg>
        <pc:spChg chg="add mod">
          <ac:chgData name="John Hu" userId="213e45b8a479442b" providerId="LiveId" clId="{946D34B8-E51B-4071-9FE5-422FE78A873C}" dt="2025-06-12T13:47:01.189" v="2977" actId="164"/>
          <ac:spMkLst>
            <pc:docMk/>
            <pc:sldMk cId="3448634574" sldId="707"/>
            <ac:spMk id="47" creationId="{A539ED39-7CF6-8DAA-BF59-27EEB8F76C38}"/>
          </ac:spMkLst>
        </pc:spChg>
        <pc:spChg chg="add mod">
          <ac:chgData name="John Hu" userId="213e45b8a479442b" providerId="LiveId" clId="{946D34B8-E51B-4071-9FE5-422FE78A873C}" dt="2025-06-12T13:47:01.189" v="2977" actId="164"/>
          <ac:spMkLst>
            <pc:docMk/>
            <pc:sldMk cId="3448634574" sldId="707"/>
            <ac:spMk id="48" creationId="{BC91E272-7AA3-50D8-809E-1C41ECEF19E2}"/>
          </ac:spMkLst>
        </pc:spChg>
        <pc:spChg chg="add mod">
          <ac:chgData name="John Hu" userId="213e45b8a479442b" providerId="LiveId" clId="{946D34B8-E51B-4071-9FE5-422FE78A873C}" dt="2025-06-12T13:47:01.189" v="2977" actId="164"/>
          <ac:spMkLst>
            <pc:docMk/>
            <pc:sldMk cId="3448634574" sldId="707"/>
            <ac:spMk id="49" creationId="{044994DE-4314-24B9-1146-C09348E4FFD0}"/>
          </ac:spMkLst>
        </pc:spChg>
        <pc:spChg chg="add mod">
          <ac:chgData name="John Hu" userId="213e45b8a479442b" providerId="LiveId" clId="{946D34B8-E51B-4071-9FE5-422FE78A873C}" dt="2025-06-12T13:47:01.189" v="2977" actId="164"/>
          <ac:spMkLst>
            <pc:docMk/>
            <pc:sldMk cId="3448634574" sldId="707"/>
            <ac:spMk id="50" creationId="{F2D32BB3-A5B0-3CF9-2118-5980AF7DCA4A}"/>
          </ac:spMkLst>
        </pc:spChg>
        <pc:grpChg chg="add del mod">
          <ac:chgData name="John Hu" userId="213e45b8a479442b" providerId="LiveId" clId="{946D34B8-E51B-4071-9FE5-422FE78A873C}" dt="2025-06-12T13:47:22.310" v="2982" actId="478"/>
          <ac:grpSpMkLst>
            <pc:docMk/>
            <pc:sldMk cId="3448634574" sldId="707"/>
            <ac:grpSpMk id="51" creationId="{83190731-A498-7BF0-3245-34EA983746AB}"/>
          </ac:grpSpMkLst>
        </pc:grpChg>
        <pc:grpChg chg="add mod">
          <ac:chgData name="John Hu" userId="213e45b8a479442b" providerId="LiveId" clId="{946D34B8-E51B-4071-9FE5-422FE78A873C}" dt="2025-06-12T13:47:55.072" v="2994" actId="1076"/>
          <ac:grpSpMkLst>
            <pc:docMk/>
            <pc:sldMk cId="3448634574" sldId="707"/>
            <ac:grpSpMk id="52" creationId="{5430D1C6-6AFD-C032-D750-ABE3C2013708}"/>
          </ac:grpSpMkLst>
        </pc:grpChg>
        <pc:picChg chg="del mod">
          <ac:chgData name="John Hu" userId="213e45b8a479442b" providerId="LiveId" clId="{946D34B8-E51B-4071-9FE5-422FE78A873C}" dt="2025-06-12T13:46:52.499" v="2974" actId="478"/>
          <ac:picMkLst>
            <pc:docMk/>
            <pc:sldMk cId="3448634574" sldId="707"/>
            <ac:picMk id="33" creationId="{FCA9CBCD-E33D-007A-6E18-4D3121925B4A}"/>
          </ac:picMkLst>
        </pc:picChg>
        <pc:cxnChg chg="del">
          <ac:chgData name="John Hu" userId="213e45b8a479442b" providerId="LiveId" clId="{946D34B8-E51B-4071-9FE5-422FE78A873C}" dt="2025-06-12T13:33:09.400" v="2291" actId="478"/>
          <ac:cxnSpMkLst>
            <pc:docMk/>
            <pc:sldMk cId="3448634574" sldId="707"/>
            <ac:cxnSpMk id="11" creationId="{60B89D77-89DA-F12F-DF89-F5E511B008F3}"/>
          </ac:cxnSpMkLst>
        </pc:cxnChg>
        <pc:cxnChg chg="del">
          <ac:chgData name="John Hu" userId="213e45b8a479442b" providerId="LiveId" clId="{946D34B8-E51B-4071-9FE5-422FE78A873C}" dt="2025-06-12T13:33:09.400" v="2291" actId="478"/>
          <ac:cxnSpMkLst>
            <pc:docMk/>
            <pc:sldMk cId="3448634574" sldId="707"/>
            <ac:cxnSpMk id="12" creationId="{F07DCBD8-F92F-375F-A10D-6985239C2415}"/>
          </ac:cxnSpMkLst>
        </pc:cxnChg>
        <pc:cxnChg chg="del">
          <ac:chgData name="John Hu" userId="213e45b8a479442b" providerId="LiveId" clId="{946D34B8-E51B-4071-9FE5-422FE78A873C}" dt="2025-06-12T13:33:06.582" v="2290" actId="478"/>
          <ac:cxnSpMkLst>
            <pc:docMk/>
            <pc:sldMk cId="3448634574" sldId="707"/>
            <ac:cxnSpMk id="19" creationId="{EF2D13B9-D25C-C282-2478-AAB838C70198}"/>
          </ac:cxnSpMkLst>
        </pc:cxnChg>
        <pc:cxnChg chg="add mod">
          <ac:chgData name="John Hu" userId="213e45b8a479442b" providerId="LiveId" clId="{946D34B8-E51B-4071-9FE5-422FE78A873C}" dt="2025-06-12T13:47:50.575" v="2993" actId="164"/>
          <ac:cxnSpMkLst>
            <pc:docMk/>
            <pc:sldMk cId="3448634574" sldId="707"/>
            <ac:cxnSpMk id="20" creationId="{18034789-9D8D-8B82-DF30-378FB78143B3}"/>
          </ac:cxnSpMkLst>
        </pc:cxnChg>
        <pc:cxnChg chg="add mod">
          <ac:chgData name="John Hu" userId="213e45b8a479442b" providerId="LiveId" clId="{946D34B8-E51B-4071-9FE5-422FE78A873C}" dt="2025-06-12T13:47:50.575" v="2993" actId="164"/>
          <ac:cxnSpMkLst>
            <pc:docMk/>
            <pc:sldMk cId="3448634574" sldId="707"/>
            <ac:cxnSpMk id="21" creationId="{927C4769-8BD2-1B4D-EF9D-C0F54D3D2D5F}"/>
          </ac:cxnSpMkLst>
        </pc:cxnChg>
        <pc:cxnChg chg="del mod">
          <ac:chgData name="John Hu" userId="213e45b8a479442b" providerId="LiveId" clId="{946D34B8-E51B-4071-9FE5-422FE78A873C}" dt="2025-06-12T13:33:06.582" v="2290" actId="478"/>
          <ac:cxnSpMkLst>
            <pc:docMk/>
            <pc:sldMk cId="3448634574" sldId="707"/>
            <ac:cxnSpMk id="23" creationId="{B3757892-3DF5-719F-91EB-21151777D73B}"/>
          </ac:cxnSpMkLst>
        </pc:cxnChg>
        <pc:cxnChg chg="add mod">
          <ac:chgData name="John Hu" userId="213e45b8a479442b" providerId="LiveId" clId="{946D34B8-E51B-4071-9FE5-422FE78A873C}" dt="2025-06-12T13:47:50.575" v="2993" actId="164"/>
          <ac:cxnSpMkLst>
            <pc:docMk/>
            <pc:sldMk cId="3448634574" sldId="707"/>
            <ac:cxnSpMk id="25" creationId="{F8939ED0-448D-C463-C6D9-709D9A40855B}"/>
          </ac:cxnSpMkLst>
        </pc:cxnChg>
        <pc:cxnChg chg="add mod">
          <ac:chgData name="John Hu" userId="213e45b8a479442b" providerId="LiveId" clId="{946D34B8-E51B-4071-9FE5-422FE78A873C}" dt="2025-06-12T13:47:50.575" v="2993" actId="164"/>
          <ac:cxnSpMkLst>
            <pc:docMk/>
            <pc:sldMk cId="3448634574" sldId="707"/>
            <ac:cxnSpMk id="26" creationId="{C814CD58-DC55-FCAC-3DCC-4303D51AE19A}"/>
          </ac:cxnSpMkLst>
        </pc:cxnChg>
        <pc:cxnChg chg="del">
          <ac:chgData name="John Hu" userId="213e45b8a479442b" providerId="LiveId" clId="{946D34B8-E51B-4071-9FE5-422FE78A873C}" dt="2025-06-12T13:33:09.400" v="2291" actId="478"/>
          <ac:cxnSpMkLst>
            <pc:docMk/>
            <pc:sldMk cId="3448634574" sldId="707"/>
            <ac:cxnSpMk id="29" creationId="{1760AA79-B19E-4B41-90B5-E8AFD3A932A6}"/>
          </ac:cxnSpMkLst>
        </pc:cxnChg>
      </pc:sldChg>
      <pc:sldChg chg="addSp delSp modSp add mod">
        <pc:chgData name="John Hu" userId="213e45b8a479442b" providerId="LiveId" clId="{946D34B8-E51B-4071-9FE5-422FE78A873C}" dt="2025-06-12T13:56:31.622" v="3573" actId="20577"/>
        <pc:sldMkLst>
          <pc:docMk/>
          <pc:sldMk cId="1387447163" sldId="708"/>
        </pc:sldMkLst>
        <pc:spChg chg="add mod">
          <ac:chgData name="John Hu" userId="213e45b8a479442b" providerId="LiveId" clId="{946D34B8-E51B-4071-9FE5-422FE78A873C}" dt="2025-06-12T13:56:31.622" v="3573" actId="20577"/>
          <ac:spMkLst>
            <pc:docMk/>
            <pc:sldMk cId="1387447163" sldId="708"/>
            <ac:spMk id="3" creationId="{8ECC63B1-92F6-E7F8-C6C4-2AF55E38EA99}"/>
          </ac:spMkLst>
        </pc:spChg>
        <pc:spChg chg="add mod">
          <ac:chgData name="John Hu" userId="213e45b8a479442b" providerId="LiveId" clId="{946D34B8-E51B-4071-9FE5-422FE78A873C}" dt="2025-06-12T13:56:13.951" v="3566" actId="1076"/>
          <ac:spMkLst>
            <pc:docMk/>
            <pc:sldMk cId="1387447163" sldId="708"/>
            <ac:spMk id="5" creationId="{F70A4617-96D6-518E-A2D1-96E4CC3F5559}"/>
          </ac:spMkLst>
        </pc:spChg>
        <pc:spChg chg="del">
          <ac:chgData name="John Hu" userId="213e45b8a479442b" providerId="LiveId" clId="{946D34B8-E51B-4071-9FE5-422FE78A873C}" dt="2025-06-12T13:48:05.294" v="2996" actId="478"/>
          <ac:spMkLst>
            <pc:docMk/>
            <pc:sldMk cId="1387447163" sldId="708"/>
            <ac:spMk id="7" creationId="{9FA3958C-70B2-039E-600D-D39983A7CB97}"/>
          </ac:spMkLst>
        </pc:spChg>
        <pc:spChg chg="del">
          <ac:chgData name="John Hu" userId="213e45b8a479442b" providerId="LiveId" clId="{946D34B8-E51B-4071-9FE5-422FE78A873C}" dt="2025-06-12T13:48:02.744" v="2995" actId="478"/>
          <ac:spMkLst>
            <pc:docMk/>
            <pc:sldMk cId="1387447163" sldId="708"/>
            <ac:spMk id="8" creationId="{36177B38-43AB-4398-968B-448F8F0E5F49}"/>
          </ac:spMkLst>
        </pc:spChg>
        <pc:spChg chg="del">
          <ac:chgData name="John Hu" userId="213e45b8a479442b" providerId="LiveId" clId="{946D34B8-E51B-4071-9FE5-422FE78A873C}" dt="2025-06-12T13:48:02.744" v="2995" actId="478"/>
          <ac:spMkLst>
            <pc:docMk/>
            <pc:sldMk cId="1387447163" sldId="708"/>
            <ac:spMk id="9" creationId="{9B3C3889-FD85-E15D-97A1-CF734A6B280E}"/>
          </ac:spMkLst>
        </pc:spChg>
        <pc:spChg chg="del">
          <ac:chgData name="John Hu" userId="213e45b8a479442b" providerId="LiveId" clId="{946D34B8-E51B-4071-9FE5-422FE78A873C}" dt="2025-06-12T13:48:05.294" v="2996" actId="478"/>
          <ac:spMkLst>
            <pc:docMk/>
            <pc:sldMk cId="1387447163" sldId="708"/>
            <ac:spMk id="10" creationId="{6BECC00F-BD7A-80D0-09EF-C22D3CCF007F}"/>
          </ac:spMkLst>
        </pc:spChg>
        <pc:spChg chg="del">
          <ac:chgData name="John Hu" userId="213e45b8a479442b" providerId="LiveId" clId="{946D34B8-E51B-4071-9FE5-422FE78A873C}" dt="2025-06-12T13:48:05.294" v="2996" actId="478"/>
          <ac:spMkLst>
            <pc:docMk/>
            <pc:sldMk cId="1387447163" sldId="708"/>
            <ac:spMk id="13" creationId="{DECBFC9F-897B-67E7-3250-8927A29D355E}"/>
          </ac:spMkLst>
        </pc:spChg>
        <pc:spChg chg="del">
          <ac:chgData name="John Hu" userId="213e45b8a479442b" providerId="LiveId" clId="{946D34B8-E51B-4071-9FE5-422FE78A873C}" dt="2025-06-12T13:48:09.127" v="2997" actId="478"/>
          <ac:spMkLst>
            <pc:docMk/>
            <pc:sldMk cId="1387447163" sldId="708"/>
            <ac:spMk id="14" creationId="{C42FB9AF-F749-8BDD-652B-286466FF6F71}"/>
          </ac:spMkLst>
        </pc:spChg>
        <pc:spChg chg="del">
          <ac:chgData name="John Hu" userId="213e45b8a479442b" providerId="LiveId" clId="{946D34B8-E51B-4071-9FE5-422FE78A873C}" dt="2025-06-12T13:48:09.127" v="2997" actId="478"/>
          <ac:spMkLst>
            <pc:docMk/>
            <pc:sldMk cId="1387447163" sldId="708"/>
            <ac:spMk id="15" creationId="{4D98B104-31CF-4944-C87F-A9057922EACD}"/>
          </ac:spMkLst>
        </pc:spChg>
        <pc:spChg chg="del">
          <ac:chgData name="John Hu" userId="213e45b8a479442b" providerId="LiveId" clId="{946D34B8-E51B-4071-9FE5-422FE78A873C}" dt="2025-06-12T13:48:09.127" v="2997" actId="478"/>
          <ac:spMkLst>
            <pc:docMk/>
            <pc:sldMk cId="1387447163" sldId="708"/>
            <ac:spMk id="16" creationId="{3BA79ECA-C5B5-E14F-1A25-80BDA7824773}"/>
          </ac:spMkLst>
        </pc:spChg>
        <pc:spChg chg="mod">
          <ac:chgData name="John Hu" userId="213e45b8a479442b" providerId="LiveId" clId="{946D34B8-E51B-4071-9FE5-422FE78A873C}" dt="2025-06-12T13:48:12.863" v="2998" actId="1076"/>
          <ac:spMkLst>
            <pc:docMk/>
            <pc:sldMk cId="1387447163" sldId="708"/>
            <ac:spMk id="17" creationId="{77762633-29A3-FED0-23FC-59A6C2B36ED3}"/>
          </ac:spMkLst>
        </pc:spChg>
        <pc:spChg chg="del">
          <ac:chgData name="John Hu" userId="213e45b8a479442b" providerId="LiveId" clId="{946D34B8-E51B-4071-9FE5-422FE78A873C}" dt="2025-06-12T13:48:09.127" v="2997" actId="478"/>
          <ac:spMkLst>
            <pc:docMk/>
            <pc:sldMk cId="1387447163" sldId="708"/>
            <ac:spMk id="28" creationId="{D52AB003-90C4-F9AA-4759-EF6B1711A1E4}"/>
          </ac:spMkLst>
        </pc:spChg>
        <pc:spChg chg="del">
          <ac:chgData name="John Hu" userId="213e45b8a479442b" providerId="LiveId" clId="{946D34B8-E51B-4071-9FE5-422FE78A873C}" dt="2025-06-12T13:48:09.127" v="2997" actId="478"/>
          <ac:spMkLst>
            <pc:docMk/>
            <pc:sldMk cId="1387447163" sldId="708"/>
            <ac:spMk id="30" creationId="{8E68B9D9-8472-5C04-CDD4-B71C6D8F865A}"/>
          </ac:spMkLst>
        </pc:spChg>
        <pc:spChg chg="del">
          <ac:chgData name="John Hu" userId="213e45b8a479442b" providerId="LiveId" clId="{946D34B8-E51B-4071-9FE5-422FE78A873C}" dt="2025-06-12T13:48:09.127" v="2997" actId="478"/>
          <ac:spMkLst>
            <pc:docMk/>
            <pc:sldMk cId="1387447163" sldId="708"/>
            <ac:spMk id="31" creationId="{55C94EFF-39D2-6585-9084-005E0C6DE555}"/>
          </ac:spMkLst>
        </pc:spChg>
        <pc:spChg chg="del">
          <ac:chgData name="John Hu" userId="213e45b8a479442b" providerId="LiveId" clId="{946D34B8-E51B-4071-9FE5-422FE78A873C}" dt="2025-06-12T13:48:09.127" v="2997" actId="478"/>
          <ac:spMkLst>
            <pc:docMk/>
            <pc:sldMk cId="1387447163" sldId="708"/>
            <ac:spMk id="32" creationId="{5328F815-9B62-74B6-A70A-1468D32D844E}"/>
          </ac:spMkLst>
        </pc:spChg>
        <pc:spChg chg="del">
          <ac:chgData name="John Hu" userId="213e45b8a479442b" providerId="LiveId" clId="{946D34B8-E51B-4071-9FE5-422FE78A873C}" dt="2025-06-12T13:48:02.744" v="2995" actId="478"/>
          <ac:spMkLst>
            <pc:docMk/>
            <pc:sldMk cId="1387447163" sldId="708"/>
            <ac:spMk id="35" creationId="{A27F6780-02DA-127A-073B-8BFD6C691D0E}"/>
          </ac:spMkLst>
        </pc:spChg>
        <pc:spChg chg="del">
          <ac:chgData name="John Hu" userId="213e45b8a479442b" providerId="LiveId" clId="{946D34B8-E51B-4071-9FE5-422FE78A873C}" dt="2025-06-12T13:48:02.744" v="2995" actId="478"/>
          <ac:spMkLst>
            <pc:docMk/>
            <pc:sldMk cId="1387447163" sldId="708"/>
            <ac:spMk id="37" creationId="{FE13B7E6-1B45-22BE-064B-AA52C57A0278}"/>
          </ac:spMkLst>
        </pc:spChg>
        <pc:grpChg chg="mod">
          <ac:chgData name="John Hu" userId="213e45b8a479442b" providerId="LiveId" clId="{946D34B8-E51B-4071-9FE5-422FE78A873C}" dt="2025-06-12T13:48:20.463" v="2999" actId="1076"/>
          <ac:grpSpMkLst>
            <pc:docMk/>
            <pc:sldMk cId="1387447163" sldId="708"/>
            <ac:grpSpMk id="51" creationId="{83190731-A498-7BF0-3245-34EA983746AB}"/>
          </ac:grpSpMkLst>
        </pc:grpChg>
        <pc:cxnChg chg="del">
          <ac:chgData name="John Hu" userId="213e45b8a479442b" providerId="LiveId" clId="{946D34B8-E51B-4071-9FE5-422FE78A873C}" dt="2025-06-12T13:48:09.127" v="2997" actId="478"/>
          <ac:cxnSpMkLst>
            <pc:docMk/>
            <pc:sldMk cId="1387447163" sldId="708"/>
            <ac:cxnSpMk id="20" creationId="{18034789-9D8D-8B82-DF30-378FB78143B3}"/>
          </ac:cxnSpMkLst>
        </pc:cxnChg>
        <pc:cxnChg chg="del">
          <ac:chgData name="John Hu" userId="213e45b8a479442b" providerId="LiveId" clId="{946D34B8-E51B-4071-9FE5-422FE78A873C}" dt="2025-06-12T13:48:09.127" v="2997" actId="478"/>
          <ac:cxnSpMkLst>
            <pc:docMk/>
            <pc:sldMk cId="1387447163" sldId="708"/>
            <ac:cxnSpMk id="21" creationId="{927C4769-8BD2-1B4D-EF9D-C0F54D3D2D5F}"/>
          </ac:cxnSpMkLst>
        </pc:cxnChg>
        <pc:cxnChg chg="del">
          <ac:chgData name="John Hu" userId="213e45b8a479442b" providerId="LiveId" clId="{946D34B8-E51B-4071-9FE5-422FE78A873C}" dt="2025-06-12T13:48:09.127" v="2997" actId="478"/>
          <ac:cxnSpMkLst>
            <pc:docMk/>
            <pc:sldMk cId="1387447163" sldId="708"/>
            <ac:cxnSpMk id="25" creationId="{F8939ED0-448D-C463-C6D9-709D9A40855B}"/>
          </ac:cxnSpMkLst>
        </pc:cxnChg>
        <pc:cxnChg chg="del">
          <ac:chgData name="John Hu" userId="213e45b8a479442b" providerId="LiveId" clId="{946D34B8-E51B-4071-9FE5-422FE78A873C}" dt="2025-06-12T13:48:09.127" v="2997" actId="478"/>
          <ac:cxnSpMkLst>
            <pc:docMk/>
            <pc:sldMk cId="1387447163" sldId="708"/>
            <ac:cxnSpMk id="26" creationId="{C814CD58-DC55-FCAC-3DCC-4303D51AE19A}"/>
          </ac:cxnSpMkLst>
        </pc:cxnChg>
      </pc:sldChg>
      <pc:sldChg chg="addSp delSp modSp add mod">
        <pc:chgData name="John Hu" userId="213e45b8a479442b" providerId="LiveId" clId="{946D34B8-E51B-4071-9FE5-422FE78A873C}" dt="2025-06-12T14:41:58.418" v="5944" actId="20577"/>
        <pc:sldMkLst>
          <pc:docMk/>
          <pc:sldMk cId="85880472" sldId="709"/>
        </pc:sldMkLst>
        <pc:spChg chg="add mod">
          <ac:chgData name="John Hu" userId="213e45b8a479442b" providerId="LiveId" clId="{946D34B8-E51B-4071-9FE5-422FE78A873C}" dt="2025-06-12T14:41:04.771" v="5873" actId="20577"/>
          <ac:spMkLst>
            <pc:docMk/>
            <pc:sldMk cId="85880472" sldId="709"/>
            <ac:spMk id="3" creationId="{984E96A6-D1AA-3298-DB6F-2C8A0029CF6E}"/>
          </ac:spMkLst>
        </pc:spChg>
        <pc:spChg chg="mod">
          <ac:chgData name="John Hu" userId="213e45b8a479442b" providerId="LiveId" clId="{946D34B8-E51B-4071-9FE5-422FE78A873C}" dt="2025-06-12T14:40:39.689" v="5856"/>
          <ac:spMkLst>
            <pc:docMk/>
            <pc:sldMk cId="85880472" sldId="709"/>
            <ac:spMk id="4" creationId="{B513A904-8859-0C4F-9CF1-4F2B001F1A73}"/>
          </ac:spMkLst>
        </pc:spChg>
        <pc:spChg chg="add mod">
          <ac:chgData name="John Hu" userId="213e45b8a479442b" providerId="LiveId" clId="{946D34B8-E51B-4071-9FE5-422FE78A873C}" dt="2025-06-12T14:33:45.294" v="5565" actId="20577"/>
          <ac:spMkLst>
            <pc:docMk/>
            <pc:sldMk cId="85880472" sldId="709"/>
            <ac:spMk id="6" creationId="{A152C91A-E409-0E03-D0C6-2F198E6ADFE4}"/>
          </ac:spMkLst>
        </pc:spChg>
        <pc:spChg chg="del">
          <ac:chgData name="John Hu" userId="213e45b8a479442b" providerId="LiveId" clId="{946D34B8-E51B-4071-9FE5-422FE78A873C}" dt="2025-06-12T13:58:19.071" v="3678" actId="478"/>
          <ac:spMkLst>
            <pc:docMk/>
            <pc:sldMk cId="85880472" sldId="709"/>
            <ac:spMk id="7" creationId="{D48B64D0-F7AF-4C89-C32B-704AA4DEBFCD}"/>
          </ac:spMkLst>
        </pc:spChg>
        <pc:spChg chg="mod">
          <ac:chgData name="John Hu" userId="213e45b8a479442b" providerId="LiveId" clId="{946D34B8-E51B-4071-9FE5-422FE78A873C}" dt="2025-06-12T14:27:48.887" v="5015" actId="20577"/>
          <ac:spMkLst>
            <pc:docMk/>
            <pc:sldMk cId="85880472" sldId="709"/>
            <ac:spMk id="8" creationId="{36177B38-43AB-4398-968B-448F8F0E5F49}"/>
          </ac:spMkLst>
        </pc:spChg>
        <pc:spChg chg="add mod">
          <ac:chgData name="John Hu" userId="213e45b8a479442b" providerId="LiveId" clId="{946D34B8-E51B-4071-9FE5-422FE78A873C}" dt="2025-06-12T14:41:00.581" v="5866" actId="20577"/>
          <ac:spMkLst>
            <pc:docMk/>
            <pc:sldMk cId="85880472" sldId="709"/>
            <ac:spMk id="9" creationId="{6FD29BEB-C411-F9A9-F5D4-4FB7A07E13F9}"/>
          </ac:spMkLst>
        </pc:spChg>
        <pc:spChg chg="add mod">
          <ac:chgData name="John Hu" userId="213e45b8a479442b" providerId="LiveId" clId="{946D34B8-E51B-4071-9FE5-422FE78A873C}" dt="2025-06-12T14:34:42.021" v="5567" actId="1076"/>
          <ac:spMkLst>
            <pc:docMk/>
            <pc:sldMk cId="85880472" sldId="709"/>
            <ac:spMk id="10" creationId="{D279EFAD-5957-9807-7F80-84EB6306F81E}"/>
          </ac:spMkLst>
        </pc:spChg>
        <pc:spChg chg="add mod">
          <ac:chgData name="John Hu" userId="213e45b8a479442b" providerId="LiveId" clId="{946D34B8-E51B-4071-9FE5-422FE78A873C}" dt="2025-06-12T14:41:58.418" v="5944" actId="20577"/>
          <ac:spMkLst>
            <pc:docMk/>
            <pc:sldMk cId="85880472" sldId="709"/>
            <ac:spMk id="11" creationId="{A8A3A89C-8DB3-B7B3-A145-74E2FC1E8CC5}"/>
          </ac:spMkLst>
        </pc:spChg>
      </pc:sldChg>
    </pc:docChg>
  </pc:docChgLst>
  <pc:docChgLst>
    <pc:chgData name="John Hu" userId="213e45b8a479442b" providerId="LiveId" clId="{8887B1F4-266B-4EC4-BC6E-E93598B3026C}"/>
    <pc:docChg chg="undo redo custSel addSld delSld modSld sldOrd">
      <pc:chgData name="John Hu" userId="213e45b8a479442b" providerId="LiveId" clId="{8887B1F4-266B-4EC4-BC6E-E93598B3026C}" dt="2025-04-11T08:53:38.928" v="13150" actId="113"/>
      <pc:docMkLst>
        <pc:docMk/>
      </pc:docMkLst>
      <pc:sldChg chg="modSp mod">
        <pc:chgData name="John Hu" userId="213e45b8a479442b" providerId="LiveId" clId="{8887B1F4-266B-4EC4-BC6E-E93598B3026C}" dt="2025-03-30T06:01:49.142" v="25" actId="20577"/>
        <pc:sldMkLst>
          <pc:docMk/>
          <pc:sldMk cId="1475978079" sldId="423"/>
        </pc:sldMkLst>
        <pc:spChg chg="mod">
          <ac:chgData name="John Hu" userId="213e45b8a479442b" providerId="LiveId" clId="{8887B1F4-266B-4EC4-BC6E-E93598B3026C}" dt="2025-03-30T06:01:49.142" v="25" actId="20577"/>
          <ac:spMkLst>
            <pc:docMk/>
            <pc:sldMk cId="1475978079" sldId="423"/>
            <ac:spMk id="2" creationId="{5888EE31-F44C-4034-8407-4C756F65702C}"/>
          </ac:spMkLst>
        </pc:spChg>
      </pc:sldChg>
      <pc:sldChg chg="delSp modSp mod">
        <pc:chgData name="John Hu" userId="213e45b8a479442b" providerId="LiveId" clId="{8887B1F4-266B-4EC4-BC6E-E93598B3026C}" dt="2025-03-30T06:03:37.497" v="167" actId="6549"/>
        <pc:sldMkLst>
          <pc:docMk/>
          <pc:sldMk cId="2256634334" sldId="427"/>
        </pc:sldMkLst>
        <pc:spChg chg="mod">
          <ac:chgData name="John Hu" userId="213e45b8a479442b" providerId="LiveId" clId="{8887B1F4-266B-4EC4-BC6E-E93598B3026C}" dt="2025-03-30T06:02:06.883" v="29"/>
          <ac:spMkLst>
            <pc:docMk/>
            <pc:sldMk cId="2256634334" sldId="427"/>
            <ac:spMk id="2" creationId="{5888EE31-F44C-4034-8407-4C756F65702C}"/>
          </ac:spMkLst>
        </pc:spChg>
        <pc:spChg chg="mod">
          <ac:chgData name="John Hu" userId="213e45b8a479442b" providerId="LiveId" clId="{8887B1F4-266B-4EC4-BC6E-E93598B3026C}" dt="2025-03-30T06:03:04.035" v="131" actId="20577"/>
          <ac:spMkLst>
            <pc:docMk/>
            <pc:sldMk cId="2256634334" sldId="427"/>
            <ac:spMk id="3" creationId="{30F0AC51-4500-404D-B030-4FE49D08C651}"/>
          </ac:spMkLst>
        </pc:spChg>
        <pc:spChg chg="del">
          <ac:chgData name="John Hu" userId="213e45b8a479442b" providerId="LiveId" clId="{8887B1F4-266B-4EC4-BC6E-E93598B3026C}" dt="2025-03-30T06:03:19.821" v="153" actId="478"/>
          <ac:spMkLst>
            <pc:docMk/>
            <pc:sldMk cId="2256634334" sldId="427"/>
            <ac:spMk id="4" creationId="{D5373E77-AFF8-4BD6-8E08-6B50A2AE86B2}"/>
          </ac:spMkLst>
        </pc:spChg>
        <pc:spChg chg="mod">
          <ac:chgData name="John Hu" userId="213e45b8a479442b" providerId="LiveId" clId="{8887B1F4-266B-4EC4-BC6E-E93598B3026C}" dt="2025-03-30T06:03:24.530" v="159" actId="20577"/>
          <ac:spMkLst>
            <pc:docMk/>
            <pc:sldMk cId="2256634334" sldId="427"/>
            <ac:spMk id="5" creationId="{1D1DB04B-4013-4417-8672-E23B01AD4889}"/>
          </ac:spMkLst>
        </pc:spChg>
        <pc:spChg chg="del">
          <ac:chgData name="John Hu" userId="213e45b8a479442b" providerId="LiveId" clId="{8887B1F4-266B-4EC4-BC6E-E93598B3026C}" dt="2025-03-30T06:03:19.821" v="153" actId="478"/>
          <ac:spMkLst>
            <pc:docMk/>
            <pc:sldMk cId="2256634334" sldId="427"/>
            <ac:spMk id="6" creationId="{981A77B7-054B-4C3E-AA9B-8611E9DFB4A3}"/>
          </ac:spMkLst>
        </pc:spChg>
        <pc:spChg chg="mod">
          <ac:chgData name="John Hu" userId="213e45b8a479442b" providerId="LiveId" clId="{8887B1F4-266B-4EC4-BC6E-E93598B3026C}" dt="2025-03-30T06:03:37.497" v="167" actId="6549"/>
          <ac:spMkLst>
            <pc:docMk/>
            <pc:sldMk cId="2256634334" sldId="427"/>
            <ac:spMk id="8" creationId="{36177B38-43AB-4398-968B-448F8F0E5F49}"/>
          </ac:spMkLst>
        </pc:spChg>
        <pc:spChg chg="del">
          <ac:chgData name="John Hu" userId="213e45b8a479442b" providerId="LiveId" clId="{8887B1F4-266B-4EC4-BC6E-E93598B3026C}" dt="2025-03-30T06:03:19.821" v="153" actId="478"/>
          <ac:spMkLst>
            <pc:docMk/>
            <pc:sldMk cId="2256634334" sldId="427"/>
            <ac:spMk id="9" creationId="{2235D401-6F86-4AD7-BC98-10715AF4F499}"/>
          </ac:spMkLst>
        </pc:spChg>
      </pc:sldChg>
      <pc:sldChg chg="addSp delSp modSp mod">
        <pc:chgData name="John Hu" userId="213e45b8a479442b" providerId="LiveId" clId="{8887B1F4-266B-4EC4-BC6E-E93598B3026C}" dt="2025-03-30T06:10:02.731" v="268" actId="20577"/>
        <pc:sldMkLst>
          <pc:docMk/>
          <pc:sldMk cId="2378383801" sldId="429"/>
        </pc:sldMkLst>
        <pc:spChg chg="mod">
          <ac:chgData name="John Hu" userId="213e45b8a479442b" providerId="LiveId" clId="{8887B1F4-266B-4EC4-BC6E-E93598B3026C}" dt="2025-03-30T06:03:47.981" v="169" actId="6549"/>
          <ac:spMkLst>
            <pc:docMk/>
            <pc:sldMk cId="2378383801" sldId="429"/>
            <ac:spMk id="2" creationId="{5888EE31-F44C-4034-8407-4C756F65702C}"/>
          </ac:spMkLst>
        </pc:spChg>
        <pc:spChg chg="del">
          <ac:chgData name="John Hu" userId="213e45b8a479442b" providerId="LiveId" clId="{8887B1F4-266B-4EC4-BC6E-E93598B3026C}" dt="2025-03-30T06:04:31.837" v="181" actId="478"/>
          <ac:spMkLst>
            <pc:docMk/>
            <pc:sldMk cId="2378383801" sldId="429"/>
            <ac:spMk id="3" creationId="{FC3DE994-F8E6-4715-916B-9859E1A19738}"/>
          </ac:spMkLst>
        </pc:spChg>
        <pc:spChg chg="add mod">
          <ac:chgData name="John Hu" userId="213e45b8a479442b" providerId="LiveId" clId="{8887B1F4-266B-4EC4-BC6E-E93598B3026C}" dt="2025-03-30T06:10:02.731" v="268" actId="20577"/>
          <ac:spMkLst>
            <pc:docMk/>
            <pc:sldMk cId="2378383801" sldId="429"/>
            <ac:spMk id="6" creationId="{CB1B6AA4-38C0-40F9-8C61-0B993F4FD5CC}"/>
          </ac:spMkLst>
        </pc:spChg>
        <pc:spChg chg="add mod">
          <ac:chgData name="John Hu" userId="213e45b8a479442b" providerId="LiveId" clId="{8887B1F4-266B-4EC4-BC6E-E93598B3026C}" dt="2025-03-30T06:08:31.051" v="246" actId="1076"/>
          <ac:spMkLst>
            <pc:docMk/>
            <pc:sldMk cId="2378383801" sldId="429"/>
            <ac:spMk id="7" creationId="{BC83300B-F6BD-4485-BBD3-AFE075B141F4}"/>
          </ac:spMkLst>
        </pc:spChg>
        <pc:spChg chg="mod">
          <ac:chgData name="John Hu" userId="213e45b8a479442b" providerId="LiveId" clId="{8887B1F4-266B-4EC4-BC6E-E93598B3026C}" dt="2025-03-30T06:03:56.159" v="180" actId="20577"/>
          <ac:spMkLst>
            <pc:docMk/>
            <pc:sldMk cId="2378383801" sldId="429"/>
            <ac:spMk id="8" creationId="{36177B38-43AB-4398-968B-448F8F0E5F49}"/>
          </ac:spMkLst>
        </pc:spChg>
        <pc:spChg chg="add del">
          <ac:chgData name="John Hu" userId="213e45b8a479442b" providerId="LiveId" clId="{8887B1F4-266B-4EC4-BC6E-E93598B3026C}" dt="2025-03-30T06:05:41.714" v="196" actId="22"/>
          <ac:spMkLst>
            <pc:docMk/>
            <pc:sldMk cId="2378383801" sldId="429"/>
            <ac:spMk id="9" creationId="{A68D7031-7A1E-4204-85AB-A53AE5E15B51}"/>
          </ac:spMkLst>
        </pc:spChg>
        <pc:picChg chg="add mod">
          <ac:chgData name="John Hu" userId="213e45b8a479442b" providerId="LiveId" clId="{8887B1F4-266B-4EC4-BC6E-E93598B3026C}" dt="2025-03-30T06:08:38.619" v="254" actId="1076"/>
          <ac:picMkLst>
            <pc:docMk/>
            <pc:sldMk cId="2378383801" sldId="429"/>
            <ac:picMk id="10" creationId="{29495510-F8F2-4F97-B8D5-1A9F8A0F2DBE}"/>
          </ac:picMkLst>
        </pc:picChg>
        <pc:picChg chg="del">
          <ac:chgData name="John Hu" userId="213e45b8a479442b" providerId="LiveId" clId="{8887B1F4-266B-4EC4-BC6E-E93598B3026C}" dt="2025-03-30T06:04:34.009" v="182" actId="478"/>
          <ac:picMkLst>
            <pc:docMk/>
            <pc:sldMk cId="2378383801" sldId="429"/>
            <ac:picMk id="1026" creationId="{CB900CC0-19A9-41FE-876E-1EE92B49A418}"/>
          </ac:picMkLst>
        </pc:picChg>
      </pc:sldChg>
      <pc:sldChg chg="del">
        <pc:chgData name="John Hu" userId="213e45b8a479442b" providerId="LiveId" clId="{8887B1F4-266B-4EC4-BC6E-E93598B3026C}" dt="2025-03-30T07:08:46.825" v="1175" actId="47"/>
        <pc:sldMkLst>
          <pc:docMk/>
          <pc:sldMk cId="3144623804" sldId="579"/>
        </pc:sldMkLst>
      </pc:sldChg>
      <pc:sldChg chg="del">
        <pc:chgData name="John Hu" userId="213e45b8a479442b" providerId="LiveId" clId="{8887B1F4-266B-4EC4-BC6E-E93598B3026C}" dt="2025-03-30T06:01:34.283" v="0" actId="47"/>
        <pc:sldMkLst>
          <pc:docMk/>
          <pc:sldMk cId="65379693" sldId="586"/>
        </pc:sldMkLst>
      </pc:sldChg>
      <pc:sldChg chg="del">
        <pc:chgData name="John Hu" userId="213e45b8a479442b" providerId="LiveId" clId="{8887B1F4-266B-4EC4-BC6E-E93598B3026C}" dt="2025-03-30T06:01:34.283" v="0" actId="47"/>
        <pc:sldMkLst>
          <pc:docMk/>
          <pc:sldMk cId="3822434923" sldId="593"/>
        </pc:sldMkLst>
      </pc:sldChg>
      <pc:sldChg chg="delSp">
        <pc:chgData name="John Hu" userId="213e45b8a479442b" providerId="LiveId" clId="{8887B1F4-266B-4EC4-BC6E-E93598B3026C}" dt="2025-03-31T05:31:20.312" v="2380" actId="478"/>
        <pc:sldMkLst>
          <pc:docMk/>
          <pc:sldMk cId="164261366" sldId="617"/>
        </pc:sldMkLst>
        <pc:spChg chg="del">
          <ac:chgData name="John Hu" userId="213e45b8a479442b" providerId="LiveId" clId="{8887B1F4-266B-4EC4-BC6E-E93598B3026C}" dt="2025-03-31T05:31:20.312" v="2380" actId="478"/>
          <ac:spMkLst>
            <pc:docMk/>
            <pc:sldMk cId="164261366" sldId="617"/>
            <ac:spMk id="11" creationId="{18CB6FDE-891D-43DB-80C0-7BE9E7C5742D}"/>
          </ac:spMkLst>
        </pc:spChg>
      </pc:sldChg>
      <pc:sldChg chg="del">
        <pc:chgData name="John Hu" userId="213e45b8a479442b" providerId="LiveId" clId="{8887B1F4-266B-4EC4-BC6E-E93598B3026C}" dt="2025-03-30T06:01:34.283" v="0" actId="47"/>
        <pc:sldMkLst>
          <pc:docMk/>
          <pc:sldMk cId="1102328016" sldId="624"/>
        </pc:sldMkLst>
      </pc:sldChg>
      <pc:sldChg chg="del">
        <pc:chgData name="John Hu" userId="213e45b8a479442b" providerId="LiveId" clId="{8887B1F4-266B-4EC4-BC6E-E93598B3026C}" dt="2025-03-30T06:01:34.283" v="0" actId="47"/>
        <pc:sldMkLst>
          <pc:docMk/>
          <pc:sldMk cId="3181779752" sldId="629"/>
        </pc:sldMkLst>
      </pc:sldChg>
      <pc:sldChg chg="del">
        <pc:chgData name="John Hu" userId="213e45b8a479442b" providerId="LiveId" clId="{8887B1F4-266B-4EC4-BC6E-E93598B3026C}" dt="2025-03-30T06:01:34.283" v="0" actId="47"/>
        <pc:sldMkLst>
          <pc:docMk/>
          <pc:sldMk cId="4244302907" sldId="637"/>
        </pc:sldMkLst>
      </pc:sldChg>
      <pc:sldChg chg="del">
        <pc:chgData name="John Hu" userId="213e45b8a479442b" providerId="LiveId" clId="{8887B1F4-266B-4EC4-BC6E-E93598B3026C}" dt="2025-03-30T07:08:49.420" v="1176" actId="47"/>
        <pc:sldMkLst>
          <pc:docMk/>
          <pc:sldMk cId="701864374" sldId="638"/>
        </pc:sldMkLst>
      </pc:sldChg>
      <pc:sldChg chg="del">
        <pc:chgData name="John Hu" userId="213e45b8a479442b" providerId="LiveId" clId="{8887B1F4-266B-4EC4-BC6E-E93598B3026C}" dt="2025-03-30T07:08:51.931" v="1177" actId="47"/>
        <pc:sldMkLst>
          <pc:docMk/>
          <pc:sldMk cId="1774578108" sldId="639"/>
        </pc:sldMkLst>
      </pc:sldChg>
      <pc:sldChg chg="del">
        <pc:chgData name="John Hu" userId="213e45b8a479442b" providerId="LiveId" clId="{8887B1F4-266B-4EC4-BC6E-E93598B3026C}" dt="2025-03-30T06:01:34.283" v="0" actId="47"/>
        <pc:sldMkLst>
          <pc:docMk/>
          <pc:sldMk cId="56935045" sldId="640"/>
        </pc:sldMkLst>
      </pc:sldChg>
      <pc:sldChg chg="addSp delSp modSp add mod">
        <pc:chgData name="John Hu" userId="213e45b8a479442b" providerId="LiveId" clId="{8887B1F4-266B-4EC4-BC6E-E93598B3026C}" dt="2025-03-30T06:17:00.843" v="296" actId="1076"/>
        <pc:sldMkLst>
          <pc:docMk/>
          <pc:sldMk cId="3984768711" sldId="640"/>
        </pc:sldMkLst>
        <pc:spChg chg="mod">
          <ac:chgData name="John Hu" userId="213e45b8a479442b" providerId="LiveId" clId="{8887B1F4-266B-4EC4-BC6E-E93598B3026C}" dt="2025-03-30T06:14:26.684" v="272" actId="21"/>
          <ac:spMkLst>
            <pc:docMk/>
            <pc:sldMk cId="3984768711" sldId="640"/>
            <ac:spMk id="6" creationId="{CB1B6AA4-38C0-40F9-8C61-0B993F4FD5CC}"/>
          </ac:spMkLst>
        </pc:spChg>
        <pc:spChg chg="del">
          <ac:chgData name="John Hu" userId="213e45b8a479442b" providerId="LiveId" clId="{8887B1F4-266B-4EC4-BC6E-E93598B3026C}" dt="2025-03-30T06:14:23.695" v="271" actId="478"/>
          <ac:spMkLst>
            <pc:docMk/>
            <pc:sldMk cId="3984768711" sldId="640"/>
            <ac:spMk id="7" creationId="{BC83300B-F6BD-4485-BBD3-AFE075B141F4}"/>
          </ac:spMkLst>
        </pc:spChg>
        <pc:spChg chg="add mod">
          <ac:chgData name="John Hu" userId="213e45b8a479442b" providerId="LiveId" clId="{8887B1F4-266B-4EC4-BC6E-E93598B3026C}" dt="2025-03-30T06:15:57.962" v="288" actId="207"/>
          <ac:spMkLst>
            <pc:docMk/>
            <pc:sldMk cId="3984768711" sldId="640"/>
            <ac:spMk id="9" creationId="{2FE0D947-2258-4B45-B2D3-78D165EED910}"/>
          </ac:spMkLst>
        </pc:spChg>
        <pc:spChg chg="add mod">
          <ac:chgData name="John Hu" userId="213e45b8a479442b" providerId="LiveId" clId="{8887B1F4-266B-4EC4-BC6E-E93598B3026C}" dt="2025-03-30T06:17:00.843" v="296" actId="1076"/>
          <ac:spMkLst>
            <pc:docMk/>
            <pc:sldMk cId="3984768711" sldId="640"/>
            <ac:spMk id="11" creationId="{A32697F2-A3AB-4802-99CF-B40DE7DAA186}"/>
          </ac:spMkLst>
        </pc:spChg>
        <pc:spChg chg="add mod">
          <ac:chgData name="John Hu" userId="213e45b8a479442b" providerId="LiveId" clId="{8887B1F4-266B-4EC4-BC6E-E93598B3026C}" dt="2025-03-30T06:16:55.295" v="295" actId="1076"/>
          <ac:spMkLst>
            <pc:docMk/>
            <pc:sldMk cId="3984768711" sldId="640"/>
            <ac:spMk id="12" creationId="{209ABE74-B426-44E4-B5C2-E91107464F59}"/>
          </ac:spMkLst>
        </pc:spChg>
        <pc:picChg chg="del">
          <ac:chgData name="John Hu" userId="213e45b8a479442b" providerId="LiveId" clId="{8887B1F4-266B-4EC4-BC6E-E93598B3026C}" dt="2025-03-30T06:14:21.315" v="270" actId="478"/>
          <ac:picMkLst>
            <pc:docMk/>
            <pc:sldMk cId="3984768711" sldId="640"/>
            <ac:picMk id="10" creationId="{29495510-F8F2-4F97-B8D5-1A9F8A0F2DBE}"/>
          </ac:picMkLst>
        </pc:picChg>
      </pc:sldChg>
      <pc:sldChg chg="addSp delSp modSp add mod">
        <pc:chgData name="John Hu" userId="213e45b8a479442b" providerId="LiveId" clId="{8887B1F4-266B-4EC4-BC6E-E93598B3026C}" dt="2025-03-30T06:21:43.494" v="447" actId="1076"/>
        <pc:sldMkLst>
          <pc:docMk/>
          <pc:sldMk cId="1108075233" sldId="641"/>
        </pc:sldMkLst>
        <pc:spChg chg="mod">
          <ac:chgData name="John Hu" userId="213e45b8a479442b" providerId="LiveId" clId="{8887B1F4-266B-4EC4-BC6E-E93598B3026C}" dt="2025-03-30T06:18:00.334" v="352" actId="20577"/>
          <ac:spMkLst>
            <pc:docMk/>
            <pc:sldMk cId="1108075233" sldId="641"/>
            <ac:spMk id="6" creationId="{CB1B6AA4-38C0-40F9-8C61-0B993F4FD5CC}"/>
          </ac:spMkLst>
        </pc:spChg>
        <pc:spChg chg="mod">
          <ac:chgData name="John Hu" userId="213e45b8a479442b" providerId="LiveId" clId="{8887B1F4-266B-4EC4-BC6E-E93598B3026C}" dt="2025-03-30T06:17:43.931" v="340" actId="20577"/>
          <ac:spMkLst>
            <pc:docMk/>
            <pc:sldMk cId="1108075233" sldId="641"/>
            <ac:spMk id="8" creationId="{36177B38-43AB-4398-968B-448F8F0E5F49}"/>
          </ac:spMkLst>
        </pc:spChg>
        <pc:spChg chg="mod">
          <ac:chgData name="John Hu" userId="213e45b8a479442b" providerId="LiveId" clId="{8887B1F4-266B-4EC4-BC6E-E93598B3026C}" dt="2025-03-30T06:19:51.212" v="419" actId="20577"/>
          <ac:spMkLst>
            <pc:docMk/>
            <pc:sldMk cId="1108075233" sldId="641"/>
            <ac:spMk id="9" creationId="{2FE0D947-2258-4B45-B2D3-78D165EED910}"/>
          </ac:spMkLst>
        </pc:spChg>
        <pc:spChg chg="add mod">
          <ac:chgData name="John Hu" userId="213e45b8a479442b" providerId="LiveId" clId="{8887B1F4-266B-4EC4-BC6E-E93598B3026C}" dt="2025-03-30T06:21:33.095" v="444" actId="1076"/>
          <ac:spMkLst>
            <pc:docMk/>
            <pc:sldMk cId="1108075233" sldId="641"/>
            <ac:spMk id="10" creationId="{00B134FD-CC68-4103-9DF2-AA2CDF00EA5A}"/>
          </ac:spMkLst>
        </pc:spChg>
        <pc:spChg chg="del">
          <ac:chgData name="John Hu" userId="213e45b8a479442b" providerId="LiveId" clId="{8887B1F4-266B-4EC4-BC6E-E93598B3026C}" dt="2025-03-30T06:19:26.143" v="355" actId="478"/>
          <ac:spMkLst>
            <pc:docMk/>
            <pc:sldMk cId="1108075233" sldId="641"/>
            <ac:spMk id="11" creationId="{A32697F2-A3AB-4802-99CF-B40DE7DAA186}"/>
          </ac:spMkLst>
        </pc:spChg>
        <pc:spChg chg="del">
          <ac:chgData name="John Hu" userId="213e45b8a479442b" providerId="LiveId" clId="{8887B1F4-266B-4EC4-BC6E-E93598B3026C}" dt="2025-03-30T06:19:26.143" v="355" actId="478"/>
          <ac:spMkLst>
            <pc:docMk/>
            <pc:sldMk cId="1108075233" sldId="641"/>
            <ac:spMk id="12" creationId="{209ABE74-B426-44E4-B5C2-E91107464F59}"/>
          </ac:spMkLst>
        </pc:spChg>
        <pc:spChg chg="add mod">
          <ac:chgData name="John Hu" userId="213e45b8a479442b" providerId="LiveId" clId="{8887B1F4-266B-4EC4-BC6E-E93598B3026C}" dt="2025-03-30T06:21:43.494" v="447" actId="1076"/>
          <ac:spMkLst>
            <pc:docMk/>
            <pc:sldMk cId="1108075233" sldId="641"/>
            <ac:spMk id="13" creationId="{00226B0F-8D5B-40FD-835A-2F052BAD181E}"/>
          </ac:spMkLst>
        </pc:spChg>
      </pc:sldChg>
      <pc:sldChg chg="add del">
        <pc:chgData name="John Hu" userId="213e45b8a479442b" providerId="LiveId" clId="{8887B1F4-266B-4EC4-BC6E-E93598B3026C}" dt="2025-03-30T06:09:43.670" v="260"/>
        <pc:sldMkLst>
          <pc:docMk/>
          <pc:sldMk cId="2475242771" sldId="641"/>
        </pc:sldMkLst>
      </pc:sldChg>
      <pc:sldChg chg="del">
        <pc:chgData name="John Hu" userId="213e45b8a479442b" providerId="LiveId" clId="{8887B1F4-266B-4EC4-BC6E-E93598B3026C}" dt="2025-03-30T06:01:34.283" v="0" actId="47"/>
        <pc:sldMkLst>
          <pc:docMk/>
          <pc:sldMk cId="3161691511" sldId="641"/>
        </pc:sldMkLst>
      </pc:sldChg>
      <pc:sldChg chg="addSp delSp modSp add mod modAnim">
        <pc:chgData name="John Hu" userId="213e45b8a479442b" providerId="LiveId" clId="{8887B1F4-266B-4EC4-BC6E-E93598B3026C}" dt="2025-03-30T06:23:31.423" v="482" actId="6549"/>
        <pc:sldMkLst>
          <pc:docMk/>
          <pc:sldMk cId="1787054951" sldId="642"/>
        </pc:sldMkLst>
        <pc:spChg chg="mod">
          <ac:chgData name="John Hu" userId="213e45b8a479442b" providerId="LiveId" clId="{8887B1F4-266B-4EC4-BC6E-E93598B3026C}" dt="2025-03-30T06:22:24.115" v="457" actId="1076"/>
          <ac:spMkLst>
            <pc:docMk/>
            <pc:sldMk cId="1787054951" sldId="642"/>
            <ac:spMk id="2" creationId="{5888EE31-F44C-4034-8407-4C756F65702C}"/>
          </ac:spMkLst>
        </pc:spChg>
        <pc:spChg chg="del">
          <ac:chgData name="John Hu" userId="213e45b8a479442b" providerId="LiveId" clId="{8887B1F4-266B-4EC4-BC6E-E93598B3026C}" dt="2025-03-30T06:22:08.196" v="450" actId="478"/>
          <ac:spMkLst>
            <pc:docMk/>
            <pc:sldMk cId="1787054951" sldId="642"/>
            <ac:spMk id="10" creationId="{00B134FD-CC68-4103-9DF2-AA2CDF00EA5A}"/>
          </ac:spMkLst>
        </pc:spChg>
        <pc:spChg chg="add del mod">
          <ac:chgData name="John Hu" userId="213e45b8a479442b" providerId="LiveId" clId="{8887B1F4-266B-4EC4-BC6E-E93598B3026C}" dt="2025-03-30T06:22:20.064" v="456" actId="478"/>
          <ac:spMkLst>
            <pc:docMk/>
            <pc:sldMk cId="1787054951" sldId="642"/>
            <ac:spMk id="11" creationId="{6654F69D-03B0-4756-91EB-CD74E768B1CF}"/>
          </ac:spMkLst>
        </pc:spChg>
        <pc:spChg chg="add mod">
          <ac:chgData name="John Hu" userId="213e45b8a479442b" providerId="LiveId" clId="{8887B1F4-266B-4EC4-BC6E-E93598B3026C}" dt="2025-03-30T06:23:31.423" v="482" actId="6549"/>
          <ac:spMkLst>
            <pc:docMk/>
            <pc:sldMk cId="1787054951" sldId="642"/>
            <ac:spMk id="12" creationId="{7AE9ABCE-BDFA-4543-890B-FAB68B428EA0}"/>
          </ac:spMkLst>
        </pc:spChg>
        <pc:spChg chg="del">
          <ac:chgData name="John Hu" userId="213e45b8a479442b" providerId="LiveId" clId="{8887B1F4-266B-4EC4-BC6E-E93598B3026C}" dt="2025-03-30T06:22:06.397" v="449" actId="478"/>
          <ac:spMkLst>
            <pc:docMk/>
            <pc:sldMk cId="1787054951" sldId="642"/>
            <ac:spMk id="13" creationId="{00226B0F-8D5B-40FD-835A-2F052BAD181E}"/>
          </ac:spMkLst>
        </pc:spChg>
        <pc:picChg chg="add mod">
          <ac:chgData name="John Hu" userId="213e45b8a479442b" providerId="LiveId" clId="{8887B1F4-266B-4EC4-BC6E-E93598B3026C}" dt="2025-03-30T06:23:28.556" v="481" actId="1076"/>
          <ac:picMkLst>
            <pc:docMk/>
            <pc:sldMk cId="1787054951" sldId="642"/>
            <ac:picMk id="14" creationId="{B80FD263-96B1-4706-BF9C-9739AD7CA5F1}"/>
          </ac:picMkLst>
        </pc:picChg>
      </pc:sldChg>
      <pc:sldChg chg="del">
        <pc:chgData name="John Hu" userId="213e45b8a479442b" providerId="LiveId" clId="{8887B1F4-266B-4EC4-BC6E-E93598B3026C}" dt="2025-03-30T06:01:34.283" v="0" actId="47"/>
        <pc:sldMkLst>
          <pc:docMk/>
          <pc:sldMk cId="3444438766" sldId="642"/>
        </pc:sldMkLst>
      </pc:sldChg>
      <pc:sldChg chg="addSp delSp modSp add mod">
        <pc:chgData name="John Hu" userId="213e45b8a479442b" providerId="LiveId" clId="{8887B1F4-266B-4EC4-BC6E-E93598B3026C}" dt="2025-04-01T05:04:10.253" v="3269" actId="1076"/>
        <pc:sldMkLst>
          <pc:docMk/>
          <pc:sldMk cId="416280568" sldId="643"/>
        </pc:sldMkLst>
        <pc:spChg chg="mod">
          <ac:chgData name="John Hu" userId="213e45b8a479442b" providerId="LiveId" clId="{8887B1F4-266B-4EC4-BC6E-E93598B3026C}" dt="2025-03-30T06:25:27.663" v="507" actId="1076"/>
          <ac:spMkLst>
            <pc:docMk/>
            <pc:sldMk cId="416280568" sldId="643"/>
            <ac:spMk id="10" creationId="{00B134FD-CC68-4103-9DF2-AA2CDF00EA5A}"/>
          </ac:spMkLst>
        </pc:spChg>
        <pc:spChg chg="add mod">
          <ac:chgData name="John Hu" userId="213e45b8a479442b" providerId="LiveId" clId="{8887B1F4-266B-4EC4-BC6E-E93598B3026C}" dt="2025-03-30T06:26:15.502" v="555" actId="20577"/>
          <ac:spMkLst>
            <pc:docMk/>
            <pc:sldMk cId="416280568" sldId="643"/>
            <ac:spMk id="11" creationId="{93705273-4582-4504-9154-F724A14C7B2E}"/>
          </ac:spMkLst>
        </pc:spChg>
        <pc:spChg chg="add mod">
          <ac:chgData name="John Hu" userId="213e45b8a479442b" providerId="LiveId" clId="{8887B1F4-266B-4EC4-BC6E-E93598B3026C}" dt="2025-04-01T05:04:10.253" v="3269" actId="1076"/>
          <ac:spMkLst>
            <pc:docMk/>
            <pc:sldMk cId="416280568" sldId="643"/>
            <ac:spMk id="12" creationId="{5EDC5F93-7F3A-4E2D-8230-7F54F2E4A2A5}"/>
          </ac:spMkLst>
        </pc:spChg>
        <pc:spChg chg="del">
          <ac:chgData name="John Hu" userId="213e45b8a479442b" providerId="LiveId" clId="{8887B1F4-266B-4EC4-BC6E-E93598B3026C}" dt="2025-03-30T06:24:02.827" v="486" actId="478"/>
          <ac:spMkLst>
            <pc:docMk/>
            <pc:sldMk cId="416280568" sldId="643"/>
            <ac:spMk id="13" creationId="{00226B0F-8D5B-40FD-835A-2F052BAD181E}"/>
          </ac:spMkLst>
        </pc:spChg>
      </pc:sldChg>
      <pc:sldChg chg="del">
        <pc:chgData name="John Hu" userId="213e45b8a479442b" providerId="LiveId" clId="{8887B1F4-266B-4EC4-BC6E-E93598B3026C}" dt="2025-03-30T06:01:34.283" v="0" actId="47"/>
        <pc:sldMkLst>
          <pc:docMk/>
          <pc:sldMk cId="2832691755" sldId="643"/>
        </pc:sldMkLst>
      </pc:sldChg>
      <pc:sldChg chg="add del">
        <pc:chgData name="John Hu" userId="213e45b8a479442b" providerId="LiveId" clId="{8887B1F4-266B-4EC4-BC6E-E93598B3026C}" dt="2025-03-30T06:23:56.806" v="484"/>
        <pc:sldMkLst>
          <pc:docMk/>
          <pc:sldMk cId="3001554856" sldId="643"/>
        </pc:sldMkLst>
      </pc:sldChg>
      <pc:sldChg chg="addSp delSp modSp add mod">
        <pc:chgData name="John Hu" userId="213e45b8a479442b" providerId="LiveId" clId="{8887B1F4-266B-4EC4-BC6E-E93598B3026C}" dt="2025-03-31T01:29:42.538" v="1946" actId="207"/>
        <pc:sldMkLst>
          <pc:docMk/>
          <pc:sldMk cId="384735794" sldId="644"/>
        </pc:sldMkLst>
        <pc:spChg chg="del">
          <ac:chgData name="John Hu" userId="213e45b8a479442b" providerId="LiveId" clId="{8887B1F4-266B-4EC4-BC6E-E93598B3026C}" dt="2025-03-30T06:29:26.650" v="589" actId="478"/>
          <ac:spMkLst>
            <pc:docMk/>
            <pc:sldMk cId="384735794" sldId="644"/>
            <ac:spMk id="10" creationId="{00B134FD-CC68-4103-9DF2-AA2CDF00EA5A}"/>
          </ac:spMkLst>
        </pc:spChg>
        <pc:spChg chg="del">
          <ac:chgData name="John Hu" userId="213e45b8a479442b" providerId="LiveId" clId="{8887B1F4-266B-4EC4-BC6E-E93598B3026C}" dt="2025-03-30T06:29:22.527" v="588" actId="478"/>
          <ac:spMkLst>
            <pc:docMk/>
            <pc:sldMk cId="384735794" sldId="644"/>
            <ac:spMk id="11" creationId="{93705273-4582-4504-9154-F724A14C7B2E}"/>
          </ac:spMkLst>
        </pc:spChg>
        <pc:spChg chg="mod">
          <ac:chgData name="John Hu" userId="213e45b8a479442b" providerId="LiveId" clId="{8887B1F4-266B-4EC4-BC6E-E93598B3026C}" dt="2025-03-31T01:29:42.538" v="1946" actId="207"/>
          <ac:spMkLst>
            <pc:docMk/>
            <pc:sldMk cId="384735794" sldId="644"/>
            <ac:spMk id="12" creationId="{5EDC5F93-7F3A-4E2D-8230-7F54F2E4A2A5}"/>
          </ac:spMkLst>
        </pc:spChg>
        <pc:spChg chg="add mod">
          <ac:chgData name="John Hu" userId="213e45b8a479442b" providerId="LiveId" clId="{8887B1F4-266B-4EC4-BC6E-E93598B3026C}" dt="2025-03-31T01:29:13.570" v="1940" actId="207"/>
          <ac:spMkLst>
            <pc:docMk/>
            <pc:sldMk cId="384735794" sldId="644"/>
            <ac:spMk id="13" creationId="{C0205F61-7E71-433D-B52C-458C33151CA9}"/>
          </ac:spMkLst>
        </pc:spChg>
      </pc:sldChg>
      <pc:sldChg chg="del">
        <pc:chgData name="John Hu" userId="213e45b8a479442b" providerId="LiveId" clId="{8887B1F4-266B-4EC4-BC6E-E93598B3026C}" dt="2025-03-30T06:01:34.283" v="0" actId="47"/>
        <pc:sldMkLst>
          <pc:docMk/>
          <pc:sldMk cId="3634169676" sldId="644"/>
        </pc:sldMkLst>
      </pc:sldChg>
      <pc:sldChg chg="del">
        <pc:chgData name="John Hu" userId="213e45b8a479442b" providerId="LiveId" clId="{8887B1F4-266B-4EC4-BC6E-E93598B3026C}" dt="2025-03-30T06:01:34.283" v="0" actId="47"/>
        <pc:sldMkLst>
          <pc:docMk/>
          <pc:sldMk cId="996827761" sldId="645"/>
        </pc:sldMkLst>
      </pc:sldChg>
      <pc:sldChg chg="addSp delSp modSp add mod">
        <pc:chgData name="John Hu" userId="213e45b8a479442b" providerId="LiveId" clId="{8887B1F4-266B-4EC4-BC6E-E93598B3026C}" dt="2025-04-01T05:03:44.165" v="3263" actId="478"/>
        <pc:sldMkLst>
          <pc:docMk/>
          <pc:sldMk cId="1179232028" sldId="645"/>
        </pc:sldMkLst>
        <pc:spChg chg="add del">
          <ac:chgData name="John Hu" userId="213e45b8a479442b" providerId="LiveId" clId="{8887B1F4-266B-4EC4-BC6E-E93598B3026C}" dt="2025-03-30T06:33:54.748" v="865"/>
          <ac:spMkLst>
            <pc:docMk/>
            <pc:sldMk cId="1179232028" sldId="645"/>
            <ac:spMk id="3" creationId="{5A181BBE-315A-4F17-BC62-65077487DC22}"/>
          </ac:spMkLst>
        </pc:spChg>
        <pc:spChg chg="mod">
          <ac:chgData name="John Hu" userId="213e45b8a479442b" providerId="LiveId" clId="{8887B1F4-266B-4EC4-BC6E-E93598B3026C}" dt="2025-03-30T06:32:39.077" v="804" actId="20577"/>
          <ac:spMkLst>
            <pc:docMk/>
            <pc:sldMk cId="1179232028" sldId="645"/>
            <ac:spMk id="9" creationId="{2FE0D947-2258-4B45-B2D3-78D165EED910}"/>
          </ac:spMkLst>
        </pc:spChg>
        <pc:spChg chg="add del mod">
          <ac:chgData name="John Hu" userId="213e45b8a479442b" providerId="LiveId" clId="{8887B1F4-266B-4EC4-BC6E-E93598B3026C}" dt="2025-04-01T05:03:44.165" v="3263" actId="478"/>
          <ac:spMkLst>
            <pc:docMk/>
            <pc:sldMk cId="1179232028" sldId="645"/>
            <ac:spMk id="10" creationId="{BD955643-8BE2-4CA0-9C8E-3ABD00E88078}"/>
          </ac:spMkLst>
        </pc:spChg>
        <pc:spChg chg="mod">
          <ac:chgData name="John Hu" userId="213e45b8a479442b" providerId="LiveId" clId="{8887B1F4-266B-4EC4-BC6E-E93598B3026C}" dt="2025-03-30T07:08:30.186" v="1170" actId="13822"/>
          <ac:spMkLst>
            <pc:docMk/>
            <pc:sldMk cId="1179232028" sldId="645"/>
            <ac:spMk id="12" creationId="{5EDC5F93-7F3A-4E2D-8230-7F54F2E4A2A5}"/>
          </ac:spMkLst>
        </pc:spChg>
        <pc:spChg chg="del">
          <ac:chgData name="John Hu" userId="213e45b8a479442b" providerId="LiveId" clId="{8887B1F4-266B-4EC4-BC6E-E93598B3026C}" dt="2025-03-30T06:32:46.595" v="805" actId="478"/>
          <ac:spMkLst>
            <pc:docMk/>
            <pc:sldMk cId="1179232028" sldId="645"/>
            <ac:spMk id="13" creationId="{C0205F61-7E71-433D-B52C-458C33151CA9}"/>
          </ac:spMkLst>
        </pc:spChg>
      </pc:sldChg>
      <pc:sldChg chg="add del">
        <pc:chgData name="John Hu" userId="213e45b8a479442b" providerId="LiveId" clId="{8887B1F4-266B-4EC4-BC6E-E93598B3026C}" dt="2025-03-30T07:00:56.304" v="925"/>
        <pc:sldMkLst>
          <pc:docMk/>
          <pc:sldMk cId="2587797394" sldId="646"/>
        </pc:sldMkLst>
      </pc:sldChg>
      <pc:sldChg chg="delSp modSp add mod">
        <pc:chgData name="John Hu" userId="213e45b8a479442b" providerId="LiveId" clId="{8887B1F4-266B-4EC4-BC6E-E93598B3026C}" dt="2025-04-01T05:03:55.972" v="3265" actId="478"/>
        <pc:sldMkLst>
          <pc:docMk/>
          <pc:sldMk cId="2819351669" sldId="646"/>
        </pc:sldMkLst>
        <pc:spChg chg="del">
          <ac:chgData name="John Hu" userId="213e45b8a479442b" providerId="LiveId" clId="{8887B1F4-266B-4EC4-BC6E-E93598B3026C}" dt="2025-04-01T05:03:55.972" v="3265" actId="478"/>
          <ac:spMkLst>
            <pc:docMk/>
            <pc:sldMk cId="2819351669" sldId="646"/>
            <ac:spMk id="10" creationId="{BD955643-8BE2-4CA0-9C8E-3ABD00E88078}"/>
          </ac:spMkLst>
        </pc:spChg>
        <pc:spChg chg="mod">
          <ac:chgData name="John Hu" userId="213e45b8a479442b" providerId="LiveId" clId="{8887B1F4-266B-4EC4-BC6E-E93598B3026C}" dt="2025-03-30T07:08:35.589" v="1172" actId="13822"/>
          <ac:spMkLst>
            <pc:docMk/>
            <pc:sldMk cId="2819351669" sldId="646"/>
            <ac:spMk id="12" creationId="{5EDC5F93-7F3A-4E2D-8230-7F54F2E4A2A5}"/>
          </ac:spMkLst>
        </pc:spChg>
      </pc:sldChg>
      <pc:sldChg chg="del">
        <pc:chgData name="John Hu" userId="213e45b8a479442b" providerId="LiveId" clId="{8887B1F4-266B-4EC4-BC6E-E93598B3026C}" dt="2025-03-30T06:01:34.283" v="0" actId="47"/>
        <pc:sldMkLst>
          <pc:docMk/>
          <pc:sldMk cId="3867182455" sldId="646"/>
        </pc:sldMkLst>
      </pc:sldChg>
      <pc:sldChg chg="delSp modSp add mod">
        <pc:chgData name="John Hu" userId="213e45b8a479442b" providerId="LiveId" clId="{8887B1F4-266B-4EC4-BC6E-E93598B3026C}" dt="2025-04-01T05:03:52.925" v="3264" actId="478"/>
        <pc:sldMkLst>
          <pc:docMk/>
          <pc:sldMk cId="1814466282" sldId="647"/>
        </pc:sldMkLst>
        <pc:spChg chg="del">
          <ac:chgData name="John Hu" userId="213e45b8a479442b" providerId="LiveId" clId="{8887B1F4-266B-4EC4-BC6E-E93598B3026C}" dt="2025-04-01T05:03:52.925" v="3264" actId="478"/>
          <ac:spMkLst>
            <pc:docMk/>
            <pc:sldMk cId="1814466282" sldId="647"/>
            <ac:spMk id="10" creationId="{BD955643-8BE2-4CA0-9C8E-3ABD00E88078}"/>
          </ac:spMkLst>
        </pc:spChg>
        <pc:spChg chg="mod">
          <ac:chgData name="John Hu" userId="213e45b8a479442b" providerId="LiveId" clId="{8887B1F4-266B-4EC4-BC6E-E93598B3026C}" dt="2025-03-30T07:08:39.006" v="1173" actId="13822"/>
          <ac:spMkLst>
            <pc:docMk/>
            <pc:sldMk cId="1814466282" sldId="647"/>
            <ac:spMk id="12" creationId="{5EDC5F93-7F3A-4E2D-8230-7F54F2E4A2A5}"/>
          </ac:spMkLst>
        </pc:spChg>
      </pc:sldChg>
      <pc:sldChg chg="del">
        <pc:chgData name="John Hu" userId="213e45b8a479442b" providerId="LiveId" clId="{8887B1F4-266B-4EC4-BC6E-E93598B3026C}" dt="2025-03-30T06:01:34.283" v="0" actId="47"/>
        <pc:sldMkLst>
          <pc:docMk/>
          <pc:sldMk cId="2760184106" sldId="647"/>
        </pc:sldMkLst>
      </pc:sldChg>
      <pc:sldChg chg="delSp modSp add mod">
        <pc:chgData name="John Hu" userId="213e45b8a479442b" providerId="LiveId" clId="{8887B1F4-266B-4EC4-BC6E-E93598B3026C}" dt="2025-04-01T05:04:00.493" v="3267" actId="478"/>
        <pc:sldMkLst>
          <pc:docMk/>
          <pc:sldMk cId="2140413852" sldId="648"/>
        </pc:sldMkLst>
        <pc:spChg chg="del">
          <ac:chgData name="John Hu" userId="213e45b8a479442b" providerId="LiveId" clId="{8887B1F4-266B-4EC4-BC6E-E93598B3026C}" dt="2025-04-01T05:04:00.493" v="3267" actId="478"/>
          <ac:spMkLst>
            <pc:docMk/>
            <pc:sldMk cId="2140413852" sldId="648"/>
            <ac:spMk id="10" creationId="{BD955643-8BE2-4CA0-9C8E-3ABD00E88078}"/>
          </ac:spMkLst>
        </pc:spChg>
        <pc:spChg chg="mod">
          <ac:chgData name="John Hu" userId="213e45b8a479442b" providerId="LiveId" clId="{8887B1F4-266B-4EC4-BC6E-E93598B3026C}" dt="2025-03-30T07:08:41.802" v="1174" actId="13822"/>
          <ac:spMkLst>
            <pc:docMk/>
            <pc:sldMk cId="2140413852" sldId="648"/>
            <ac:spMk id="12" creationId="{5EDC5F93-7F3A-4E2D-8230-7F54F2E4A2A5}"/>
          </ac:spMkLst>
        </pc:spChg>
      </pc:sldChg>
      <pc:sldChg chg="del">
        <pc:chgData name="John Hu" userId="213e45b8a479442b" providerId="LiveId" clId="{8887B1F4-266B-4EC4-BC6E-E93598B3026C}" dt="2025-03-30T06:01:34.283" v="0" actId="47"/>
        <pc:sldMkLst>
          <pc:docMk/>
          <pc:sldMk cId="862788250" sldId="649"/>
        </pc:sldMkLst>
      </pc:sldChg>
      <pc:sldChg chg="delSp modSp add mod">
        <pc:chgData name="John Hu" userId="213e45b8a479442b" providerId="LiveId" clId="{8887B1F4-266B-4EC4-BC6E-E93598B3026C}" dt="2025-04-01T05:04:02.264" v="3268" actId="478"/>
        <pc:sldMkLst>
          <pc:docMk/>
          <pc:sldMk cId="1978348061" sldId="649"/>
        </pc:sldMkLst>
        <pc:spChg chg="del">
          <ac:chgData name="John Hu" userId="213e45b8a479442b" providerId="LiveId" clId="{8887B1F4-266B-4EC4-BC6E-E93598B3026C}" dt="2025-04-01T05:04:02.264" v="3268" actId="478"/>
          <ac:spMkLst>
            <pc:docMk/>
            <pc:sldMk cId="1978348061" sldId="649"/>
            <ac:spMk id="10" creationId="{BD955643-8BE2-4CA0-9C8E-3ABD00E88078}"/>
          </ac:spMkLst>
        </pc:spChg>
        <pc:spChg chg="mod">
          <ac:chgData name="John Hu" userId="213e45b8a479442b" providerId="LiveId" clId="{8887B1F4-266B-4EC4-BC6E-E93598B3026C}" dt="2025-03-30T07:05:21.025" v="1092" actId="20577"/>
          <ac:spMkLst>
            <pc:docMk/>
            <pc:sldMk cId="1978348061" sldId="649"/>
            <ac:spMk id="12" creationId="{5EDC5F93-7F3A-4E2D-8230-7F54F2E4A2A5}"/>
          </ac:spMkLst>
        </pc:spChg>
      </pc:sldChg>
      <pc:sldChg chg="del">
        <pc:chgData name="John Hu" userId="213e45b8a479442b" providerId="LiveId" clId="{8887B1F4-266B-4EC4-BC6E-E93598B3026C}" dt="2025-03-30T06:01:34.283" v="0" actId="47"/>
        <pc:sldMkLst>
          <pc:docMk/>
          <pc:sldMk cId="1676375893" sldId="650"/>
        </pc:sldMkLst>
      </pc:sldChg>
      <pc:sldChg chg="delSp modSp add mod">
        <pc:chgData name="John Hu" userId="213e45b8a479442b" providerId="LiveId" clId="{8887B1F4-266B-4EC4-BC6E-E93598B3026C}" dt="2025-04-01T05:03:57.482" v="3266" actId="478"/>
        <pc:sldMkLst>
          <pc:docMk/>
          <pc:sldMk cId="3667500196" sldId="650"/>
        </pc:sldMkLst>
        <pc:spChg chg="del">
          <ac:chgData name="John Hu" userId="213e45b8a479442b" providerId="LiveId" clId="{8887B1F4-266B-4EC4-BC6E-E93598B3026C}" dt="2025-04-01T05:03:57.482" v="3266" actId="478"/>
          <ac:spMkLst>
            <pc:docMk/>
            <pc:sldMk cId="3667500196" sldId="650"/>
            <ac:spMk id="10" creationId="{BD955643-8BE2-4CA0-9C8E-3ABD00E88078}"/>
          </ac:spMkLst>
        </pc:spChg>
        <pc:spChg chg="mod">
          <ac:chgData name="John Hu" userId="213e45b8a479442b" providerId="LiveId" clId="{8887B1F4-266B-4EC4-BC6E-E93598B3026C}" dt="2025-03-30T07:08:33.275" v="1171" actId="13822"/>
          <ac:spMkLst>
            <pc:docMk/>
            <pc:sldMk cId="3667500196" sldId="650"/>
            <ac:spMk id="12" creationId="{5EDC5F93-7F3A-4E2D-8230-7F54F2E4A2A5}"/>
          </ac:spMkLst>
        </pc:spChg>
      </pc:sldChg>
      <pc:sldChg chg="addSp delSp modSp add mod">
        <pc:chgData name="John Hu" userId="213e45b8a479442b" providerId="LiveId" clId="{8887B1F4-266B-4EC4-BC6E-E93598B3026C}" dt="2025-03-30T07:59:57.688" v="1282" actId="1076"/>
        <pc:sldMkLst>
          <pc:docMk/>
          <pc:sldMk cId="358489744" sldId="651"/>
        </pc:sldMkLst>
        <pc:spChg chg="mod">
          <ac:chgData name="John Hu" userId="213e45b8a479442b" providerId="LiveId" clId="{8887B1F4-266B-4EC4-BC6E-E93598B3026C}" dt="2025-03-30T07:54:27.056" v="1238" actId="14100"/>
          <ac:spMkLst>
            <pc:docMk/>
            <pc:sldMk cId="358489744" sldId="651"/>
            <ac:spMk id="9" creationId="{2FE0D947-2258-4B45-B2D3-78D165EED910}"/>
          </ac:spMkLst>
        </pc:spChg>
        <pc:spChg chg="del">
          <ac:chgData name="John Hu" userId="213e45b8a479442b" providerId="LiveId" clId="{8887B1F4-266B-4EC4-BC6E-E93598B3026C}" dt="2025-03-30T07:43:45.097" v="1220" actId="478"/>
          <ac:spMkLst>
            <pc:docMk/>
            <pc:sldMk cId="358489744" sldId="651"/>
            <ac:spMk id="10" creationId="{BD955643-8BE2-4CA0-9C8E-3ABD00E88078}"/>
          </ac:spMkLst>
        </pc:spChg>
        <pc:spChg chg="add mod">
          <ac:chgData name="John Hu" userId="213e45b8a479442b" providerId="LiveId" clId="{8887B1F4-266B-4EC4-BC6E-E93598B3026C}" dt="2025-03-30T07:59:57.688" v="1282" actId="1076"/>
          <ac:spMkLst>
            <pc:docMk/>
            <pc:sldMk cId="358489744" sldId="651"/>
            <ac:spMk id="11" creationId="{474E5D6C-ED04-4F0B-B6C1-FE6C6FABE442}"/>
          </ac:spMkLst>
        </pc:spChg>
        <pc:spChg chg="del">
          <ac:chgData name="John Hu" userId="213e45b8a479442b" providerId="LiveId" clId="{8887B1F4-266B-4EC4-BC6E-E93598B3026C}" dt="2025-03-30T07:43:39.987" v="1219" actId="478"/>
          <ac:spMkLst>
            <pc:docMk/>
            <pc:sldMk cId="358489744" sldId="651"/>
            <ac:spMk id="12" creationId="{5EDC5F93-7F3A-4E2D-8230-7F54F2E4A2A5}"/>
          </ac:spMkLst>
        </pc:spChg>
      </pc:sldChg>
      <pc:sldChg chg="del">
        <pc:chgData name="John Hu" userId="213e45b8a479442b" providerId="LiveId" clId="{8887B1F4-266B-4EC4-BC6E-E93598B3026C}" dt="2025-03-30T06:01:34.283" v="0" actId="47"/>
        <pc:sldMkLst>
          <pc:docMk/>
          <pc:sldMk cId="1094640988" sldId="651"/>
        </pc:sldMkLst>
      </pc:sldChg>
      <pc:sldChg chg="addSp delSp modSp add mod">
        <pc:chgData name="John Hu" userId="213e45b8a479442b" providerId="LiveId" clId="{8887B1F4-266B-4EC4-BC6E-E93598B3026C}" dt="2025-03-31T01:41:39.159" v="2340" actId="20577"/>
        <pc:sldMkLst>
          <pc:docMk/>
          <pc:sldMk cId="1801751825" sldId="652"/>
        </pc:sldMkLst>
        <pc:spChg chg="add mod">
          <ac:chgData name="John Hu" userId="213e45b8a479442b" providerId="LiveId" clId="{8887B1F4-266B-4EC4-BC6E-E93598B3026C}" dt="2025-03-31T01:41:39.159" v="2340" actId="20577"/>
          <ac:spMkLst>
            <pc:docMk/>
            <pc:sldMk cId="1801751825" sldId="652"/>
            <ac:spMk id="10" creationId="{71B6B7CE-C954-4B82-B468-39DD1FBD74F3}"/>
          </ac:spMkLst>
        </pc:spChg>
        <pc:spChg chg="del mod">
          <ac:chgData name="John Hu" userId="213e45b8a479442b" providerId="LiveId" clId="{8887B1F4-266B-4EC4-BC6E-E93598B3026C}" dt="2025-03-31T01:40:58.360" v="2313" actId="478"/>
          <ac:spMkLst>
            <pc:docMk/>
            <pc:sldMk cId="1801751825" sldId="652"/>
            <ac:spMk id="11" creationId="{474E5D6C-ED04-4F0B-B6C1-FE6C6FABE442}"/>
          </ac:spMkLst>
        </pc:spChg>
        <pc:graphicFrameChg chg="add mod modGraphic">
          <ac:chgData name="John Hu" userId="213e45b8a479442b" providerId="LiveId" clId="{8887B1F4-266B-4EC4-BC6E-E93598B3026C}" dt="2025-03-31T01:41:21.904" v="2320" actId="1076"/>
          <ac:graphicFrameMkLst>
            <pc:docMk/>
            <pc:sldMk cId="1801751825" sldId="652"/>
            <ac:graphicFrameMk id="3" creationId="{928B8093-7134-416E-A523-701CC31782F5}"/>
          </ac:graphicFrameMkLst>
        </pc:graphicFrameChg>
      </pc:sldChg>
      <pc:sldChg chg="del">
        <pc:chgData name="John Hu" userId="213e45b8a479442b" providerId="LiveId" clId="{8887B1F4-266B-4EC4-BC6E-E93598B3026C}" dt="2025-03-30T06:01:34.283" v="0" actId="47"/>
        <pc:sldMkLst>
          <pc:docMk/>
          <pc:sldMk cId="2939152827" sldId="652"/>
        </pc:sldMkLst>
      </pc:sldChg>
      <pc:sldChg chg="addSp modSp add mod">
        <pc:chgData name="John Hu" userId="213e45b8a479442b" providerId="LiveId" clId="{8887B1F4-266B-4EC4-BC6E-E93598B3026C}" dt="2025-03-31T06:14:10.258" v="2499" actId="1076"/>
        <pc:sldMkLst>
          <pc:docMk/>
          <pc:sldMk cId="1864332662" sldId="653"/>
        </pc:sldMkLst>
        <pc:spChg chg="mod">
          <ac:chgData name="John Hu" userId="213e45b8a479442b" providerId="LiveId" clId="{8887B1F4-266B-4EC4-BC6E-E93598B3026C}" dt="2025-03-30T08:00:34.155" v="1302" actId="20577"/>
          <ac:spMkLst>
            <pc:docMk/>
            <pc:sldMk cId="1864332662" sldId="653"/>
            <ac:spMk id="9" creationId="{2FE0D947-2258-4B45-B2D3-78D165EED910}"/>
          </ac:spMkLst>
        </pc:spChg>
        <pc:spChg chg="add mod">
          <ac:chgData name="John Hu" userId="213e45b8a479442b" providerId="LiveId" clId="{8887B1F4-266B-4EC4-BC6E-E93598B3026C}" dt="2025-03-31T06:14:10.258" v="2499" actId="1076"/>
          <ac:spMkLst>
            <pc:docMk/>
            <pc:sldMk cId="1864332662" sldId="653"/>
            <ac:spMk id="10" creationId="{670F34ED-B423-4A2D-86F7-325109034D48}"/>
          </ac:spMkLst>
        </pc:spChg>
        <pc:spChg chg="mod">
          <ac:chgData name="John Hu" userId="213e45b8a479442b" providerId="LiveId" clId="{8887B1F4-266B-4EC4-BC6E-E93598B3026C}" dt="2025-03-30T08:01:47.223" v="1400" actId="1076"/>
          <ac:spMkLst>
            <pc:docMk/>
            <pc:sldMk cId="1864332662" sldId="653"/>
            <ac:spMk id="11" creationId="{474E5D6C-ED04-4F0B-B6C1-FE6C6FABE442}"/>
          </ac:spMkLst>
        </pc:spChg>
        <pc:spChg chg="add mod">
          <ac:chgData name="John Hu" userId="213e45b8a479442b" providerId="LiveId" clId="{8887B1F4-266B-4EC4-BC6E-E93598B3026C}" dt="2025-03-30T08:30:44.344" v="1472" actId="6549"/>
          <ac:spMkLst>
            <pc:docMk/>
            <pc:sldMk cId="1864332662" sldId="653"/>
            <ac:spMk id="12" creationId="{871DD9B2-8C03-4DE3-9781-45991808B3FA}"/>
          </ac:spMkLst>
        </pc:spChg>
      </pc:sldChg>
      <pc:sldChg chg="del">
        <pc:chgData name="John Hu" userId="213e45b8a479442b" providerId="LiveId" clId="{8887B1F4-266B-4EC4-BC6E-E93598B3026C}" dt="2025-03-30T06:01:34.283" v="0" actId="47"/>
        <pc:sldMkLst>
          <pc:docMk/>
          <pc:sldMk cId="2274158211" sldId="653"/>
        </pc:sldMkLst>
      </pc:sldChg>
      <pc:sldChg chg="addSp delSp modSp add mod modAnim">
        <pc:chgData name="John Hu" userId="213e45b8a479442b" providerId="LiveId" clId="{8887B1F4-266B-4EC4-BC6E-E93598B3026C}" dt="2025-03-31T05:32:24.860" v="2383"/>
        <pc:sldMkLst>
          <pc:docMk/>
          <pc:sldMk cId="1940101893" sldId="654"/>
        </pc:sldMkLst>
        <pc:spChg chg="mod">
          <ac:chgData name="John Hu" userId="213e45b8a479442b" providerId="LiveId" clId="{8887B1F4-266B-4EC4-BC6E-E93598B3026C}" dt="2025-03-30T08:37:52.188" v="1475" actId="6549"/>
          <ac:spMkLst>
            <pc:docMk/>
            <pc:sldMk cId="1940101893" sldId="654"/>
            <ac:spMk id="2" creationId="{5888EE31-F44C-4034-8407-4C756F65702C}"/>
          </ac:spMkLst>
        </pc:spChg>
        <pc:spChg chg="mod">
          <ac:chgData name="John Hu" userId="213e45b8a479442b" providerId="LiveId" clId="{8887B1F4-266B-4EC4-BC6E-E93598B3026C}" dt="2025-03-30T08:56:42.415" v="1604" actId="20577"/>
          <ac:spMkLst>
            <pc:docMk/>
            <pc:sldMk cId="1940101893" sldId="654"/>
            <ac:spMk id="6" creationId="{CB1B6AA4-38C0-40F9-8C61-0B993F4FD5CC}"/>
          </ac:spMkLst>
        </pc:spChg>
        <pc:spChg chg="mod">
          <ac:chgData name="John Hu" userId="213e45b8a479442b" providerId="LiveId" clId="{8887B1F4-266B-4EC4-BC6E-E93598B3026C}" dt="2025-03-30T08:37:58.613" v="1481" actId="20577"/>
          <ac:spMkLst>
            <pc:docMk/>
            <pc:sldMk cId="1940101893" sldId="654"/>
            <ac:spMk id="8" creationId="{36177B38-43AB-4398-968B-448F8F0E5F49}"/>
          </ac:spMkLst>
        </pc:spChg>
        <pc:spChg chg="del">
          <ac:chgData name="John Hu" userId="213e45b8a479442b" providerId="LiveId" clId="{8887B1F4-266B-4EC4-BC6E-E93598B3026C}" dt="2025-03-30T08:56:48.474" v="1605" actId="478"/>
          <ac:spMkLst>
            <pc:docMk/>
            <pc:sldMk cId="1940101893" sldId="654"/>
            <ac:spMk id="9" creationId="{2FE0D947-2258-4B45-B2D3-78D165EED910}"/>
          </ac:spMkLst>
        </pc:spChg>
        <pc:spChg chg="del">
          <ac:chgData name="John Hu" userId="213e45b8a479442b" providerId="LiveId" clId="{8887B1F4-266B-4EC4-BC6E-E93598B3026C}" dt="2025-03-30T08:56:48.474" v="1605" actId="478"/>
          <ac:spMkLst>
            <pc:docMk/>
            <pc:sldMk cId="1940101893" sldId="654"/>
            <ac:spMk id="10" creationId="{670F34ED-B423-4A2D-86F7-325109034D48}"/>
          </ac:spMkLst>
        </pc:spChg>
        <pc:spChg chg="del">
          <ac:chgData name="John Hu" userId="213e45b8a479442b" providerId="LiveId" clId="{8887B1F4-266B-4EC4-BC6E-E93598B3026C}" dt="2025-03-30T08:56:48.474" v="1605" actId="478"/>
          <ac:spMkLst>
            <pc:docMk/>
            <pc:sldMk cId="1940101893" sldId="654"/>
            <ac:spMk id="11" creationId="{474E5D6C-ED04-4F0B-B6C1-FE6C6FABE442}"/>
          </ac:spMkLst>
        </pc:spChg>
        <pc:spChg chg="del">
          <ac:chgData name="John Hu" userId="213e45b8a479442b" providerId="LiveId" clId="{8887B1F4-266B-4EC4-BC6E-E93598B3026C}" dt="2025-03-30T08:56:48.474" v="1605" actId="478"/>
          <ac:spMkLst>
            <pc:docMk/>
            <pc:sldMk cId="1940101893" sldId="654"/>
            <ac:spMk id="12" creationId="{871DD9B2-8C03-4DE3-9781-45991808B3FA}"/>
          </ac:spMkLst>
        </pc:spChg>
        <pc:spChg chg="add mod">
          <ac:chgData name="John Hu" userId="213e45b8a479442b" providerId="LiveId" clId="{8887B1F4-266B-4EC4-BC6E-E93598B3026C}" dt="2025-03-30T09:12:16.337" v="1678" actId="1076"/>
          <ac:spMkLst>
            <pc:docMk/>
            <pc:sldMk cId="1940101893" sldId="654"/>
            <ac:spMk id="16" creationId="{BF262BB7-F733-4882-924A-CD527D907285}"/>
          </ac:spMkLst>
        </pc:spChg>
        <pc:spChg chg="add mod">
          <ac:chgData name="John Hu" userId="213e45b8a479442b" providerId="LiveId" clId="{8887B1F4-266B-4EC4-BC6E-E93598B3026C}" dt="2025-03-30T09:16:36.061" v="1755" actId="1076"/>
          <ac:spMkLst>
            <pc:docMk/>
            <pc:sldMk cId="1940101893" sldId="654"/>
            <ac:spMk id="17" creationId="{05660627-0849-4D67-9441-498B77145F87}"/>
          </ac:spMkLst>
        </pc:spChg>
        <pc:spChg chg="add mod">
          <ac:chgData name="John Hu" userId="213e45b8a479442b" providerId="LiveId" clId="{8887B1F4-266B-4EC4-BC6E-E93598B3026C}" dt="2025-03-30T09:12:16.337" v="1678" actId="1076"/>
          <ac:spMkLst>
            <pc:docMk/>
            <pc:sldMk cId="1940101893" sldId="654"/>
            <ac:spMk id="18" creationId="{FBC915E8-C0D0-43A3-B3DF-129F39B6B42D}"/>
          </ac:spMkLst>
        </pc:spChg>
        <pc:spChg chg="add mod">
          <ac:chgData name="John Hu" userId="213e45b8a479442b" providerId="LiveId" clId="{8887B1F4-266B-4EC4-BC6E-E93598B3026C}" dt="2025-03-30T09:12:16.337" v="1678" actId="1076"/>
          <ac:spMkLst>
            <pc:docMk/>
            <pc:sldMk cId="1940101893" sldId="654"/>
            <ac:spMk id="19" creationId="{06D3CDAC-66FF-4402-9E03-E619F1C26989}"/>
          </ac:spMkLst>
        </pc:spChg>
        <pc:spChg chg="add mod">
          <ac:chgData name="John Hu" userId="213e45b8a479442b" providerId="LiveId" clId="{8887B1F4-266B-4EC4-BC6E-E93598B3026C}" dt="2025-03-30T09:12:16.337" v="1678" actId="1076"/>
          <ac:spMkLst>
            <pc:docMk/>
            <pc:sldMk cId="1940101893" sldId="654"/>
            <ac:spMk id="20" creationId="{171E41A4-775C-4715-A74B-1F614AD144D7}"/>
          </ac:spMkLst>
        </pc:spChg>
        <pc:spChg chg="add mod">
          <ac:chgData name="John Hu" userId="213e45b8a479442b" providerId="LiveId" clId="{8887B1F4-266B-4EC4-BC6E-E93598B3026C}" dt="2025-03-30T09:17:32.182" v="1828" actId="113"/>
          <ac:spMkLst>
            <pc:docMk/>
            <pc:sldMk cId="1940101893" sldId="654"/>
            <ac:spMk id="21" creationId="{CC326B70-88F3-4093-A811-3298FE813FC6}"/>
          </ac:spMkLst>
        </pc:spChg>
        <pc:spChg chg="add mod">
          <ac:chgData name="John Hu" userId="213e45b8a479442b" providerId="LiveId" clId="{8887B1F4-266B-4EC4-BC6E-E93598B3026C}" dt="2025-03-30T09:16:25.109" v="1754" actId="1076"/>
          <ac:spMkLst>
            <pc:docMk/>
            <pc:sldMk cId="1940101893" sldId="654"/>
            <ac:spMk id="25" creationId="{7DD1CAE1-6603-495E-97A3-29F2C7E4CEA0}"/>
          </ac:spMkLst>
        </pc:spChg>
        <pc:spChg chg="add mod">
          <ac:chgData name="John Hu" userId="213e45b8a479442b" providerId="LiveId" clId="{8887B1F4-266B-4EC4-BC6E-E93598B3026C}" dt="2025-03-31T01:41:51.935" v="2341" actId="113"/>
          <ac:spMkLst>
            <pc:docMk/>
            <pc:sldMk cId="1940101893" sldId="654"/>
            <ac:spMk id="29" creationId="{D176A9C5-662E-4FFB-829E-182F5D5EEE23}"/>
          </ac:spMkLst>
        </pc:spChg>
        <pc:picChg chg="add mod">
          <ac:chgData name="John Hu" userId="213e45b8a479442b" providerId="LiveId" clId="{8887B1F4-266B-4EC4-BC6E-E93598B3026C}" dt="2025-03-30T09:12:16.337" v="1678" actId="1076"/>
          <ac:picMkLst>
            <pc:docMk/>
            <pc:sldMk cId="1940101893" sldId="654"/>
            <ac:picMk id="4" creationId="{B531C538-CD74-4CFD-AF23-2BF9F1AFB26B}"/>
          </ac:picMkLst>
        </pc:picChg>
        <pc:picChg chg="add mod">
          <ac:chgData name="John Hu" userId="213e45b8a479442b" providerId="LiveId" clId="{8887B1F4-266B-4EC4-BC6E-E93598B3026C}" dt="2025-03-30T09:12:16.337" v="1678" actId="1076"/>
          <ac:picMkLst>
            <pc:docMk/>
            <pc:sldMk cId="1940101893" sldId="654"/>
            <ac:picMk id="7" creationId="{026CDDFD-43A4-4923-A100-62EA1F5DD618}"/>
          </ac:picMkLst>
        </pc:picChg>
        <pc:picChg chg="add del mod">
          <ac:chgData name="John Hu" userId="213e45b8a479442b" providerId="LiveId" clId="{8887B1F4-266B-4EC4-BC6E-E93598B3026C}" dt="2025-03-30T09:12:10.263" v="1677" actId="478"/>
          <ac:picMkLst>
            <pc:docMk/>
            <pc:sldMk cId="1940101893" sldId="654"/>
            <ac:picMk id="14" creationId="{7E82B515-C70A-48CA-9307-E1FD77DD616F}"/>
          </ac:picMkLst>
        </pc:picChg>
        <pc:cxnChg chg="add mod">
          <ac:chgData name="John Hu" userId="213e45b8a479442b" providerId="LiveId" clId="{8887B1F4-266B-4EC4-BC6E-E93598B3026C}" dt="2025-03-30T09:16:20.990" v="1753" actId="14100"/>
          <ac:cxnSpMkLst>
            <pc:docMk/>
            <pc:sldMk cId="1940101893" sldId="654"/>
            <ac:cxnSpMk id="23" creationId="{454E1EAA-D14B-4425-8ED8-1FE0CC7CBE75}"/>
          </ac:cxnSpMkLst>
        </pc:cxnChg>
      </pc:sldChg>
      <pc:sldChg chg="del">
        <pc:chgData name="John Hu" userId="213e45b8a479442b" providerId="LiveId" clId="{8887B1F4-266B-4EC4-BC6E-E93598B3026C}" dt="2025-03-30T06:01:34.283" v="0" actId="47"/>
        <pc:sldMkLst>
          <pc:docMk/>
          <pc:sldMk cId="3623049503" sldId="654"/>
        </pc:sldMkLst>
      </pc:sldChg>
      <pc:sldChg chg="del">
        <pc:chgData name="John Hu" userId="213e45b8a479442b" providerId="LiveId" clId="{8887B1F4-266B-4EC4-BC6E-E93598B3026C}" dt="2025-03-30T06:01:34.283" v="0" actId="47"/>
        <pc:sldMkLst>
          <pc:docMk/>
          <pc:sldMk cId="793838359" sldId="655"/>
        </pc:sldMkLst>
      </pc:sldChg>
      <pc:sldChg chg="addSp delSp modSp add mod modAnim">
        <pc:chgData name="John Hu" userId="213e45b8a479442b" providerId="LiveId" clId="{8887B1F4-266B-4EC4-BC6E-E93598B3026C}" dt="2025-04-07T02:59:22.162" v="6136"/>
        <pc:sldMkLst>
          <pc:docMk/>
          <pc:sldMk cId="3121341431" sldId="655"/>
        </pc:sldMkLst>
        <pc:spChg chg="mod">
          <ac:chgData name="John Hu" userId="213e45b8a479442b" providerId="LiveId" clId="{8887B1F4-266B-4EC4-BC6E-E93598B3026C}" dt="2025-03-30T08:38:33.271" v="1484" actId="6549"/>
          <ac:spMkLst>
            <pc:docMk/>
            <pc:sldMk cId="3121341431" sldId="655"/>
            <ac:spMk id="2" creationId="{5888EE31-F44C-4034-8407-4C756F65702C}"/>
          </ac:spMkLst>
        </pc:spChg>
        <pc:spChg chg="add mod">
          <ac:chgData name="John Hu" userId="213e45b8a479442b" providerId="LiveId" clId="{8887B1F4-266B-4EC4-BC6E-E93598B3026C}" dt="2025-04-07T02:35:40.759" v="5921" actId="20577"/>
          <ac:spMkLst>
            <pc:docMk/>
            <pc:sldMk cId="3121341431" sldId="655"/>
            <ac:spMk id="4" creationId="{7509A0DD-D2C8-4901-967A-858C67FE4D93}"/>
          </ac:spMkLst>
        </pc:spChg>
        <pc:spChg chg="mod">
          <ac:chgData name="John Hu" userId="213e45b8a479442b" providerId="LiveId" clId="{8887B1F4-266B-4EC4-BC6E-E93598B3026C}" dt="2025-04-07T02:59:15.096" v="6134"/>
          <ac:spMkLst>
            <pc:docMk/>
            <pc:sldMk cId="3121341431" sldId="655"/>
            <ac:spMk id="6" creationId="{CB1B6AA4-38C0-40F9-8C61-0B993F4FD5CC}"/>
          </ac:spMkLst>
        </pc:spChg>
        <pc:spChg chg="mod">
          <ac:chgData name="John Hu" userId="213e45b8a479442b" providerId="LiveId" clId="{8887B1F4-266B-4EC4-BC6E-E93598B3026C}" dt="2025-04-07T02:59:22.162" v="6136"/>
          <ac:spMkLst>
            <pc:docMk/>
            <pc:sldMk cId="3121341431" sldId="655"/>
            <ac:spMk id="8" creationId="{36177B38-43AB-4398-968B-448F8F0E5F49}"/>
          </ac:spMkLst>
        </pc:spChg>
        <pc:spChg chg="del mod">
          <ac:chgData name="John Hu" userId="213e45b8a479442b" providerId="LiveId" clId="{8887B1F4-266B-4EC4-BC6E-E93598B3026C}" dt="2025-04-07T01:48:05.296" v="5627" actId="478"/>
          <ac:spMkLst>
            <pc:docMk/>
            <pc:sldMk cId="3121341431" sldId="655"/>
            <ac:spMk id="9" creationId="{2FE0D947-2258-4B45-B2D3-78D165EED910}"/>
          </ac:spMkLst>
        </pc:spChg>
        <pc:spChg chg="del">
          <ac:chgData name="John Hu" userId="213e45b8a479442b" providerId="LiveId" clId="{8887B1F4-266B-4EC4-BC6E-E93598B3026C}" dt="2025-04-07T01:50:55.539" v="5687" actId="478"/>
          <ac:spMkLst>
            <pc:docMk/>
            <pc:sldMk cId="3121341431" sldId="655"/>
            <ac:spMk id="10" creationId="{670F34ED-B423-4A2D-86F7-325109034D48}"/>
          </ac:spMkLst>
        </pc:spChg>
        <pc:spChg chg="del mod">
          <ac:chgData name="John Hu" userId="213e45b8a479442b" providerId="LiveId" clId="{8887B1F4-266B-4EC4-BC6E-E93598B3026C}" dt="2025-04-07T01:54:21.759" v="5690" actId="478"/>
          <ac:spMkLst>
            <pc:docMk/>
            <pc:sldMk cId="3121341431" sldId="655"/>
            <ac:spMk id="11" creationId="{474E5D6C-ED04-4F0B-B6C1-FE6C6FABE442}"/>
          </ac:spMkLst>
        </pc:spChg>
        <pc:spChg chg="del">
          <ac:chgData name="John Hu" userId="213e45b8a479442b" providerId="LiveId" clId="{8887B1F4-266B-4EC4-BC6E-E93598B3026C}" dt="2025-04-07T01:50:18.344" v="5674" actId="478"/>
          <ac:spMkLst>
            <pc:docMk/>
            <pc:sldMk cId="3121341431" sldId="655"/>
            <ac:spMk id="12" creationId="{871DD9B2-8C03-4DE3-9781-45991808B3FA}"/>
          </ac:spMkLst>
        </pc:spChg>
        <pc:spChg chg="add mod">
          <ac:chgData name="John Hu" userId="213e45b8a479442b" providerId="LiveId" clId="{8887B1F4-266B-4EC4-BC6E-E93598B3026C}" dt="2025-04-07T01:50:53.007" v="5686" actId="20577"/>
          <ac:spMkLst>
            <pc:docMk/>
            <pc:sldMk cId="3121341431" sldId="655"/>
            <ac:spMk id="13" creationId="{BE40CBFD-B41A-4C8E-9EDD-2B0F8DC2E14F}"/>
          </ac:spMkLst>
        </pc:spChg>
        <pc:spChg chg="add mod">
          <ac:chgData name="John Hu" userId="213e45b8a479442b" providerId="LiveId" clId="{8887B1F4-266B-4EC4-BC6E-E93598B3026C}" dt="2025-04-07T02:59:18.923" v="6135"/>
          <ac:spMkLst>
            <pc:docMk/>
            <pc:sldMk cId="3121341431" sldId="655"/>
            <ac:spMk id="14" creationId="{FFE0AA81-8E05-40DB-B533-63E227E7ACC6}"/>
          </ac:spMkLst>
        </pc:spChg>
        <pc:spChg chg="add mod">
          <ac:chgData name="John Hu" userId="213e45b8a479442b" providerId="LiveId" clId="{8887B1F4-266B-4EC4-BC6E-E93598B3026C}" dt="2025-04-07T02:35:19.719" v="5861" actId="1076"/>
          <ac:spMkLst>
            <pc:docMk/>
            <pc:sldMk cId="3121341431" sldId="655"/>
            <ac:spMk id="15" creationId="{12370C1D-613A-4DCB-8A3A-37CFF3230BB5}"/>
          </ac:spMkLst>
        </pc:spChg>
      </pc:sldChg>
      <pc:sldChg chg="del">
        <pc:chgData name="John Hu" userId="213e45b8a479442b" providerId="LiveId" clId="{8887B1F4-266B-4EC4-BC6E-E93598B3026C}" dt="2025-03-30T06:01:34.283" v="0" actId="47"/>
        <pc:sldMkLst>
          <pc:docMk/>
          <pc:sldMk cId="1033917250" sldId="656"/>
        </pc:sldMkLst>
      </pc:sldChg>
      <pc:sldChg chg="addSp delSp modSp add mod modAnim">
        <pc:chgData name="John Hu" userId="213e45b8a479442b" providerId="LiveId" clId="{8887B1F4-266B-4EC4-BC6E-E93598B3026C}" dt="2025-04-11T06:14:56.696" v="8886" actId="14100"/>
        <pc:sldMkLst>
          <pc:docMk/>
          <pc:sldMk cId="3431420934" sldId="656"/>
        </pc:sldMkLst>
        <pc:spChg chg="mod">
          <ac:chgData name="John Hu" userId="213e45b8a479442b" providerId="LiveId" clId="{8887B1F4-266B-4EC4-BC6E-E93598B3026C}" dt="2025-04-10T06:51:09.645" v="7127" actId="20577"/>
          <ac:spMkLst>
            <pc:docMk/>
            <pc:sldMk cId="3431420934" sldId="656"/>
            <ac:spMk id="6" creationId="{CB1B6AA4-38C0-40F9-8C61-0B993F4FD5CC}"/>
          </ac:spMkLst>
        </pc:spChg>
        <pc:spChg chg="mod">
          <ac:chgData name="John Hu" userId="213e45b8a479442b" providerId="LiveId" clId="{8887B1F4-266B-4EC4-BC6E-E93598B3026C}" dt="2025-04-10T08:15:22.938" v="7388"/>
          <ac:spMkLst>
            <pc:docMk/>
            <pc:sldMk cId="3431420934" sldId="656"/>
            <ac:spMk id="8" creationId="{36177B38-43AB-4398-968B-448F8F0E5F49}"/>
          </ac:spMkLst>
        </pc:spChg>
        <pc:spChg chg="del">
          <ac:chgData name="John Hu" userId="213e45b8a479442b" providerId="LiveId" clId="{8887B1F4-266B-4EC4-BC6E-E93598B3026C}" dt="2025-04-10T06:50:43.032" v="7098" actId="478"/>
          <ac:spMkLst>
            <pc:docMk/>
            <pc:sldMk cId="3431420934" sldId="656"/>
            <ac:spMk id="9" creationId="{2FE0D947-2258-4B45-B2D3-78D165EED910}"/>
          </ac:spMkLst>
        </pc:spChg>
        <pc:spChg chg="del">
          <ac:chgData name="John Hu" userId="213e45b8a479442b" providerId="LiveId" clId="{8887B1F4-266B-4EC4-BC6E-E93598B3026C}" dt="2025-04-10T06:50:43.032" v="7098" actId="478"/>
          <ac:spMkLst>
            <pc:docMk/>
            <pc:sldMk cId="3431420934" sldId="656"/>
            <ac:spMk id="10" creationId="{670F34ED-B423-4A2D-86F7-325109034D48}"/>
          </ac:spMkLst>
        </pc:spChg>
        <pc:spChg chg="del">
          <ac:chgData name="John Hu" userId="213e45b8a479442b" providerId="LiveId" clId="{8887B1F4-266B-4EC4-BC6E-E93598B3026C}" dt="2025-04-10T06:50:43.032" v="7098" actId="478"/>
          <ac:spMkLst>
            <pc:docMk/>
            <pc:sldMk cId="3431420934" sldId="656"/>
            <ac:spMk id="11" creationId="{474E5D6C-ED04-4F0B-B6C1-FE6C6FABE442}"/>
          </ac:spMkLst>
        </pc:spChg>
        <pc:spChg chg="del">
          <ac:chgData name="John Hu" userId="213e45b8a479442b" providerId="LiveId" clId="{8887B1F4-266B-4EC4-BC6E-E93598B3026C}" dt="2025-04-10T06:50:30.476" v="7083" actId="478"/>
          <ac:spMkLst>
            <pc:docMk/>
            <pc:sldMk cId="3431420934" sldId="656"/>
            <ac:spMk id="12" creationId="{871DD9B2-8C03-4DE3-9781-45991808B3FA}"/>
          </ac:spMkLst>
        </pc:spChg>
        <pc:spChg chg="add mod">
          <ac:chgData name="John Hu" userId="213e45b8a479442b" providerId="LiveId" clId="{8887B1F4-266B-4EC4-BC6E-E93598B3026C}" dt="2025-04-11T06:09:21.043" v="8374" actId="20577"/>
          <ac:spMkLst>
            <pc:docMk/>
            <pc:sldMk cId="3431420934" sldId="656"/>
            <ac:spMk id="12" creationId="{DEEC3D85-F731-4AFA-80EC-66BED9C70564}"/>
          </ac:spMkLst>
        </pc:spChg>
        <pc:spChg chg="add mod">
          <ac:chgData name="John Hu" userId="213e45b8a479442b" providerId="LiveId" clId="{8887B1F4-266B-4EC4-BC6E-E93598B3026C}" dt="2025-04-10T07:49:26.929" v="7358" actId="6549"/>
          <ac:spMkLst>
            <pc:docMk/>
            <pc:sldMk cId="3431420934" sldId="656"/>
            <ac:spMk id="13" creationId="{311ABDBD-5BB7-4821-B7F5-D76486728C49}"/>
          </ac:spMkLst>
        </pc:spChg>
        <pc:spChg chg="add del mod">
          <ac:chgData name="John Hu" userId="213e45b8a479442b" providerId="LiveId" clId="{8887B1F4-266B-4EC4-BC6E-E93598B3026C}" dt="2025-04-10T07:49:04.974" v="7348" actId="478"/>
          <ac:spMkLst>
            <pc:docMk/>
            <pc:sldMk cId="3431420934" sldId="656"/>
            <ac:spMk id="14" creationId="{DDF4E98D-C4C0-4822-891A-4AA641FA97EE}"/>
          </ac:spMkLst>
        </pc:spChg>
        <pc:spChg chg="add mod">
          <ac:chgData name="John Hu" userId="213e45b8a479442b" providerId="LiveId" clId="{8887B1F4-266B-4EC4-BC6E-E93598B3026C}" dt="2025-04-11T05:51:23.367" v="7841" actId="164"/>
          <ac:spMkLst>
            <pc:docMk/>
            <pc:sldMk cId="3431420934" sldId="656"/>
            <ac:spMk id="14" creationId="{EFDF83AA-5C48-4275-9F09-5F303E490E0A}"/>
          </ac:spMkLst>
        </pc:spChg>
        <pc:spChg chg="add mod">
          <ac:chgData name="John Hu" userId="213e45b8a479442b" providerId="LiveId" clId="{8887B1F4-266B-4EC4-BC6E-E93598B3026C}" dt="2025-04-11T06:08:39.984" v="8333" actId="1076"/>
          <ac:spMkLst>
            <pc:docMk/>
            <pc:sldMk cId="3431420934" sldId="656"/>
            <ac:spMk id="15" creationId="{E9E89F2E-6B6E-4A30-9327-3B97FFCDC34A}"/>
          </ac:spMkLst>
        </pc:spChg>
        <pc:spChg chg="mod">
          <ac:chgData name="John Hu" userId="213e45b8a479442b" providerId="LiveId" clId="{8887B1F4-266B-4EC4-BC6E-E93598B3026C}" dt="2025-04-11T05:51:23.367" v="7841" actId="164"/>
          <ac:spMkLst>
            <pc:docMk/>
            <pc:sldMk cId="3431420934" sldId="656"/>
            <ac:spMk id="19" creationId="{DAE83B53-7DB5-43F2-9B44-F6BE310C26C0}"/>
          </ac:spMkLst>
        </pc:spChg>
        <pc:spChg chg="add mod">
          <ac:chgData name="John Hu" userId="213e45b8a479442b" providerId="LiveId" clId="{8887B1F4-266B-4EC4-BC6E-E93598B3026C}" dt="2025-04-11T05:52:12.063" v="7850" actId="1076"/>
          <ac:spMkLst>
            <pc:docMk/>
            <pc:sldMk cId="3431420934" sldId="656"/>
            <ac:spMk id="20" creationId="{54A12C10-E220-44BA-A6A8-2A9A9B7DF439}"/>
          </ac:spMkLst>
        </pc:spChg>
        <pc:spChg chg="add mod">
          <ac:chgData name="John Hu" userId="213e45b8a479442b" providerId="LiveId" clId="{8887B1F4-266B-4EC4-BC6E-E93598B3026C}" dt="2025-04-11T05:51:23.367" v="7841" actId="164"/>
          <ac:spMkLst>
            <pc:docMk/>
            <pc:sldMk cId="3431420934" sldId="656"/>
            <ac:spMk id="21" creationId="{6FB5C06D-BB10-4CAB-A966-E7090A5D1F15}"/>
          </ac:spMkLst>
        </pc:spChg>
        <pc:spChg chg="add mod">
          <ac:chgData name="John Hu" userId="213e45b8a479442b" providerId="LiveId" clId="{8887B1F4-266B-4EC4-BC6E-E93598B3026C}" dt="2025-04-11T05:51:23.367" v="7841" actId="164"/>
          <ac:spMkLst>
            <pc:docMk/>
            <pc:sldMk cId="3431420934" sldId="656"/>
            <ac:spMk id="22" creationId="{AEF8447C-26A0-4F61-A705-CCD0A3BA6453}"/>
          </ac:spMkLst>
        </pc:spChg>
        <pc:spChg chg="add mod">
          <ac:chgData name="John Hu" userId="213e45b8a479442b" providerId="LiveId" clId="{8887B1F4-266B-4EC4-BC6E-E93598B3026C}" dt="2025-04-11T05:51:23.367" v="7841" actId="164"/>
          <ac:spMkLst>
            <pc:docMk/>
            <pc:sldMk cId="3431420934" sldId="656"/>
            <ac:spMk id="23" creationId="{25E7138E-6738-4D3B-B07D-6408AA422D37}"/>
          </ac:spMkLst>
        </pc:spChg>
        <pc:spChg chg="mod">
          <ac:chgData name="John Hu" userId="213e45b8a479442b" providerId="LiveId" clId="{8887B1F4-266B-4EC4-BC6E-E93598B3026C}" dt="2025-04-11T05:51:52.463" v="7846" actId="6549"/>
          <ac:spMkLst>
            <pc:docMk/>
            <pc:sldMk cId="3431420934" sldId="656"/>
            <ac:spMk id="26" creationId="{E1EA51CC-8A27-4A84-AA8D-428B86D9C32E}"/>
          </ac:spMkLst>
        </pc:spChg>
        <pc:spChg chg="mod">
          <ac:chgData name="John Hu" userId="213e45b8a479442b" providerId="LiveId" clId="{8887B1F4-266B-4EC4-BC6E-E93598B3026C}" dt="2025-04-11T05:51:23.367" v="7841" actId="164"/>
          <ac:spMkLst>
            <pc:docMk/>
            <pc:sldMk cId="3431420934" sldId="656"/>
            <ac:spMk id="29" creationId="{0DAF7E73-52CD-4E30-B1E6-A39E72921FB7}"/>
          </ac:spMkLst>
        </pc:spChg>
        <pc:spChg chg="mod">
          <ac:chgData name="John Hu" userId="213e45b8a479442b" providerId="LiveId" clId="{8887B1F4-266B-4EC4-BC6E-E93598B3026C}" dt="2025-04-11T05:50:20.854" v="7785" actId="571"/>
          <ac:spMkLst>
            <pc:docMk/>
            <pc:sldMk cId="3431420934" sldId="656"/>
            <ac:spMk id="32" creationId="{723817B8-67B3-4F3A-99B1-9010BEA5AAD8}"/>
          </ac:spMkLst>
        </pc:spChg>
        <pc:spChg chg="mod">
          <ac:chgData name="John Hu" userId="213e45b8a479442b" providerId="LiveId" clId="{8887B1F4-266B-4EC4-BC6E-E93598B3026C}" dt="2025-04-11T05:51:23.367" v="7841" actId="164"/>
          <ac:spMkLst>
            <pc:docMk/>
            <pc:sldMk cId="3431420934" sldId="656"/>
            <ac:spMk id="35" creationId="{62881894-6666-40DF-BB41-95F4DD4FAEE3}"/>
          </ac:spMkLst>
        </pc:spChg>
        <pc:spChg chg="add mod">
          <ac:chgData name="John Hu" userId="213e45b8a479442b" providerId="LiveId" clId="{8887B1F4-266B-4EC4-BC6E-E93598B3026C}" dt="2025-04-11T06:14:56.696" v="8886" actId="14100"/>
          <ac:spMkLst>
            <pc:docMk/>
            <pc:sldMk cId="3431420934" sldId="656"/>
            <ac:spMk id="36" creationId="{42B12A24-E79D-4D94-8F7F-2F8170C42A86}"/>
          </ac:spMkLst>
        </pc:spChg>
        <pc:spChg chg="add mod">
          <ac:chgData name="John Hu" userId="213e45b8a479442b" providerId="LiveId" clId="{8887B1F4-266B-4EC4-BC6E-E93598B3026C}" dt="2025-04-11T06:14:26.932" v="8864" actId="20577"/>
          <ac:spMkLst>
            <pc:docMk/>
            <pc:sldMk cId="3431420934" sldId="656"/>
            <ac:spMk id="37" creationId="{A59CC003-A4BE-4AF9-BEEF-A9E03E5B87E2}"/>
          </ac:spMkLst>
        </pc:spChg>
        <pc:grpChg chg="add mod">
          <ac:chgData name="John Hu" userId="213e45b8a479442b" providerId="LiveId" clId="{8887B1F4-266B-4EC4-BC6E-E93598B3026C}" dt="2025-04-11T05:51:23.367" v="7841" actId="164"/>
          <ac:grpSpMkLst>
            <pc:docMk/>
            <pc:sldMk cId="3431420934" sldId="656"/>
            <ac:grpSpMk id="5" creationId="{90251EE3-D449-45D2-B1E1-9A586627841C}"/>
          </ac:grpSpMkLst>
        </pc:grpChg>
        <pc:grpChg chg="add mod">
          <ac:chgData name="John Hu" userId="213e45b8a479442b" providerId="LiveId" clId="{8887B1F4-266B-4EC4-BC6E-E93598B3026C}" dt="2025-04-11T05:51:23.367" v="7841" actId="164"/>
          <ac:grpSpMkLst>
            <pc:docMk/>
            <pc:sldMk cId="3431420934" sldId="656"/>
            <ac:grpSpMk id="10" creationId="{A2E91A32-3349-4DC1-9001-F26B6309580E}"/>
          </ac:grpSpMkLst>
        </pc:grpChg>
        <pc:grpChg chg="add mod">
          <ac:chgData name="John Hu" userId="213e45b8a479442b" providerId="LiveId" clId="{8887B1F4-266B-4EC4-BC6E-E93598B3026C}" dt="2025-04-11T05:51:23.367" v="7841" actId="164"/>
          <ac:grpSpMkLst>
            <pc:docMk/>
            <pc:sldMk cId="3431420934" sldId="656"/>
            <ac:grpSpMk id="16" creationId="{A3851901-4B16-4AE2-9E8D-001CD37E12A6}"/>
          </ac:grpSpMkLst>
        </pc:grpChg>
        <pc:grpChg chg="add mod">
          <ac:chgData name="John Hu" userId="213e45b8a479442b" providerId="LiveId" clId="{8887B1F4-266B-4EC4-BC6E-E93598B3026C}" dt="2025-04-11T05:51:23.367" v="7841" actId="164"/>
          <ac:grpSpMkLst>
            <pc:docMk/>
            <pc:sldMk cId="3431420934" sldId="656"/>
            <ac:grpSpMk id="24" creationId="{CAFC36CD-C8B7-4703-93A0-7D8DFA433AA8}"/>
          </ac:grpSpMkLst>
        </pc:grpChg>
        <pc:grpChg chg="add mod">
          <ac:chgData name="John Hu" userId="213e45b8a479442b" providerId="LiveId" clId="{8887B1F4-266B-4EC4-BC6E-E93598B3026C}" dt="2025-04-11T05:51:23.367" v="7841" actId="164"/>
          <ac:grpSpMkLst>
            <pc:docMk/>
            <pc:sldMk cId="3431420934" sldId="656"/>
            <ac:grpSpMk id="27" creationId="{A38AC1EA-9290-4A37-9063-A55FA7EEB194}"/>
          </ac:grpSpMkLst>
        </pc:grpChg>
        <pc:grpChg chg="add mod">
          <ac:chgData name="John Hu" userId="213e45b8a479442b" providerId="LiveId" clId="{8887B1F4-266B-4EC4-BC6E-E93598B3026C}" dt="2025-04-11T05:50:20.854" v="7785" actId="571"/>
          <ac:grpSpMkLst>
            <pc:docMk/>
            <pc:sldMk cId="3431420934" sldId="656"/>
            <ac:grpSpMk id="30" creationId="{2529368E-C55E-40D9-898D-8ADCEB519C8C}"/>
          </ac:grpSpMkLst>
        </pc:grpChg>
        <pc:grpChg chg="add mod">
          <ac:chgData name="John Hu" userId="213e45b8a479442b" providerId="LiveId" clId="{8887B1F4-266B-4EC4-BC6E-E93598B3026C}" dt="2025-04-11T05:51:23.367" v="7841" actId="164"/>
          <ac:grpSpMkLst>
            <pc:docMk/>
            <pc:sldMk cId="3431420934" sldId="656"/>
            <ac:grpSpMk id="33" creationId="{2FC67FF8-47C6-4492-905F-87134EBBF2E7}"/>
          </ac:grpSpMkLst>
        </pc:grpChg>
        <pc:picChg chg="add del mod">
          <ac:chgData name="John Hu" userId="213e45b8a479442b" providerId="LiveId" clId="{8887B1F4-266B-4EC4-BC6E-E93598B3026C}" dt="2025-04-10T08:07:30.813" v="7366" actId="478"/>
          <ac:picMkLst>
            <pc:docMk/>
            <pc:sldMk cId="3431420934" sldId="656"/>
            <ac:picMk id="4" creationId="{00DFDBAE-40CC-4757-9D26-19B0D534B929}"/>
          </ac:picMkLst>
        </pc:picChg>
        <pc:picChg chg="add mod">
          <ac:chgData name="John Hu" userId="213e45b8a479442b" providerId="LiveId" clId="{8887B1F4-266B-4EC4-BC6E-E93598B3026C}" dt="2025-04-11T05:52:10.153" v="7849" actId="1076"/>
          <ac:picMkLst>
            <pc:docMk/>
            <pc:sldMk cId="3431420934" sldId="656"/>
            <ac:picMk id="17" creationId="{53DC9FBE-708F-4AAB-95F9-6B288BA69251}"/>
          </ac:picMkLst>
        </pc:picChg>
        <pc:picChg chg="add del mod">
          <ac:chgData name="John Hu" userId="213e45b8a479442b" providerId="LiveId" clId="{8887B1F4-266B-4EC4-BC6E-E93598B3026C}" dt="2025-04-10T08:20:17.591" v="7469" actId="478"/>
          <ac:picMkLst>
            <pc:docMk/>
            <pc:sldMk cId="3431420934" sldId="656"/>
            <ac:picMk id="18" creationId="{EFC8546A-9831-4AC0-8576-02FD78670113}"/>
          </ac:picMkLst>
        </pc:picChg>
        <pc:cxnChg chg="add mod">
          <ac:chgData name="John Hu" userId="213e45b8a479442b" providerId="LiveId" clId="{8887B1F4-266B-4EC4-BC6E-E93598B3026C}" dt="2025-04-11T05:51:23.367" v="7841" actId="164"/>
          <ac:cxnSpMkLst>
            <pc:docMk/>
            <pc:sldMk cId="3431420934" sldId="656"/>
            <ac:cxnSpMk id="4" creationId="{71F2D004-0C77-4C5B-8542-1B4654B85F15}"/>
          </ac:cxnSpMkLst>
        </pc:cxnChg>
        <pc:cxnChg chg="mod">
          <ac:chgData name="John Hu" userId="213e45b8a479442b" providerId="LiveId" clId="{8887B1F4-266B-4EC4-BC6E-E93598B3026C}" dt="2025-04-11T05:51:23.367" v="7841" actId="164"/>
          <ac:cxnSpMkLst>
            <pc:docMk/>
            <pc:sldMk cId="3431420934" sldId="656"/>
            <ac:cxnSpMk id="18" creationId="{73DD8648-A209-405B-9CF8-F117E9F598CA}"/>
          </ac:cxnSpMkLst>
        </pc:cxnChg>
        <pc:cxnChg chg="mod">
          <ac:chgData name="John Hu" userId="213e45b8a479442b" providerId="LiveId" clId="{8887B1F4-266B-4EC4-BC6E-E93598B3026C}" dt="2025-04-11T05:51:23.367" v="7841" actId="164"/>
          <ac:cxnSpMkLst>
            <pc:docMk/>
            <pc:sldMk cId="3431420934" sldId="656"/>
            <ac:cxnSpMk id="25" creationId="{3002EE32-03AA-4B1A-ABD9-1673089F1114}"/>
          </ac:cxnSpMkLst>
        </pc:cxnChg>
        <pc:cxnChg chg="mod">
          <ac:chgData name="John Hu" userId="213e45b8a479442b" providerId="LiveId" clId="{8887B1F4-266B-4EC4-BC6E-E93598B3026C}" dt="2025-04-11T05:51:23.367" v="7841" actId="164"/>
          <ac:cxnSpMkLst>
            <pc:docMk/>
            <pc:sldMk cId="3431420934" sldId="656"/>
            <ac:cxnSpMk id="28" creationId="{F4F1F196-7A6B-4D9F-916D-5A52F8956EFA}"/>
          </ac:cxnSpMkLst>
        </pc:cxnChg>
        <pc:cxnChg chg="mod">
          <ac:chgData name="John Hu" userId="213e45b8a479442b" providerId="LiveId" clId="{8887B1F4-266B-4EC4-BC6E-E93598B3026C}" dt="2025-04-11T05:50:20.854" v="7785" actId="571"/>
          <ac:cxnSpMkLst>
            <pc:docMk/>
            <pc:sldMk cId="3431420934" sldId="656"/>
            <ac:cxnSpMk id="31" creationId="{E193E371-68FF-4E7F-9203-CC19E5A52DA7}"/>
          </ac:cxnSpMkLst>
        </pc:cxnChg>
        <pc:cxnChg chg="mod">
          <ac:chgData name="John Hu" userId="213e45b8a479442b" providerId="LiveId" clId="{8887B1F4-266B-4EC4-BC6E-E93598B3026C}" dt="2025-04-11T05:51:23.367" v="7841" actId="164"/>
          <ac:cxnSpMkLst>
            <pc:docMk/>
            <pc:sldMk cId="3431420934" sldId="656"/>
            <ac:cxnSpMk id="34" creationId="{839BF55F-6F87-42F1-BE33-88E8F365B98F}"/>
          </ac:cxnSpMkLst>
        </pc:cxnChg>
      </pc:sldChg>
      <pc:sldChg chg="del">
        <pc:chgData name="John Hu" userId="213e45b8a479442b" providerId="LiveId" clId="{8887B1F4-266B-4EC4-BC6E-E93598B3026C}" dt="2025-03-30T06:01:34.283" v="0" actId="47"/>
        <pc:sldMkLst>
          <pc:docMk/>
          <pc:sldMk cId="2956053056" sldId="657"/>
        </pc:sldMkLst>
      </pc:sldChg>
      <pc:sldChg chg="delSp modSp add mod delAnim">
        <pc:chgData name="John Hu" userId="213e45b8a479442b" providerId="LiveId" clId="{8887B1F4-266B-4EC4-BC6E-E93598B3026C}" dt="2025-03-31T06:13:35.739" v="2496" actId="113"/>
        <pc:sldMkLst>
          <pc:docMk/>
          <pc:sldMk cId="3783011178" sldId="657"/>
        </pc:sldMkLst>
        <pc:spChg chg="mod">
          <ac:chgData name="John Hu" userId="213e45b8a479442b" providerId="LiveId" clId="{8887B1F4-266B-4EC4-BC6E-E93598B3026C}" dt="2025-03-31T06:13:35.739" v="2496" actId="113"/>
          <ac:spMkLst>
            <pc:docMk/>
            <pc:sldMk cId="3783011178" sldId="657"/>
            <ac:spMk id="6" creationId="{CB1B6AA4-38C0-40F9-8C61-0B993F4FD5CC}"/>
          </ac:spMkLst>
        </pc:spChg>
        <pc:spChg chg="del">
          <ac:chgData name="John Hu" userId="213e45b8a479442b" providerId="LiveId" clId="{8887B1F4-266B-4EC4-BC6E-E93598B3026C}" dt="2025-03-31T01:42:17.042" v="2365" actId="478"/>
          <ac:spMkLst>
            <pc:docMk/>
            <pc:sldMk cId="3783011178" sldId="657"/>
            <ac:spMk id="16" creationId="{BF262BB7-F733-4882-924A-CD527D907285}"/>
          </ac:spMkLst>
        </pc:spChg>
        <pc:spChg chg="del">
          <ac:chgData name="John Hu" userId="213e45b8a479442b" providerId="LiveId" clId="{8887B1F4-266B-4EC4-BC6E-E93598B3026C}" dt="2025-03-31T01:42:17.042" v="2365" actId="478"/>
          <ac:spMkLst>
            <pc:docMk/>
            <pc:sldMk cId="3783011178" sldId="657"/>
            <ac:spMk id="17" creationId="{05660627-0849-4D67-9441-498B77145F87}"/>
          </ac:spMkLst>
        </pc:spChg>
        <pc:spChg chg="del">
          <ac:chgData name="John Hu" userId="213e45b8a479442b" providerId="LiveId" clId="{8887B1F4-266B-4EC4-BC6E-E93598B3026C}" dt="2025-03-31T01:42:17.042" v="2365" actId="478"/>
          <ac:spMkLst>
            <pc:docMk/>
            <pc:sldMk cId="3783011178" sldId="657"/>
            <ac:spMk id="18" creationId="{FBC915E8-C0D0-43A3-B3DF-129F39B6B42D}"/>
          </ac:spMkLst>
        </pc:spChg>
        <pc:spChg chg="del">
          <ac:chgData name="John Hu" userId="213e45b8a479442b" providerId="LiveId" clId="{8887B1F4-266B-4EC4-BC6E-E93598B3026C}" dt="2025-03-31T01:42:17.042" v="2365" actId="478"/>
          <ac:spMkLst>
            <pc:docMk/>
            <pc:sldMk cId="3783011178" sldId="657"/>
            <ac:spMk id="19" creationId="{06D3CDAC-66FF-4402-9E03-E619F1C26989}"/>
          </ac:spMkLst>
        </pc:spChg>
        <pc:spChg chg="del">
          <ac:chgData name="John Hu" userId="213e45b8a479442b" providerId="LiveId" clId="{8887B1F4-266B-4EC4-BC6E-E93598B3026C}" dt="2025-03-31T01:42:17.042" v="2365" actId="478"/>
          <ac:spMkLst>
            <pc:docMk/>
            <pc:sldMk cId="3783011178" sldId="657"/>
            <ac:spMk id="20" creationId="{171E41A4-775C-4715-A74B-1F614AD144D7}"/>
          </ac:spMkLst>
        </pc:spChg>
        <pc:spChg chg="del">
          <ac:chgData name="John Hu" userId="213e45b8a479442b" providerId="LiveId" clId="{8887B1F4-266B-4EC4-BC6E-E93598B3026C}" dt="2025-03-31T01:42:18.867" v="2366" actId="478"/>
          <ac:spMkLst>
            <pc:docMk/>
            <pc:sldMk cId="3783011178" sldId="657"/>
            <ac:spMk id="21" creationId="{CC326B70-88F3-4093-A811-3298FE813FC6}"/>
          </ac:spMkLst>
        </pc:spChg>
        <pc:spChg chg="del">
          <ac:chgData name="John Hu" userId="213e45b8a479442b" providerId="LiveId" clId="{8887B1F4-266B-4EC4-BC6E-E93598B3026C}" dt="2025-03-31T01:42:17.042" v="2365" actId="478"/>
          <ac:spMkLst>
            <pc:docMk/>
            <pc:sldMk cId="3783011178" sldId="657"/>
            <ac:spMk id="25" creationId="{7DD1CAE1-6603-495E-97A3-29F2C7E4CEA0}"/>
          </ac:spMkLst>
        </pc:spChg>
        <pc:spChg chg="del">
          <ac:chgData name="John Hu" userId="213e45b8a479442b" providerId="LiveId" clId="{8887B1F4-266B-4EC4-BC6E-E93598B3026C}" dt="2025-03-31T01:42:17.042" v="2365" actId="478"/>
          <ac:spMkLst>
            <pc:docMk/>
            <pc:sldMk cId="3783011178" sldId="657"/>
            <ac:spMk id="29" creationId="{D176A9C5-662E-4FFB-829E-182F5D5EEE23}"/>
          </ac:spMkLst>
        </pc:spChg>
        <pc:picChg chg="del">
          <ac:chgData name="John Hu" userId="213e45b8a479442b" providerId="LiveId" clId="{8887B1F4-266B-4EC4-BC6E-E93598B3026C}" dt="2025-03-31T01:42:17.042" v="2365" actId="478"/>
          <ac:picMkLst>
            <pc:docMk/>
            <pc:sldMk cId="3783011178" sldId="657"/>
            <ac:picMk id="4" creationId="{B531C538-CD74-4CFD-AF23-2BF9F1AFB26B}"/>
          </ac:picMkLst>
        </pc:picChg>
        <pc:picChg chg="del">
          <ac:chgData name="John Hu" userId="213e45b8a479442b" providerId="LiveId" clId="{8887B1F4-266B-4EC4-BC6E-E93598B3026C}" dt="2025-03-31T01:42:17.042" v="2365" actId="478"/>
          <ac:picMkLst>
            <pc:docMk/>
            <pc:sldMk cId="3783011178" sldId="657"/>
            <ac:picMk id="7" creationId="{026CDDFD-43A4-4923-A100-62EA1F5DD618}"/>
          </ac:picMkLst>
        </pc:picChg>
        <pc:cxnChg chg="del">
          <ac:chgData name="John Hu" userId="213e45b8a479442b" providerId="LiveId" clId="{8887B1F4-266B-4EC4-BC6E-E93598B3026C}" dt="2025-03-31T01:42:17.042" v="2365" actId="478"/>
          <ac:cxnSpMkLst>
            <pc:docMk/>
            <pc:sldMk cId="3783011178" sldId="657"/>
            <ac:cxnSpMk id="23" creationId="{454E1EAA-D14B-4425-8ED8-1FE0CC7CBE75}"/>
          </ac:cxnSpMkLst>
        </pc:cxnChg>
      </pc:sldChg>
      <pc:sldChg chg="del">
        <pc:chgData name="John Hu" userId="213e45b8a479442b" providerId="LiveId" clId="{8887B1F4-266B-4EC4-BC6E-E93598B3026C}" dt="2025-03-30T06:01:34.283" v="0" actId="47"/>
        <pc:sldMkLst>
          <pc:docMk/>
          <pc:sldMk cId="229139173" sldId="658"/>
        </pc:sldMkLst>
      </pc:sldChg>
      <pc:sldChg chg="addSp delSp modSp add mod modAnim">
        <pc:chgData name="John Hu" userId="213e45b8a479442b" providerId="LiveId" clId="{8887B1F4-266B-4EC4-BC6E-E93598B3026C}" dt="2025-04-01T07:48:35.188" v="3711" actId="14100"/>
        <pc:sldMkLst>
          <pc:docMk/>
          <pc:sldMk cId="432293528" sldId="658"/>
        </pc:sldMkLst>
        <pc:spChg chg="add mod">
          <ac:chgData name="John Hu" userId="213e45b8a479442b" providerId="LiveId" clId="{8887B1F4-266B-4EC4-BC6E-E93598B3026C}" dt="2025-04-01T07:45:42.233" v="3687" actId="113"/>
          <ac:spMkLst>
            <pc:docMk/>
            <pc:sldMk cId="432293528" sldId="658"/>
            <ac:spMk id="3" creationId="{00088B28-0D10-4BC1-8D16-A851DFFF1B89}"/>
          </ac:spMkLst>
        </pc:spChg>
        <pc:spChg chg="mod">
          <ac:chgData name="John Hu" userId="213e45b8a479442b" providerId="LiveId" clId="{8887B1F4-266B-4EC4-BC6E-E93598B3026C}" dt="2025-03-31T07:11:54.978" v="2868" actId="1076"/>
          <ac:spMkLst>
            <pc:docMk/>
            <pc:sldMk cId="432293528" sldId="658"/>
            <ac:spMk id="6" creationId="{CB1B6AA4-38C0-40F9-8C61-0B993F4FD5CC}"/>
          </ac:spMkLst>
        </pc:spChg>
        <pc:spChg chg="add mod">
          <ac:chgData name="John Hu" userId="213e45b8a479442b" providerId="LiveId" clId="{8887B1F4-266B-4EC4-BC6E-E93598B3026C}" dt="2025-04-01T07:44:59.105" v="3647" actId="571"/>
          <ac:spMkLst>
            <pc:docMk/>
            <pc:sldMk cId="432293528" sldId="658"/>
            <ac:spMk id="7" creationId="{C9067B27-72D5-4456-810A-DB77B729CAB5}"/>
          </ac:spMkLst>
        </pc:spChg>
        <pc:spChg chg="add mod">
          <ac:chgData name="John Hu" userId="213e45b8a479442b" providerId="LiveId" clId="{8887B1F4-266B-4EC4-BC6E-E93598B3026C}" dt="2025-03-31T07:11:50.005" v="2865" actId="164"/>
          <ac:spMkLst>
            <pc:docMk/>
            <pc:sldMk cId="432293528" sldId="658"/>
            <ac:spMk id="9" creationId="{2281C2C3-F835-4A66-BB93-9373CA01E285}"/>
          </ac:spMkLst>
        </pc:spChg>
        <pc:spChg chg="add mod">
          <ac:chgData name="John Hu" userId="213e45b8a479442b" providerId="LiveId" clId="{8887B1F4-266B-4EC4-BC6E-E93598B3026C}" dt="2025-03-31T07:11:50.005" v="2865" actId="164"/>
          <ac:spMkLst>
            <pc:docMk/>
            <pc:sldMk cId="432293528" sldId="658"/>
            <ac:spMk id="10" creationId="{3F478D9F-AFC0-4AD6-9C59-F6257C7BBA11}"/>
          </ac:spMkLst>
        </pc:spChg>
        <pc:spChg chg="add mod">
          <ac:chgData name="John Hu" userId="213e45b8a479442b" providerId="LiveId" clId="{8887B1F4-266B-4EC4-BC6E-E93598B3026C}" dt="2025-03-31T07:11:50.005" v="2865" actId="164"/>
          <ac:spMkLst>
            <pc:docMk/>
            <pc:sldMk cId="432293528" sldId="658"/>
            <ac:spMk id="11" creationId="{191745A9-FFBC-4760-901C-91E08D63D9AD}"/>
          </ac:spMkLst>
        </pc:spChg>
        <pc:spChg chg="add mod">
          <ac:chgData name="John Hu" userId="213e45b8a479442b" providerId="LiveId" clId="{8887B1F4-266B-4EC4-BC6E-E93598B3026C}" dt="2025-04-01T07:47:30.539" v="3705" actId="207"/>
          <ac:spMkLst>
            <pc:docMk/>
            <pc:sldMk cId="432293528" sldId="658"/>
            <ac:spMk id="12" creationId="{8159EA2E-66C4-4EA1-83FE-35CCBE339047}"/>
          </ac:spMkLst>
        </pc:spChg>
        <pc:spChg chg="add mod">
          <ac:chgData name="John Hu" userId="213e45b8a479442b" providerId="LiveId" clId="{8887B1F4-266B-4EC4-BC6E-E93598B3026C}" dt="2025-04-01T07:44:59.105" v="3647" actId="571"/>
          <ac:spMkLst>
            <pc:docMk/>
            <pc:sldMk cId="432293528" sldId="658"/>
            <ac:spMk id="13" creationId="{69A060F7-7778-4730-8EE5-EFA5013AA92F}"/>
          </ac:spMkLst>
        </pc:spChg>
        <pc:spChg chg="add mod">
          <ac:chgData name="John Hu" userId="213e45b8a479442b" providerId="LiveId" clId="{8887B1F4-266B-4EC4-BC6E-E93598B3026C}" dt="2025-03-31T07:11:50.005" v="2865" actId="164"/>
          <ac:spMkLst>
            <pc:docMk/>
            <pc:sldMk cId="432293528" sldId="658"/>
            <ac:spMk id="15" creationId="{C32E30C1-6AFA-41B6-B6A3-3B214AC1875E}"/>
          </ac:spMkLst>
        </pc:spChg>
        <pc:spChg chg="add mod">
          <ac:chgData name="John Hu" userId="213e45b8a479442b" providerId="LiveId" clId="{8887B1F4-266B-4EC4-BC6E-E93598B3026C}" dt="2025-04-01T07:46:34.822" v="3699" actId="20577"/>
          <ac:spMkLst>
            <pc:docMk/>
            <pc:sldMk cId="432293528" sldId="658"/>
            <ac:spMk id="18" creationId="{5B1951D0-763C-4B4F-9EF7-FBBE70461415}"/>
          </ac:spMkLst>
        </pc:spChg>
        <pc:spChg chg="add mod">
          <ac:chgData name="John Hu" userId="213e45b8a479442b" providerId="LiveId" clId="{8887B1F4-266B-4EC4-BC6E-E93598B3026C}" dt="2025-04-01T07:48:35.188" v="3711" actId="14100"/>
          <ac:spMkLst>
            <pc:docMk/>
            <pc:sldMk cId="432293528" sldId="658"/>
            <ac:spMk id="19" creationId="{F75A1DF8-D20C-4FE8-973C-55874705351D}"/>
          </ac:spMkLst>
        </pc:spChg>
        <pc:grpChg chg="add del mod">
          <ac:chgData name="John Hu" userId="213e45b8a479442b" providerId="LiveId" clId="{8887B1F4-266B-4EC4-BC6E-E93598B3026C}" dt="2025-04-01T00:40:25.114" v="3253" actId="478"/>
          <ac:grpSpMkLst>
            <pc:docMk/>
            <pc:sldMk cId="432293528" sldId="658"/>
            <ac:grpSpMk id="16" creationId="{C3835758-AF2C-4926-AED1-FA42FA6D907C}"/>
          </ac:grpSpMkLst>
        </pc:grpChg>
        <pc:grpChg chg="add mod">
          <ac:chgData name="John Hu" userId="213e45b8a479442b" providerId="LiveId" clId="{8887B1F4-266B-4EC4-BC6E-E93598B3026C}" dt="2025-04-01T07:44:59.105" v="3647" actId="571"/>
          <ac:grpSpMkLst>
            <pc:docMk/>
            <pc:sldMk cId="432293528" sldId="658"/>
            <ac:grpSpMk id="17" creationId="{D62EFE4E-7283-406C-816D-C8D221F2DA62}"/>
          </ac:grpSpMkLst>
        </pc:grpChg>
      </pc:sldChg>
      <pc:sldChg chg="addSp delSp modSp add mod ord">
        <pc:chgData name="John Hu" userId="213e45b8a479442b" providerId="LiveId" clId="{8887B1F4-266B-4EC4-BC6E-E93598B3026C}" dt="2025-04-01T07:49:02.079" v="3743" actId="1076"/>
        <pc:sldMkLst>
          <pc:docMk/>
          <pc:sldMk cId="2672491657" sldId="659"/>
        </pc:sldMkLst>
        <pc:spChg chg="mod">
          <ac:chgData name="John Hu" userId="213e45b8a479442b" providerId="LiveId" clId="{8887B1F4-266B-4EC4-BC6E-E93598B3026C}" dt="2025-04-01T00:40:31.357" v="3255" actId="113"/>
          <ac:spMkLst>
            <pc:docMk/>
            <pc:sldMk cId="2672491657" sldId="659"/>
            <ac:spMk id="7" creationId="{C9067B27-72D5-4456-810A-DB77B729CAB5}"/>
          </ac:spMkLst>
        </pc:spChg>
        <pc:spChg chg="mod">
          <ac:chgData name="John Hu" userId="213e45b8a479442b" providerId="LiveId" clId="{8887B1F4-266B-4EC4-BC6E-E93598B3026C}" dt="2025-04-01T00:39:07.440" v="3136" actId="1076"/>
          <ac:spMkLst>
            <pc:docMk/>
            <pc:sldMk cId="2672491657" sldId="659"/>
            <ac:spMk id="9" creationId="{2281C2C3-F835-4A66-BB93-9373CA01E285}"/>
          </ac:spMkLst>
        </pc:spChg>
        <pc:spChg chg="del mod">
          <ac:chgData name="John Hu" userId="213e45b8a479442b" providerId="LiveId" clId="{8887B1F4-266B-4EC4-BC6E-E93598B3026C}" dt="2025-04-01T00:40:41.374" v="3258" actId="21"/>
          <ac:spMkLst>
            <pc:docMk/>
            <pc:sldMk cId="2672491657" sldId="659"/>
            <ac:spMk id="10" creationId="{3F478D9F-AFC0-4AD6-9C59-F6257C7BBA11}"/>
          </ac:spMkLst>
        </pc:spChg>
        <pc:spChg chg="mod">
          <ac:chgData name="John Hu" userId="213e45b8a479442b" providerId="LiveId" clId="{8887B1F4-266B-4EC4-BC6E-E93598B3026C}" dt="2025-04-01T00:38:34.287" v="3112" actId="20577"/>
          <ac:spMkLst>
            <pc:docMk/>
            <pc:sldMk cId="2672491657" sldId="659"/>
            <ac:spMk id="11" creationId="{191745A9-FFBC-4760-901C-91E08D63D9AD}"/>
          </ac:spMkLst>
        </pc:spChg>
        <pc:spChg chg="mod">
          <ac:chgData name="John Hu" userId="213e45b8a479442b" providerId="LiveId" clId="{8887B1F4-266B-4EC4-BC6E-E93598B3026C}" dt="2025-04-01T00:40:48.551" v="3261" actId="1076"/>
          <ac:spMkLst>
            <pc:docMk/>
            <pc:sldMk cId="2672491657" sldId="659"/>
            <ac:spMk id="12" creationId="{8159EA2E-66C4-4EA1-83FE-35CCBE339047}"/>
          </ac:spMkLst>
        </pc:spChg>
        <pc:spChg chg="mod">
          <ac:chgData name="John Hu" userId="213e45b8a479442b" providerId="LiveId" clId="{8887B1F4-266B-4EC4-BC6E-E93598B3026C}" dt="2025-04-01T05:04:37.714" v="3291" actId="20577"/>
          <ac:spMkLst>
            <pc:docMk/>
            <pc:sldMk cId="2672491657" sldId="659"/>
            <ac:spMk id="13" creationId="{69A060F7-7778-4730-8EE5-EFA5013AA92F}"/>
          </ac:spMkLst>
        </pc:spChg>
        <pc:spChg chg="add mod">
          <ac:chgData name="John Hu" userId="213e45b8a479442b" providerId="LiveId" clId="{8887B1F4-266B-4EC4-BC6E-E93598B3026C}" dt="2025-04-01T00:40:50.945" v="3262" actId="1076"/>
          <ac:spMkLst>
            <pc:docMk/>
            <pc:sldMk cId="2672491657" sldId="659"/>
            <ac:spMk id="14" creationId="{2613E093-21B5-4BA7-8C98-D051531137B8}"/>
          </ac:spMkLst>
        </pc:spChg>
        <pc:spChg chg="mod">
          <ac:chgData name="John Hu" userId="213e45b8a479442b" providerId="LiveId" clId="{8887B1F4-266B-4EC4-BC6E-E93598B3026C}" dt="2025-04-01T00:40:32.485" v="3256" actId="113"/>
          <ac:spMkLst>
            <pc:docMk/>
            <pc:sldMk cId="2672491657" sldId="659"/>
            <ac:spMk id="15" creationId="{C32E30C1-6AFA-41B6-B6A3-3B214AC1875E}"/>
          </ac:spMkLst>
        </pc:spChg>
        <pc:spChg chg="add mod">
          <ac:chgData name="John Hu" userId="213e45b8a479442b" providerId="LiveId" clId="{8887B1F4-266B-4EC4-BC6E-E93598B3026C}" dt="2025-04-01T07:48:52.133" v="3738" actId="20577"/>
          <ac:spMkLst>
            <pc:docMk/>
            <pc:sldMk cId="2672491657" sldId="659"/>
            <ac:spMk id="18" creationId="{98157816-B786-4DD5-8F72-9181B66D3E71}"/>
          </ac:spMkLst>
        </pc:spChg>
        <pc:spChg chg="add mod">
          <ac:chgData name="John Hu" userId="213e45b8a479442b" providerId="LiveId" clId="{8887B1F4-266B-4EC4-BC6E-E93598B3026C}" dt="2025-04-01T07:49:02.079" v="3743" actId="1076"/>
          <ac:spMkLst>
            <pc:docMk/>
            <pc:sldMk cId="2672491657" sldId="659"/>
            <ac:spMk id="19" creationId="{5B16D257-054A-46E3-BAD0-C63EFFFD76B4}"/>
          </ac:spMkLst>
        </pc:spChg>
      </pc:sldChg>
      <pc:sldChg chg="del">
        <pc:chgData name="John Hu" userId="213e45b8a479442b" providerId="LiveId" clId="{8887B1F4-266B-4EC4-BC6E-E93598B3026C}" dt="2025-03-30T06:01:34.283" v="0" actId="47"/>
        <pc:sldMkLst>
          <pc:docMk/>
          <pc:sldMk cId="3284171094" sldId="659"/>
        </pc:sldMkLst>
      </pc:sldChg>
      <pc:sldChg chg="del">
        <pc:chgData name="John Hu" userId="213e45b8a479442b" providerId="LiveId" clId="{8887B1F4-266B-4EC4-BC6E-E93598B3026C}" dt="2025-03-30T06:01:34.283" v="0" actId="47"/>
        <pc:sldMkLst>
          <pc:docMk/>
          <pc:sldMk cId="633065844" sldId="660"/>
        </pc:sldMkLst>
      </pc:sldChg>
      <pc:sldChg chg="addSp delSp modSp add mod modAnim">
        <pc:chgData name="John Hu" userId="213e45b8a479442b" providerId="LiveId" clId="{8887B1F4-266B-4EC4-BC6E-E93598B3026C}" dt="2025-04-01T08:44:59.963" v="4122" actId="20577"/>
        <pc:sldMkLst>
          <pc:docMk/>
          <pc:sldMk cId="3795855303" sldId="660"/>
        </pc:sldMkLst>
        <pc:spChg chg="mod">
          <ac:chgData name="John Hu" userId="213e45b8a479442b" providerId="LiveId" clId="{8887B1F4-266B-4EC4-BC6E-E93598B3026C}" dt="2025-04-01T08:44:59.963" v="4122" actId="20577"/>
          <ac:spMkLst>
            <pc:docMk/>
            <pc:sldMk cId="3795855303" sldId="660"/>
            <ac:spMk id="3" creationId="{00088B28-0D10-4BC1-8D16-A851DFFF1B89}"/>
          </ac:spMkLst>
        </pc:spChg>
        <pc:spChg chg="mod">
          <ac:chgData name="John Hu" userId="213e45b8a479442b" providerId="LiveId" clId="{8887B1F4-266B-4EC4-BC6E-E93598B3026C}" dt="2025-04-01T07:51:14.279" v="3784" actId="20577"/>
          <ac:spMkLst>
            <pc:docMk/>
            <pc:sldMk cId="3795855303" sldId="660"/>
            <ac:spMk id="6" creationId="{CB1B6AA4-38C0-40F9-8C61-0B993F4FD5CC}"/>
          </ac:spMkLst>
        </pc:spChg>
        <pc:spChg chg="mod topLvl">
          <ac:chgData name="John Hu" userId="213e45b8a479442b" providerId="LiveId" clId="{8887B1F4-266B-4EC4-BC6E-E93598B3026C}" dt="2025-04-01T08:22:23.677" v="4060" actId="165"/>
          <ac:spMkLst>
            <pc:docMk/>
            <pc:sldMk cId="3795855303" sldId="660"/>
            <ac:spMk id="7" creationId="{C9067B27-72D5-4456-810A-DB77B729CAB5}"/>
          </ac:spMkLst>
        </pc:spChg>
        <pc:spChg chg="mod topLvl">
          <ac:chgData name="John Hu" userId="213e45b8a479442b" providerId="LiveId" clId="{8887B1F4-266B-4EC4-BC6E-E93598B3026C}" dt="2025-04-01T08:22:23.677" v="4060" actId="165"/>
          <ac:spMkLst>
            <pc:docMk/>
            <pc:sldMk cId="3795855303" sldId="660"/>
            <ac:spMk id="12" creationId="{8159EA2E-66C4-4EA1-83FE-35CCBE339047}"/>
          </ac:spMkLst>
        </pc:spChg>
        <pc:spChg chg="del">
          <ac:chgData name="John Hu" userId="213e45b8a479442b" providerId="LiveId" clId="{8887B1F4-266B-4EC4-BC6E-E93598B3026C}" dt="2025-04-01T07:51:21.622" v="3785" actId="478"/>
          <ac:spMkLst>
            <pc:docMk/>
            <pc:sldMk cId="3795855303" sldId="660"/>
            <ac:spMk id="13" creationId="{69A060F7-7778-4730-8EE5-EFA5013AA92F}"/>
          </ac:spMkLst>
        </pc:spChg>
        <pc:spChg chg="add mod">
          <ac:chgData name="John Hu" userId="213e45b8a479442b" providerId="LiveId" clId="{8887B1F4-266B-4EC4-BC6E-E93598B3026C}" dt="2025-04-01T08:44:49.456" v="4112" actId="20577"/>
          <ac:spMkLst>
            <pc:docMk/>
            <pc:sldMk cId="3795855303" sldId="660"/>
            <ac:spMk id="14" creationId="{6B8BD184-51F4-4910-B2A1-AC73DC334EA7}"/>
          </ac:spMkLst>
        </pc:spChg>
        <pc:spChg chg="add mod">
          <ac:chgData name="John Hu" userId="213e45b8a479442b" providerId="LiveId" clId="{8887B1F4-266B-4EC4-BC6E-E93598B3026C}" dt="2025-04-01T08:23:50.898" v="4095" actId="207"/>
          <ac:spMkLst>
            <pc:docMk/>
            <pc:sldMk cId="3795855303" sldId="660"/>
            <ac:spMk id="15" creationId="{6CDCF8A7-A2E4-407D-8718-E39EF01540F1}"/>
          </ac:spMkLst>
        </pc:spChg>
        <pc:spChg chg="mod topLvl">
          <ac:chgData name="John Hu" userId="213e45b8a479442b" providerId="LiveId" clId="{8887B1F4-266B-4EC4-BC6E-E93598B3026C}" dt="2025-04-01T08:22:23.677" v="4060" actId="165"/>
          <ac:spMkLst>
            <pc:docMk/>
            <pc:sldMk cId="3795855303" sldId="660"/>
            <ac:spMk id="18" creationId="{5B1951D0-763C-4B4F-9EF7-FBBE70461415}"/>
          </ac:spMkLst>
        </pc:spChg>
        <pc:grpChg chg="del mod">
          <ac:chgData name="John Hu" userId="213e45b8a479442b" providerId="LiveId" clId="{8887B1F4-266B-4EC4-BC6E-E93598B3026C}" dt="2025-04-01T08:22:23.677" v="4060" actId="165"/>
          <ac:grpSpMkLst>
            <pc:docMk/>
            <pc:sldMk cId="3795855303" sldId="660"/>
            <ac:grpSpMk id="17" creationId="{D62EFE4E-7283-406C-816D-C8D221F2DA62}"/>
          </ac:grpSpMkLst>
        </pc:grpChg>
      </pc:sldChg>
      <pc:sldChg chg="add del">
        <pc:chgData name="John Hu" userId="213e45b8a479442b" providerId="LiveId" clId="{8887B1F4-266B-4EC4-BC6E-E93598B3026C}" dt="2025-04-11T07:33:17.107" v="10120" actId="47"/>
        <pc:sldMkLst>
          <pc:docMk/>
          <pc:sldMk cId="4223697104" sldId="661"/>
        </pc:sldMkLst>
      </pc:sldChg>
      <pc:sldChg chg="del">
        <pc:chgData name="John Hu" userId="213e45b8a479442b" providerId="LiveId" clId="{8887B1F4-266B-4EC4-BC6E-E93598B3026C}" dt="2025-03-30T06:01:34.283" v="0" actId="47"/>
        <pc:sldMkLst>
          <pc:docMk/>
          <pc:sldMk cId="1331771505" sldId="662"/>
        </pc:sldMkLst>
      </pc:sldChg>
      <pc:sldChg chg="addSp delSp modSp add mod delAnim">
        <pc:chgData name="John Hu" userId="213e45b8a479442b" providerId="LiveId" clId="{8887B1F4-266B-4EC4-BC6E-E93598B3026C}" dt="2025-04-02T01:53:55.567" v="4634" actId="1076"/>
        <pc:sldMkLst>
          <pc:docMk/>
          <pc:sldMk cId="1985458681" sldId="662"/>
        </pc:sldMkLst>
        <pc:spChg chg="del">
          <ac:chgData name="John Hu" userId="213e45b8a479442b" providerId="LiveId" clId="{8887B1F4-266B-4EC4-BC6E-E93598B3026C}" dt="2025-04-01T08:45:13.941" v="4124" actId="478"/>
          <ac:spMkLst>
            <pc:docMk/>
            <pc:sldMk cId="1985458681" sldId="662"/>
            <ac:spMk id="3" creationId="{00088B28-0D10-4BC1-8D16-A851DFFF1B89}"/>
          </ac:spMkLst>
        </pc:spChg>
        <pc:spChg chg="add mod">
          <ac:chgData name="John Hu" userId="213e45b8a479442b" providerId="LiveId" clId="{8887B1F4-266B-4EC4-BC6E-E93598B3026C}" dt="2025-04-02T01:53:38.940" v="4631" actId="1076"/>
          <ac:spMkLst>
            <pc:docMk/>
            <pc:sldMk cId="1985458681" sldId="662"/>
            <ac:spMk id="9" creationId="{D8EF5D55-9AE7-42F1-9343-9531ABD0B2ED}"/>
          </ac:spMkLst>
        </pc:spChg>
        <pc:spChg chg="del">
          <ac:chgData name="John Hu" userId="213e45b8a479442b" providerId="LiveId" clId="{8887B1F4-266B-4EC4-BC6E-E93598B3026C}" dt="2025-04-01T08:45:16.902" v="4125" actId="478"/>
          <ac:spMkLst>
            <pc:docMk/>
            <pc:sldMk cId="1985458681" sldId="662"/>
            <ac:spMk id="12" creationId="{8159EA2E-66C4-4EA1-83FE-35CCBE339047}"/>
          </ac:spMkLst>
        </pc:spChg>
        <pc:spChg chg="add del mod">
          <ac:chgData name="John Hu" userId="213e45b8a479442b" providerId="LiveId" clId="{8887B1F4-266B-4EC4-BC6E-E93598B3026C}" dt="2025-04-01T08:54:25.059" v="4483" actId="478"/>
          <ac:spMkLst>
            <pc:docMk/>
            <pc:sldMk cId="1985458681" sldId="662"/>
            <ac:spMk id="13" creationId="{F2951946-011C-4C00-BCE1-2CC81916ADA3}"/>
          </ac:spMkLst>
        </pc:spChg>
        <pc:spChg chg="mod">
          <ac:chgData name="John Hu" userId="213e45b8a479442b" providerId="LiveId" clId="{8887B1F4-266B-4EC4-BC6E-E93598B3026C}" dt="2025-04-02T01:30:09.324" v="4630" actId="14100"/>
          <ac:spMkLst>
            <pc:docMk/>
            <pc:sldMk cId="1985458681" sldId="662"/>
            <ac:spMk id="14" creationId="{6B8BD184-51F4-4910-B2A1-AC73DC334EA7}"/>
          </ac:spMkLst>
        </pc:spChg>
        <pc:spChg chg="del mod">
          <ac:chgData name="John Hu" userId="213e45b8a479442b" providerId="LiveId" clId="{8887B1F4-266B-4EC4-BC6E-E93598B3026C}" dt="2025-04-01T08:54:27.948" v="4484" actId="478"/>
          <ac:spMkLst>
            <pc:docMk/>
            <pc:sldMk cId="1985458681" sldId="662"/>
            <ac:spMk id="15" creationId="{6CDCF8A7-A2E4-407D-8718-E39EF01540F1}"/>
          </ac:spMkLst>
        </pc:spChg>
        <pc:spChg chg="add mod">
          <ac:chgData name="John Hu" userId="213e45b8a479442b" providerId="LiveId" clId="{8887B1F4-266B-4EC4-BC6E-E93598B3026C}" dt="2025-04-02T01:53:55.567" v="4634" actId="1076"/>
          <ac:spMkLst>
            <pc:docMk/>
            <pc:sldMk cId="1985458681" sldId="662"/>
            <ac:spMk id="16" creationId="{8CF2FF80-3415-426C-A398-DF69601EF8C8}"/>
          </ac:spMkLst>
        </pc:spChg>
        <pc:spChg chg="add mod">
          <ac:chgData name="John Hu" userId="213e45b8a479442b" providerId="LiveId" clId="{8887B1F4-266B-4EC4-BC6E-E93598B3026C}" dt="2025-04-01T08:51:32.355" v="4421" actId="1076"/>
          <ac:spMkLst>
            <pc:docMk/>
            <pc:sldMk cId="1985458681" sldId="662"/>
            <ac:spMk id="17" creationId="{6773A9FF-77A7-4231-BCCE-B31F94A36B18}"/>
          </ac:spMkLst>
        </pc:spChg>
        <pc:spChg chg="del mod">
          <ac:chgData name="John Hu" userId="213e45b8a479442b" providerId="LiveId" clId="{8887B1F4-266B-4EC4-BC6E-E93598B3026C}" dt="2025-04-01T08:54:25.059" v="4483" actId="478"/>
          <ac:spMkLst>
            <pc:docMk/>
            <pc:sldMk cId="1985458681" sldId="662"/>
            <ac:spMk id="18" creationId="{5B1951D0-763C-4B4F-9EF7-FBBE70461415}"/>
          </ac:spMkLst>
        </pc:spChg>
        <pc:spChg chg="del">
          <ac:chgData name="John Hu" userId="213e45b8a479442b" providerId="LiveId" clId="{8887B1F4-266B-4EC4-BC6E-E93598B3026C}" dt="2025-04-01T08:47:08.170" v="4187" actId="478"/>
          <ac:spMkLst>
            <pc:docMk/>
            <pc:sldMk cId="1985458681" sldId="662"/>
            <ac:spMk id="19" creationId="{F75A1DF8-D20C-4FE8-973C-55874705351D}"/>
          </ac:spMkLst>
        </pc:spChg>
        <pc:spChg chg="add mod">
          <ac:chgData name="John Hu" userId="213e45b8a479442b" providerId="LiveId" clId="{8887B1F4-266B-4EC4-BC6E-E93598B3026C}" dt="2025-04-01T08:51:32.355" v="4421" actId="1076"/>
          <ac:spMkLst>
            <pc:docMk/>
            <pc:sldMk cId="1985458681" sldId="662"/>
            <ac:spMk id="20" creationId="{09132628-1647-46FC-A801-518FB3A607F6}"/>
          </ac:spMkLst>
        </pc:spChg>
        <pc:spChg chg="add mod">
          <ac:chgData name="John Hu" userId="213e45b8a479442b" providerId="LiveId" clId="{8887B1F4-266B-4EC4-BC6E-E93598B3026C}" dt="2025-04-01T08:51:32.355" v="4421" actId="1076"/>
          <ac:spMkLst>
            <pc:docMk/>
            <pc:sldMk cId="1985458681" sldId="662"/>
            <ac:spMk id="21" creationId="{97B3C93A-757E-4B21-B9BA-670476406453}"/>
          </ac:spMkLst>
        </pc:spChg>
        <pc:spChg chg="add mod">
          <ac:chgData name="John Hu" userId="213e45b8a479442b" providerId="LiveId" clId="{8887B1F4-266B-4EC4-BC6E-E93598B3026C}" dt="2025-04-01T08:53:28.361" v="4451" actId="20577"/>
          <ac:spMkLst>
            <pc:docMk/>
            <pc:sldMk cId="1985458681" sldId="662"/>
            <ac:spMk id="22" creationId="{AB4D718A-4FD9-4E3D-9E7D-FE6E07912BE6}"/>
          </ac:spMkLst>
        </pc:spChg>
        <pc:spChg chg="add del mod">
          <ac:chgData name="John Hu" userId="213e45b8a479442b" providerId="LiveId" clId="{8887B1F4-266B-4EC4-BC6E-E93598B3026C}" dt="2025-04-01T08:50:40.454" v="4369" actId="478"/>
          <ac:spMkLst>
            <pc:docMk/>
            <pc:sldMk cId="1985458681" sldId="662"/>
            <ac:spMk id="24" creationId="{EC4B3D11-49B7-42B4-86D6-CC0E1DA92DAA}"/>
          </ac:spMkLst>
        </pc:spChg>
        <pc:spChg chg="add mod">
          <ac:chgData name="John Hu" userId="213e45b8a479442b" providerId="LiveId" clId="{8887B1F4-266B-4EC4-BC6E-E93598B3026C}" dt="2025-04-02T01:53:41.205" v="4632" actId="1076"/>
          <ac:spMkLst>
            <pc:docMk/>
            <pc:sldMk cId="1985458681" sldId="662"/>
            <ac:spMk id="25" creationId="{336943BD-36BC-48BA-B75B-9FD2F273F33B}"/>
          </ac:spMkLst>
        </pc:spChg>
        <pc:spChg chg="add del mod">
          <ac:chgData name="John Hu" userId="213e45b8a479442b" providerId="LiveId" clId="{8887B1F4-266B-4EC4-BC6E-E93598B3026C}" dt="2025-04-01T08:54:25.059" v="4483" actId="478"/>
          <ac:spMkLst>
            <pc:docMk/>
            <pc:sldMk cId="1985458681" sldId="662"/>
            <ac:spMk id="26" creationId="{121CDE55-2EA0-4998-B922-98B488BBE1A1}"/>
          </ac:spMkLst>
        </pc:spChg>
        <pc:spChg chg="add del mod">
          <ac:chgData name="John Hu" userId="213e45b8a479442b" providerId="LiveId" clId="{8887B1F4-266B-4EC4-BC6E-E93598B3026C}" dt="2025-04-01T08:54:25.059" v="4483" actId="478"/>
          <ac:spMkLst>
            <pc:docMk/>
            <pc:sldMk cId="1985458681" sldId="662"/>
            <ac:spMk id="27" creationId="{46B199C7-E41A-48A0-AAA5-352F61973BDB}"/>
          </ac:spMkLst>
        </pc:spChg>
        <pc:spChg chg="add del mod">
          <ac:chgData name="John Hu" userId="213e45b8a479442b" providerId="LiveId" clId="{8887B1F4-266B-4EC4-BC6E-E93598B3026C}" dt="2025-04-01T08:54:25.059" v="4483" actId="478"/>
          <ac:spMkLst>
            <pc:docMk/>
            <pc:sldMk cId="1985458681" sldId="662"/>
            <ac:spMk id="28" creationId="{4F30436D-6FB8-46B1-970A-DB14BB146BC2}"/>
          </ac:spMkLst>
        </pc:spChg>
        <pc:spChg chg="add del mod">
          <ac:chgData name="John Hu" userId="213e45b8a479442b" providerId="LiveId" clId="{8887B1F4-266B-4EC4-BC6E-E93598B3026C}" dt="2025-04-01T08:54:25.059" v="4483" actId="478"/>
          <ac:spMkLst>
            <pc:docMk/>
            <pc:sldMk cId="1985458681" sldId="662"/>
            <ac:spMk id="29" creationId="{39DB7E9C-1106-4E41-AC40-ACCDBDF022CB}"/>
          </ac:spMkLst>
        </pc:spChg>
      </pc:sldChg>
      <pc:sldChg chg="del">
        <pc:chgData name="John Hu" userId="213e45b8a479442b" providerId="LiveId" clId="{8887B1F4-266B-4EC4-BC6E-E93598B3026C}" dt="2025-03-30T06:01:34.283" v="0" actId="47"/>
        <pc:sldMkLst>
          <pc:docMk/>
          <pc:sldMk cId="3052481175" sldId="663"/>
        </pc:sldMkLst>
      </pc:sldChg>
      <pc:sldChg chg="addSp delSp modSp add mod">
        <pc:chgData name="John Hu" userId="213e45b8a479442b" providerId="LiveId" clId="{8887B1F4-266B-4EC4-BC6E-E93598B3026C}" dt="2025-04-02T01:30:00.516" v="4628" actId="14100"/>
        <pc:sldMkLst>
          <pc:docMk/>
          <pc:sldMk cId="3943618339" sldId="663"/>
        </pc:sldMkLst>
        <pc:spChg chg="del">
          <ac:chgData name="John Hu" userId="213e45b8a479442b" providerId="LiveId" clId="{8887B1F4-266B-4EC4-BC6E-E93598B3026C}" dt="2025-04-01T08:54:33.039" v="4485" actId="478"/>
          <ac:spMkLst>
            <pc:docMk/>
            <pc:sldMk cId="3943618339" sldId="663"/>
            <ac:spMk id="9" creationId="{D8EF5D55-9AE7-42F1-9343-9531ABD0B2ED}"/>
          </ac:spMkLst>
        </pc:spChg>
        <pc:spChg chg="mod">
          <ac:chgData name="John Hu" userId="213e45b8a479442b" providerId="LiveId" clId="{8887B1F4-266B-4EC4-BC6E-E93598B3026C}" dt="2025-04-01T08:54:43.968" v="4499" actId="1076"/>
          <ac:spMkLst>
            <pc:docMk/>
            <pc:sldMk cId="3943618339" sldId="663"/>
            <ac:spMk id="13" creationId="{F2951946-011C-4C00-BCE1-2CC81916ADA3}"/>
          </ac:spMkLst>
        </pc:spChg>
        <pc:spChg chg="mod">
          <ac:chgData name="John Hu" userId="213e45b8a479442b" providerId="LiveId" clId="{8887B1F4-266B-4EC4-BC6E-E93598B3026C}" dt="2025-04-02T01:30:00.516" v="4628" actId="14100"/>
          <ac:spMkLst>
            <pc:docMk/>
            <pc:sldMk cId="3943618339" sldId="663"/>
            <ac:spMk id="14" creationId="{6B8BD184-51F4-4910-B2A1-AC73DC334EA7}"/>
          </ac:spMkLst>
        </pc:spChg>
        <pc:spChg chg="mod">
          <ac:chgData name="John Hu" userId="213e45b8a479442b" providerId="LiveId" clId="{8887B1F4-266B-4EC4-BC6E-E93598B3026C}" dt="2025-04-02T01:09:23.406" v="4602" actId="1076"/>
          <ac:spMkLst>
            <pc:docMk/>
            <pc:sldMk cId="3943618339" sldId="663"/>
            <ac:spMk id="15" creationId="{6CDCF8A7-A2E4-407D-8718-E39EF01540F1}"/>
          </ac:spMkLst>
        </pc:spChg>
        <pc:spChg chg="del">
          <ac:chgData name="John Hu" userId="213e45b8a479442b" providerId="LiveId" clId="{8887B1F4-266B-4EC4-BC6E-E93598B3026C}" dt="2025-04-01T08:54:33.039" v="4485" actId="478"/>
          <ac:spMkLst>
            <pc:docMk/>
            <pc:sldMk cId="3943618339" sldId="663"/>
            <ac:spMk id="16" creationId="{8CF2FF80-3415-426C-A398-DF69601EF8C8}"/>
          </ac:spMkLst>
        </pc:spChg>
        <pc:spChg chg="add del mod">
          <ac:chgData name="John Hu" userId="213e45b8a479442b" providerId="LiveId" clId="{8887B1F4-266B-4EC4-BC6E-E93598B3026C}" dt="2025-04-02T00:37:21.266" v="4563"/>
          <ac:spMkLst>
            <pc:docMk/>
            <pc:sldMk cId="3943618339" sldId="663"/>
            <ac:spMk id="16" creationId="{FA2E37C7-A941-4582-BB84-BB1AA33828D2}"/>
          </ac:spMkLst>
        </pc:spChg>
        <pc:spChg chg="del">
          <ac:chgData name="John Hu" userId="213e45b8a479442b" providerId="LiveId" clId="{8887B1F4-266B-4EC4-BC6E-E93598B3026C}" dt="2025-04-01T08:54:33.039" v="4485" actId="478"/>
          <ac:spMkLst>
            <pc:docMk/>
            <pc:sldMk cId="3943618339" sldId="663"/>
            <ac:spMk id="17" creationId="{6773A9FF-77A7-4231-BCCE-B31F94A36B18}"/>
          </ac:spMkLst>
        </pc:spChg>
        <pc:spChg chg="add mod">
          <ac:chgData name="John Hu" userId="213e45b8a479442b" providerId="LiveId" clId="{8887B1F4-266B-4EC4-BC6E-E93598B3026C}" dt="2025-04-02T01:09:18.005" v="4601" actId="6549"/>
          <ac:spMkLst>
            <pc:docMk/>
            <pc:sldMk cId="3943618339" sldId="663"/>
            <ac:spMk id="17" creationId="{C72AC1A5-1AF0-4018-B9F7-E05B6FF3A4E9}"/>
          </ac:spMkLst>
        </pc:spChg>
        <pc:spChg chg="mod">
          <ac:chgData name="John Hu" userId="213e45b8a479442b" providerId="LiveId" clId="{8887B1F4-266B-4EC4-BC6E-E93598B3026C}" dt="2025-04-01T08:54:43.968" v="4499" actId="1076"/>
          <ac:spMkLst>
            <pc:docMk/>
            <pc:sldMk cId="3943618339" sldId="663"/>
            <ac:spMk id="18" creationId="{5B1951D0-763C-4B4F-9EF7-FBBE70461415}"/>
          </ac:spMkLst>
        </pc:spChg>
        <pc:spChg chg="add mod">
          <ac:chgData name="John Hu" userId="213e45b8a479442b" providerId="LiveId" clId="{8887B1F4-266B-4EC4-BC6E-E93598B3026C}" dt="2025-04-02T00:37:56.416" v="4582" actId="1076"/>
          <ac:spMkLst>
            <pc:docMk/>
            <pc:sldMk cId="3943618339" sldId="663"/>
            <ac:spMk id="19" creationId="{AF0B2DF3-CE06-4F8A-BCFD-D646FF7E48BD}"/>
          </ac:spMkLst>
        </pc:spChg>
        <pc:spChg chg="del">
          <ac:chgData name="John Hu" userId="213e45b8a479442b" providerId="LiveId" clId="{8887B1F4-266B-4EC4-BC6E-E93598B3026C}" dt="2025-04-01T08:54:33.039" v="4485" actId="478"/>
          <ac:spMkLst>
            <pc:docMk/>
            <pc:sldMk cId="3943618339" sldId="663"/>
            <ac:spMk id="20" creationId="{09132628-1647-46FC-A801-518FB3A607F6}"/>
          </ac:spMkLst>
        </pc:spChg>
        <pc:spChg chg="add mod">
          <ac:chgData name="John Hu" userId="213e45b8a479442b" providerId="LiveId" clId="{8887B1F4-266B-4EC4-BC6E-E93598B3026C}" dt="2025-04-02T00:37:34.463" v="4565" actId="1076"/>
          <ac:spMkLst>
            <pc:docMk/>
            <pc:sldMk cId="3943618339" sldId="663"/>
            <ac:spMk id="20" creationId="{F598D88D-173D-4734-8463-3867857860CA}"/>
          </ac:spMkLst>
        </pc:spChg>
        <pc:spChg chg="add mod">
          <ac:chgData name="John Hu" userId="213e45b8a479442b" providerId="LiveId" clId="{8887B1F4-266B-4EC4-BC6E-E93598B3026C}" dt="2025-04-02T01:24:22.450" v="4609" actId="1076"/>
          <ac:spMkLst>
            <pc:docMk/>
            <pc:sldMk cId="3943618339" sldId="663"/>
            <ac:spMk id="21" creationId="{8F819F5D-AB6E-4B17-BBCF-AF426BDCEDB2}"/>
          </ac:spMkLst>
        </pc:spChg>
        <pc:spChg chg="del">
          <ac:chgData name="John Hu" userId="213e45b8a479442b" providerId="LiveId" clId="{8887B1F4-266B-4EC4-BC6E-E93598B3026C}" dt="2025-04-01T08:54:33.039" v="4485" actId="478"/>
          <ac:spMkLst>
            <pc:docMk/>
            <pc:sldMk cId="3943618339" sldId="663"/>
            <ac:spMk id="21" creationId="{97B3C93A-757E-4B21-B9BA-670476406453}"/>
          </ac:spMkLst>
        </pc:spChg>
        <pc:spChg chg="add del">
          <ac:chgData name="John Hu" userId="213e45b8a479442b" providerId="LiveId" clId="{8887B1F4-266B-4EC4-BC6E-E93598B3026C}" dt="2025-04-02T01:29:50.805" v="4611" actId="22"/>
          <ac:spMkLst>
            <pc:docMk/>
            <pc:sldMk cId="3943618339" sldId="663"/>
            <ac:spMk id="22" creationId="{2FABFD2C-96AE-4778-8983-826DB1CED74A}"/>
          </ac:spMkLst>
        </pc:spChg>
        <pc:spChg chg="del">
          <ac:chgData name="John Hu" userId="213e45b8a479442b" providerId="LiveId" clId="{8887B1F4-266B-4EC4-BC6E-E93598B3026C}" dt="2025-04-01T08:54:33.039" v="4485" actId="478"/>
          <ac:spMkLst>
            <pc:docMk/>
            <pc:sldMk cId="3943618339" sldId="663"/>
            <ac:spMk id="22" creationId="{AB4D718A-4FD9-4E3D-9E7D-FE6E07912BE6}"/>
          </ac:spMkLst>
        </pc:spChg>
        <pc:spChg chg="del">
          <ac:chgData name="John Hu" userId="213e45b8a479442b" providerId="LiveId" clId="{8887B1F4-266B-4EC4-BC6E-E93598B3026C}" dt="2025-04-01T08:54:33.039" v="4485" actId="478"/>
          <ac:spMkLst>
            <pc:docMk/>
            <pc:sldMk cId="3943618339" sldId="663"/>
            <ac:spMk id="25" creationId="{336943BD-36BC-48BA-B75B-9FD2F273F33B}"/>
          </ac:spMkLst>
        </pc:spChg>
        <pc:spChg chg="mod">
          <ac:chgData name="John Hu" userId="213e45b8a479442b" providerId="LiveId" clId="{8887B1F4-266B-4EC4-BC6E-E93598B3026C}" dt="2025-04-02T00:37:16.481" v="4559" actId="207"/>
          <ac:spMkLst>
            <pc:docMk/>
            <pc:sldMk cId="3943618339" sldId="663"/>
            <ac:spMk id="26" creationId="{121CDE55-2EA0-4998-B922-98B488BBE1A1}"/>
          </ac:spMkLst>
        </pc:spChg>
        <pc:spChg chg="mod">
          <ac:chgData name="John Hu" userId="213e45b8a479442b" providerId="LiveId" clId="{8887B1F4-266B-4EC4-BC6E-E93598B3026C}" dt="2025-04-01T08:54:43.968" v="4499" actId="1076"/>
          <ac:spMkLst>
            <pc:docMk/>
            <pc:sldMk cId="3943618339" sldId="663"/>
            <ac:spMk id="27" creationId="{46B199C7-E41A-48A0-AAA5-352F61973BDB}"/>
          </ac:spMkLst>
        </pc:spChg>
        <pc:spChg chg="mod">
          <ac:chgData name="John Hu" userId="213e45b8a479442b" providerId="LiveId" clId="{8887B1F4-266B-4EC4-BC6E-E93598B3026C}" dt="2025-04-02T00:36:25.928" v="4502" actId="1076"/>
          <ac:spMkLst>
            <pc:docMk/>
            <pc:sldMk cId="3943618339" sldId="663"/>
            <ac:spMk id="28" creationId="{4F30436D-6FB8-46B1-970A-DB14BB146BC2}"/>
          </ac:spMkLst>
        </pc:spChg>
        <pc:spChg chg="mod">
          <ac:chgData name="John Hu" userId="213e45b8a479442b" providerId="LiveId" clId="{8887B1F4-266B-4EC4-BC6E-E93598B3026C}" dt="2025-04-01T08:54:43.968" v="4499" actId="1076"/>
          <ac:spMkLst>
            <pc:docMk/>
            <pc:sldMk cId="3943618339" sldId="663"/>
            <ac:spMk id="29" creationId="{39DB7E9C-1106-4E41-AC40-ACCDBDF022CB}"/>
          </ac:spMkLst>
        </pc:spChg>
      </pc:sldChg>
      <pc:sldChg chg="add">
        <pc:chgData name="John Hu" userId="213e45b8a479442b" providerId="LiveId" clId="{8887B1F4-266B-4EC4-BC6E-E93598B3026C}" dt="2025-04-02T01:54:30.745" v="4635"/>
        <pc:sldMkLst>
          <pc:docMk/>
          <pc:sldMk cId="2818852121" sldId="664"/>
        </pc:sldMkLst>
      </pc:sldChg>
      <pc:sldChg chg="del">
        <pc:chgData name="John Hu" userId="213e45b8a479442b" providerId="LiveId" clId="{8887B1F4-266B-4EC4-BC6E-E93598B3026C}" dt="2025-03-30T06:01:34.283" v="0" actId="47"/>
        <pc:sldMkLst>
          <pc:docMk/>
          <pc:sldMk cId="4279093945" sldId="664"/>
        </pc:sldMkLst>
      </pc:sldChg>
      <pc:sldChg chg="addSp delSp modSp add del mod">
        <pc:chgData name="John Hu" userId="213e45b8a479442b" providerId="LiveId" clId="{8887B1F4-266B-4EC4-BC6E-E93598B3026C}" dt="2025-04-07T00:35:43.820" v="5521" actId="47"/>
        <pc:sldMkLst>
          <pc:docMk/>
          <pc:sldMk cId="596883904" sldId="665"/>
        </pc:sldMkLst>
        <pc:spChg chg="del mod">
          <ac:chgData name="John Hu" userId="213e45b8a479442b" providerId="LiveId" clId="{8887B1F4-266B-4EC4-BC6E-E93598B3026C}" dt="2025-04-02T06:52:51.836" v="4667" actId="478"/>
          <ac:spMkLst>
            <pc:docMk/>
            <pc:sldMk cId="596883904" sldId="665"/>
            <ac:spMk id="9" creationId="{D8EF5D55-9AE7-42F1-9343-9531ABD0B2ED}"/>
          </ac:spMkLst>
        </pc:spChg>
        <pc:spChg chg="mod">
          <ac:chgData name="John Hu" userId="213e45b8a479442b" providerId="LiveId" clId="{8887B1F4-266B-4EC4-BC6E-E93598B3026C}" dt="2025-04-02T06:52:38.258" v="4663" actId="20577"/>
          <ac:spMkLst>
            <pc:docMk/>
            <pc:sldMk cId="596883904" sldId="665"/>
            <ac:spMk id="14" creationId="{6B8BD184-51F4-4910-B2A1-AC73DC334EA7}"/>
          </ac:spMkLst>
        </pc:spChg>
        <pc:spChg chg="add mod">
          <ac:chgData name="John Hu" userId="213e45b8a479442b" providerId="LiveId" clId="{8887B1F4-266B-4EC4-BC6E-E93598B3026C}" dt="2025-04-02T07:00:08.165" v="5133" actId="20577"/>
          <ac:spMkLst>
            <pc:docMk/>
            <pc:sldMk cId="596883904" sldId="665"/>
            <ac:spMk id="15" creationId="{B2589834-C0DD-4639-A0D0-BE58EBB8656E}"/>
          </ac:spMkLst>
        </pc:spChg>
        <pc:spChg chg="del">
          <ac:chgData name="John Hu" userId="213e45b8a479442b" providerId="LiveId" clId="{8887B1F4-266B-4EC4-BC6E-E93598B3026C}" dt="2025-04-02T06:52:51.836" v="4667" actId="478"/>
          <ac:spMkLst>
            <pc:docMk/>
            <pc:sldMk cId="596883904" sldId="665"/>
            <ac:spMk id="16" creationId="{8CF2FF80-3415-426C-A398-DF69601EF8C8}"/>
          </ac:spMkLst>
        </pc:spChg>
        <pc:spChg chg="mod">
          <ac:chgData name="John Hu" userId="213e45b8a479442b" providerId="LiveId" clId="{8887B1F4-266B-4EC4-BC6E-E93598B3026C}" dt="2025-04-02T06:57:13.563" v="4884" actId="1076"/>
          <ac:spMkLst>
            <pc:docMk/>
            <pc:sldMk cId="596883904" sldId="665"/>
            <ac:spMk id="17" creationId="{6773A9FF-77A7-4231-BCCE-B31F94A36B18}"/>
          </ac:spMkLst>
        </pc:spChg>
        <pc:spChg chg="del">
          <ac:chgData name="John Hu" userId="213e45b8a479442b" providerId="LiveId" clId="{8887B1F4-266B-4EC4-BC6E-E93598B3026C}" dt="2025-04-02T06:52:51.836" v="4667" actId="478"/>
          <ac:spMkLst>
            <pc:docMk/>
            <pc:sldMk cId="596883904" sldId="665"/>
            <ac:spMk id="20" creationId="{09132628-1647-46FC-A801-518FB3A607F6}"/>
          </ac:spMkLst>
        </pc:spChg>
        <pc:spChg chg="del">
          <ac:chgData name="John Hu" userId="213e45b8a479442b" providerId="LiveId" clId="{8887B1F4-266B-4EC4-BC6E-E93598B3026C}" dt="2025-04-02T06:52:57.227" v="4669" actId="478"/>
          <ac:spMkLst>
            <pc:docMk/>
            <pc:sldMk cId="596883904" sldId="665"/>
            <ac:spMk id="21" creationId="{97B3C93A-757E-4B21-B9BA-670476406453}"/>
          </ac:spMkLst>
        </pc:spChg>
        <pc:spChg chg="del">
          <ac:chgData name="John Hu" userId="213e45b8a479442b" providerId="LiveId" clId="{8887B1F4-266B-4EC4-BC6E-E93598B3026C}" dt="2025-04-02T06:52:57.227" v="4669" actId="478"/>
          <ac:spMkLst>
            <pc:docMk/>
            <pc:sldMk cId="596883904" sldId="665"/>
            <ac:spMk id="22" creationId="{AB4D718A-4FD9-4E3D-9E7D-FE6E07912BE6}"/>
          </ac:spMkLst>
        </pc:spChg>
        <pc:spChg chg="del">
          <ac:chgData name="John Hu" userId="213e45b8a479442b" providerId="LiveId" clId="{8887B1F4-266B-4EC4-BC6E-E93598B3026C}" dt="2025-04-02T06:52:54.015" v="4668" actId="478"/>
          <ac:spMkLst>
            <pc:docMk/>
            <pc:sldMk cId="596883904" sldId="665"/>
            <ac:spMk id="25" creationId="{336943BD-36BC-48BA-B75B-9FD2F273F33B}"/>
          </ac:spMkLst>
        </pc:spChg>
      </pc:sldChg>
      <pc:sldChg chg="del">
        <pc:chgData name="John Hu" userId="213e45b8a479442b" providerId="LiveId" clId="{8887B1F4-266B-4EC4-BC6E-E93598B3026C}" dt="2025-03-30T06:01:34.283" v="0" actId="47"/>
        <pc:sldMkLst>
          <pc:docMk/>
          <pc:sldMk cId="849343049" sldId="665"/>
        </pc:sldMkLst>
      </pc:sldChg>
      <pc:sldChg chg="modSp add mod ord">
        <pc:chgData name="John Hu" userId="213e45b8a479442b" providerId="LiveId" clId="{8887B1F4-266B-4EC4-BC6E-E93598B3026C}" dt="2025-04-07T00:35:35.907" v="5520"/>
        <pc:sldMkLst>
          <pc:docMk/>
          <pc:sldMk cId="922735695" sldId="666"/>
        </pc:sldMkLst>
        <pc:spChg chg="mod">
          <ac:chgData name="John Hu" userId="213e45b8a479442b" providerId="LiveId" clId="{8887B1F4-266B-4EC4-BC6E-E93598B3026C}" dt="2025-04-02T07:07:06.277" v="5510" actId="12"/>
          <ac:spMkLst>
            <pc:docMk/>
            <pc:sldMk cId="922735695" sldId="666"/>
            <ac:spMk id="15" creationId="{B2589834-C0DD-4639-A0D0-BE58EBB8656E}"/>
          </ac:spMkLst>
        </pc:spChg>
        <pc:spChg chg="mod">
          <ac:chgData name="John Hu" userId="213e45b8a479442b" providerId="LiveId" clId="{8887B1F4-266B-4EC4-BC6E-E93598B3026C}" dt="2025-04-02T07:06:39.778" v="5506" actId="1076"/>
          <ac:spMkLst>
            <pc:docMk/>
            <pc:sldMk cId="922735695" sldId="666"/>
            <ac:spMk id="17" creationId="{6773A9FF-77A7-4231-BCCE-B31F94A36B18}"/>
          </ac:spMkLst>
        </pc:spChg>
      </pc:sldChg>
      <pc:sldChg chg="del">
        <pc:chgData name="John Hu" userId="213e45b8a479442b" providerId="LiveId" clId="{8887B1F4-266B-4EC4-BC6E-E93598B3026C}" dt="2025-03-30T06:01:34.283" v="0" actId="47"/>
        <pc:sldMkLst>
          <pc:docMk/>
          <pc:sldMk cId="3871604934" sldId="666"/>
        </pc:sldMkLst>
      </pc:sldChg>
      <pc:sldChg chg="del">
        <pc:chgData name="John Hu" userId="213e45b8a479442b" providerId="LiveId" clId="{8887B1F4-266B-4EC4-BC6E-E93598B3026C}" dt="2025-03-30T06:01:34.283" v="0" actId="47"/>
        <pc:sldMkLst>
          <pc:docMk/>
          <pc:sldMk cId="287309431" sldId="667"/>
        </pc:sldMkLst>
      </pc:sldChg>
      <pc:sldChg chg="addSp delSp modSp add mod modAnim">
        <pc:chgData name="John Hu" userId="213e45b8a479442b" providerId="LiveId" clId="{8887B1F4-266B-4EC4-BC6E-E93598B3026C}" dt="2025-04-07T01:46:53.262" v="5590"/>
        <pc:sldMkLst>
          <pc:docMk/>
          <pc:sldMk cId="2093810874" sldId="667"/>
        </pc:sldMkLst>
        <pc:spChg chg="add mod">
          <ac:chgData name="John Hu" userId="213e45b8a479442b" providerId="LiveId" clId="{8887B1F4-266B-4EC4-BC6E-E93598B3026C}" dt="2025-04-02T07:07:21.853" v="5512"/>
          <ac:spMkLst>
            <pc:docMk/>
            <pc:sldMk cId="2093810874" sldId="667"/>
            <ac:spMk id="9" creationId="{7934791E-BD42-4918-8F90-CBCD92966707}"/>
          </ac:spMkLst>
        </pc:spChg>
        <pc:spChg chg="add mod">
          <ac:chgData name="John Hu" userId="213e45b8a479442b" providerId="LiveId" clId="{8887B1F4-266B-4EC4-BC6E-E93598B3026C}" dt="2025-04-02T07:07:26.680" v="5513"/>
          <ac:spMkLst>
            <pc:docMk/>
            <pc:sldMk cId="2093810874" sldId="667"/>
            <ac:spMk id="10" creationId="{14CBA8C0-3C4C-4B0B-988D-EAEFEB234FD4}"/>
          </ac:spMkLst>
        </pc:spChg>
        <pc:spChg chg="add mod">
          <ac:chgData name="John Hu" userId="213e45b8a479442b" providerId="LiveId" clId="{8887B1F4-266B-4EC4-BC6E-E93598B3026C}" dt="2025-04-07T01:41:52.453" v="5570"/>
          <ac:spMkLst>
            <pc:docMk/>
            <pc:sldMk cId="2093810874" sldId="667"/>
            <ac:spMk id="11" creationId="{60BCBB3A-B4FF-44D3-9059-654A3065723A}"/>
          </ac:spMkLst>
        </pc:spChg>
        <pc:spChg chg="add mod">
          <ac:chgData name="John Hu" userId="213e45b8a479442b" providerId="LiveId" clId="{8887B1F4-266B-4EC4-BC6E-E93598B3026C}" dt="2025-04-07T01:41:12.676" v="5562" actId="164"/>
          <ac:spMkLst>
            <pc:docMk/>
            <pc:sldMk cId="2093810874" sldId="667"/>
            <ac:spMk id="12" creationId="{B78C03D8-FD0F-434A-B8C8-B5FFAC009A35}"/>
          </ac:spMkLst>
        </pc:spChg>
        <pc:spChg chg="add del mod">
          <ac:chgData name="John Hu" userId="213e45b8a479442b" providerId="LiveId" clId="{8887B1F4-266B-4EC4-BC6E-E93598B3026C}" dt="2025-04-07T01:40:55.988" v="5552" actId="478"/>
          <ac:spMkLst>
            <pc:docMk/>
            <pc:sldMk cId="2093810874" sldId="667"/>
            <ac:spMk id="13" creationId="{0E44D876-BDE5-487C-B646-DEC9C6432499}"/>
          </ac:spMkLst>
        </pc:spChg>
        <pc:spChg chg="del">
          <ac:chgData name="John Hu" userId="213e45b8a479442b" providerId="LiveId" clId="{8887B1F4-266B-4EC4-BC6E-E93598B3026C}" dt="2025-04-02T07:07:32.074" v="5514" actId="478"/>
          <ac:spMkLst>
            <pc:docMk/>
            <pc:sldMk cId="2093810874" sldId="667"/>
            <ac:spMk id="15" creationId="{B2589834-C0DD-4639-A0D0-BE58EBB8656E}"/>
          </ac:spMkLst>
        </pc:spChg>
        <pc:spChg chg="mod">
          <ac:chgData name="John Hu" userId="213e45b8a479442b" providerId="LiveId" clId="{8887B1F4-266B-4EC4-BC6E-E93598B3026C}" dt="2025-04-07T01:41:33.421" v="5568"/>
          <ac:spMkLst>
            <pc:docMk/>
            <pc:sldMk cId="2093810874" sldId="667"/>
            <ac:spMk id="16" creationId="{6D482E5C-F69A-434D-AEF5-B6E8387C59E6}"/>
          </ac:spMkLst>
        </pc:spChg>
        <pc:spChg chg="mod">
          <ac:chgData name="John Hu" userId="213e45b8a479442b" providerId="LiveId" clId="{8887B1F4-266B-4EC4-BC6E-E93598B3026C}" dt="2025-04-07T01:41:12.676" v="5562" actId="164"/>
          <ac:spMkLst>
            <pc:docMk/>
            <pc:sldMk cId="2093810874" sldId="667"/>
            <ac:spMk id="17" creationId="{6773A9FF-77A7-4231-BCCE-B31F94A36B18}"/>
          </ac:spMkLst>
        </pc:spChg>
        <pc:spChg chg="mod">
          <ac:chgData name="John Hu" userId="213e45b8a479442b" providerId="LiveId" clId="{8887B1F4-266B-4EC4-BC6E-E93598B3026C}" dt="2025-04-07T01:42:22.823" v="5580" actId="1076"/>
          <ac:spMkLst>
            <pc:docMk/>
            <pc:sldMk cId="2093810874" sldId="667"/>
            <ac:spMk id="18" creationId="{E6715F9B-E2C0-4D1B-9034-07947DD55ABE}"/>
          </ac:spMkLst>
        </pc:spChg>
        <pc:spChg chg="mod">
          <ac:chgData name="John Hu" userId="213e45b8a479442b" providerId="LiveId" clId="{8887B1F4-266B-4EC4-BC6E-E93598B3026C}" dt="2025-04-07T01:41:21.669" v="5565" actId="571"/>
          <ac:spMkLst>
            <pc:docMk/>
            <pc:sldMk cId="2093810874" sldId="667"/>
            <ac:spMk id="19" creationId="{B779840F-AFB5-4698-9D1A-6A284DDFB752}"/>
          </ac:spMkLst>
        </pc:spChg>
        <pc:spChg chg="add del">
          <ac:chgData name="John Hu" userId="213e45b8a479442b" providerId="LiveId" clId="{8887B1F4-266B-4EC4-BC6E-E93598B3026C}" dt="2025-04-07T01:42:03.483" v="5573" actId="22"/>
          <ac:spMkLst>
            <pc:docMk/>
            <pc:sldMk cId="2093810874" sldId="667"/>
            <ac:spMk id="20" creationId="{CD2A3816-1A78-423C-9914-A92136D343C6}"/>
          </ac:spMkLst>
        </pc:spChg>
        <pc:spChg chg="add del">
          <ac:chgData name="John Hu" userId="213e45b8a479442b" providerId="LiveId" clId="{8887B1F4-266B-4EC4-BC6E-E93598B3026C}" dt="2025-04-07T01:42:07.988" v="5575" actId="22"/>
          <ac:spMkLst>
            <pc:docMk/>
            <pc:sldMk cId="2093810874" sldId="667"/>
            <ac:spMk id="21" creationId="{7E136CA8-4ED8-4BC6-9289-1598116B353D}"/>
          </ac:spMkLst>
        </pc:spChg>
        <pc:spChg chg="mod">
          <ac:chgData name="John Hu" userId="213e45b8a479442b" providerId="LiveId" clId="{8887B1F4-266B-4EC4-BC6E-E93598B3026C}" dt="2025-04-07T01:45:43.022" v="5582"/>
          <ac:spMkLst>
            <pc:docMk/>
            <pc:sldMk cId="2093810874" sldId="667"/>
            <ac:spMk id="23" creationId="{328C9441-78A1-4521-B102-A1E6225BCEEA}"/>
          </ac:spMkLst>
        </pc:spChg>
        <pc:spChg chg="mod">
          <ac:chgData name="John Hu" userId="213e45b8a479442b" providerId="LiveId" clId="{8887B1F4-266B-4EC4-BC6E-E93598B3026C}" dt="2025-04-07T01:45:54.024" v="5583"/>
          <ac:spMkLst>
            <pc:docMk/>
            <pc:sldMk cId="2093810874" sldId="667"/>
            <ac:spMk id="24" creationId="{718858BD-E834-4732-A4B1-1CE9E07D72A2}"/>
          </ac:spMkLst>
        </pc:spChg>
        <pc:spChg chg="mod">
          <ac:chgData name="John Hu" userId="213e45b8a479442b" providerId="LiveId" clId="{8887B1F4-266B-4EC4-BC6E-E93598B3026C}" dt="2025-04-07T01:42:27.288" v="5581" actId="571"/>
          <ac:spMkLst>
            <pc:docMk/>
            <pc:sldMk cId="2093810874" sldId="667"/>
            <ac:spMk id="25" creationId="{F41C6A79-C0F4-47EA-80A0-27BA4601C797}"/>
          </ac:spMkLst>
        </pc:spChg>
        <pc:spChg chg="mod">
          <ac:chgData name="John Hu" userId="213e45b8a479442b" providerId="LiveId" clId="{8887B1F4-266B-4EC4-BC6E-E93598B3026C}" dt="2025-04-07T01:46:16.330" v="5585"/>
          <ac:spMkLst>
            <pc:docMk/>
            <pc:sldMk cId="2093810874" sldId="667"/>
            <ac:spMk id="27" creationId="{F46FB70E-BBB6-46EB-9E0B-D95E481686F3}"/>
          </ac:spMkLst>
        </pc:spChg>
        <pc:spChg chg="mod">
          <ac:chgData name="John Hu" userId="213e45b8a479442b" providerId="LiveId" clId="{8887B1F4-266B-4EC4-BC6E-E93598B3026C}" dt="2025-04-07T01:46:26.586" v="5587" actId="6549"/>
          <ac:spMkLst>
            <pc:docMk/>
            <pc:sldMk cId="2093810874" sldId="667"/>
            <ac:spMk id="28" creationId="{E70F2856-498F-490A-91EE-B3CE571CA4E8}"/>
          </ac:spMkLst>
        </pc:spChg>
        <pc:spChg chg="mod">
          <ac:chgData name="John Hu" userId="213e45b8a479442b" providerId="LiveId" clId="{8887B1F4-266B-4EC4-BC6E-E93598B3026C}" dt="2025-04-07T01:46:09.709" v="5584" actId="571"/>
          <ac:spMkLst>
            <pc:docMk/>
            <pc:sldMk cId="2093810874" sldId="667"/>
            <ac:spMk id="29" creationId="{E53216D7-B043-451D-8B47-BF7650A01FB2}"/>
          </ac:spMkLst>
        </pc:spChg>
        <pc:spChg chg="mod">
          <ac:chgData name="John Hu" userId="213e45b8a479442b" providerId="LiveId" clId="{8887B1F4-266B-4EC4-BC6E-E93598B3026C}" dt="2025-04-07T01:46:42.715" v="5589"/>
          <ac:spMkLst>
            <pc:docMk/>
            <pc:sldMk cId="2093810874" sldId="667"/>
            <ac:spMk id="31" creationId="{8A6ED48C-725C-489F-92AA-697917754948}"/>
          </ac:spMkLst>
        </pc:spChg>
        <pc:spChg chg="mod">
          <ac:chgData name="John Hu" userId="213e45b8a479442b" providerId="LiveId" clId="{8887B1F4-266B-4EC4-BC6E-E93598B3026C}" dt="2025-04-07T01:46:53.262" v="5590"/>
          <ac:spMkLst>
            <pc:docMk/>
            <pc:sldMk cId="2093810874" sldId="667"/>
            <ac:spMk id="32" creationId="{E70814ED-7FFE-4C36-8273-6A0872863094}"/>
          </ac:spMkLst>
        </pc:spChg>
        <pc:spChg chg="mod">
          <ac:chgData name="John Hu" userId="213e45b8a479442b" providerId="LiveId" clId="{8887B1F4-266B-4EC4-BC6E-E93598B3026C}" dt="2025-04-07T01:46:34.874" v="5588" actId="571"/>
          <ac:spMkLst>
            <pc:docMk/>
            <pc:sldMk cId="2093810874" sldId="667"/>
            <ac:spMk id="33" creationId="{95EEBC04-375B-4DBF-AC9B-A20C1C700EF6}"/>
          </ac:spMkLst>
        </pc:spChg>
        <pc:grpChg chg="add mod">
          <ac:chgData name="John Hu" userId="213e45b8a479442b" providerId="LiveId" clId="{8887B1F4-266B-4EC4-BC6E-E93598B3026C}" dt="2025-04-07T01:41:18.356" v="5564" actId="1076"/>
          <ac:grpSpMkLst>
            <pc:docMk/>
            <pc:sldMk cId="2093810874" sldId="667"/>
            <ac:grpSpMk id="3" creationId="{84A01B80-B5BE-4139-9834-2DF80A612217}"/>
          </ac:grpSpMkLst>
        </pc:grpChg>
        <pc:grpChg chg="add mod">
          <ac:chgData name="John Hu" userId="213e45b8a479442b" providerId="LiveId" clId="{8887B1F4-266B-4EC4-BC6E-E93598B3026C}" dt="2025-04-07T01:41:22.761" v="5567" actId="1038"/>
          <ac:grpSpMkLst>
            <pc:docMk/>
            <pc:sldMk cId="2093810874" sldId="667"/>
            <ac:grpSpMk id="15" creationId="{EA240564-4E20-4866-BE70-B22AEC010E64}"/>
          </ac:grpSpMkLst>
        </pc:grpChg>
        <pc:grpChg chg="add mod">
          <ac:chgData name="John Hu" userId="213e45b8a479442b" providerId="LiveId" clId="{8887B1F4-266B-4EC4-BC6E-E93598B3026C}" dt="2025-04-07T01:42:27.288" v="5581" actId="571"/>
          <ac:grpSpMkLst>
            <pc:docMk/>
            <pc:sldMk cId="2093810874" sldId="667"/>
            <ac:grpSpMk id="22" creationId="{2C9C04CE-16E3-4315-A974-6D0BCC64F881}"/>
          </ac:grpSpMkLst>
        </pc:grpChg>
        <pc:grpChg chg="add mod">
          <ac:chgData name="John Hu" userId="213e45b8a479442b" providerId="LiveId" clId="{8887B1F4-266B-4EC4-BC6E-E93598B3026C}" dt="2025-04-07T01:46:09.709" v="5584" actId="571"/>
          <ac:grpSpMkLst>
            <pc:docMk/>
            <pc:sldMk cId="2093810874" sldId="667"/>
            <ac:grpSpMk id="26" creationId="{885C2003-8783-4897-B8FC-E22E6EB087A4}"/>
          </ac:grpSpMkLst>
        </pc:grpChg>
        <pc:grpChg chg="add mod">
          <ac:chgData name="John Hu" userId="213e45b8a479442b" providerId="LiveId" clId="{8887B1F4-266B-4EC4-BC6E-E93598B3026C}" dt="2025-04-07T01:46:34.874" v="5588" actId="571"/>
          <ac:grpSpMkLst>
            <pc:docMk/>
            <pc:sldMk cId="2093810874" sldId="667"/>
            <ac:grpSpMk id="30" creationId="{9BAA8FD0-CFF3-40DB-8EE8-3FBBD3929BBB}"/>
          </ac:grpSpMkLst>
        </pc:grpChg>
      </pc:sldChg>
      <pc:sldChg chg="del">
        <pc:chgData name="John Hu" userId="213e45b8a479442b" providerId="LiveId" clId="{8887B1F4-266B-4EC4-BC6E-E93598B3026C}" dt="2025-03-30T06:01:34.283" v="0" actId="47"/>
        <pc:sldMkLst>
          <pc:docMk/>
          <pc:sldMk cId="2796879028" sldId="668"/>
        </pc:sldMkLst>
      </pc:sldChg>
      <pc:sldChg chg="addSp delSp modSp add mod modAnim">
        <pc:chgData name="John Hu" userId="213e45b8a479442b" providerId="LiveId" clId="{8887B1F4-266B-4EC4-BC6E-E93598B3026C}" dt="2025-04-07T02:59:36.890" v="6137"/>
        <pc:sldMkLst>
          <pc:docMk/>
          <pc:sldMk cId="3005171876" sldId="668"/>
        </pc:sldMkLst>
        <pc:spChg chg="mod">
          <ac:chgData name="John Hu" userId="213e45b8a479442b" providerId="LiveId" clId="{8887B1F4-266B-4EC4-BC6E-E93598B3026C}" dt="2025-04-07T02:36:47.443" v="5936" actId="20577"/>
          <ac:spMkLst>
            <pc:docMk/>
            <pc:sldMk cId="3005171876" sldId="668"/>
            <ac:spMk id="6" creationId="{CB1B6AA4-38C0-40F9-8C61-0B993F4FD5CC}"/>
          </ac:spMkLst>
        </pc:spChg>
        <pc:spChg chg="mod">
          <ac:chgData name="John Hu" userId="213e45b8a479442b" providerId="LiveId" clId="{8887B1F4-266B-4EC4-BC6E-E93598B3026C}" dt="2025-04-07T02:59:36.890" v="6137"/>
          <ac:spMkLst>
            <pc:docMk/>
            <pc:sldMk cId="3005171876" sldId="668"/>
            <ac:spMk id="8" creationId="{36177B38-43AB-4398-968B-448F8F0E5F49}"/>
          </ac:spMkLst>
        </pc:spChg>
        <pc:spChg chg="add mod">
          <ac:chgData name="John Hu" userId="213e45b8a479442b" providerId="LiveId" clId="{8887B1F4-266B-4EC4-BC6E-E93598B3026C}" dt="2025-04-07T02:54:53.307" v="6132" actId="14100"/>
          <ac:spMkLst>
            <pc:docMk/>
            <pc:sldMk cId="3005171876" sldId="668"/>
            <ac:spMk id="9" creationId="{F8F10728-6784-4657-8BE3-9083E1EC69ED}"/>
          </ac:spMkLst>
        </pc:spChg>
        <pc:spChg chg="add mod">
          <ac:chgData name="John Hu" userId="213e45b8a479442b" providerId="LiveId" clId="{8887B1F4-266B-4EC4-BC6E-E93598B3026C}" dt="2025-04-07T02:38:12.754" v="5950" actId="571"/>
          <ac:spMkLst>
            <pc:docMk/>
            <pc:sldMk cId="3005171876" sldId="668"/>
            <ac:spMk id="10" creationId="{6BDE1F8B-8BAB-4FE6-B542-A32D08C9E5F9}"/>
          </ac:spMkLst>
        </pc:spChg>
        <pc:spChg chg="add mod">
          <ac:chgData name="John Hu" userId="213e45b8a479442b" providerId="LiveId" clId="{8887B1F4-266B-4EC4-BC6E-E93598B3026C}" dt="2025-04-07T02:38:58.247" v="5958" actId="1076"/>
          <ac:spMkLst>
            <pc:docMk/>
            <pc:sldMk cId="3005171876" sldId="668"/>
            <ac:spMk id="11" creationId="{16B267B8-91D3-4643-826A-84B5398B727F}"/>
          </ac:spMkLst>
        </pc:spChg>
        <pc:spChg chg="add mod">
          <ac:chgData name="John Hu" userId="213e45b8a479442b" providerId="LiveId" clId="{8887B1F4-266B-4EC4-BC6E-E93598B3026C}" dt="2025-04-07T02:39:45.955" v="6051" actId="20577"/>
          <ac:spMkLst>
            <pc:docMk/>
            <pc:sldMk cId="3005171876" sldId="668"/>
            <ac:spMk id="12" creationId="{626E88E9-3960-4C4B-A6BC-030E3E9E5684}"/>
          </ac:spMkLst>
        </pc:spChg>
        <pc:spChg chg="mod">
          <ac:chgData name="John Hu" userId="213e45b8a479442b" providerId="LiveId" clId="{8887B1F4-266B-4EC4-BC6E-E93598B3026C}" dt="2025-04-07T02:37:35.093" v="5938" actId="12"/>
          <ac:spMkLst>
            <pc:docMk/>
            <pc:sldMk cId="3005171876" sldId="668"/>
            <ac:spMk id="13" creationId="{BE40CBFD-B41A-4C8E-9EDD-2B0F8DC2E14F}"/>
          </ac:spMkLst>
        </pc:spChg>
        <pc:spChg chg="del">
          <ac:chgData name="John Hu" userId="213e45b8a479442b" providerId="LiveId" clId="{8887B1F4-266B-4EC4-BC6E-E93598B3026C}" dt="2025-04-07T02:35:56.884" v="5923" actId="478"/>
          <ac:spMkLst>
            <pc:docMk/>
            <pc:sldMk cId="3005171876" sldId="668"/>
            <ac:spMk id="14" creationId="{FFE0AA81-8E05-40DB-B533-63E227E7ACC6}"/>
          </ac:spMkLst>
        </pc:spChg>
        <pc:spChg chg="del">
          <ac:chgData name="John Hu" userId="213e45b8a479442b" providerId="LiveId" clId="{8887B1F4-266B-4EC4-BC6E-E93598B3026C}" dt="2025-04-07T02:35:56.884" v="5923" actId="478"/>
          <ac:spMkLst>
            <pc:docMk/>
            <pc:sldMk cId="3005171876" sldId="668"/>
            <ac:spMk id="15" creationId="{12370C1D-613A-4DCB-8A3A-37CFF3230BB5}"/>
          </ac:spMkLst>
        </pc:spChg>
        <pc:spChg chg="add mod">
          <ac:chgData name="John Hu" userId="213e45b8a479442b" providerId="LiveId" clId="{8887B1F4-266B-4EC4-BC6E-E93598B3026C}" dt="2025-04-07T02:40:10.604" v="6130" actId="20577"/>
          <ac:spMkLst>
            <pc:docMk/>
            <pc:sldMk cId="3005171876" sldId="668"/>
            <ac:spMk id="16" creationId="{0326DDEF-F793-48D4-84B8-600841C59A64}"/>
          </ac:spMkLst>
        </pc:spChg>
      </pc:sldChg>
      <pc:sldChg chg="addSp delSp modSp add mod ord">
        <pc:chgData name="John Hu" userId="213e45b8a479442b" providerId="LiveId" clId="{8887B1F4-266B-4EC4-BC6E-E93598B3026C}" dt="2025-04-07T05:33:14.416" v="6875"/>
        <pc:sldMkLst>
          <pc:docMk/>
          <pc:sldMk cId="934222983" sldId="669"/>
        </pc:sldMkLst>
        <pc:spChg chg="mod">
          <ac:chgData name="John Hu" userId="213e45b8a479442b" providerId="LiveId" clId="{8887B1F4-266B-4EC4-BC6E-E93598B3026C}" dt="2025-04-07T04:27:50.966" v="6572" actId="20577"/>
          <ac:spMkLst>
            <pc:docMk/>
            <pc:sldMk cId="934222983" sldId="669"/>
            <ac:spMk id="9" creationId="{F8F10728-6784-4657-8BE3-9083E1EC69ED}"/>
          </ac:spMkLst>
        </pc:spChg>
        <pc:spChg chg="del mod">
          <ac:chgData name="John Hu" userId="213e45b8a479442b" providerId="LiveId" clId="{8887B1F4-266B-4EC4-BC6E-E93598B3026C}" dt="2025-04-07T03:55:24.249" v="6172" actId="478"/>
          <ac:spMkLst>
            <pc:docMk/>
            <pc:sldMk cId="934222983" sldId="669"/>
            <ac:spMk id="11" creationId="{16B267B8-91D3-4643-826A-84B5398B727F}"/>
          </ac:spMkLst>
        </pc:spChg>
        <pc:spChg chg="del mod">
          <ac:chgData name="John Hu" userId="213e45b8a479442b" providerId="LiveId" clId="{8887B1F4-266B-4EC4-BC6E-E93598B3026C}" dt="2025-04-07T03:57:11.340" v="6238" actId="478"/>
          <ac:spMkLst>
            <pc:docMk/>
            <pc:sldMk cId="934222983" sldId="669"/>
            <ac:spMk id="12" creationId="{626E88E9-3960-4C4B-A6BC-030E3E9E5684}"/>
          </ac:spMkLst>
        </pc:spChg>
        <pc:spChg chg="mod">
          <ac:chgData name="John Hu" userId="213e45b8a479442b" providerId="LiveId" clId="{8887B1F4-266B-4EC4-BC6E-E93598B3026C}" dt="2025-04-07T03:55:17.167" v="6169" actId="14100"/>
          <ac:spMkLst>
            <pc:docMk/>
            <pc:sldMk cId="934222983" sldId="669"/>
            <ac:spMk id="13" creationId="{BE40CBFD-B41A-4C8E-9EDD-2B0F8DC2E14F}"/>
          </ac:spMkLst>
        </pc:spChg>
        <pc:spChg chg="add mod">
          <ac:chgData name="John Hu" userId="213e45b8a479442b" providerId="LiveId" clId="{8887B1F4-266B-4EC4-BC6E-E93598B3026C}" dt="2025-04-07T04:27:57.721" v="6575"/>
          <ac:spMkLst>
            <pc:docMk/>
            <pc:sldMk cId="934222983" sldId="669"/>
            <ac:spMk id="14" creationId="{56816CFC-D2E3-40AF-9214-085A28C45D8F}"/>
          </ac:spMkLst>
        </pc:spChg>
        <pc:spChg chg="del">
          <ac:chgData name="John Hu" userId="213e45b8a479442b" providerId="LiveId" clId="{8887B1F4-266B-4EC4-BC6E-E93598B3026C}" dt="2025-04-07T03:53:59.553" v="6154" actId="478"/>
          <ac:spMkLst>
            <pc:docMk/>
            <pc:sldMk cId="934222983" sldId="669"/>
            <ac:spMk id="16" creationId="{0326DDEF-F793-48D4-84B8-600841C59A64}"/>
          </ac:spMkLst>
        </pc:spChg>
      </pc:sldChg>
      <pc:sldChg chg="del">
        <pc:chgData name="John Hu" userId="213e45b8a479442b" providerId="LiveId" clId="{8887B1F4-266B-4EC4-BC6E-E93598B3026C}" dt="2025-03-30T06:01:34.283" v="0" actId="47"/>
        <pc:sldMkLst>
          <pc:docMk/>
          <pc:sldMk cId="1521201735" sldId="670"/>
        </pc:sldMkLst>
      </pc:sldChg>
      <pc:sldChg chg="modSp add mod">
        <pc:chgData name="John Hu" userId="213e45b8a479442b" providerId="LiveId" clId="{8887B1F4-266B-4EC4-BC6E-E93598B3026C}" dt="2025-04-07T05:33:00.152" v="6873" actId="6549"/>
        <pc:sldMkLst>
          <pc:docMk/>
          <pc:sldMk cId="2135321549" sldId="670"/>
        </pc:sldMkLst>
        <pc:spChg chg="mod">
          <ac:chgData name="John Hu" userId="213e45b8a479442b" providerId="LiveId" clId="{8887B1F4-266B-4EC4-BC6E-E93598B3026C}" dt="2025-04-07T05:33:00.152" v="6873" actId="6549"/>
          <ac:spMkLst>
            <pc:docMk/>
            <pc:sldMk cId="2135321549" sldId="670"/>
            <ac:spMk id="9" creationId="{F8F10728-6784-4657-8BE3-9083E1EC69ED}"/>
          </ac:spMkLst>
        </pc:spChg>
        <pc:spChg chg="mod">
          <ac:chgData name="John Hu" userId="213e45b8a479442b" providerId="LiveId" clId="{8887B1F4-266B-4EC4-BC6E-E93598B3026C}" dt="2025-04-07T04:33:07.887" v="6831" actId="207"/>
          <ac:spMkLst>
            <pc:docMk/>
            <pc:sldMk cId="2135321549" sldId="670"/>
            <ac:spMk id="14" creationId="{56816CFC-D2E3-40AF-9214-085A28C45D8F}"/>
          </ac:spMkLst>
        </pc:spChg>
      </pc:sldChg>
      <pc:sldChg chg="del">
        <pc:chgData name="John Hu" userId="213e45b8a479442b" providerId="LiveId" clId="{8887B1F4-266B-4EC4-BC6E-E93598B3026C}" dt="2025-03-30T06:01:34.283" v="0" actId="47"/>
        <pc:sldMkLst>
          <pc:docMk/>
          <pc:sldMk cId="3129887683" sldId="671"/>
        </pc:sldMkLst>
      </pc:sldChg>
      <pc:sldChg chg="modSp add mod">
        <pc:chgData name="John Hu" userId="213e45b8a479442b" providerId="LiveId" clId="{8887B1F4-266B-4EC4-BC6E-E93598B3026C}" dt="2025-04-07T05:32:28.756" v="6863" actId="5793"/>
        <pc:sldMkLst>
          <pc:docMk/>
          <pc:sldMk cId="4197127420" sldId="671"/>
        </pc:sldMkLst>
        <pc:spChg chg="mod">
          <ac:chgData name="John Hu" userId="213e45b8a479442b" providerId="LiveId" clId="{8887B1F4-266B-4EC4-BC6E-E93598B3026C}" dt="2025-04-07T05:32:28.756" v="6863" actId="5793"/>
          <ac:spMkLst>
            <pc:docMk/>
            <pc:sldMk cId="4197127420" sldId="671"/>
            <ac:spMk id="9" creationId="{F8F10728-6784-4657-8BE3-9083E1EC69ED}"/>
          </ac:spMkLst>
        </pc:spChg>
        <pc:spChg chg="mod">
          <ac:chgData name="John Hu" userId="213e45b8a479442b" providerId="LiveId" clId="{8887B1F4-266B-4EC4-BC6E-E93598B3026C}" dt="2025-04-07T04:34:17.191" v="6847" actId="20577"/>
          <ac:spMkLst>
            <pc:docMk/>
            <pc:sldMk cId="4197127420" sldId="671"/>
            <ac:spMk id="14" creationId="{56816CFC-D2E3-40AF-9214-085A28C45D8F}"/>
          </ac:spMkLst>
        </pc:spChg>
      </pc:sldChg>
      <pc:sldChg chg="addSp delSp modSp add mod">
        <pc:chgData name="John Hu" userId="213e45b8a479442b" providerId="LiveId" clId="{8887B1F4-266B-4EC4-BC6E-E93598B3026C}" dt="2025-04-08T01:13:26.422" v="7079" actId="22"/>
        <pc:sldMkLst>
          <pc:docMk/>
          <pc:sldMk cId="1447954548" sldId="672"/>
        </pc:sldMkLst>
        <pc:spChg chg="mod">
          <ac:chgData name="John Hu" userId="213e45b8a479442b" providerId="LiveId" clId="{8887B1F4-266B-4EC4-BC6E-E93598B3026C}" dt="2025-04-08T01:13:15.201" v="7077" actId="207"/>
          <ac:spMkLst>
            <pc:docMk/>
            <pc:sldMk cId="1447954548" sldId="672"/>
            <ac:spMk id="9" creationId="{F8F10728-6784-4657-8BE3-9083E1EC69ED}"/>
          </ac:spMkLst>
        </pc:spChg>
        <pc:spChg chg="add del">
          <ac:chgData name="John Hu" userId="213e45b8a479442b" providerId="LiveId" clId="{8887B1F4-266B-4EC4-BC6E-E93598B3026C}" dt="2025-04-08T01:13:26.422" v="7079" actId="22"/>
          <ac:spMkLst>
            <pc:docMk/>
            <pc:sldMk cId="1447954548" sldId="672"/>
            <ac:spMk id="10" creationId="{250E3F50-55DC-4ED4-9C44-313D03BCE436}"/>
          </ac:spMkLst>
        </pc:spChg>
        <pc:spChg chg="mod">
          <ac:chgData name="John Hu" userId="213e45b8a479442b" providerId="LiveId" clId="{8887B1F4-266B-4EC4-BC6E-E93598B3026C}" dt="2025-04-08T01:12:42.316" v="7075" actId="1076"/>
          <ac:spMkLst>
            <pc:docMk/>
            <pc:sldMk cId="1447954548" sldId="672"/>
            <ac:spMk id="14" creationId="{56816CFC-D2E3-40AF-9214-085A28C45D8F}"/>
          </ac:spMkLst>
        </pc:spChg>
      </pc:sldChg>
      <pc:sldChg chg="del">
        <pc:chgData name="John Hu" userId="213e45b8a479442b" providerId="LiveId" clId="{8887B1F4-266B-4EC4-BC6E-E93598B3026C}" dt="2025-03-30T06:01:34.283" v="0" actId="47"/>
        <pc:sldMkLst>
          <pc:docMk/>
          <pc:sldMk cId="2109838976" sldId="672"/>
        </pc:sldMkLst>
      </pc:sldChg>
      <pc:sldChg chg="addSp delSp modSp add mod">
        <pc:chgData name="John Hu" userId="213e45b8a479442b" providerId="LiveId" clId="{8887B1F4-266B-4EC4-BC6E-E93598B3026C}" dt="2025-04-11T07:56:55.109" v="11159" actId="1076"/>
        <pc:sldMkLst>
          <pc:docMk/>
          <pc:sldMk cId="986717019" sldId="673"/>
        </pc:sldMkLst>
        <pc:spChg chg="add del mod">
          <ac:chgData name="John Hu" userId="213e45b8a479442b" providerId="LiveId" clId="{8887B1F4-266B-4EC4-BC6E-E93598B3026C}" dt="2025-04-11T07:39:09.694" v="10267" actId="21"/>
          <ac:spMkLst>
            <pc:docMk/>
            <pc:sldMk cId="986717019" sldId="673"/>
            <ac:spMk id="6" creationId="{CB1B6AA4-38C0-40F9-8C61-0B993F4FD5CC}"/>
          </ac:spMkLst>
        </pc:spChg>
        <pc:spChg chg="add mod">
          <ac:chgData name="John Hu" userId="213e45b8a479442b" providerId="LiveId" clId="{8887B1F4-266B-4EC4-BC6E-E93598B3026C}" dt="2025-04-11T07:56:42.724" v="11158" actId="6549"/>
          <ac:spMkLst>
            <pc:docMk/>
            <pc:sldMk cId="986717019" sldId="673"/>
            <ac:spMk id="7" creationId="{48EF2B12-1B04-421E-9F2B-7739AA9E09B2}"/>
          </ac:spMkLst>
        </pc:spChg>
        <pc:spChg chg="add mod">
          <ac:chgData name="John Hu" userId="213e45b8a479442b" providerId="LiveId" clId="{8887B1F4-266B-4EC4-BC6E-E93598B3026C}" dt="2025-04-11T07:56:55.109" v="11159" actId="1076"/>
          <ac:spMkLst>
            <pc:docMk/>
            <pc:sldMk cId="986717019" sldId="673"/>
            <ac:spMk id="9" creationId="{1EC2AC42-7EFD-446C-A383-CF46F250A016}"/>
          </ac:spMkLst>
        </pc:spChg>
        <pc:spChg chg="add del">
          <ac:chgData name="John Hu" userId="213e45b8a479442b" providerId="LiveId" clId="{8887B1F4-266B-4EC4-BC6E-E93598B3026C}" dt="2025-04-10T07:05:36.642" v="7340" actId="478"/>
          <ac:spMkLst>
            <pc:docMk/>
            <pc:sldMk cId="986717019" sldId="673"/>
            <ac:spMk id="9" creationId="{F8F10728-6784-4657-8BE3-9083E1EC69ED}"/>
          </ac:spMkLst>
        </pc:spChg>
        <pc:spChg chg="add del">
          <ac:chgData name="John Hu" userId="213e45b8a479442b" providerId="LiveId" clId="{8887B1F4-266B-4EC4-BC6E-E93598B3026C}" dt="2025-04-10T07:05:36.642" v="7340" actId="478"/>
          <ac:spMkLst>
            <pc:docMk/>
            <pc:sldMk cId="986717019" sldId="673"/>
            <ac:spMk id="13" creationId="{BE40CBFD-B41A-4C8E-9EDD-2B0F8DC2E14F}"/>
          </ac:spMkLst>
        </pc:spChg>
        <pc:spChg chg="add del">
          <ac:chgData name="John Hu" userId="213e45b8a479442b" providerId="LiveId" clId="{8887B1F4-266B-4EC4-BC6E-E93598B3026C}" dt="2025-04-10T07:05:36.642" v="7340" actId="478"/>
          <ac:spMkLst>
            <pc:docMk/>
            <pc:sldMk cId="986717019" sldId="673"/>
            <ac:spMk id="14" creationId="{56816CFC-D2E3-40AF-9214-085A28C45D8F}"/>
          </ac:spMkLst>
        </pc:spChg>
      </pc:sldChg>
      <pc:sldChg chg="del">
        <pc:chgData name="John Hu" userId="213e45b8a479442b" providerId="LiveId" clId="{8887B1F4-266B-4EC4-BC6E-E93598B3026C}" dt="2025-03-30T06:01:34.283" v="0" actId="47"/>
        <pc:sldMkLst>
          <pc:docMk/>
          <pc:sldMk cId="3273944349" sldId="673"/>
        </pc:sldMkLst>
      </pc:sldChg>
      <pc:sldChg chg="del">
        <pc:chgData name="John Hu" userId="213e45b8a479442b" providerId="LiveId" clId="{8887B1F4-266B-4EC4-BC6E-E93598B3026C}" dt="2025-03-30T06:01:34.283" v="0" actId="47"/>
        <pc:sldMkLst>
          <pc:docMk/>
          <pc:sldMk cId="3058383526" sldId="674"/>
        </pc:sldMkLst>
      </pc:sldChg>
      <pc:sldChg chg="addSp delSp modSp add mod ord">
        <pc:chgData name="John Hu" userId="213e45b8a479442b" providerId="LiveId" clId="{8887B1F4-266B-4EC4-BC6E-E93598B3026C}" dt="2025-04-10T08:15:19.214" v="7387" actId="20577"/>
        <pc:sldMkLst>
          <pc:docMk/>
          <pc:sldMk cId="3807228436" sldId="674"/>
        </pc:sldMkLst>
        <pc:spChg chg="mod">
          <ac:chgData name="John Hu" userId="213e45b8a479442b" providerId="LiveId" clId="{8887B1F4-266B-4EC4-BC6E-E93598B3026C}" dt="2025-04-10T06:52:40.782" v="7150" actId="5793"/>
          <ac:spMkLst>
            <pc:docMk/>
            <pc:sldMk cId="3807228436" sldId="674"/>
            <ac:spMk id="6" creationId="{CB1B6AA4-38C0-40F9-8C61-0B993F4FD5CC}"/>
          </ac:spMkLst>
        </pc:spChg>
        <pc:spChg chg="mod">
          <ac:chgData name="John Hu" userId="213e45b8a479442b" providerId="LiveId" clId="{8887B1F4-266B-4EC4-BC6E-E93598B3026C}" dt="2025-04-10T08:15:19.214" v="7387" actId="20577"/>
          <ac:spMkLst>
            <pc:docMk/>
            <pc:sldMk cId="3807228436" sldId="674"/>
            <ac:spMk id="8" creationId="{36177B38-43AB-4398-968B-448F8F0E5F49}"/>
          </ac:spMkLst>
        </pc:spChg>
        <pc:spChg chg="add mod">
          <ac:chgData name="John Hu" userId="213e45b8a479442b" providerId="LiveId" clId="{8887B1F4-266B-4EC4-BC6E-E93598B3026C}" dt="2025-04-10T08:01:38.494" v="7363" actId="1076"/>
          <ac:spMkLst>
            <pc:docMk/>
            <pc:sldMk cId="3807228436" sldId="674"/>
            <ac:spMk id="9" creationId="{65AEB194-241A-4B1D-B3A8-BEEC73D06241}"/>
          </ac:spMkLst>
        </pc:spChg>
        <pc:spChg chg="del">
          <ac:chgData name="John Hu" userId="213e45b8a479442b" providerId="LiveId" clId="{8887B1F4-266B-4EC4-BC6E-E93598B3026C}" dt="2025-04-10T06:52:15.432" v="7137" actId="478"/>
          <ac:spMkLst>
            <pc:docMk/>
            <pc:sldMk cId="3807228436" sldId="674"/>
            <ac:spMk id="13" creationId="{311ABDBD-5BB7-4821-B7F5-D76486728C49}"/>
          </ac:spMkLst>
        </pc:spChg>
        <pc:graphicFrameChg chg="add mod modGraphic">
          <ac:chgData name="John Hu" userId="213e45b8a479442b" providerId="LiveId" clId="{8887B1F4-266B-4EC4-BC6E-E93598B3026C}" dt="2025-04-10T08:01:40.570" v="7364" actId="1076"/>
          <ac:graphicFrameMkLst>
            <pc:docMk/>
            <pc:sldMk cId="3807228436" sldId="674"/>
            <ac:graphicFrameMk id="3" creationId="{87C9E80B-3904-40CE-AF02-87EA9BEF21D3}"/>
          </ac:graphicFrameMkLst>
        </pc:graphicFrameChg>
        <pc:picChg chg="del">
          <ac:chgData name="John Hu" userId="213e45b8a479442b" providerId="LiveId" clId="{8887B1F4-266B-4EC4-BC6E-E93598B3026C}" dt="2025-04-10T06:57:35.034" v="7325" actId="478"/>
          <ac:picMkLst>
            <pc:docMk/>
            <pc:sldMk cId="3807228436" sldId="674"/>
            <ac:picMk id="4" creationId="{00DFDBAE-40CC-4757-9D26-19B0D534B929}"/>
          </ac:picMkLst>
        </pc:picChg>
      </pc:sldChg>
      <pc:sldChg chg="del">
        <pc:chgData name="John Hu" userId="213e45b8a479442b" providerId="LiveId" clId="{8887B1F4-266B-4EC4-BC6E-E93598B3026C}" dt="2025-03-30T06:01:34.283" v="0" actId="47"/>
        <pc:sldMkLst>
          <pc:docMk/>
          <pc:sldMk cId="1354848801" sldId="675"/>
        </pc:sldMkLst>
      </pc:sldChg>
      <pc:sldChg chg="addSp delSp modSp add mod">
        <pc:chgData name="John Hu" userId="213e45b8a479442b" providerId="LiveId" clId="{8887B1F4-266B-4EC4-BC6E-E93598B3026C}" dt="2025-04-11T07:25:33.906" v="9887" actId="207"/>
        <pc:sldMkLst>
          <pc:docMk/>
          <pc:sldMk cId="2475438638" sldId="675"/>
        </pc:sldMkLst>
        <pc:spChg chg="mod">
          <ac:chgData name="John Hu" userId="213e45b8a479442b" providerId="LiveId" clId="{8887B1F4-266B-4EC4-BC6E-E93598B3026C}" dt="2025-04-11T06:24:52.264" v="9260"/>
          <ac:spMkLst>
            <pc:docMk/>
            <pc:sldMk cId="2475438638" sldId="675"/>
            <ac:spMk id="6" creationId="{CB1B6AA4-38C0-40F9-8C61-0B993F4FD5CC}"/>
          </ac:spMkLst>
        </pc:spChg>
        <pc:spChg chg="add mod">
          <ac:chgData name="John Hu" userId="213e45b8a479442b" providerId="LiveId" clId="{8887B1F4-266B-4EC4-BC6E-E93598B3026C}" dt="2025-04-11T06:26:25.120" v="9297" actId="1076"/>
          <ac:spMkLst>
            <pc:docMk/>
            <pc:sldMk cId="2475438638" sldId="675"/>
            <ac:spMk id="7" creationId="{38082A75-03CA-426B-9EFC-DE6CE89F3458}"/>
          </ac:spMkLst>
        </pc:spChg>
        <pc:spChg chg="mod">
          <ac:chgData name="John Hu" userId="213e45b8a479442b" providerId="LiveId" clId="{8887B1F4-266B-4EC4-BC6E-E93598B3026C}" dt="2025-04-10T08:15:24.517" v="7389"/>
          <ac:spMkLst>
            <pc:docMk/>
            <pc:sldMk cId="2475438638" sldId="675"/>
            <ac:spMk id="8" creationId="{36177B38-43AB-4398-968B-448F8F0E5F49}"/>
          </ac:spMkLst>
        </pc:spChg>
        <pc:spChg chg="add mod">
          <ac:chgData name="John Hu" userId="213e45b8a479442b" providerId="LiveId" clId="{8887B1F4-266B-4EC4-BC6E-E93598B3026C}" dt="2025-04-11T06:26:50.990" v="9346" actId="20577"/>
          <ac:spMkLst>
            <pc:docMk/>
            <pc:sldMk cId="2475438638" sldId="675"/>
            <ac:spMk id="9" creationId="{08DBAB5B-8BC2-4398-B3A1-B86D4C8C8BCC}"/>
          </ac:spMkLst>
        </pc:spChg>
        <pc:spChg chg="add mod">
          <ac:chgData name="John Hu" userId="213e45b8a479442b" providerId="LiveId" clId="{8887B1F4-266B-4EC4-BC6E-E93598B3026C}" dt="2025-04-11T07:25:33.906" v="9887" actId="207"/>
          <ac:spMkLst>
            <pc:docMk/>
            <pc:sldMk cId="2475438638" sldId="675"/>
            <ac:spMk id="10" creationId="{2355A2A7-A37C-495B-A03E-4CCD6225E4AF}"/>
          </ac:spMkLst>
        </pc:spChg>
        <pc:spChg chg="add mod">
          <ac:chgData name="John Hu" userId="213e45b8a479442b" providerId="LiveId" clId="{8887B1F4-266B-4EC4-BC6E-E93598B3026C}" dt="2025-04-11T07:01:49.001" v="9572" actId="20577"/>
          <ac:spMkLst>
            <pc:docMk/>
            <pc:sldMk cId="2475438638" sldId="675"/>
            <ac:spMk id="11" creationId="{74D7698A-BA07-4B2C-9F11-DA62BA46FDC5}"/>
          </ac:spMkLst>
        </pc:spChg>
        <pc:spChg chg="mod">
          <ac:chgData name="John Hu" userId="213e45b8a479442b" providerId="LiveId" clId="{8887B1F4-266B-4EC4-BC6E-E93598B3026C}" dt="2025-04-11T06:25:06.820" v="9292" actId="20577"/>
          <ac:spMkLst>
            <pc:docMk/>
            <pc:sldMk cId="2475438638" sldId="675"/>
            <ac:spMk id="13" creationId="{311ABDBD-5BB7-4821-B7F5-D76486728C49}"/>
          </ac:spMkLst>
        </pc:spChg>
        <pc:picChg chg="del">
          <ac:chgData name="John Hu" userId="213e45b8a479442b" providerId="LiveId" clId="{8887B1F4-266B-4EC4-BC6E-E93598B3026C}" dt="2025-04-11T06:25:09.201" v="9293" actId="478"/>
          <ac:picMkLst>
            <pc:docMk/>
            <pc:sldMk cId="2475438638" sldId="675"/>
            <ac:picMk id="4" creationId="{00DFDBAE-40CC-4757-9D26-19B0D534B929}"/>
          </ac:picMkLst>
        </pc:picChg>
      </pc:sldChg>
      <pc:sldChg chg="del">
        <pc:chgData name="John Hu" userId="213e45b8a479442b" providerId="LiveId" clId="{8887B1F4-266B-4EC4-BC6E-E93598B3026C}" dt="2025-03-30T06:01:34.283" v="0" actId="47"/>
        <pc:sldMkLst>
          <pc:docMk/>
          <pc:sldMk cId="416985441" sldId="676"/>
        </pc:sldMkLst>
      </pc:sldChg>
      <pc:sldChg chg="addSp delSp modSp add mod delAnim">
        <pc:chgData name="John Hu" userId="213e45b8a479442b" providerId="LiveId" clId="{8887B1F4-266B-4EC4-BC6E-E93598B3026C}" dt="2025-04-11T08:53:38.928" v="13150" actId="113"/>
        <pc:sldMkLst>
          <pc:docMk/>
          <pc:sldMk cId="3371529987" sldId="676"/>
        </pc:sldMkLst>
        <pc:spChg chg="del mod">
          <ac:chgData name="John Hu" userId="213e45b8a479442b" providerId="LiveId" clId="{8887B1F4-266B-4EC4-BC6E-E93598B3026C}" dt="2025-04-11T06:06:50.878" v="8150"/>
          <ac:spMkLst>
            <pc:docMk/>
            <pc:sldMk cId="3371529987" sldId="676"/>
            <ac:spMk id="6" creationId="{CB1B6AA4-38C0-40F9-8C61-0B993F4FD5CC}"/>
          </ac:spMkLst>
        </pc:spChg>
        <pc:spChg chg="del">
          <ac:chgData name="John Hu" userId="213e45b8a479442b" providerId="LiveId" clId="{8887B1F4-266B-4EC4-BC6E-E93598B3026C}" dt="2025-04-11T06:09:25.940" v="8375" actId="478"/>
          <ac:spMkLst>
            <pc:docMk/>
            <pc:sldMk cId="3371529987" sldId="676"/>
            <ac:spMk id="13" creationId="{311ABDBD-5BB7-4821-B7F5-D76486728C49}"/>
          </ac:spMkLst>
        </pc:spChg>
        <pc:spChg chg="del mod">
          <ac:chgData name="John Hu" userId="213e45b8a479442b" providerId="LiveId" clId="{8887B1F4-266B-4EC4-BC6E-E93598B3026C}" dt="2025-04-11T06:09:28.116" v="8376" actId="478"/>
          <ac:spMkLst>
            <pc:docMk/>
            <pc:sldMk cId="3371529987" sldId="676"/>
            <ac:spMk id="15" creationId="{E9E89F2E-6B6E-4A30-9327-3B97FFCDC34A}"/>
          </ac:spMkLst>
        </pc:spChg>
        <pc:spChg chg="del">
          <ac:chgData name="John Hu" userId="213e45b8a479442b" providerId="LiveId" clId="{8887B1F4-266B-4EC4-BC6E-E93598B3026C}" dt="2025-04-11T06:09:28.116" v="8376" actId="478"/>
          <ac:spMkLst>
            <pc:docMk/>
            <pc:sldMk cId="3371529987" sldId="676"/>
            <ac:spMk id="20" creationId="{54A12C10-E220-44BA-A6A8-2A9A9B7DF439}"/>
          </ac:spMkLst>
        </pc:spChg>
        <pc:spChg chg="del">
          <ac:chgData name="John Hu" userId="213e45b8a479442b" providerId="LiveId" clId="{8887B1F4-266B-4EC4-BC6E-E93598B3026C}" dt="2025-04-11T06:09:28.116" v="8376" actId="478"/>
          <ac:spMkLst>
            <pc:docMk/>
            <pc:sldMk cId="3371529987" sldId="676"/>
            <ac:spMk id="21" creationId="{6FB5C06D-BB10-4CAB-A966-E7090A5D1F15}"/>
          </ac:spMkLst>
        </pc:spChg>
        <pc:spChg chg="del">
          <ac:chgData name="John Hu" userId="213e45b8a479442b" providerId="LiveId" clId="{8887B1F4-266B-4EC4-BC6E-E93598B3026C}" dt="2025-04-11T06:09:28.116" v="8376" actId="478"/>
          <ac:spMkLst>
            <pc:docMk/>
            <pc:sldMk cId="3371529987" sldId="676"/>
            <ac:spMk id="22" creationId="{AEF8447C-26A0-4F61-A705-CCD0A3BA6453}"/>
          </ac:spMkLst>
        </pc:spChg>
        <pc:spChg chg="del">
          <ac:chgData name="John Hu" userId="213e45b8a479442b" providerId="LiveId" clId="{8887B1F4-266B-4EC4-BC6E-E93598B3026C}" dt="2025-04-11T06:09:28.116" v="8376" actId="478"/>
          <ac:spMkLst>
            <pc:docMk/>
            <pc:sldMk cId="3371529987" sldId="676"/>
            <ac:spMk id="23" creationId="{25E7138E-6738-4D3B-B07D-6408AA422D37}"/>
          </ac:spMkLst>
        </pc:spChg>
        <pc:spChg chg="add del mod">
          <ac:chgData name="John Hu" userId="213e45b8a479442b" providerId="LiveId" clId="{8887B1F4-266B-4EC4-BC6E-E93598B3026C}" dt="2025-04-11T06:09:28.116" v="8376" actId="478"/>
          <ac:spMkLst>
            <pc:docMk/>
            <pc:sldMk cId="3371529987" sldId="676"/>
            <ac:spMk id="30" creationId="{6EF6E814-DB52-4C28-BAE6-90E9CD5888C6}"/>
          </ac:spMkLst>
        </pc:spChg>
        <pc:spChg chg="add mod">
          <ac:chgData name="John Hu" userId="213e45b8a479442b" providerId="LiveId" clId="{8887B1F4-266B-4EC4-BC6E-E93598B3026C}" dt="2025-04-11T08:52:51.668" v="13131" actId="20577"/>
          <ac:spMkLst>
            <pc:docMk/>
            <pc:sldMk cId="3371529987" sldId="676"/>
            <ac:spMk id="32" creationId="{D23430BF-D4D8-48E9-9656-AB87662306DC}"/>
          </ac:spMkLst>
        </pc:spChg>
        <pc:spChg chg="add mod">
          <ac:chgData name="John Hu" userId="213e45b8a479442b" providerId="LiveId" clId="{8887B1F4-266B-4EC4-BC6E-E93598B3026C}" dt="2025-04-11T08:53:38.928" v="13150" actId="113"/>
          <ac:spMkLst>
            <pc:docMk/>
            <pc:sldMk cId="3371529987" sldId="676"/>
            <ac:spMk id="36" creationId="{B129A414-E68D-4F97-A55C-22BC206EF8E8}"/>
          </ac:spMkLst>
        </pc:spChg>
        <pc:spChg chg="add mod">
          <ac:chgData name="John Hu" userId="213e45b8a479442b" providerId="LiveId" clId="{8887B1F4-266B-4EC4-BC6E-E93598B3026C}" dt="2025-04-11T06:16:45.260" v="8939" actId="6549"/>
          <ac:spMkLst>
            <pc:docMk/>
            <pc:sldMk cId="3371529987" sldId="676"/>
            <ac:spMk id="37" creationId="{EFC1B4BD-23E0-4DCB-B1FC-2D31E936D160}"/>
          </ac:spMkLst>
        </pc:spChg>
        <pc:spChg chg="add mod">
          <ac:chgData name="John Hu" userId="213e45b8a479442b" providerId="LiveId" clId="{8887B1F4-266B-4EC4-BC6E-E93598B3026C}" dt="2025-04-11T08:53:24.670" v="13145" actId="1076"/>
          <ac:spMkLst>
            <pc:docMk/>
            <pc:sldMk cId="3371529987" sldId="676"/>
            <ac:spMk id="38" creationId="{67C79038-24F7-4F2A-83B1-DF425B1BF5E5}"/>
          </ac:spMkLst>
        </pc:spChg>
        <pc:grpChg chg="del">
          <ac:chgData name="John Hu" userId="213e45b8a479442b" providerId="LiveId" clId="{8887B1F4-266B-4EC4-BC6E-E93598B3026C}" dt="2025-04-11T06:09:28.116" v="8376" actId="478"/>
          <ac:grpSpMkLst>
            <pc:docMk/>
            <pc:sldMk cId="3371529987" sldId="676"/>
            <ac:grpSpMk id="5" creationId="{90251EE3-D449-45D2-B1E1-9A586627841C}"/>
          </ac:grpSpMkLst>
        </pc:grpChg>
        <pc:grpChg chg="del">
          <ac:chgData name="John Hu" userId="213e45b8a479442b" providerId="LiveId" clId="{8887B1F4-266B-4EC4-BC6E-E93598B3026C}" dt="2025-04-11T06:09:28.116" v="8376" actId="478"/>
          <ac:grpSpMkLst>
            <pc:docMk/>
            <pc:sldMk cId="3371529987" sldId="676"/>
            <ac:grpSpMk id="16" creationId="{A3851901-4B16-4AE2-9E8D-001CD37E12A6}"/>
          </ac:grpSpMkLst>
        </pc:grpChg>
        <pc:grpChg chg="del">
          <ac:chgData name="John Hu" userId="213e45b8a479442b" providerId="LiveId" clId="{8887B1F4-266B-4EC4-BC6E-E93598B3026C}" dt="2025-04-11T06:09:28.116" v="8376" actId="478"/>
          <ac:grpSpMkLst>
            <pc:docMk/>
            <pc:sldMk cId="3371529987" sldId="676"/>
            <ac:grpSpMk id="24" creationId="{CAFC36CD-C8B7-4703-93A0-7D8DFA433AA8}"/>
          </ac:grpSpMkLst>
        </pc:grpChg>
        <pc:grpChg chg="del">
          <ac:chgData name="John Hu" userId="213e45b8a479442b" providerId="LiveId" clId="{8887B1F4-266B-4EC4-BC6E-E93598B3026C}" dt="2025-04-11T06:09:28.116" v="8376" actId="478"/>
          <ac:grpSpMkLst>
            <pc:docMk/>
            <pc:sldMk cId="3371529987" sldId="676"/>
            <ac:grpSpMk id="27" creationId="{A38AC1EA-9290-4A37-9063-A55FA7EEB194}"/>
          </ac:grpSpMkLst>
        </pc:grpChg>
        <pc:grpChg chg="del">
          <ac:chgData name="John Hu" userId="213e45b8a479442b" providerId="LiveId" clId="{8887B1F4-266B-4EC4-BC6E-E93598B3026C}" dt="2025-04-11T06:09:28.116" v="8376" actId="478"/>
          <ac:grpSpMkLst>
            <pc:docMk/>
            <pc:sldMk cId="3371529987" sldId="676"/>
            <ac:grpSpMk id="33" creationId="{2FC67FF8-47C6-4492-905F-87134EBBF2E7}"/>
          </ac:grpSpMkLst>
        </pc:grpChg>
        <pc:picChg chg="del">
          <ac:chgData name="John Hu" userId="213e45b8a479442b" providerId="LiveId" clId="{8887B1F4-266B-4EC4-BC6E-E93598B3026C}" dt="2025-04-11T06:09:28.116" v="8376" actId="478"/>
          <ac:picMkLst>
            <pc:docMk/>
            <pc:sldMk cId="3371529987" sldId="676"/>
            <ac:picMk id="17" creationId="{53DC9FBE-708F-4AAB-95F9-6B288BA69251}"/>
          </ac:picMkLst>
        </pc:picChg>
        <pc:picChg chg="add mod">
          <ac:chgData name="John Hu" userId="213e45b8a479442b" providerId="LiveId" clId="{8887B1F4-266B-4EC4-BC6E-E93598B3026C}" dt="2025-04-11T08:53:13.251" v="13142" actId="1038"/>
          <ac:picMkLst>
            <pc:docMk/>
            <pc:sldMk cId="3371529987" sldId="676"/>
            <ac:picMk id="31" creationId="{6EBD4655-ACEA-449E-90FA-289154522EFD}"/>
          </ac:picMkLst>
        </pc:picChg>
      </pc:sldChg>
      <pc:sldChg chg="addSp delSp modSp add mod">
        <pc:chgData name="John Hu" userId="213e45b8a479442b" providerId="LiveId" clId="{8887B1F4-266B-4EC4-BC6E-E93598B3026C}" dt="2025-04-11T07:31:28.519" v="10016" actId="1076"/>
        <pc:sldMkLst>
          <pc:docMk/>
          <pc:sldMk cId="3630545709" sldId="677"/>
        </pc:sldMkLst>
        <pc:spChg chg="mod">
          <ac:chgData name="John Hu" userId="213e45b8a479442b" providerId="LiveId" clId="{8887B1F4-266B-4EC4-BC6E-E93598B3026C}" dt="2025-04-11T07:26:29" v="9893"/>
          <ac:spMkLst>
            <pc:docMk/>
            <pc:sldMk cId="3630545709" sldId="677"/>
            <ac:spMk id="6" creationId="{CB1B6AA4-38C0-40F9-8C61-0B993F4FD5CC}"/>
          </ac:spMkLst>
        </pc:spChg>
        <pc:spChg chg="del">
          <ac:chgData name="John Hu" userId="213e45b8a479442b" providerId="LiveId" clId="{8887B1F4-266B-4EC4-BC6E-E93598B3026C}" dt="2025-04-11T07:06:50.203" v="9574" actId="478"/>
          <ac:spMkLst>
            <pc:docMk/>
            <pc:sldMk cId="3630545709" sldId="677"/>
            <ac:spMk id="7" creationId="{38082A75-03CA-426B-9EFC-DE6CE89F3458}"/>
          </ac:spMkLst>
        </pc:spChg>
        <pc:spChg chg="del">
          <ac:chgData name="John Hu" userId="213e45b8a479442b" providerId="LiveId" clId="{8887B1F4-266B-4EC4-BC6E-E93598B3026C}" dt="2025-04-11T07:06:50.203" v="9574" actId="478"/>
          <ac:spMkLst>
            <pc:docMk/>
            <pc:sldMk cId="3630545709" sldId="677"/>
            <ac:spMk id="9" creationId="{08DBAB5B-8BC2-4398-B3A1-B86D4C8C8BCC}"/>
          </ac:spMkLst>
        </pc:spChg>
        <pc:spChg chg="del">
          <ac:chgData name="John Hu" userId="213e45b8a479442b" providerId="LiveId" clId="{8887B1F4-266B-4EC4-BC6E-E93598B3026C}" dt="2025-04-11T07:06:50.203" v="9574" actId="478"/>
          <ac:spMkLst>
            <pc:docMk/>
            <pc:sldMk cId="3630545709" sldId="677"/>
            <ac:spMk id="10" creationId="{2355A2A7-A37C-495B-A03E-4CCD6225E4AF}"/>
          </ac:spMkLst>
        </pc:spChg>
        <pc:spChg chg="del">
          <ac:chgData name="John Hu" userId="213e45b8a479442b" providerId="LiveId" clId="{8887B1F4-266B-4EC4-BC6E-E93598B3026C}" dt="2025-04-11T07:06:50.203" v="9574" actId="478"/>
          <ac:spMkLst>
            <pc:docMk/>
            <pc:sldMk cId="3630545709" sldId="677"/>
            <ac:spMk id="11" creationId="{74D7698A-BA07-4B2C-9F11-DA62BA46FDC5}"/>
          </ac:spMkLst>
        </pc:spChg>
        <pc:spChg chg="add del mod">
          <ac:chgData name="John Hu" userId="213e45b8a479442b" providerId="LiveId" clId="{8887B1F4-266B-4EC4-BC6E-E93598B3026C}" dt="2025-04-11T07:19:14.016" v="9780" actId="478"/>
          <ac:spMkLst>
            <pc:docMk/>
            <pc:sldMk cId="3630545709" sldId="677"/>
            <ac:spMk id="12" creationId="{798706B7-6617-4EB5-A07B-99F5C9CDD352}"/>
          </ac:spMkLst>
        </pc:spChg>
        <pc:spChg chg="del">
          <ac:chgData name="John Hu" userId="213e45b8a479442b" providerId="LiveId" clId="{8887B1F4-266B-4EC4-BC6E-E93598B3026C}" dt="2025-04-11T07:06:50.203" v="9574" actId="478"/>
          <ac:spMkLst>
            <pc:docMk/>
            <pc:sldMk cId="3630545709" sldId="677"/>
            <ac:spMk id="13" creationId="{311ABDBD-5BB7-4821-B7F5-D76486728C49}"/>
          </ac:spMkLst>
        </pc:spChg>
        <pc:spChg chg="add mod">
          <ac:chgData name="John Hu" userId="213e45b8a479442b" providerId="LiveId" clId="{8887B1F4-266B-4EC4-BC6E-E93598B3026C}" dt="2025-04-11T07:26:52.892" v="9913" actId="1076"/>
          <ac:spMkLst>
            <pc:docMk/>
            <pc:sldMk cId="3630545709" sldId="677"/>
            <ac:spMk id="14" creationId="{8FC5B8A2-CB4A-4980-A6F5-B5625F53320D}"/>
          </ac:spMkLst>
        </pc:spChg>
        <pc:spChg chg="add mod">
          <ac:chgData name="John Hu" userId="213e45b8a479442b" providerId="LiveId" clId="{8887B1F4-266B-4EC4-BC6E-E93598B3026C}" dt="2025-04-11T07:31:11.858" v="10011" actId="1076"/>
          <ac:spMkLst>
            <pc:docMk/>
            <pc:sldMk cId="3630545709" sldId="677"/>
            <ac:spMk id="15" creationId="{C50DBBA2-1278-42A2-BFD6-DC30EBE78811}"/>
          </ac:spMkLst>
        </pc:spChg>
        <pc:spChg chg="add mod">
          <ac:chgData name="John Hu" userId="213e45b8a479442b" providerId="LiveId" clId="{8887B1F4-266B-4EC4-BC6E-E93598B3026C}" dt="2025-04-11T07:31:11.858" v="10011" actId="1076"/>
          <ac:spMkLst>
            <pc:docMk/>
            <pc:sldMk cId="3630545709" sldId="677"/>
            <ac:spMk id="16" creationId="{CD528054-4CFD-4E90-BDA0-8420790D0729}"/>
          </ac:spMkLst>
        </pc:spChg>
        <pc:graphicFrameChg chg="add mod modGraphic">
          <ac:chgData name="John Hu" userId="213e45b8a479442b" providerId="LiveId" clId="{8887B1F4-266B-4EC4-BC6E-E93598B3026C}" dt="2025-04-11T07:31:28.519" v="10016" actId="1076"/>
          <ac:graphicFrameMkLst>
            <pc:docMk/>
            <pc:sldMk cId="3630545709" sldId="677"/>
            <ac:graphicFrameMk id="4" creationId="{B0B32884-1BBE-4E40-A3CB-1C746529A463}"/>
          </ac:graphicFrameMkLst>
        </pc:graphicFrameChg>
      </pc:sldChg>
      <pc:sldChg chg="del">
        <pc:chgData name="John Hu" userId="213e45b8a479442b" providerId="LiveId" clId="{8887B1F4-266B-4EC4-BC6E-E93598B3026C}" dt="2025-03-30T06:01:34.283" v="0" actId="47"/>
        <pc:sldMkLst>
          <pc:docMk/>
          <pc:sldMk cId="3685027716" sldId="677"/>
        </pc:sldMkLst>
      </pc:sldChg>
      <pc:sldChg chg="delSp modSp add del mod">
        <pc:chgData name="John Hu" userId="213e45b8a479442b" providerId="LiveId" clId="{8887B1F4-266B-4EC4-BC6E-E93598B3026C}" dt="2025-04-11T07:31:49.124" v="10017" actId="47"/>
        <pc:sldMkLst>
          <pc:docMk/>
          <pc:sldMk cId="173708043" sldId="678"/>
        </pc:sldMkLst>
        <pc:spChg chg="del">
          <ac:chgData name="John Hu" userId="213e45b8a479442b" providerId="LiveId" clId="{8887B1F4-266B-4EC4-BC6E-E93598B3026C}" dt="2025-04-11T07:27:00.209" v="9915" actId="478"/>
          <ac:spMkLst>
            <pc:docMk/>
            <pc:sldMk cId="173708043" sldId="678"/>
            <ac:spMk id="7" creationId="{38082A75-03CA-426B-9EFC-DE6CE89F3458}"/>
          </ac:spMkLst>
        </pc:spChg>
        <pc:spChg chg="del mod">
          <ac:chgData name="John Hu" userId="213e45b8a479442b" providerId="LiveId" clId="{8887B1F4-266B-4EC4-BC6E-E93598B3026C}" dt="2025-04-11T07:31:03.426" v="10007" actId="21"/>
          <ac:spMkLst>
            <pc:docMk/>
            <pc:sldMk cId="173708043" sldId="678"/>
            <ac:spMk id="9" creationId="{08DBAB5B-8BC2-4398-B3A1-B86D4C8C8BCC}"/>
          </ac:spMkLst>
        </pc:spChg>
        <pc:spChg chg="del mod">
          <ac:chgData name="John Hu" userId="213e45b8a479442b" providerId="LiveId" clId="{8887B1F4-266B-4EC4-BC6E-E93598B3026C}" dt="2025-04-11T07:31:03.426" v="10007" actId="21"/>
          <ac:spMkLst>
            <pc:docMk/>
            <pc:sldMk cId="173708043" sldId="678"/>
            <ac:spMk id="10" creationId="{2355A2A7-A37C-495B-A03E-4CCD6225E4AF}"/>
          </ac:spMkLst>
        </pc:spChg>
        <pc:spChg chg="del">
          <ac:chgData name="John Hu" userId="213e45b8a479442b" providerId="LiveId" clId="{8887B1F4-266B-4EC4-BC6E-E93598B3026C}" dt="2025-04-11T07:30:56.160" v="10006" actId="478"/>
          <ac:spMkLst>
            <pc:docMk/>
            <pc:sldMk cId="173708043" sldId="678"/>
            <ac:spMk id="11" creationId="{74D7698A-BA07-4B2C-9F11-DA62BA46FDC5}"/>
          </ac:spMkLst>
        </pc:spChg>
        <pc:spChg chg="del">
          <ac:chgData name="John Hu" userId="213e45b8a479442b" providerId="LiveId" clId="{8887B1F4-266B-4EC4-BC6E-E93598B3026C}" dt="2025-04-11T07:26:58.448" v="9914" actId="478"/>
          <ac:spMkLst>
            <pc:docMk/>
            <pc:sldMk cId="173708043" sldId="678"/>
            <ac:spMk id="13" creationId="{311ABDBD-5BB7-4821-B7F5-D76486728C49}"/>
          </ac:spMkLst>
        </pc:spChg>
      </pc:sldChg>
      <pc:sldChg chg="del">
        <pc:chgData name="John Hu" userId="213e45b8a479442b" providerId="LiveId" clId="{8887B1F4-266B-4EC4-BC6E-E93598B3026C}" dt="2025-03-30T06:01:34.283" v="0" actId="47"/>
        <pc:sldMkLst>
          <pc:docMk/>
          <pc:sldMk cId="2291909740" sldId="678"/>
        </pc:sldMkLst>
      </pc:sldChg>
      <pc:sldChg chg="addSp delSp modSp add mod">
        <pc:chgData name="John Hu" userId="213e45b8a479442b" providerId="LiveId" clId="{8887B1F4-266B-4EC4-BC6E-E93598B3026C}" dt="2025-04-11T08:01:04.567" v="11272" actId="6549"/>
        <pc:sldMkLst>
          <pc:docMk/>
          <pc:sldMk cId="3797521137" sldId="678"/>
        </pc:sldMkLst>
        <pc:spChg chg="mod">
          <ac:chgData name="John Hu" userId="213e45b8a479442b" providerId="LiveId" clId="{8887B1F4-266B-4EC4-BC6E-E93598B3026C}" dt="2025-04-11T08:01:04.567" v="11272" actId="6549"/>
          <ac:spMkLst>
            <pc:docMk/>
            <pc:sldMk cId="3797521137" sldId="678"/>
            <ac:spMk id="6" creationId="{CB1B6AA4-38C0-40F9-8C61-0B993F4FD5CC}"/>
          </ac:spMkLst>
        </pc:spChg>
        <pc:spChg chg="del">
          <ac:chgData name="John Hu" userId="213e45b8a479442b" providerId="LiveId" clId="{8887B1F4-266B-4EC4-BC6E-E93598B3026C}" dt="2025-04-11T07:57:36.074" v="11161" actId="478"/>
          <ac:spMkLst>
            <pc:docMk/>
            <pc:sldMk cId="3797521137" sldId="678"/>
            <ac:spMk id="7" creationId="{48EF2B12-1B04-421E-9F2B-7739AA9E09B2}"/>
          </ac:spMkLst>
        </pc:spChg>
        <pc:spChg chg="del">
          <ac:chgData name="John Hu" userId="213e45b8a479442b" providerId="LiveId" clId="{8887B1F4-266B-4EC4-BC6E-E93598B3026C}" dt="2025-04-11T07:57:36.074" v="11161" actId="478"/>
          <ac:spMkLst>
            <pc:docMk/>
            <pc:sldMk cId="3797521137" sldId="678"/>
            <ac:spMk id="9" creationId="{1EC2AC42-7EFD-446C-A383-CF46F250A016}"/>
          </ac:spMkLst>
        </pc:spChg>
        <pc:spChg chg="add mod">
          <ac:chgData name="John Hu" userId="213e45b8a479442b" providerId="LiveId" clId="{8887B1F4-266B-4EC4-BC6E-E93598B3026C}" dt="2025-04-11T08:00:49.416" v="11271" actId="207"/>
          <ac:spMkLst>
            <pc:docMk/>
            <pc:sldMk cId="3797521137" sldId="678"/>
            <ac:spMk id="10" creationId="{727E30AA-A11E-4292-BFFE-0209949FC03A}"/>
          </ac:spMkLst>
        </pc:spChg>
      </pc:sldChg>
      <pc:sldChg chg="modSp add mod">
        <pc:chgData name="John Hu" userId="213e45b8a479442b" providerId="LiveId" clId="{8887B1F4-266B-4EC4-BC6E-E93598B3026C}" dt="2025-04-11T08:25:59.029" v="12239" actId="20577"/>
        <pc:sldMkLst>
          <pc:docMk/>
          <pc:sldMk cId="2300990712" sldId="679"/>
        </pc:sldMkLst>
        <pc:spChg chg="mod">
          <ac:chgData name="John Hu" userId="213e45b8a479442b" providerId="LiveId" clId="{8887B1F4-266B-4EC4-BC6E-E93598B3026C}" dt="2025-04-11T08:25:59.029" v="12239" actId="20577"/>
          <ac:spMkLst>
            <pc:docMk/>
            <pc:sldMk cId="2300990712" sldId="679"/>
            <ac:spMk id="6" creationId="{CB1B6AA4-38C0-40F9-8C61-0B993F4FD5CC}"/>
          </ac:spMkLst>
        </pc:spChg>
        <pc:spChg chg="mod">
          <ac:chgData name="John Hu" userId="213e45b8a479442b" providerId="LiveId" clId="{8887B1F4-266B-4EC4-BC6E-E93598B3026C}" dt="2025-04-11T08:02:32.831" v="11339" actId="20577"/>
          <ac:spMkLst>
            <pc:docMk/>
            <pc:sldMk cId="2300990712" sldId="679"/>
            <ac:spMk id="10" creationId="{727E30AA-A11E-4292-BFFE-0209949FC03A}"/>
          </ac:spMkLst>
        </pc:spChg>
      </pc:sldChg>
      <pc:sldChg chg="del">
        <pc:chgData name="John Hu" userId="213e45b8a479442b" providerId="LiveId" clId="{8887B1F4-266B-4EC4-BC6E-E93598B3026C}" dt="2025-03-30T06:01:34.283" v="0" actId="47"/>
        <pc:sldMkLst>
          <pc:docMk/>
          <pc:sldMk cId="3640079802" sldId="679"/>
        </pc:sldMkLst>
      </pc:sldChg>
      <pc:sldChg chg="addSp delSp modSp add mod">
        <pc:chgData name="John Hu" userId="213e45b8a479442b" providerId="LiveId" clId="{8887B1F4-266B-4EC4-BC6E-E93598B3026C}" dt="2025-04-11T08:24:59.757" v="12202" actId="1076"/>
        <pc:sldMkLst>
          <pc:docMk/>
          <pc:sldMk cId="208481422" sldId="680"/>
        </pc:sldMkLst>
        <pc:spChg chg="mod">
          <ac:chgData name="John Hu" userId="213e45b8a479442b" providerId="LiveId" clId="{8887B1F4-266B-4EC4-BC6E-E93598B3026C}" dt="2025-04-11T08:24:56.822" v="12201" actId="6549"/>
          <ac:spMkLst>
            <pc:docMk/>
            <pc:sldMk cId="208481422" sldId="680"/>
            <ac:spMk id="6" creationId="{CB1B6AA4-38C0-40F9-8C61-0B993F4FD5CC}"/>
          </ac:spMkLst>
        </pc:spChg>
        <pc:spChg chg="add del mod">
          <ac:chgData name="John Hu" userId="213e45b8a479442b" providerId="LiveId" clId="{8887B1F4-266B-4EC4-BC6E-E93598B3026C}" dt="2025-04-11T08:05:14.307" v="11412" actId="478"/>
          <ac:spMkLst>
            <pc:docMk/>
            <pc:sldMk cId="208481422" sldId="680"/>
            <ac:spMk id="7" creationId="{DEBD206D-5EFA-432C-A302-AD6DA8F6C5CB}"/>
          </ac:spMkLst>
        </pc:spChg>
        <pc:spChg chg="add del">
          <ac:chgData name="John Hu" userId="213e45b8a479442b" providerId="LiveId" clId="{8887B1F4-266B-4EC4-BC6E-E93598B3026C}" dt="2025-04-11T08:04:10.331" v="11366" actId="22"/>
          <ac:spMkLst>
            <pc:docMk/>
            <pc:sldMk cId="208481422" sldId="680"/>
            <ac:spMk id="9" creationId="{69C022A6-A850-4F0D-A378-75FC1F2574FA}"/>
          </ac:spMkLst>
        </pc:spChg>
        <pc:spChg chg="mod">
          <ac:chgData name="John Hu" userId="213e45b8a479442b" providerId="LiveId" clId="{8887B1F4-266B-4EC4-BC6E-E93598B3026C}" dt="2025-04-11T08:24:59.757" v="12202" actId="1076"/>
          <ac:spMkLst>
            <pc:docMk/>
            <pc:sldMk cId="208481422" sldId="680"/>
            <ac:spMk id="10" creationId="{727E30AA-A11E-4292-BFFE-0209949FC03A}"/>
          </ac:spMkLst>
        </pc:spChg>
        <pc:spChg chg="add del mod">
          <ac:chgData name="John Hu" userId="213e45b8a479442b" providerId="LiveId" clId="{8887B1F4-266B-4EC4-BC6E-E93598B3026C}" dt="2025-04-11T08:05:16.179" v="11413" actId="478"/>
          <ac:spMkLst>
            <pc:docMk/>
            <pc:sldMk cId="208481422" sldId="680"/>
            <ac:spMk id="11" creationId="{25F2B0E4-FC7A-4609-9E30-2B194BB6C603}"/>
          </ac:spMkLst>
        </pc:spChg>
      </pc:sldChg>
      <pc:sldChg chg="del">
        <pc:chgData name="John Hu" userId="213e45b8a479442b" providerId="LiveId" clId="{8887B1F4-266B-4EC4-BC6E-E93598B3026C}" dt="2025-03-30T06:01:34.283" v="0" actId="47"/>
        <pc:sldMkLst>
          <pc:docMk/>
          <pc:sldMk cId="2446991010" sldId="680"/>
        </pc:sldMkLst>
      </pc:sldChg>
      <pc:sldChg chg="add del">
        <pc:chgData name="John Hu" userId="213e45b8a479442b" providerId="LiveId" clId="{8887B1F4-266B-4EC4-BC6E-E93598B3026C}" dt="2025-04-11T08:05:11.197" v="11411" actId="47"/>
        <pc:sldMkLst>
          <pc:docMk/>
          <pc:sldMk cId="1120378140" sldId="681"/>
        </pc:sldMkLst>
      </pc:sldChg>
      <pc:sldChg chg="del">
        <pc:chgData name="John Hu" userId="213e45b8a479442b" providerId="LiveId" clId="{8887B1F4-266B-4EC4-BC6E-E93598B3026C}" dt="2025-03-30T06:01:34.283" v="0" actId="47"/>
        <pc:sldMkLst>
          <pc:docMk/>
          <pc:sldMk cId="3713776978" sldId="681"/>
        </pc:sldMkLst>
      </pc:sldChg>
      <pc:sldChg chg="del">
        <pc:chgData name="John Hu" userId="213e45b8a479442b" providerId="LiveId" clId="{8887B1F4-266B-4EC4-BC6E-E93598B3026C}" dt="2025-03-30T06:01:34.283" v="0" actId="47"/>
        <pc:sldMkLst>
          <pc:docMk/>
          <pc:sldMk cId="2955019095" sldId="682"/>
        </pc:sldMkLst>
      </pc:sldChg>
      <pc:sldChg chg="delSp modSp add mod">
        <pc:chgData name="John Hu" userId="213e45b8a479442b" providerId="LiveId" clId="{8887B1F4-266B-4EC4-BC6E-E93598B3026C}" dt="2025-04-11T08:25:06.521" v="12211" actId="20577"/>
        <pc:sldMkLst>
          <pc:docMk/>
          <pc:sldMk cId="4157800026" sldId="682"/>
        </pc:sldMkLst>
        <pc:spChg chg="mod">
          <ac:chgData name="John Hu" userId="213e45b8a479442b" providerId="LiveId" clId="{8887B1F4-266B-4EC4-BC6E-E93598B3026C}" dt="2025-04-11T08:25:06.521" v="12211" actId="20577"/>
          <ac:spMkLst>
            <pc:docMk/>
            <pc:sldMk cId="4157800026" sldId="682"/>
            <ac:spMk id="6" creationId="{CB1B6AA4-38C0-40F9-8C61-0B993F4FD5CC}"/>
          </ac:spMkLst>
        </pc:spChg>
        <pc:spChg chg="mod">
          <ac:chgData name="John Hu" userId="213e45b8a479442b" providerId="LiveId" clId="{8887B1F4-266B-4EC4-BC6E-E93598B3026C}" dt="2025-04-11T08:08:55.201" v="11652" actId="1076"/>
          <ac:spMkLst>
            <pc:docMk/>
            <pc:sldMk cId="4157800026" sldId="682"/>
            <ac:spMk id="7" creationId="{DEBD206D-5EFA-432C-A302-AD6DA8F6C5CB}"/>
          </ac:spMkLst>
        </pc:spChg>
        <pc:spChg chg="del">
          <ac:chgData name="John Hu" userId="213e45b8a479442b" providerId="LiveId" clId="{8887B1F4-266B-4EC4-BC6E-E93598B3026C}" dt="2025-04-11T08:05:20.727" v="11414" actId="478"/>
          <ac:spMkLst>
            <pc:docMk/>
            <pc:sldMk cId="4157800026" sldId="682"/>
            <ac:spMk id="10" creationId="{727E30AA-A11E-4292-BFFE-0209949FC03A}"/>
          </ac:spMkLst>
        </pc:spChg>
        <pc:spChg chg="mod">
          <ac:chgData name="John Hu" userId="213e45b8a479442b" providerId="LiveId" clId="{8887B1F4-266B-4EC4-BC6E-E93598B3026C}" dt="2025-04-11T08:08:58.822" v="11653" actId="1076"/>
          <ac:spMkLst>
            <pc:docMk/>
            <pc:sldMk cId="4157800026" sldId="682"/>
            <ac:spMk id="11" creationId="{25F2B0E4-FC7A-4609-9E30-2B194BB6C603}"/>
          </ac:spMkLst>
        </pc:spChg>
      </pc:sldChg>
      <pc:sldChg chg="del">
        <pc:chgData name="John Hu" userId="213e45b8a479442b" providerId="LiveId" clId="{8887B1F4-266B-4EC4-BC6E-E93598B3026C}" dt="2025-03-30T06:01:34.283" v="0" actId="47"/>
        <pc:sldMkLst>
          <pc:docMk/>
          <pc:sldMk cId="2206702487" sldId="683"/>
        </pc:sldMkLst>
      </pc:sldChg>
      <pc:sldChg chg="modSp add mod">
        <pc:chgData name="John Hu" userId="213e45b8a479442b" providerId="LiveId" clId="{8887B1F4-266B-4EC4-BC6E-E93598B3026C}" dt="2025-04-11T08:25:15.720" v="12214" actId="1076"/>
        <pc:sldMkLst>
          <pc:docMk/>
          <pc:sldMk cId="2515556319" sldId="683"/>
        </pc:sldMkLst>
        <pc:spChg chg="mod">
          <ac:chgData name="John Hu" userId="213e45b8a479442b" providerId="LiveId" clId="{8887B1F4-266B-4EC4-BC6E-E93598B3026C}" dt="2025-04-11T08:25:12.357" v="12213" actId="20577"/>
          <ac:spMkLst>
            <pc:docMk/>
            <pc:sldMk cId="2515556319" sldId="683"/>
            <ac:spMk id="6" creationId="{CB1B6AA4-38C0-40F9-8C61-0B993F4FD5CC}"/>
          </ac:spMkLst>
        </pc:spChg>
        <pc:spChg chg="mod">
          <ac:chgData name="John Hu" userId="213e45b8a479442b" providerId="LiveId" clId="{8887B1F4-266B-4EC4-BC6E-E93598B3026C}" dt="2025-04-11T08:25:15.720" v="12214" actId="1076"/>
          <ac:spMkLst>
            <pc:docMk/>
            <pc:sldMk cId="2515556319" sldId="683"/>
            <ac:spMk id="10" creationId="{727E30AA-A11E-4292-BFFE-0209949FC03A}"/>
          </ac:spMkLst>
        </pc:spChg>
      </pc:sldChg>
      <pc:sldChg chg="addSp delSp modSp add mod ord">
        <pc:chgData name="John Hu" userId="213e45b8a479442b" providerId="LiveId" clId="{8887B1F4-266B-4EC4-BC6E-E93598B3026C}" dt="2025-04-11T08:26:23.996" v="12248" actId="1076"/>
        <pc:sldMkLst>
          <pc:docMk/>
          <pc:sldMk cId="710683454" sldId="684"/>
        </pc:sldMkLst>
        <pc:spChg chg="mod">
          <ac:chgData name="John Hu" userId="213e45b8a479442b" providerId="LiveId" clId="{8887B1F4-266B-4EC4-BC6E-E93598B3026C}" dt="2025-04-11T08:26:19.966" v="12245" actId="6549"/>
          <ac:spMkLst>
            <pc:docMk/>
            <pc:sldMk cId="710683454" sldId="684"/>
            <ac:spMk id="6" creationId="{CB1B6AA4-38C0-40F9-8C61-0B993F4FD5CC}"/>
          </ac:spMkLst>
        </pc:spChg>
        <pc:spChg chg="mod">
          <ac:chgData name="John Hu" userId="213e45b8a479442b" providerId="LiveId" clId="{8887B1F4-266B-4EC4-BC6E-E93598B3026C}" dt="2025-04-11T08:26:23.996" v="12248" actId="1076"/>
          <ac:spMkLst>
            <pc:docMk/>
            <pc:sldMk cId="710683454" sldId="684"/>
            <ac:spMk id="7" creationId="{DEBD206D-5EFA-432C-A302-AD6DA8F6C5CB}"/>
          </ac:spMkLst>
        </pc:spChg>
        <pc:spChg chg="add del mod">
          <ac:chgData name="John Hu" userId="213e45b8a479442b" providerId="LiveId" clId="{8887B1F4-266B-4EC4-BC6E-E93598B3026C}" dt="2025-04-11T08:26:21.342" v="12247"/>
          <ac:spMkLst>
            <pc:docMk/>
            <pc:sldMk cId="710683454" sldId="684"/>
            <ac:spMk id="9" creationId="{547B5972-86F8-4AC6-8EA2-05F6AD4CA8C7}"/>
          </ac:spMkLst>
        </pc:spChg>
        <pc:spChg chg="del">
          <ac:chgData name="John Hu" userId="213e45b8a479442b" providerId="LiveId" clId="{8887B1F4-266B-4EC4-BC6E-E93598B3026C}" dt="2025-04-11T08:10:38.706" v="11690" actId="478"/>
          <ac:spMkLst>
            <pc:docMk/>
            <pc:sldMk cId="710683454" sldId="684"/>
            <ac:spMk id="11" creationId="{25F2B0E4-FC7A-4609-9E30-2B194BB6C603}"/>
          </ac:spMkLst>
        </pc:spChg>
      </pc:sldChg>
      <pc:sldChg chg="del">
        <pc:chgData name="John Hu" userId="213e45b8a479442b" providerId="LiveId" clId="{8887B1F4-266B-4EC4-BC6E-E93598B3026C}" dt="2025-03-30T06:01:34.283" v="0" actId="47"/>
        <pc:sldMkLst>
          <pc:docMk/>
          <pc:sldMk cId="3595609592" sldId="684"/>
        </pc:sldMkLst>
      </pc:sldChg>
      <pc:sldChg chg="del">
        <pc:chgData name="John Hu" userId="213e45b8a479442b" providerId="LiveId" clId="{8887B1F4-266B-4EC4-BC6E-E93598B3026C}" dt="2025-03-30T06:01:34.283" v="0" actId="47"/>
        <pc:sldMkLst>
          <pc:docMk/>
          <pc:sldMk cId="777960044" sldId="685"/>
        </pc:sldMkLst>
      </pc:sldChg>
      <pc:sldChg chg="addSp delSp modSp add mod ord">
        <pc:chgData name="John Hu" userId="213e45b8a479442b" providerId="LiveId" clId="{8887B1F4-266B-4EC4-BC6E-E93598B3026C}" dt="2025-04-11T08:29:54.735" v="12618" actId="14100"/>
        <pc:sldMkLst>
          <pc:docMk/>
          <pc:sldMk cId="1099794216" sldId="685"/>
        </pc:sldMkLst>
        <pc:spChg chg="add mod">
          <ac:chgData name="John Hu" userId="213e45b8a479442b" providerId="LiveId" clId="{8887B1F4-266B-4EC4-BC6E-E93598B3026C}" dt="2025-04-11T08:29:54.735" v="12618" actId="14100"/>
          <ac:spMkLst>
            <pc:docMk/>
            <pc:sldMk cId="1099794216" sldId="685"/>
            <ac:spMk id="3" creationId="{91C844C0-F5B0-4143-9265-DF47F1F30907}"/>
          </ac:spMkLst>
        </pc:spChg>
        <pc:spChg chg="mod">
          <ac:chgData name="John Hu" userId="213e45b8a479442b" providerId="LiveId" clId="{8887B1F4-266B-4EC4-BC6E-E93598B3026C}" dt="2025-04-11T08:25:42.701" v="12220" actId="20577"/>
          <ac:spMkLst>
            <pc:docMk/>
            <pc:sldMk cId="1099794216" sldId="685"/>
            <ac:spMk id="6" creationId="{CB1B6AA4-38C0-40F9-8C61-0B993F4FD5CC}"/>
          </ac:spMkLst>
        </pc:spChg>
        <pc:spChg chg="mod">
          <ac:chgData name="John Hu" userId="213e45b8a479442b" providerId="LiveId" clId="{8887B1F4-266B-4EC4-BC6E-E93598B3026C}" dt="2025-04-11T08:25:33.279" v="12217" actId="2711"/>
          <ac:spMkLst>
            <pc:docMk/>
            <pc:sldMk cId="1099794216" sldId="685"/>
            <ac:spMk id="7" creationId="{DEBD206D-5EFA-432C-A302-AD6DA8F6C5CB}"/>
          </ac:spMkLst>
        </pc:spChg>
        <pc:spChg chg="del">
          <ac:chgData name="John Hu" userId="213e45b8a479442b" providerId="LiveId" clId="{8887B1F4-266B-4EC4-BC6E-E93598B3026C}" dt="2025-04-11T08:21:48.999" v="11890" actId="478"/>
          <ac:spMkLst>
            <pc:docMk/>
            <pc:sldMk cId="1099794216" sldId="685"/>
            <ac:spMk id="11" creationId="{25F2B0E4-FC7A-4609-9E30-2B194BB6C603}"/>
          </ac:spMkLst>
        </pc:spChg>
      </pc:sldChg>
      <pc:sldChg chg="del">
        <pc:chgData name="John Hu" userId="213e45b8a479442b" providerId="LiveId" clId="{8887B1F4-266B-4EC4-BC6E-E93598B3026C}" dt="2025-03-30T06:01:34.283" v="0" actId="47"/>
        <pc:sldMkLst>
          <pc:docMk/>
          <pc:sldMk cId="1813746906" sldId="686"/>
        </pc:sldMkLst>
      </pc:sldChg>
      <pc:sldChg chg="delSp modSp add mod">
        <pc:chgData name="John Hu" userId="213e45b8a479442b" providerId="LiveId" clId="{8887B1F4-266B-4EC4-BC6E-E93598B3026C}" dt="2025-04-11T08:28:21.646" v="12480" actId="2711"/>
        <pc:sldMkLst>
          <pc:docMk/>
          <pc:sldMk cId="3002824332" sldId="686"/>
        </pc:sldMkLst>
        <pc:spChg chg="mod">
          <ac:chgData name="John Hu" userId="213e45b8a479442b" providerId="LiveId" clId="{8887B1F4-266B-4EC4-BC6E-E93598B3026C}" dt="2025-04-11T08:26:49.785" v="12297" actId="20577"/>
          <ac:spMkLst>
            <pc:docMk/>
            <pc:sldMk cId="3002824332" sldId="686"/>
            <ac:spMk id="6" creationId="{CB1B6AA4-38C0-40F9-8C61-0B993F4FD5CC}"/>
          </ac:spMkLst>
        </pc:spChg>
        <pc:spChg chg="mod">
          <ac:chgData name="John Hu" userId="213e45b8a479442b" providerId="LiveId" clId="{8887B1F4-266B-4EC4-BC6E-E93598B3026C}" dt="2025-04-11T08:28:21.646" v="12480" actId="2711"/>
          <ac:spMkLst>
            <pc:docMk/>
            <pc:sldMk cId="3002824332" sldId="686"/>
            <ac:spMk id="7" creationId="{DEBD206D-5EFA-432C-A302-AD6DA8F6C5CB}"/>
          </ac:spMkLst>
        </pc:spChg>
        <pc:spChg chg="del">
          <ac:chgData name="John Hu" userId="213e45b8a479442b" providerId="LiveId" clId="{8887B1F4-266B-4EC4-BC6E-E93598B3026C}" dt="2025-04-11T08:26:52.958" v="12298" actId="478"/>
          <ac:spMkLst>
            <pc:docMk/>
            <pc:sldMk cId="3002824332" sldId="686"/>
            <ac:spMk id="9" creationId="{547B5972-86F8-4AC6-8EA2-05F6AD4CA8C7}"/>
          </ac:spMkLst>
        </pc:spChg>
      </pc:sldChg>
      <pc:sldChg chg="modSp add del mod">
        <pc:chgData name="John Hu" userId="213e45b8a479442b" providerId="LiveId" clId="{8887B1F4-266B-4EC4-BC6E-E93598B3026C}" dt="2025-04-11T08:25:49.090" v="12221" actId="47"/>
        <pc:sldMkLst>
          <pc:docMk/>
          <pc:sldMk cId="2819397541" sldId="687"/>
        </pc:sldMkLst>
        <pc:spChg chg="mod">
          <ac:chgData name="John Hu" userId="213e45b8a479442b" providerId="LiveId" clId="{8887B1F4-266B-4EC4-BC6E-E93598B3026C}" dt="2025-04-11T08:25:24.849" v="12216" actId="20577"/>
          <ac:spMkLst>
            <pc:docMk/>
            <pc:sldMk cId="2819397541" sldId="687"/>
            <ac:spMk id="6" creationId="{CB1B6AA4-38C0-40F9-8C61-0B993F4FD5CC}"/>
          </ac:spMkLst>
        </pc:spChg>
        <pc:spChg chg="mod">
          <ac:chgData name="John Hu" userId="213e45b8a479442b" providerId="LiveId" clId="{8887B1F4-266B-4EC4-BC6E-E93598B3026C}" dt="2025-04-11T08:20:36.313" v="11865" actId="20577"/>
          <ac:spMkLst>
            <pc:docMk/>
            <pc:sldMk cId="2819397541" sldId="687"/>
            <ac:spMk id="10" creationId="{727E30AA-A11E-4292-BFFE-0209949FC03A}"/>
          </ac:spMkLst>
        </pc:spChg>
      </pc:sldChg>
      <pc:sldChg chg="addSp modSp add mod">
        <pc:chgData name="John Hu" userId="213e45b8a479442b" providerId="LiveId" clId="{8887B1F4-266B-4EC4-BC6E-E93598B3026C}" dt="2025-04-11T08:52:33.210" v="13089" actId="1036"/>
        <pc:sldMkLst>
          <pc:docMk/>
          <pc:sldMk cId="3888284257" sldId="687"/>
        </pc:sldMkLst>
        <pc:spChg chg="mod">
          <ac:chgData name="John Hu" userId="213e45b8a479442b" providerId="LiveId" clId="{8887B1F4-266B-4EC4-BC6E-E93598B3026C}" dt="2025-04-11T08:50:57.443" v="13016" actId="14100"/>
          <ac:spMkLst>
            <pc:docMk/>
            <pc:sldMk cId="3888284257" sldId="687"/>
            <ac:spMk id="7" creationId="{DEBD206D-5EFA-432C-A302-AD6DA8F6C5CB}"/>
          </ac:spMkLst>
        </pc:spChg>
        <pc:spChg chg="add mod">
          <ac:chgData name="John Hu" userId="213e45b8a479442b" providerId="LiveId" clId="{8887B1F4-266B-4EC4-BC6E-E93598B3026C}" dt="2025-04-11T08:50:59.350" v="13017" actId="14100"/>
          <ac:spMkLst>
            <pc:docMk/>
            <pc:sldMk cId="3888284257" sldId="687"/>
            <ac:spMk id="9" creationId="{C71F4DB2-1C1E-44B7-9855-A2A5E117EA90}"/>
          </ac:spMkLst>
        </pc:spChg>
        <pc:spChg chg="add mod">
          <ac:chgData name="John Hu" userId="213e45b8a479442b" providerId="LiveId" clId="{8887B1F4-266B-4EC4-BC6E-E93598B3026C}" dt="2025-04-11T08:51:53.968" v="13078" actId="1035"/>
          <ac:spMkLst>
            <pc:docMk/>
            <pc:sldMk cId="3888284257" sldId="687"/>
            <ac:spMk id="10" creationId="{006E47A2-6093-4888-8A6F-A6564A9789CE}"/>
          </ac:spMkLst>
        </pc:spChg>
        <pc:spChg chg="add mod">
          <ac:chgData name="John Hu" userId="213e45b8a479442b" providerId="LiveId" clId="{8887B1F4-266B-4EC4-BC6E-E93598B3026C}" dt="2025-04-11T08:52:33.210" v="13089" actId="1036"/>
          <ac:spMkLst>
            <pc:docMk/>
            <pc:sldMk cId="3888284257" sldId="687"/>
            <ac:spMk id="11" creationId="{29175D2B-4EDA-4176-AF43-FF8D5963565F}"/>
          </ac:spMkLst>
        </pc:spChg>
        <pc:spChg chg="add mod">
          <ac:chgData name="John Hu" userId="213e45b8a479442b" providerId="LiveId" clId="{8887B1F4-266B-4EC4-BC6E-E93598B3026C}" dt="2025-04-11T08:51:51.598" v="13077" actId="1035"/>
          <ac:spMkLst>
            <pc:docMk/>
            <pc:sldMk cId="3888284257" sldId="687"/>
            <ac:spMk id="12" creationId="{5349A850-788F-4988-BDA4-2780FEA76365}"/>
          </ac:spMkLst>
        </pc:spChg>
      </pc:sldChg>
      <pc:sldChg chg="del">
        <pc:chgData name="John Hu" userId="213e45b8a479442b" providerId="LiveId" clId="{8887B1F4-266B-4EC4-BC6E-E93598B3026C}" dt="2025-03-30T06:01:34.283" v="0" actId="47"/>
        <pc:sldMkLst>
          <pc:docMk/>
          <pc:sldMk cId="3911317964" sldId="687"/>
        </pc:sldMkLst>
      </pc:sldChg>
      <pc:sldChg chg="modSp add del mod">
        <pc:chgData name="John Hu" userId="213e45b8a479442b" providerId="LiveId" clId="{8887B1F4-266B-4EC4-BC6E-E93598B3026C}" dt="2025-04-11T08:21:25.389" v="11888" actId="47"/>
        <pc:sldMkLst>
          <pc:docMk/>
          <pc:sldMk cId="1377451853" sldId="688"/>
        </pc:sldMkLst>
        <pc:spChg chg="mod">
          <ac:chgData name="John Hu" userId="213e45b8a479442b" providerId="LiveId" clId="{8887B1F4-266B-4EC4-BC6E-E93598B3026C}" dt="2025-04-11T08:20:51.599" v="11883" actId="6549"/>
          <ac:spMkLst>
            <pc:docMk/>
            <pc:sldMk cId="1377451853" sldId="688"/>
            <ac:spMk id="6" creationId="{CB1B6AA4-38C0-40F9-8C61-0B993F4FD5CC}"/>
          </ac:spMkLst>
        </pc:spChg>
      </pc:sldChg>
      <pc:sldChg chg="del">
        <pc:chgData name="John Hu" userId="213e45b8a479442b" providerId="LiveId" clId="{8887B1F4-266B-4EC4-BC6E-E93598B3026C}" dt="2025-03-30T06:01:34.283" v="0" actId="47"/>
        <pc:sldMkLst>
          <pc:docMk/>
          <pc:sldMk cId="2826608020" sldId="688"/>
        </pc:sldMkLst>
      </pc:sldChg>
      <pc:sldChg chg="del">
        <pc:chgData name="John Hu" userId="213e45b8a479442b" providerId="LiveId" clId="{8887B1F4-266B-4EC4-BC6E-E93598B3026C}" dt="2025-03-30T06:01:34.283" v="0" actId="47"/>
        <pc:sldMkLst>
          <pc:docMk/>
          <pc:sldMk cId="2379571271" sldId="689"/>
        </pc:sldMkLst>
      </pc:sldChg>
      <pc:sldChg chg="del">
        <pc:chgData name="John Hu" userId="213e45b8a479442b" providerId="LiveId" clId="{8887B1F4-266B-4EC4-BC6E-E93598B3026C}" dt="2025-03-30T06:01:34.283" v="0" actId="47"/>
        <pc:sldMkLst>
          <pc:docMk/>
          <pc:sldMk cId="399089851" sldId="690"/>
        </pc:sldMkLst>
      </pc:sldChg>
    </pc:docChg>
  </pc:docChgLst>
  <pc:docChgLst>
    <pc:chgData name="John Hu" userId="213e45b8a479442b" providerId="LiveId" clId="{4ADE6C76-F213-457E-BD6F-588EA0D849A1}"/>
    <pc:docChg chg="undo custSel addSld modSld sldOrd">
      <pc:chgData name="John Hu" userId="213e45b8a479442b" providerId="LiveId" clId="{4ADE6C76-F213-457E-BD6F-588EA0D849A1}" dt="2024-03-15T07:17:01.571" v="1922" actId="14100"/>
      <pc:docMkLst>
        <pc:docMk/>
      </pc:docMkLst>
      <pc:sldChg chg="addSp delSp modSp mod">
        <pc:chgData name="John Hu" userId="213e45b8a479442b" providerId="LiveId" clId="{4ADE6C76-F213-457E-BD6F-588EA0D849A1}" dt="2024-03-13T04:21:58.030" v="567" actId="20577"/>
        <pc:sldMkLst>
          <pc:docMk/>
          <pc:sldMk cId="4222155825" sldId="587"/>
        </pc:sldMkLst>
        <pc:spChg chg="add mod">
          <ac:chgData name="John Hu" userId="213e45b8a479442b" providerId="LiveId" clId="{4ADE6C76-F213-457E-BD6F-588EA0D849A1}" dt="2024-03-13T04:21:34.610" v="548" actId="164"/>
          <ac:spMkLst>
            <pc:docMk/>
            <pc:sldMk cId="4222155825" sldId="587"/>
            <ac:spMk id="9" creationId="{F713F9E6-C703-4115-B8C3-FD3F4DCCB823}"/>
          </ac:spMkLst>
        </pc:spChg>
        <pc:spChg chg="add mod">
          <ac:chgData name="John Hu" userId="213e45b8a479442b" providerId="LiveId" clId="{4ADE6C76-F213-457E-BD6F-588EA0D849A1}" dt="2024-03-13T03:56:46.842" v="32" actId="164"/>
          <ac:spMkLst>
            <pc:docMk/>
            <pc:sldMk cId="4222155825" sldId="587"/>
            <ac:spMk id="12" creationId="{05B21126-E232-45C8-BD15-FCCDDB78D8A0}"/>
          </ac:spMkLst>
        </pc:spChg>
        <pc:spChg chg="mod topLvl">
          <ac:chgData name="John Hu" userId="213e45b8a479442b" providerId="LiveId" clId="{4ADE6C76-F213-457E-BD6F-588EA0D849A1}" dt="2024-03-13T04:21:11.832" v="542" actId="164"/>
          <ac:spMkLst>
            <pc:docMk/>
            <pc:sldMk cId="4222155825" sldId="587"/>
            <ac:spMk id="16" creationId="{B9B3D2D6-0D82-40DF-9472-0D9D3EB71B83}"/>
          </ac:spMkLst>
        </pc:spChg>
        <pc:spChg chg="add mod topLvl">
          <ac:chgData name="John Hu" userId="213e45b8a479442b" providerId="LiveId" clId="{4ADE6C76-F213-457E-BD6F-588EA0D849A1}" dt="2024-03-13T04:21:20.328" v="544" actId="164"/>
          <ac:spMkLst>
            <pc:docMk/>
            <pc:sldMk cId="4222155825" sldId="587"/>
            <ac:spMk id="20" creationId="{8A5ECC61-8887-4C61-B7FC-96591F3D940B}"/>
          </ac:spMkLst>
        </pc:spChg>
        <pc:spChg chg="mod">
          <ac:chgData name="John Hu" userId="213e45b8a479442b" providerId="LiveId" clId="{4ADE6C76-F213-457E-BD6F-588EA0D849A1}" dt="2024-03-13T04:21:58.030" v="567" actId="20577"/>
          <ac:spMkLst>
            <pc:docMk/>
            <pc:sldMk cId="4222155825" sldId="587"/>
            <ac:spMk id="26" creationId="{447D2935-0C2E-4316-9C8D-45BA5A39364D}"/>
          </ac:spMkLst>
        </pc:spChg>
        <pc:grpChg chg="add mod">
          <ac:chgData name="John Hu" userId="213e45b8a479442b" providerId="LiveId" clId="{4ADE6C76-F213-457E-BD6F-588EA0D849A1}" dt="2024-03-13T04:21:30.708" v="547" actId="1076"/>
          <ac:grpSpMkLst>
            <pc:docMk/>
            <pc:sldMk cId="4222155825" sldId="587"/>
            <ac:grpSpMk id="11" creationId="{578E6432-5A13-492F-B9C6-482E7C28ECF0}"/>
          </ac:grpSpMkLst>
        </pc:grpChg>
        <pc:grpChg chg="add del mod">
          <ac:chgData name="John Hu" userId="213e45b8a479442b" providerId="LiveId" clId="{4ADE6C76-F213-457E-BD6F-588EA0D849A1}" dt="2024-03-13T04:21:04.374" v="541" actId="165"/>
          <ac:grpSpMkLst>
            <pc:docMk/>
            <pc:sldMk cId="4222155825" sldId="587"/>
            <ac:grpSpMk id="15" creationId="{3C10A30A-E46D-4FA0-A6FC-BE3CBA5DD262}"/>
          </ac:grpSpMkLst>
        </pc:grpChg>
        <pc:grpChg chg="add mod">
          <ac:chgData name="John Hu" userId="213e45b8a479442b" providerId="LiveId" clId="{4ADE6C76-F213-457E-BD6F-588EA0D849A1}" dt="2024-03-13T04:21:16.418" v="543" actId="1076"/>
          <ac:grpSpMkLst>
            <pc:docMk/>
            <pc:sldMk cId="4222155825" sldId="587"/>
            <ac:grpSpMk id="19" creationId="{07A2C984-47BD-4714-B4AE-0F4D4F47E6F8}"/>
          </ac:grpSpMkLst>
        </pc:grpChg>
        <pc:grpChg chg="add mod">
          <ac:chgData name="John Hu" userId="213e45b8a479442b" providerId="LiveId" clId="{4ADE6C76-F213-457E-BD6F-588EA0D849A1}" dt="2024-03-13T04:21:26.728" v="546" actId="1076"/>
          <ac:grpSpMkLst>
            <pc:docMk/>
            <pc:sldMk cId="4222155825" sldId="587"/>
            <ac:grpSpMk id="22" creationId="{AE986F9C-B696-419A-A91F-202C5A81B146}"/>
          </ac:grpSpMkLst>
        </pc:grpChg>
        <pc:grpChg chg="add mod">
          <ac:chgData name="John Hu" userId="213e45b8a479442b" providerId="LiveId" clId="{4ADE6C76-F213-457E-BD6F-588EA0D849A1}" dt="2024-03-13T04:21:40.606" v="549" actId="1076"/>
          <ac:grpSpMkLst>
            <pc:docMk/>
            <pc:sldMk cId="4222155825" sldId="587"/>
            <ac:grpSpMk id="23" creationId="{F42FBF41-8802-4AFF-8588-3E44E4667DAC}"/>
          </ac:grpSpMkLst>
        </pc:grpChg>
        <pc:grpChg chg="add mod">
          <ac:chgData name="John Hu" userId="213e45b8a479442b" providerId="LiveId" clId="{4ADE6C76-F213-457E-BD6F-588EA0D849A1}" dt="2024-03-13T04:21:49.830" v="550" actId="571"/>
          <ac:grpSpMkLst>
            <pc:docMk/>
            <pc:sldMk cId="4222155825" sldId="587"/>
            <ac:grpSpMk id="25" creationId="{DFE147C0-BDC2-4C65-BDE1-2F07630C56D9}"/>
          </ac:grpSpMkLst>
        </pc:grpChg>
        <pc:picChg chg="add mod">
          <ac:chgData name="John Hu" userId="213e45b8a479442b" providerId="LiveId" clId="{4ADE6C76-F213-457E-BD6F-588EA0D849A1}" dt="2024-03-13T04:20:56.167" v="538" actId="14100"/>
          <ac:picMkLst>
            <pc:docMk/>
            <pc:sldMk cId="4222155825" sldId="587"/>
            <ac:picMk id="5" creationId="{F88016A9-3416-4179-8B76-3EE3FC8C7E52}"/>
          </ac:picMkLst>
        </pc:picChg>
        <pc:picChg chg="add mod">
          <ac:chgData name="John Hu" userId="213e45b8a479442b" providerId="LiveId" clId="{4ADE6C76-F213-457E-BD6F-588EA0D849A1}" dt="2024-03-13T04:00:33.169" v="76" actId="1076"/>
          <ac:picMkLst>
            <pc:docMk/>
            <pc:sldMk cId="4222155825" sldId="587"/>
            <ac:picMk id="18" creationId="{8D8C2C22-E0BC-4439-A9C9-E112946D38C7}"/>
          </ac:picMkLst>
        </pc:picChg>
        <pc:picChg chg="add del mod">
          <ac:chgData name="John Hu" userId="213e45b8a479442b" providerId="LiveId" clId="{4ADE6C76-F213-457E-BD6F-588EA0D849A1}" dt="2024-03-13T03:05:23.784" v="6" actId="478"/>
          <ac:picMkLst>
            <pc:docMk/>
            <pc:sldMk cId="4222155825" sldId="587"/>
            <ac:picMk id="1026" creationId="{54F49805-2D91-4CF0-BAF6-663EF1964DD8}"/>
          </ac:picMkLst>
        </pc:picChg>
        <pc:cxnChg chg="add mod">
          <ac:chgData name="John Hu" userId="213e45b8a479442b" providerId="LiveId" clId="{4ADE6C76-F213-457E-BD6F-588EA0D849A1}" dt="2024-03-13T04:21:34.610" v="548" actId="164"/>
          <ac:cxnSpMkLst>
            <pc:docMk/>
            <pc:sldMk cId="4222155825" sldId="587"/>
            <ac:cxnSpMk id="10" creationId="{FF845534-05F3-4ADB-8009-4BE2C355F7C4}"/>
          </ac:cxnSpMkLst>
        </pc:cxnChg>
        <pc:cxnChg chg="add mod">
          <ac:chgData name="John Hu" userId="213e45b8a479442b" providerId="LiveId" clId="{4ADE6C76-F213-457E-BD6F-588EA0D849A1}" dt="2024-03-13T03:56:46.842" v="32" actId="164"/>
          <ac:cxnSpMkLst>
            <pc:docMk/>
            <pc:sldMk cId="4222155825" sldId="587"/>
            <ac:cxnSpMk id="13" creationId="{67191A2C-8265-4150-B412-E578538147CF}"/>
          </ac:cxnSpMkLst>
        </pc:cxnChg>
        <pc:cxnChg chg="mod topLvl">
          <ac:chgData name="John Hu" userId="213e45b8a479442b" providerId="LiveId" clId="{4ADE6C76-F213-457E-BD6F-588EA0D849A1}" dt="2024-03-13T04:21:11.832" v="542" actId="164"/>
          <ac:cxnSpMkLst>
            <pc:docMk/>
            <pc:sldMk cId="4222155825" sldId="587"/>
            <ac:cxnSpMk id="17" creationId="{DB48C6EA-775C-4C1A-A331-B82FED400DE0}"/>
          </ac:cxnSpMkLst>
        </pc:cxnChg>
        <pc:cxnChg chg="add mod topLvl">
          <ac:chgData name="John Hu" userId="213e45b8a479442b" providerId="LiveId" clId="{4ADE6C76-F213-457E-BD6F-588EA0D849A1}" dt="2024-03-13T04:21:20.328" v="544" actId="164"/>
          <ac:cxnSpMkLst>
            <pc:docMk/>
            <pc:sldMk cId="4222155825" sldId="587"/>
            <ac:cxnSpMk id="21" creationId="{719203B0-7762-468F-B8A1-B6B9C421022F}"/>
          </ac:cxnSpMkLst>
        </pc:cxnChg>
        <pc:cxnChg chg="mod">
          <ac:chgData name="John Hu" userId="213e45b8a479442b" providerId="LiveId" clId="{4ADE6C76-F213-457E-BD6F-588EA0D849A1}" dt="2024-03-13T04:21:49.830" v="550" actId="571"/>
          <ac:cxnSpMkLst>
            <pc:docMk/>
            <pc:sldMk cId="4222155825" sldId="587"/>
            <ac:cxnSpMk id="27" creationId="{7FC73B8C-EB7C-448A-8F50-84BC4C55EAD7}"/>
          </ac:cxnSpMkLst>
        </pc:cxnChg>
      </pc:sldChg>
      <pc:sldChg chg="addSp delSp modSp add mod">
        <pc:chgData name="John Hu" userId="213e45b8a479442b" providerId="LiveId" clId="{4ADE6C76-F213-457E-BD6F-588EA0D849A1}" dt="2024-03-13T04:20:22.429" v="536" actId="20577"/>
        <pc:sldMkLst>
          <pc:docMk/>
          <pc:sldMk cId="3702347036" sldId="588"/>
        </pc:sldMkLst>
        <pc:spChg chg="mod">
          <ac:chgData name="John Hu" userId="213e45b8a479442b" providerId="LiveId" clId="{4ADE6C76-F213-457E-BD6F-588EA0D849A1}" dt="2024-03-13T04:11:14.758" v="88" actId="20577"/>
          <ac:spMkLst>
            <pc:docMk/>
            <pc:sldMk cId="3702347036" sldId="588"/>
            <ac:spMk id="3" creationId="{FC3DE994-F8E6-4715-916B-9859E1A19738}"/>
          </ac:spMkLst>
        </pc:spChg>
        <pc:spChg chg="add mod">
          <ac:chgData name="John Hu" userId="213e45b8a479442b" providerId="LiveId" clId="{4ADE6C76-F213-457E-BD6F-588EA0D849A1}" dt="2024-03-13T04:18:49.845" v="390" actId="1076"/>
          <ac:spMkLst>
            <pc:docMk/>
            <pc:sldMk cId="3702347036" sldId="588"/>
            <ac:spMk id="7" creationId="{4E2E2802-182F-4EC3-BD38-AC893DE3659A}"/>
          </ac:spMkLst>
        </pc:spChg>
        <pc:spChg chg="del">
          <ac:chgData name="John Hu" userId="213e45b8a479442b" providerId="LiveId" clId="{4ADE6C76-F213-457E-BD6F-588EA0D849A1}" dt="2024-03-13T04:11:31.085" v="91" actId="478"/>
          <ac:spMkLst>
            <pc:docMk/>
            <pc:sldMk cId="3702347036" sldId="588"/>
            <ac:spMk id="9" creationId="{F713F9E6-C703-4115-B8C3-FD3F4DCCB823}"/>
          </ac:spMkLst>
        </pc:spChg>
        <pc:spChg chg="add mod">
          <ac:chgData name="John Hu" userId="213e45b8a479442b" providerId="LiveId" clId="{4ADE6C76-F213-457E-BD6F-588EA0D849A1}" dt="2024-03-13T04:20:22.429" v="536" actId="20577"/>
          <ac:spMkLst>
            <pc:docMk/>
            <pc:sldMk cId="3702347036" sldId="588"/>
            <ac:spMk id="19" creationId="{B9BC1CEB-0C66-44F6-8026-8C5FF318866D}"/>
          </ac:spMkLst>
        </pc:spChg>
        <pc:spChg chg="add del mod">
          <ac:chgData name="John Hu" userId="213e45b8a479442b" providerId="LiveId" clId="{4ADE6C76-F213-457E-BD6F-588EA0D849A1}" dt="2024-03-13T04:17:36.945" v="318" actId="478"/>
          <ac:spMkLst>
            <pc:docMk/>
            <pc:sldMk cId="3702347036" sldId="588"/>
            <ac:spMk id="22" creationId="{45229D25-36DB-43FA-B459-03F5A2015966}"/>
          </ac:spMkLst>
        </pc:spChg>
        <pc:grpChg chg="del">
          <ac:chgData name="John Hu" userId="213e45b8a479442b" providerId="LiveId" clId="{4ADE6C76-F213-457E-BD6F-588EA0D849A1}" dt="2024-03-13T04:11:31.085" v="91" actId="478"/>
          <ac:grpSpMkLst>
            <pc:docMk/>
            <pc:sldMk cId="3702347036" sldId="588"/>
            <ac:grpSpMk id="11" creationId="{578E6432-5A13-492F-B9C6-482E7C28ECF0}"/>
          </ac:grpSpMkLst>
        </pc:grpChg>
        <pc:grpChg chg="del">
          <ac:chgData name="John Hu" userId="213e45b8a479442b" providerId="LiveId" clId="{4ADE6C76-F213-457E-BD6F-588EA0D849A1}" dt="2024-03-13T04:11:31.085" v="91" actId="478"/>
          <ac:grpSpMkLst>
            <pc:docMk/>
            <pc:sldMk cId="3702347036" sldId="588"/>
            <ac:grpSpMk id="15" creationId="{3C10A30A-E46D-4FA0-A6FC-BE3CBA5DD262}"/>
          </ac:grpSpMkLst>
        </pc:grpChg>
        <pc:picChg chg="del">
          <ac:chgData name="John Hu" userId="213e45b8a479442b" providerId="LiveId" clId="{4ADE6C76-F213-457E-BD6F-588EA0D849A1}" dt="2024-03-13T04:11:16.905" v="89" actId="478"/>
          <ac:picMkLst>
            <pc:docMk/>
            <pc:sldMk cId="3702347036" sldId="588"/>
            <ac:picMk id="5" creationId="{F88016A9-3416-4179-8B76-3EE3FC8C7E52}"/>
          </ac:picMkLst>
        </pc:picChg>
        <pc:picChg chg="del">
          <ac:chgData name="John Hu" userId="213e45b8a479442b" providerId="LiveId" clId="{4ADE6C76-F213-457E-BD6F-588EA0D849A1}" dt="2024-03-13T04:11:18.517" v="90" actId="478"/>
          <ac:picMkLst>
            <pc:docMk/>
            <pc:sldMk cId="3702347036" sldId="588"/>
            <ac:picMk id="18" creationId="{8D8C2C22-E0BC-4439-A9C9-E112946D38C7}"/>
          </ac:picMkLst>
        </pc:picChg>
        <pc:cxnChg chg="del">
          <ac:chgData name="John Hu" userId="213e45b8a479442b" providerId="LiveId" clId="{4ADE6C76-F213-457E-BD6F-588EA0D849A1}" dt="2024-03-13T04:11:31.085" v="91" actId="478"/>
          <ac:cxnSpMkLst>
            <pc:docMk/>
            <pc:sldMk cId="3702347036" sldId="588"/>
            <ac:cxnSpMk id="10" creationId="{FF845534-05F3-4ADB-8009-4BE2C355F7C4}"/>
          </ac:cxnSpMkLst>
        </pc:cxnChg>
      </pc:sldChg>
      <pc:sldChg chg="modSp add mod">
        <pc:chgData name="John Hu" userId="213e45b8a479442b" providerId="LiveId" clId="{4ADE6C76-F213-457E-BD6F-588EA0D849A1}" dt="2024-03-13T04:24:16.656" v="749" actId="20577"/>
        <pc:sldMkLst>
          <pc:docMk/>
          <pc:sldMk cId="3251409822" sldId="589"/>
        </pc:sldMkLst>
        <pc:spChg chg="mod">
          <ac:chgData name="John Hu" userId="213e45b8a479442b" providerId="LiveId" clId="{4ADE6C76-F213-457E-BD6F-588EA0D849A1}" dt="2024-03-13T04:22:34.143" v="585" actId="20577"/>
          <ac:spMkLst>
            <pc:docMk/>
            <pc:sldMk cId="3251409822" sldId="589"/>
            <ac:spMk id="3" creationId="{FC3DE994-F8E6-4715-916B-9859E1A19738}"/>
          </ac:spMkLst>
        </pc:spChg>
        <pc:spChg chg="mod">
          <ac:chgData name="John Hu" userId="213e45b8a479442b" providerId="LiveId" clId="{4ADE6C76-F213-457E-BD6F-588EA0D849A1}" dt="2024-03-13T04:24:16.656" v="749" actId="20577"/>
          <ac:spMkLst>
            <pc:docMk/>
            <pc:sldMk cId="3251409822" sldId="589"/>
            <ac:spMk id="7" creationId="{4E2E2802-182F-4EC3-BD38-AC893DE3659A}"/>
          </ac:spMkLst>
        </pc:spChg>
        <pc:spChg chg="mod">
          <ac:chgData name="John Hu" userId="213e45b8a479442b" providerId="LiveId" clId="{4ADE6C76-F213-457E-BD6F-588EA0D849A1}" dt="2024-03-13T04:23:15.047" v="592" actId="207"/>
          <ac:spMkLst>
            <pc:docMk/>
            <pc:sldMk cId="3251409822" sldId="589"/>
            <ac:spMk id="19" creationId="{B9BC1CEB-0C66-44F6-8026-8C5FF318866D}"/>
          </ac:spMkLst>
        </pc:spChg>
      </pc:sldChg>
      <pc:sldChg chg="modSp add mod">
        <pc:chgData name="John Hu" userId="213e45b8a479442b" providerId="LiveId" clId="{4ADE6C76-F213-457E-BD6F-588EA0D849A1}" dt="2024-03-13T04:35:53.641" v="811" actId="20577"/>
        <pc:sldMkLst>
          <pc:docMk/>
          <pc:sldMk cId="2263791270" sldId="590"/>
        </pc:sldMkLst>
        <pc:spChg chg="mod">
          <ac:chgData name="John Hu" userId="213e45b8a479442b" providerId="LiveId" clId="{4ADE6C76-F213-457E-BD6F-588EA0D849A1}" dt="2024-03-13T04:24:54.001" v="766" actId="20577"/>
          <ac:spMkLst>
            <pc:docMk/>
            <pc:sldMk cId="2263791270" sldId="590"/>
            <ac:spMk id="3" creationId="{FC3DE994-F8E6-4715-916B-9859E1A19738}"/>
          </ac:spMkLst>
        </pc:spChg>
        <pc:spChg chg="mod">
          <ac:chgData name="John Hu" userId="213e45b8a479442b" providerId="LiveId" clId="{4ADE6C76-F213-457E-BD6F-588EA0D849A1}" dt="2024-03-13T04:35:53.641" v="811" actId="20577"/>
          <ac:spMkLst>
            <pc:docMk/>
            <pc:sldMk cId="2263791270" sldId="590"/>
            <ac:spMk id="7" creationId="{4E2E2802-182F-4EC3-BD38-AC893DE3659A}"/>
          </ac:spMkLst>
        </pc:spChg>
        <pc:spChg chg="mod">
          <ac:chgData name="John Hu" userId="213e45b8a479442b" providerId="LiveId" clId="{4ADE6C76-F213-457E-BD6F-588EA0D849A1}" dt="2024-03-13T04:25:10.467" v="768" actId="207"/>
          <ac:spMkLst>
            <pc:docMk/>
            <pc:sldMk cId="2263791270" sldId="590"/>
            <ac:spMk id="19" creationId="{B9BC1CEB-0C66-44F6-8026-8C5FF318866D}"/>
          </ac:spMkLst>
        </pc:spChg>
      </pc:sldChg>
      <pc:sldChg chg="addSp modSp add mod">
        <pc:chgData name="John Hu" userId="213e45b8a479442b" providerId="LiveId" clId="{4ADE6C76-F213-457E-BD6F-588EA0D849A1}" dt="2024-03-13T04:38:00.126" v="932" actId="14100"/>
        <pc:sldMkLst>
          <pc:docMk/>
          <pc:sldMk cId="2560977653" sldId="591"/>
        </pc:sldMkLst>
        <pc:spChg chg="mod">
          <ac:chgData name="John Hu" userId="213e45b8a479442b" providerId="LiveId" clId="{4ADE6C76-F213-457E-BD6F-588EA0D849A1}" dt="2024-03-13T04:38:00.126" v="932" actId="14100"/>
          <ac:spMkLst>
            <pc:docMk/>
            <pc:sldMk cId="2560977653" sldId="591"/>
            <ac:spMk id="7" creationId="{4E2E2802-182F-4EC3-BD38-AC893DE3659A}"/>
          </ac:spMkLst>
        </pc:spChg>
        <pc:spChg chg="add mod">
          <ac:chgData name="John Hu" userId="213e45b8a479442b" providerId="LiveId" clId="{4ADE6C76-F213-457E-BD6F-588EA0D849A1}" dt="2024-03-13T04:37:42.006" v="927" actId="1076"/>
          <ac:spMkLst>
            <pc:docMk/>
            <pc:sldMk cId="2560977653" sldId="591"/>
            <ac:spMk id="9" creationId="{19529EA1-7F06-4506-B534-17830BFBDC01}"/>
          </ac:spMkLst>
        </pc:spChg>
        <pc:spChg chg="add mod">
          <ac:chgData name="John Hu" userId="213e45b8a479442b" providerId="LiveId" clId="{4ADE6C76-F213-457E-BD6F-588EA0D849A1}" dt="2024-03-13T04:37:49.970" v="931" actId="14100"/>
          <ac:spMkLst>
            <pc:docMk/>
            <pc:sldMk cId="2560977653" sldId="591"/>
            <ac:spMk id="10" creationId="{13AB565F-B0AE-409E-8264-A52B02097663}"/>
          </ac:spMkLst>
        </pc:spChg>
        <pc:spChg chg="mod">
          <ac:chgData name="John Hu" userId="213e45b8a479442b" providerId="LiveId" clId="{4ADE6C76-F213-457E-BD6F-588EA0D849A1}" dt="2024-03-13T04:37:08.810" v="890" actId="207"/>
          <ac:spMkLst>
            <pc:docMk/>
            <pc:sldMk cId="2560977653" sldId="591"/>
            <ac:spMk id="19" creationId="{B9BC1CEB-0C66-44F6-8026-8C5FF318866D}"/>
          </ac:spMkLst>
        </pc:spChg>
      </pc:sldChg>
      <pc:sldChg chg="addSp delSp modSp add mod">
        <pc:chgData name="John Hu" userId="213e45b8a479442b" providerId="LiveId" clId="{4ADE6C76-F213-457E-BD6F-588EA0D849A1}" dt="2024-03-13T04:38:55.607" v="978" actId="14100"/>
        <pc:sldMkLst>
          <pc:docMk/>
          <pc:sldMk cId="3118514906" sldId="592"/>
        </pc:sldMkLst>
        <pc:spChg chg="mod">
          <ac:chgData name="John Hu" userId="213e45b8a479442b" providerId="LiveId" clId="{4ADE6C76-F213-457E-BD6F-588EA0D849A1}" dt="2024-03-13T04:38:41.760" v="958" actId="14100"/>
          <ac:spMkLst>
            <pc:docMk/>
            <pc:sldMk cId="3118514906" sldId="592"/>
            <ac:spMk id="7" creationId="{4E2E2802-182F-4EC3-BD38-AC893DE3659A}"/>
          </ac:spMkLst>
        </pc:spChg>
        <pc:spChg chg="del">
          <ac:chgData name="John Hu" userId="213e45b8a479442b" providerId="LiveId" clId="{4ADE6C76-F213-457E-BD6F-588EA0D849A1}" dt="2024-03-13T04:38:18.921" v="938" actId="478"/>
          <ac:spMkLst>
            <pc:docMk/>
            <pc:sldMk cId="3118514906" sldId="592"/>
            <ac:spMk id="9" creationId="{19529EA1-7F06-4506-B534-17830BFBDC01}"/>
          </ac:spMkLst>
        </pc:spChg>
        <pc:spChg chg="del mod">
          <ac:chgData name="John Hu" userId="213e45b8a479442b" providerId="LiveId" clId="{4ADE6C76-F213-457E-BD6F-588EA0D849A1}" dt="2024-03-13T04:38:17.542" v="937" actId="478"/>
          <ac:spMkLst>
            <pc:docMk/>
            <pc:sldMk cId="3118514906" sldId="592"/>
            <ac:spMk id="10" creationId="{13AB565F-B0AE-409E-8264-A52B02097663}"/>
          </ac:spMkLst>
        </pc:spChg>
        <pc:spChg chg="add mod">
          <ac:chgData name="John Hu" userId="213e45b8a479442b" providerId="LiveId" clId="{4ADE6C76-F213-457E-BD6F-588EA0D849A1}" dt="2024-03-13T04:38:23.399" v="940" actId="1076"/>
          <ac:spMkLst>
            <pc:docMk/>
            <pc:sldMk cId="3118514906" sldId="592"/>
            <ac:spMk id="11" creationId="{07CB944A-0B6B-4047-8187-6605ED279B62}"/>
          </ac:spMkLst>
        </pc:spChg>
        <pc:spChg chg="add mod">
          <ac:chgData name="John Hu" userId="213e45b8a479442b" providerId="LiveId" clId="{4ADE6C76-F213-457E-BD6F-588EA0D849A1}" dt="2024-03-13T04:38:55.607" v="978" actId="14100"/>
          <ac:spMkLst>
            <pc:docMk/>
            <pc:sldMk cId="3118514906" sldId="592"/>
            <ac:spMk id="12" creationId="{B4455509-6222-448A-92CF-09446B07EB51}"/>
          </ac:spMkLst>
        </pc:spChg>
        <pc:spChg chg="mod">
          <ac:chgData name="John Hu" userId="213e45b8a479442b" providerId="LiveId" clId="{4ADE6C76-F213-457E-BD6F-588EA0D849A1}" dt="2024-03-13T04:38:14.120" v="935" actId="21"/>
          <ac:spMkLst>
            <pc:docMk/>
            <pc:sldMk cId="3118514906" sldId="592"/>
            <ac:spMk id="19" creationId="{B9BC1CEB-0C66-44F6-8026-8C5FF318866D}"/>
          </ac:spMkLst>
        </pc:spChg>
      </pc:sldChg>
      <pc:sldChg chg="modSp mod">
        <pc:chgData name="John Hu" userId="213e45b8a479442b" providerId="LiveId" clId="{4ADE6C76-F213-457E-BD6F-588EA0D849A1}" dt="2024-03-15T01:20:52.602" v="1058" actId="207"/>
        <pc:sldMkLst>
          <pc:docMk/>
          <pc:sldMk cId="3177763967" sldId="605"/>
        </pc:sldMkLst>
        <pc:spChg chg="mod">
          <ac:chgData name="John Hu" userId="213e45b8a479442b" providerId="LiveId" clId="{4ADE6C76-F213-457E-BD6F-588EA0D849A1}" dt="2024-03-15T01:20:52.602" v="1058" actId="207"/>
          <ac:spMkLst>
            <pc:docMk/>
            <pc:sldMk cId="3177763967" sldId="605"/>
            <ac:spMk id="3" creationId="{FC3DE994-F8E6-4715-916B-9859E1A19738}"/>
          </ac:spMkLst>
        </pc:spChg>
      </pc:sldChg>
      <pc:sldChg chg="modSp mod">
        <pc:chgData name="John Hu" userId="213e45b8a479442b" providerId="LiveId" clId="{4ADE6C76-F213-457E-BD6F-588EA0D849A1}" dt="2024-03-15T01:38:28.973" v="1520" actId="113"/>
        <pc:sldMkLst>
          <pc:docMk/>
          <pc:sldMk cId="682326670" sldId="611"/>
        </pc:sldMkLst>
        <pc:spChg chg="mod">
          <ac:chgData name="John Hu" userId="213e45b8a479442b" providerId="LiveId" clId="{4ADE6C76-F213-457E-BD6F-588EA0D849A1}" dt="2024-03-15T01:38:28.973" v="1520" actId="113"/>
          <ac:spMkLst>
            <pc:docMk/>
            <pc:sldMk cId="682326670" sldId="611"/>
            <ac:spMk id="15" creationId="{64A43E5F-5B30-4EF3-85B7-F6DE59014DCB}"/>
          </ac:spMkLst>
        </pc:spChg>
      </pc:sldChg>
      <pc:sldChg chg="modSp mod">
        <pc:chgData name="John Hu" userId="213e45b8a479442b" providerId="LiveId" clId="{4ADE6C76-F213-457E-BD6F-588EA0D849A1}" dt="2024-03-15T01:39:41.966" v="1550" actId="113"/>
        <pc:sldMkLst>
          <pc:docMk/>
          <pc:sldMk cId="4176025167" sldId="612"/>
        </pc:sldMkLst>
        <pc:spChg chg="mod">
          <ac:chgData name="John Hu" userId="213e45b8a479442b" providerId="LiveId" clId="{4ADE6C76-F213-457E-BD6F-588EA0D849A1}" dt="2024-03-15T01:39:41.966" v="1550" actId="113"/>
          <ac:spMkLst>
            <pc:docMk/>
            <pc:sldMk cId="4176025167" sldId="612"/>
            <ac:spMk id="15" creationId="{64A43E5F-5B30-4EF3-85B7-F6DE59014DCB}"/>
          </ac:spMkLst>
        </pc:spChg>
      </pc:sldChg>
      <pc:sldChg chg="addSp modSp mod">
        <pc:chgData name="John Hu" userId="213e45b8a479442b" providerId="LiveId" clId="{4ADE6C76-F213-457E-BD6F-588EA0D849A1}" dt="2024-03-15T01:25:36.297" v="1385" actId="6549"/>
        <pc:sldMkLst>
          <pc:docMk/>
          <pc:sldMk cId="417991510" sldId="613"/>
        </pc:sldMkLst>
        <pc:spChg chg="mod">
          <ac:chgData name="John Hu" userId="213e45b8a479442b" providerId="LiveId" clId="{4ADE6C76-F213-457E-BD6F-588EA0D849A1}" dt="2024-03-15T01:20:02.682" v="1043" actId="6549"/>
          <ac:spMkLst>
            <pc:docMk/>
            <pc:sldMk cId="417991510" sldId="613"/>
            <ac:spMk id="3" creationId="{FC3DE994-F8E6-4715-916B-9859E1A19738}"/>
          </ac:spMkLst>
        </pc:spChg>
        <pc:spChg chg="add mod">
          <ac:chgData name="John Hu" userId="213e45b8a479442b" providerId="LiveId" clId="{4ADE6C76-F213-457E-BD6F-588EA0D849A1}" dt="2024-03-15T01:25:36.297" v="1385" actId="6549"/>
          <ac:spMkLst>
            <pc:docMk/>
            <pc:sldMk cId="417991510" sldId="613"/>
            <ac:spMk id="5" creationId="{D8143229-E431-4C34-958E-CD4130F5B982}"/>
          </ac:spMkLst>
        </pc:spChg>
      </pc:sldChg>
      <pc:sldChg chg="delSp modSp add mod">
        <pc:chgData name="John Hu" userId="213e45b8a479442b" providerId="LiveId" clId="{4ADE6C76-F213-457E-BD6F-588EA0D849A1}" dt="2024-03-15T07:16:33.249" v="1914" actId="5793"/>
        <pc:sldMkLst>
          <pc:docMk/>
          <pc:sldMk cId="3370103457" sldId="614"/>
        </pc:sldMkLst>
        <pc:spChg chg="mod">
          <ac:chgData name="John Hu" userId="213e45b8a479442b" providerId="LiveId" clId="{4ADE6C76-F213-457E-BD6F-588EA0D849A1}" dt="2024-03-15T07:16:33.249" v="1914" actId="5793"/>
          <ac:spMkLst>
            <pc:docMk/>
            <pc:sldMk cId="3370103457" sldId="614"/>
            <ac:spMk id="3" creationId="{FC3DE994-F8E6-4715-916B-9859E1A19738}"/>
          </ac:spMkLst>
        </pc:spChg>
        <pc:spChg chg="del">
          <ac:chgData name="John Hu" userId="213e45b8a479442b" providerId="LiveId" clId="{4ADE6C76-F213-457E-BD6F-588EA0D849A1}" dt="2024-03-15T07:14:44.030" v="1900" actId="478"/>
          <ac:spMkLst>
            <pc:docMk/>
            <pc:sldMk cId="3370103457" sldId="614"/>
            <ac:spMk id="5" creationId="{D8143229-E431-4C34-958E-CD4130F5B982}"/>
          </ac:spMkLst>
        </pc:spChg>
        <pc:spChg chg="mod">
          <ac:chgData name="John Hu" userId="213e45b8a479442b" providerId="LiveId" clId="{4ADE6C76-F213-457E-BD6F-588EA0D849A1}" dt="2024-03-15T01:49:01.626" v="1566" actId="20577"/>
          <ac:spMkLst>
            <pc:docMk/>
            <pc:sldMk cId="3370103457" sldId="614"/>
            <ac:spMk id="8" creationId="{36177B38-43AB-4398-968B-448F8F0E5F49}"/>
          </ac:spMkLst>
        </pc:spChg>
      </pc:sldChg>
      <pc:sldChg chg="addSp delSp modSp add mod ord">
        <pc:chgData name="John Hu" userId="213e45b8a479442b" providerId="LiveId" clId="{4ADE6C76-F213-457E-BD6F-588EA0D849A1}" dt="2024-03-15T07:17:01.571" v="1922" actId="14100"/>
        <pc:sldMkLst>
          <pc:docMk/>
          <pc:sldMk cId="3404091532" sldId="615"/>
        </pc:sldMkLst>
        <pc:spChg chg="mod">
          <ac:chgData name="John Hu" userId="213e45b8a479442b" providerId="LiveId" clId="{4ADE6C76-F213-457E-BD6F-588EA0D849A1}" dt="2024-03-15T06:59:04.342" v="1607" actId="6549"/>
          <ac:spMkLst>
            <pc:docMk/>
            <pc:sldMk cId="3404091532" sldId="615"/>
            <ac:spMk id="3" creationId="{FC3DE994-F8E6-4715-916B-9859E1A19738}"/>
          </ac:spMkLst>
        </pc:spChg>
        <pc:spChg chg="mod">
          <ac:chgData name="John Hu" userId="213e45b8a479442b" providerId="LiveId" clId="{4ADE6C76-F213-457E-BD6F-588EA0D849A1}" dt="2024-03-15T07:00:36.607" v="1666" actId="1076"/>
          <ac:spMkLst>
            <pc:docMk/>
            <pc:sldMk cId="3404091532" sldId="615"/>
            <ac:spMk id="5" creationId="{D8143229-E431-4C34-958E-CD4130F5B982}"/>
          </ac:spMkLst>
        </pc:spChg>
        <pc:spChg chg="add mod">
          <ac:chgData name="John Hu" userId="213e45b8a479442b" providerId="LiveId" clId="{4ADE6C76-F213-457E-BD6F-588EA0D849A1}" dt="2024-03-15T07:14:13.508" v="1897" actId="20577"/>
          <ac:spMkLst>
            <pc:docMk/>
            <pc:sldMk cId="3404091532" sldId="615"/>
            <ac:spMk id="6" creationId="{F129E6B1-769D-4587-AFF6-EDD4A78458C0}"/>
          </ac:spMkLst>
        </pc:spChg>
        <pc:spChg chg="add del">
          <ac:chgData name="John Hu" userId="213e45b8a479442b" providerId="LiveId" clId="{4ADE6C76-F213-457E-BD6F-588EA0D849A1}" dt="2024-03-15T07:00:15.953" v="1658" actId="478"/>
          <ac:spMkLst>
            <pc:docMk/>
            <pc:sldMk cId="3404091532" sldId="615"/>
            <ac:spMk id="7" creationId="{8036725D-A347-4C07-B56C-B0410B493AEB}"/>
          </ac:spMkLst>
        </pc:spChg>
        <pc:spChg chg="add mod">
          <ac:chgData name="John Hu" userId="213e45b8a479442b" providerId="LiveId" clId="{4ADE6C76-F213-457E-BD6F-588EA0D849A1}" dt="2024-03-15T07:13:34.206" v="1807" actId="113"/>
          <ac:spMkLst>
            <pc:docMk/>
            <pc:sldMk cId="3404091532" sldId="615"/>
            <ac:spMk id="9" creationId="{2917175F-CAF6-46F0-9E16-ED22904F351D}"/>
          </ac:spMkLst>
        </pc:spChg>
        <pc:spChg chg="add mod">
          <ac:chgData name="John Hu" userId="213e45b8a479442b" providerId="LiveId" clId="{4ADE6C76-F213-457E-BD6F-588EA0D849A1}" dt="2024-03-15T07:17:01.571" v="1922" actId="14100"/>
          <ac:spMkLst>
            <pc:docMk/>
            <pc:sldMk cId="3404091532" sldId="615"/>
            <ac:spMk id="10" creationId="{9C6296E6-A794-4A80-BB4E-0B46E3CFF61D}"/>
          </ac:spMkLst>
        </pc:spChg>
      </pc:sldChg>
    </pc:docChg>
  </pc:docChgLst>
  <pc:docChgLst>
    <pc:chgData userId="213e45b8a479442b" providerId="LiveId" clId="{110FFC8E-E1FA-4133-8EC3-970AE0807A17}"/>
    <pc:docChg chg="modSld">
      <pc:chgData name="" userId="213e45b8a479442b" providerId="LiveId" clId="{110FFC8E-E1FA-4133-8EC3-970AE0807A17}" dt="2024-05-14T06:58:05.408" v="2"/>
      <pc:docMkLst>
        <pc:docMk/>
      </pc:docMkLst>
      <pc:sldChg chg="modSp">
        <pc:chgData name="" userId="213e45b8a479442b" providerId="LiveId" clId="{110FFC8E-E1FA-4133-8EC3-970AE0807A17}" dt="2024-05-14T06:58:05.408" v="2"/>
        <pc:sldMkLst>
          <pc:docMk/>
          <pc:sldMk cId="79734776" sldId="598"/>
        </pc:sldMkLst>
        <pc:spChg chg="mod">
          <ac:chgData name="" userId="213e45b8a479442b" providerId="LiveId" clId="{110FFC8E-E1FA-4133-8EC3-970AE0807A17}" dt="2024-05-14T06:58:05.408" v="2"/>
          <ac:spMkLst>
            <pc:docMk/>
            <pc:sldMk cId="79734776" sldId="598"/>
            <ac:spMk id="15" creationId="{64A43E5F-5B30-4EF3-85B7-F6DE59014DCB}"/>
          </ac:spMkLst>
        </pc:spChg>
      </pc:sldChg>
      <pc:sldChg chg="modSp">
        <pc:chgData name="" userId="213e45b8a479442b" providerId="LiveId" clId="{110FFC8E-E1FA-4133-8EC3-970AE0807A17}" dt="2024-05-14T06:56:53.417" v="0" actId="207"/>
        <pc:sldMkLst>
          <pc:docMk/>
          <pc:sldMk cId="2402831192" sldId="602"/>
        </pc:sldMkLst>
        <pc:spChg chg="mod">
          <ac:chgData name="" userId="213e45b8a479442b" providerId="LiveId" clId="{110FFC8E-E1FA-4133-8EC3-970AE0807A17}" dt="2024-05-14T06:56:53.417" v="0" actId="207"/>
          <ac:spMkLst>
            <pc:docMk/>
            <pc:sldMk cId="2402831192" sldId="602"/>
            <ac:spMk id="15" creationId="{64A43E5F-5B30-4EF3-85B7-F6DE59014DCB}"/>
          </ac:spMkLst>
        </pc:spChg>
      </pc:sldChg>
    </pc:docChg>
  </pc:docChgLst>
  <pc:docChgLst>
    <pc:chgData userId="213e45b8a479442b" providerId="LiveId" clId="{280C0565-1D83-401F-857C-49A7F7ED5C3C}"/>
    <pc:docChg chg="undo redo custSel addSld delSld modSld sldOrd">
      <pc:chgData name="" userId="213e45b8a479442b" providerId="LiveId" clId="{280C0565-1D83-401F-857C-49A7F7ED5C3C}" dt="2024-03-17T07:06:52.218" v="15686" actId="20577"/>
      <pc:docMkLst>
        <pc:docMk/>
      </pc:docMkLst>
      <pc:sldChg chg="modSp">
        <pc:chgData name="" userId="213e45b8a479442b" providerId="LiveId" clId="{280C0565-1D83-401F-857C-49A7F7ED5C3C}" dt="2024-03-17T07:05:50.578" v="15682" actId="207"/>
        <pc:sldMkLst>
          <pc:docMk/>
          <pc:sldMk cId="1475978079" sldId="423"/>
        </pc:sldMkLst>
        <pc:spChg chg="mod">
          <ac:chgData name="" userId="213e45b8a479442b" providerId="LiveId" clId="{280C0565-1D83-401F-857C-49A7F7ED5C3C}" dt="2024-03-17T07:05:50.578" v="15682" actId="207"/>
          <ac:spMkLst>
            <pc:docMk/>
            <pc:sldMk cId="1475978079" sldId="423"/>
            <ac:spMk id="2" creationId="{5888EE31-F44C-4034-8407-4C756F65702C}"/>
          </ac:spMkLst>
        </pc:spChg>
      </pc:sldChg>
      <pc:sldChg chg="addSp modSp">
        <pc:chgData name="" userId="213e45b8a479442b" providerId="LiveId" clId="{280C0565-1D83-401F-857C-49A7F7ED5C3C}" dt="2024-03-17T07:06:52.218" v="15686" actId="20577"/>
        <pc:sldMkLst>
          <pc:docMk/>
          <pc:sldMk cId="2256634334" sldId="427"/>
        </pc:sldMkLst>
        <pc:spChg chg="mod">
          <ac:chgData name="" userId="213e45b8a479442b" providerId="LiveId" clId="{280C0565-1D83-401F-857C-49A7F7ED5C3C}" dt="2024-03-12T13:05:19.618" v="7"/>
          <ac:spMkLst>
            <pc:docMk/>
            <pc:sldMk cId="2256634334" sldId="427"/>
            <ac:spMk id="2" creationId="{5888EE31-F44C-4034-8407-4C756F65702C}"/>
          </ac:spMkLst>
        </pc:spChg>
        <pc:spChg chg="mod">
          <ac:chgData name="" userId="213e45b8a479442b" providerId="LiveId" clId="{280C0565-1D83-401F-857C-49A7F7ED5C3C}" dt="2024-03-17T07:05:29.846" v="15672" actId="465"/>
          <ac:spMkLst>
            <pc:docMk/>
            <pc:sldMk cId="2256634334" sldId="427"/>
            <ac:spMk id="3" creationId="{30F0AC51-4500-404D-B030-4FE49D08C651}"/>
          </ac:spMkLst>
        </pc:spChg>
        <pc:spChg chg="add mod">
          <ac:chgData name="" userId="213e45b8a479442b" providerId="LiveId" clId="{280C0565-1D83-401F-857C-49A7F7ED5C3C}" dt="2024-03-17T07:06:52.218" v="15686" actId="20577"/>
          <ac:spMkLst>
            <pc:docMk/>
            <pc:sldMk cId="2256634334" sldId="427"/>
            <ac:spMk id="4" creationId="{D5373E77-AFF8-4BD6-8E08-6B50A2AE86B2}"/>
          </ac:spMkLst>
        </pc:spChg>
        <pc:spChg chg="add mod">
          <ac:chgData name="" userId="213e45b8a479442b" providerId="LiveId" clId="{280C0565-1D83-401F-857C-49A7F7ED5C3C}" dt="2024-03-17T07:05:29.846" v="15672" actId="465"/>
          <ac:spMkLst>
            <pc:docMk/>
            <pc:sldMk cId="2256634334" sldId="427"/>
            <ac:spMk id="5" creationId="{1D1DB04B-4013-4417-8672-E23B01AD4889}"/>
          </ac:spMkLst>
        </pc:spChg>
        <pc:spChg chg="add mod">
          <ac:chgData name="" userId="213e45b8a479442b" providerId="LiveId" clId="{280C0565-1D83-401F-857C-49A7F7ED5C3C}" dt="2024-03-17T07:06:50.024" v="15685" actId="20577"/>
          <ac:spMkLst>
            <pc:docMk/>
            <pc:sldMk cId="2256634334" sldId="427"/>
            <ac:spMk id="6" creationId="{981A77B7-054B-4C3E-AA9B-8611E9DFB4A3}"/>
          </ac:spMkLst>
        </pc:spChg>
        <pc:spChg chg="mod">
          <ac:chgData name="" userId="213e45b8a479442b" providerId="LiveId" clId="{280C0565-1D83-401F-857C-49A7F7ED5C3C}" dt="2024-03-17T07:05:29.846" v="15672" actId="465"/>
          <ac:spMkLst>
            <pc:docMk/>
            <pc:sldMk cId="2256634334" sldId="427"/>
            <ac:spMk id="8" creationId="{36177B38-43AB-4398-968B-448F8F0E5F49}"/>
          </ac:spMkLst>
        </pc:spChg>
      </pc:sldChg>
      <pc:sldChg chg="addSp delSp modSp">
        <pc:chgData name="" userId="213e45b8a479442b" providerId="LiveId" clId="{280C0565-1D83-401F-857C-49A7F7ED5C3C}" dt="2024-03-15T11:48:24.514" v="7522" actId="1076"/>
        <pc:sldMkLst>
          <pc:docMk/>
          <pc:sldMk cId="2378383801" sldId="429"/>
        </pc:sldMkLst>
        <pc:spChg chg="mod">
          <ac:chgData name="" userId="213e45b8a479442b" providerId="LiveId" clId="{280C0565-1D83-401F-857C-49A7F7ED5C3C}" dt="2024-03-15T11:46:19.856" v="7394"/>
          <ac:spMkLst>
            <pc:docMk/>
            <pc:sldMk cId="2378383801" sldId="429"/>
            <ac:spMk id="3" creationId="{FC3DE994-F8E6-4715-916B-9859E1A19738}"/>
          </ac:spMkLst>
        </pc:spChg>
        <pc:spChg chg="add del">
          <ac:chgData name="" userId="213e45b8a479442b" providerId="LiveId" clId="{280C0565-1D83-401F-857C-49A7F7ED5C3C}" dt="2024-03-15T11:41:54.677" v="7211"/>
          <ac:spMkLst>
            <pc:docMk/>
            <pc:sldMk cId="2378383801" sldId="429"/>
            <ac:spMk id="4" creationId="{5ABAD502-D00E-4130-9182-24AC1C080ECA}"/>
          </ac:spMkLst>
        </pc:spChg>
        <pc:spChg chg="add del mod">
          <ac:chgData name="" userId="213e45b8a479442b" providerId="LiveId" clId="{280C0565-1D83-401F-857C-49A7F7ED5C3C}" dt="2024-03-15T11:42:33.162" v="7221"/>
          <ac:spMkLst>
            <pc:docMk/>
            <pc:sldMk cId="2378383801" sldId="429"/>
            <ac:spMk id="5" creationId="{E4DE8159-685A-4E6E-A3EC-7CE79C2C1887}"/>
          </ac:spMkLst>
        </pc:spChg>
        <pc:spChg chg="add del mod">
          <ac:chgData name="" userId="213e45b8a479442b" providerId="LiveId" clId="{280C0565-1D83-401F-857C-49A7F7ED5C3C}" dt="2024-03-15T11:46:42.809" v="7400" actId="478"/>
          <ac:spMkLst>
            <pc:docMk/>
            <pc:sldMk cId="2378383801" sldId="429"/>
            <ac:spMk id="6" creationId="{2598AC0D-3120-42E7-89AE-1C83F0806FB2}"/>
          </ac:spMkLst>
        </pc:spChg>
        <pc:spChg chg="add mod">
          <ac:chgData name="" userId="213e45b8a479442b" providerId="LiveId" clId="{280C0565-1D83-401F-857C-49A7F7ED5C3C}" dt="2024-03-15T11:48:24.514" v="7522" actId="1076"/>
          <ac:spMkLst>
            <pc:docMk/>
            <pc:sldMk cId="2378383801" sldId="429"/>
            <ac:spMk id="7" creationId="{39E314E7-1C9E-498E-A297-D3E756D9C4D6}"/>
          </ac:spMkLst>
        </pc:spChg>
        <pc:spChg chg="mod">
          <ac:chgData name="" userId="213e45b8a479442b" providerId="LiveId" clId="{280C0565-1D83-401F-857C-49A7F7ED5C3C}" dt="2024-03-12T13:05:40.940" v="13" actId="20577"/>
          <ac:spMkLst>
            <pc:docMk/>
            <pc:sldMk cId="2378383801" sldId="429"/>
            <ac:spMk id="8" creationId="{36177B38-43AB-4398-968B-448F8F0E5F49}"/>
          </ac:spMkLst>
        </pc:spChg>
      </pc:sldChg>
      <pc:sldChg chg="modSp">
        <pc:chgData name="" userId="213e45b8a479442b" providerId="LiveId" clId="{280C0565-1D83-401F-857C-49A7F7ED5C3C}" dt="2024-03-16T01:34:10.469" v="9771"/>
        <pc:sldMkLst>
          <pc:docMk/>
          <pc:sldMk cId="3144623804" sldId="579"/>
        </pc:sldMkLst>
        <pc:spChg chg="mod">
          <ac:chgData name="" userId="213e45b8a479442b" providerId="LiveId" clId="{280C0565-1D83-401F-857C-49A7F7ED5C3C}" dt="2024-03-16T01:34:10.469" v="9771"/>
          <ac:spMkLst>
            <pc:docMk/>
            <pc:sldMk cId="3144623804" sldId="579"/>
            <ac:spMk id="2" creationId="{5888EE31-F44C-4034-8407-4C756F65702C}"/>
          </ac:spMkLst>
        </pc:spChg>
        <pc:spChg chg="mod">
          <ac:chgData name="" userId="213e45b8a479442b" providerId="LiveId" clId="{280C0565-1D83-401F-857C-49A7F7ED5C3C}" dt="2024-03-12T13:14:40.399" v="297" actId="20577"/>
          <ac:spMkLst>
            <pc:docMk/>
            <pc:sldMk cId="3144623804" sldId="579"/>
            <ac:spMk id="3" creationId="{FC3DE994-F8E6-4715-916B-9859E1A19738}"/>
          </ac:spMkLst>
        </pc:spChg>
        <pc:spChg chg="mod">
          <ac:chgData name="" userId="213e45b8a479442b" providerId="LiveId" clId="{280C0565-1D83-401F-857C-49A7F7ED5C3C}" dt="2024-03-12T13:14:52.276" v="314" actId="20577"/>
          <ac:spMkLst>
            <pc:docMk/>
            <pc:sldMk cId="3144623804" sldId="579"/>
            <ac:spMk id="8" creationId="{36177B38-43AB-4398-968B-448F8F0E5F49}"/>
          </ac:spMkLst>
        </pc:spChg>
      </pc:sldChg>
      <pc:sldChg chg="modSp add">
        <pc:chgData name="" userId="213e45b8a479442b" providerId="LiveId" clId="{280C0565-1D83-401F-857C-49A7F7ED5C3C}" dt="2024-03-16T01:34:10.469" v="9771"/>
        <pc:sldMkLst>
          <pc:docMk/>
          <pc:sldMk cId="1927079519" sldId="584"/>
        </pc:sldMkLst>
        <pc:spChg chg="mod">
          <ac:chgData name="" userId="213e45b8a479442b" providerId="LiveId" clId="{280C0565-1D83-401F-857C-49A7F7ED5C3C}" dt="2024-03-16T01:34:10.469" v="9771"/>
          <ac:spMkLst>
            <pc:docMk/>
            <pc:sldMk cId="1927079519" sldId="584"/>
            <ac:spMk id="2" creationId="{5888EE31-F44C-4034-8407-4C756F65702C}"/>
          </ac:spMkLst>
        </pc:spChg>
        <pc:spChg chg="mod">
          <ac:chgData name="" userId="213e45b8a479442b" providerId="LiveId" clId="{280C0565-1D83-401F-857C-49A7F7ED5C3C}" dt="2024-03-14T05:27:13.055" v="1064" actId="20577"/>
          <ac:spMkLst>
            <pc:docMk/>
            <pc:sldMk cId="1927079519" sldId="584"/>
            <ac:spMk id="3" creationId="{FC3DE994-F8E6-4715-916B-9859E1A19738}"/>
          </ac:spMkLst>
        </pc:spChg>
      </pc:sldChg>
      <pc:sldChg chg="addSp modSp add">
        <pc:chgData name="" userId="213e45b8a479442b" providerId="LiveId" clId="{280C0565-1D83-401F-857C-49A7F7ED5C3C}" dt="2024-03-16T01:34:10.469" v="9771"/>
        <pc:sldMkLst>
          <pc:docMk/>
          <pc:sldMk cId="4079032019" sldId="585"/>
        </pc:sldMkLst>
        <pc:spChg chg="mod">
          <ac:chgData name="" userId="213e45b8a479442b" providerId="LiveId" clId="{280C0565-1D83-401F-857C-49A7F7ED5C3C}" dt="2024-03-16T01:34:10.469" v="9771"/>
          <ac:spMkLst>
            <pc:docMk/>
            <pc:sldMk cId="4079032019" sldId="585"/>
            <ac:spMk id="2" creationId="{5888EE31-F44C-4034-8407-4C756F65702C}"/>
          </ac:spMkLst>
        </pc:spChg>
        <pc:spChg chg="mod">
          <ac:chgData name="" userId="213e45b8a479442b" providerId="LiveId" clId="{280C0565-1D83-401F-857C-49A7F7ED5C3C}" dt="2024-03-14T05:47:40.301" v="1088" actId="20577"/>
          <ac:spMkLst>
            <pc:docMk/>
            <pc:sldMk cId="4079032019" sldId="585"/>
            <ac:spMk id="3" creationId="{FC3DE994-F8E6-4715-916B-9859E1A19738}"/>
          </ac:spMkLst>
        </pc:spChg>
        <pc:spChg chg="add mod">
          <ac:chgData name="" userId="213e45b8a479442b" providerId="LiveId" clId="{280C0565-1D83-401F-857C-49A7F7ED5C3C}" dt="2024-03-14T05:28:11.245" v="1076" actId="403"/>
          <ac:spMkLst>
            <pc:docMk/>
            <pc:sldMk cId="4079032019" sldId="585"/>
            <ac:spMk id="4" creationId="{1190135C-93F7-45F8-9904-9390647D2E3E}"/>
          </ac:spMkLst>
        </pc:spChg>
        <pc:spChg chg="mod">
          <ac:chgData name="" userId="213e45b8a479442b" providerId="LiveId" clId="{280C0565-1D83-401F-857C-49A7F7ED5C3C}" dt="2024-03-12T13:23:24.845" v="452" actId="20577"/>
          <ac:spMkLst>
            <pc:docMk/>
            <pc:sldMk cId="4079032019" sldId="585"/>
            <ac:spMk id="8" creationId="{36177B38-43AB-4398-968B-448F8F0E5F49}"/>
          </ac:spMkLst>
        </pc:spChg>
        <pc:picChg chg="add mod">
          <ac:chgData name="" userId="213e45b8a479442b" providerId="LiveId" clId="{280C0565-1D83-401F-857C-49A7F7ED5C3C}" dt="2024-03-12T13:38:57.075" v="838" actId="1076"/>
          <ac:picMkLst>
            <pc:docMk/>
            <pc:sldMk cId="4079032019" sldId="585"/>
            <ac:picMk id="5" creationId="{1B77FC2A-49BC-4A2C-902E-E64DF68C8D7B}"/>
          </ac:picMkLst>
        </pc:picChg>
      </pc:sldChg>
      <pc:sldChg chg="addSp delSp modSp add">
        <pc:chgData name="" userId="213e45b8a479442b" providerId="LiveId" clId="{280C0565-1D83-401F-857C-49A7F7ED5C3C}" dt="2024-03-16T01:34:10.469" v="9771"/>
        <pc:sldMkLst>
          <pc:docMk/>
          <pc:sldMk cId="65379693" sldId="586"/>
        </pc:sldMkLst>
        <pc:spChg chg="mod">
          <ac:chgData name="" userId="213e45b8a479442b" providerId="LiveId" clId="{280C0565-1D83-401F-857C-49A7F7ED5C3C}" dt="2024-03-16T01:34:10.469" v="9771"/>
          <ac:spMkLst>
            <pc:docMk/>
            <pc:sldMk cId="65379693" sldId="586"/>
            <ac:spMk id="2" creationId="{5888EE31-F44C-4034-8407-4C756F65702C}"/>
          </ac:spMkLst>
        </pc:spChg>
        <pc:spChg chg="mod">
          <ac:chgData name="" userId="213e45b8a479442b" providerId="LiveId" clId="{280C0565-1D83-401F-857C-49A7F7ED5C3C}" dt="2024-03-12T13:33:46.035" v="825"/>
          <ac:spMkLst>
            <pc:docMk/>
            <pc:sldMk cId="65379693" sldId="586"/>
            <ac:spMk id="3" creationId="{FC3DE994-F8E6-4715-916B-9859E1A19738}"/>
          </ac:spMkLst>
        </pc:spChg>
        <pc:picChg chg="add del mod">
          <ac:chgData name="" userId="213e45b8a479442b" providerId="LiveId" clId="{280C0565-1D83-401F-857C-49A7F7ED5C3C}" dt="2024-03-12T13:38:46.295" v="832"/>
          <ac:picMkLst>
            <pc:docMk/>
            <pc:sldMk cId="65379693" sldId="586"/>
            <ac:picMk id="4" creationId="{F821A0DD-CEFC-4A3E-97DF-66863CF9BFC0}"/>
          </ac:picMkLst>
        </pc:picChg>
        <pc:picChg chg="add mod">
          <ac:chgData name="" userId="213e45b8a479442b" providerId="LiveId" clId="{280C0565-1D83-401F-857C-49A7F7ED5C3C}" dt="2024-03-12T13:38:52.413" v="836" actId="1076"/>
          <ac:picMkLst>
            <pc:docMk/>
            <pc:sldMk cId="65379693" sldId="586"/>
            <ac:picMk id="5" creationId="{D6C67F4E-BF99-4F3C-A85F-EAC449302DEE}"/>
          </ac:picMkLst>
        </pc:picChg>
      </pc:sldChg>
      <pc:sldChg chg="delSp modSp add">
        <pc:chgData name="" userId="213e45b8a479442b" providerId="LiveId" clId="{280C0565-1D83-401F-857C-49A7F7ED5C3C}" dt="2024-03-16T01:34:10.469" v="9771"/>
        <pc:sldMkLst>
          <pc:docMk/>
          <pc:sldMk cId="4222155825" sldId="587"/>
        </pc:sldMkLst>
        <pc:spChg chg="mod">
          <ac:chgData name="" userId="213e45b8a479442b" providerId="LiveId" clId="{280C0565-1D83-401F-857C-49A7F7ED5C3C}" dt="2024-03-16T01:34:10.469" v="9771"/>
          <ac:spMkLst>
            <pc:docMk/>
            <pc:sldMk cId="4222155825" sldId="587"/>
            <ac:spMk id="2" creationId="{5888EE31-F44C-4034-8407-4C756F65702C}"/>
          </ac:spMkLst>
        </pc:spChg>
        <pc:spChg chg="mod">
          <ac:chgData name="" userId="213e45b8a479442b" providerId="LiveId" clId="{280C0565-1D83-401F-857C-49A7F7ED5C3C}" dt="2024-03-12T13:39:51.540" v="954" actId="20577"/>
          <ac:spMkLst>
            <pc:docMk/>
            <pc:sldMk cId="4222155825" sldId="587"/>
            <ac:spMk id="3" creationId="{FC3DE994-F8E6-4715-916B-9859E1A19738}"/>
          </ac:spMkLst>
        </pc:spChg>
        <pc:spChg chg="mod">
          <ac:chgData name="" userId="213e45b8a479442b" providerId="LiveId" clId="{280C0565-1D83-401F-857C-49A7F7ED5C3C}" dt="2024-03-12T13:51:47.763" v="991" actId="20577"/>
          <ac:spMkLst>
            <pc:docMk/>
            <pc:sldMk cId="4222155825" sldId="587"/>
            <ac:spMk id="8" creationId="{36177B38-43AB-4398-968B-448F8F0E5F49}"/>
          </ac:spMkLst>
        </pc:spChg>
        <pc:picChg chg="del">
          <ac:chgData name="" userId="213e45b8a479442b" providerId="LiveId" clId="{280C0565-1D83-401F-857C-49A7F7ED5C3C}" dt="2024-03-12T13:39:41.338" v="925" actId="478"/>
          <ac:picMkLst>
            <pc:docMk/>
            <pc:sldMk cId="4222155825" sldId="587"/>
            <ac:picMk id="5" creationId="{D6C67F4E-BF99-4F3C-A85F-EAC449302DEE}"/>
          </ac:picMkLst>
        </pc:picChg>
      </pc:sldChg>
      <pc:sldChg chg="modSp">
        <pc:chgData name="" userId="213e45b8a479442b" providerId="LiveId" clId="{280C0565-1D83-401F-857C-49A7F7ED5C3C}" dt="2024-03-16T01:34:10.469" v="9771"/>
        <pc:sldMkLst>
          <pc:docMk/>
          <pc:sldMk cId="3702347036" sldId="588"/>
        </pc:sldMkLst>
        <pc:spChg chg="mod">
          <ac:chgData name="" userId="213e45b8a479442b" providerId="LiveId" clId="{280C0565-1D83-401F-857C-49A7F7ED5C3C}" dt="2024-03-16T01:34:10.469" v="9771"/>
          <ac:spMkLst>
            <pc:docMk/>
            <pc:sldMk cId="3702347036" sldId="588"/>
            <ac:spMk id="2" creationId="{5888EE31-F44C-4034-8407-4C756F65702C}"/>
          </ac:spMkLst>
        </pc:spChg>
        <pc:spChg chg="mod">
          <ac:chgData name="" userId="213e45b8a479442b" providerId="LiveId" clId="{280C0565-1D83-401F-857C-49A7F7ED5C3C}" dt="2024-03-14T06:20:29.753" v="1311" actId="13822"/>
          <ac:spMkLst>
            <pc:docMk/>
            <pc:sldMk cId="3702347036" sldId="588"/>
            <ac:spMk id="19" creationId="{B9BC1CEB-0C66-44F6-8026-8C5FF318866D}"/>
          </ac:spMkLst>
        </pc:spChg>
      </pc:sldChg>
      <pc:sldChg chg="modSp">
        <pc:chgData name="" userId="213e45b8a479442b" providerId="LiveId" clId="{280C0565-1D83-401F-857C-49A7F7ED5C3C}" dt="2024-03-16T01:34:10.469" v="9771"/>
        <pc:sldMkLst>
          <pc:docMk/>
          <pc:sldMk cId="3251409822" sldId="589"/>
        </pc:sldMkLst>
        <pc:spChg chg="mod">
          <ac:chgData name="" userId="213e45b8a479442b" providerId="LiveId" clId="{280C0565-1D83-401F-857C-49A7F7ED5C3C}" dt="2024-03-16T01:34:10.469" v="9771"/>
          <ac:spMkLst>
            <pc:docMk/>
            <pc:sldMk cId="3251409822" sldId="589"/>
            <ac:spMk id="2" creationId="{5888EE31-F44C-4034-8407-4C756F65702C}"/>
          </ac:spMkLst>
        </pc:spChg>
        <pc:spChg chg="mod">
          <ac:chgData name="" userId="213e45b8a479442b" providerId="LiveId" clId="{280C0565-1D83-401F-857C-49A7F7ED5C3C}" dt="2024-03-14T06:20:34.705" v="1312" actId="13822"/>
          <ac:spMkLst>
            <pc:docMk/>
            <pc:sldMk cId="3251409822" sldId="589"/>
            <ac:spMk id="19" creationId="{B9BC1CEB-0C66-44F6-8026-8C5FF318866D}"/>
          </ac:spMkLst>
        </pc:spChg>
      </pc:sldChg>
      <pc:sldChg chg="modSp">
        <pc:chgData name="" userId="213e45b8a479442b" providerId="LiveId" clId="{280C0565-1D83-401F-857C-49A7F7ED5C3C}" dt="2024-03-16T01:34:10.469" v="9771"/>
        <pc:sldMkLst>
          <pc:docMk/>
          <pc:sldMk cId="2263791270" sldId="590"/>
        </pc:sldMkLst>
        <pc:spChg chg="mod">
          <ac:chgData name="" userId="213e45b8a479442b" providerId="LiveId" clId="{280C0565-1D83-401F-857C-49A7F7ED5C3C}" dt="2024-03-16T01:34:10.469" v="9771"/>
          <ac:spMkLst>
            <pc:docMk/>
            <pc:sldMk cId="2263791270" sldId="590"/>
            <ac:spMk id="2" creationId="{5888EE31-F44C-4034-8407-4C756F65702C}"/>
          </ac:spMkLst>
        </pc:spChg>
        <pc:spChg chg="mod">
          <ac:chgData name="" userId="213e45b8a479442b" providerId="LiveId" clId="{280C0565-1D83-401F-857C-49A7F7ED5C3C}" dt="2024-03-14T06:20:41.247" v="1313" actId="13822"/>
          <ac:spMkLst>
            <pc:docMk/>
            <pc:sldMk cId="2263791270" sldId="590"/>
            <ac:spMk id="19" creationId="{B9BC1CEB-0C66-44F6-8026-8C5FF318866D}"/>
          </ac:spMkLst>
        </pc:spChg>
      </pc:sldChg>
      <pc:sldChg chg="modSp">
        <pc:chgData name="" userId="213e45b8a479442b" providerId="LiveId" clId="{280C0565-1D83-401F-857C-49A7F7ED5C3C}" dt="2024-03-16T01:34:10.469" v="9771"/>
        <pc:sldMkLst>
          <pc:docMk/>
          <pc:sldMk cId="2560977653" sldId="591"/>
        </pc:sldMkLst>
        <pc:spChg chg="mod">
          <ac:chgData name="" userId="213e45b8a479442b" providerId="LiveId" clId="{280C0565-1D83-401F-857C-49A7F7ED5C3C}" dt="2024-03-16T01:34:10.469" v="9771"/>
          <ac:spMkLst>
            <pc:docMk/>
            <pc:sldMk cId="2560977653" sldId="591"/>
            <ac:spMk id="2" creationId="{5888EE31-F44C-4034-8407-4C756F65702C}"/>
          </ac:spMkLst>
        </pc:spChg>
        <pc:spChg chg="mod">
          <ac:chgData name="" userId="213e45b8a479442b" providerId="LiveId" clId="{280C0565-1D83-401F-857C-49A7F7ED5C3C}" dt="2024-03-14T07:17:02.821" v="2587" actId="6549"/>
          <ac:spMkLst>
            <pc:docMk/>
            <pc:sldMk cId="2560977653" sldId="591"/>
            <ac:spMk id="7" creationId="{4E2E2802-182F-4EC3-BD38-AC893DE3659A}"/>
          </ac:spMkLst>
        </pc:spChg>
        <pc:spChg chg="mod">
          <ac:chgData name="" userId="213e45b8a479442b" providerId="LiveId" clId="{280C0565-1D83-401F-857C-49A7F7ED5C3C}" dt="2024-03-14T06:20:45.007" v="1314" actId="13822"/>
          <ac:spMkLst>
            <pc:docMk/>
            <pc:sldMk cId="2560977653" sldId="591"/>
            <ac:spMk id="19" creationId="{B9BC1CEB-0C66-44F6-8026-8C5FF318866D}"/>
          </ac:spMkLst>
        </pc:spChg>
      </pc:sldChg>
      <pc:sldChg chg="modSp">
        <pc:chgData name="" userId="213e45b8a479442b" providerId="LiveId" clId="{280C0565-1D83-401F-857C-49A7F7ED5C3C}" dt="2024-03-16T01:34:10.469" v="9771"/>
        <pc:sldMkLst>
          <pc:docMk/>
          <pc:sldMk cId="3118514906" sldId="592"/>
        </pc:sldMkLst>
        <pc:spChg chg="mod">
          <ac:chgData name="" userId="213e45b8a479442b" providerId="LiveId" clId="{280C0565-1D83-401F-857C-49A7F7ED5C3C}" dt="2024-03-16T01:34:10.469" v="9771"/>
          <ac:spMkLst>
            <pc:docMk/>
            <pc:sldMk cId="3118514906" sldId="592"/>
            <ac:spMk id="2" creationId="{5888EE31-F44C-4034-8407-4C756F65702C}"/>
          </ac:spMkLst>
        </pc:spChg>
      </pc:sldChg>
      <pc:sldChg chg="addSp delSp modSp add">
        <pc:chgData name="" userId="213e45b8a479442b" providerId="LiveId" clId="{280C0565-1D83-401F-857C-49A7F7ED5C3C}" dt="2024-03-16T01:34:44.676" v="9772"/>
        <pc:sldMkLst>
          <pc:docMk/>
          <pc:sldMk cId="3822434923" sldId="593"/>
        </pc:sldMkLst>
        <pc:spChg chg="mod">
          <ac:chgData name="" userId="213e45b8a479442b" providerId="LiveId" clId="{280C0565-1D83-401F-857C-49A7F7ED5C3C}" dt="2024-03-16T01:34:44.676" v="9772"/>
          <ac:spMkLst>
            <pc:docMk/>
            <pc:sldMk cId="3822434923" sldId="593"/>
            <ac:spMk id="2" creationId="{5888EE31-F44C-4034-8407-4C756F65702C}"/>
          </ac:spMkLst>
        </pc:spChg>
        <pc:spChg chg="mod">
          <ac:chgData name="" userId="213e45b8a479442b" providerId="LiveId" clId="{280C0565-1D83-401F-857C-49A7F7ED5C3C}" dt="2024-03-14T07:15:26.923" v="2546" actId="1035"/>
          <ac:spMkLst>
            <pc:docMk/>
            <pc:sldMk cId="3822434923" sldId="593"/>
            <ac:spMk id="3" creationId="{FC3DE994-F8E6-4715-916B-9859E1A19738}"/>
          </ac:spMkLst>
        </pc:spChg>
        <pc:spChg chg="add del">
          <ac:chgData name="" userId="213e45b8a479442b" providerId="LiveId" clId="{280C0565-1D83-401F-857C-49A7F7ED5C3C}" dt="2024-03-14T07:39:23.664" v="2955"/>
          <ac:spMkLst>
            <pc:docMk/>
            <pc:sldMk cId="3822434923" sldId="593"/>
            <ac:spMk id="5" creationId="{18E8F84B-4258-4E28-BF9D-7FA696E8123B}"/>
          </ac:spMkLst>
        </pc:spChg>
        <pc:spChg chg="del">
          <ac:chgData name="" userId="213e45b8a479442b" providerId="LiveId" clId="{280C0565-1D83-401F-857C-49A7F7ED5C3C}" dt="2024-03-14T06:15:08.965" v="1150" actId="478"/>
          <ac:spMkLst>
            <pc:docMk/>
            <pc:sldMk cId="3822434923" sldId="593"/>
            <ac:spMk id="7" creationId="{4E2E2802-182F-4EC3-BD38-AC893DE3659A}"/>
          </ac:spMkLst>
        </pc:spChg>
        <pc:spChg chg="mod">
          <ac:chgData name="" userId="213e45b8a479442b" providerId="LiveId" clId="{280C0565-1D83-401F-857C-49A7F7ED5C3C}" dt="2024-03-14T07:14:37.333" v="2516" actId="20577"/>
          <ac:spMkLst>
            <pc:docMk/>
            <pc:sldMk cId="3822434923" sldId="593"/>
            <ac:spMk id="8" creationId="{36177B38-43AB-4398-968B-448F8F0E5F49}"/>
          </ac:spMkLst>
        </pc:spChg>
        <pc:spChg chg="add mod">
          <ac:chgData name="" userId="213e45b8a479442b" providerId="LiveId" clId="{280C0565-1D83-401F-857C-49A7F7ED5C3C}" dt="2024-03-14T07:38:30.888" v="2953" actId="20577"/>
          <ac:spMkLst>
            <pc:docMk/>
            <pc:sldMk cId="3822434923" sldId="593"/>
            <ac:spMk id="10" creationId="{4D9CDC4E-E5FC-4827-898E-896C4F0AE55E}"/>
          </ac:spMkLst>
        </pc:spChg>
        <pc:spChg chg="del">
          <ac:chgData name="" userId="213e45b8a479442b" providerId="LiveId" clId="{280C0565-1D83-401F-857C-49A7F7ED5C3C}" dt="2024-03-14T06:11:18.745" v="1090" actId="478"/>
          <ac:spMkLst>
            <pc:docMk/>
            <pc:sldMk cId="3822434923" sldId="593"/>
            <ac:spMk id="11" creationId="{07CB944A-0B6B-4047-8187-6605ED279B62}"/>
          </ac:spMkLst>
        </pc:spChg>
        <pc:spChg chg="del">
          <ac:chgData name="" userId="213e45b8a479442b" providerId="LiveId" clId="{280C0565-1D83-401F-857C-49A7F7ED5C3C}" dt="2024-03-14T06:15:10.786" v="1151" actId="478"/>
          <ac:spMkLst>
            <pc:docMk/>
            <pc:sldMk cId="3822434923" sldId="593"/>
            <ac:spMk id="12" creationId="{B4455509-6222-448A-92CF-09446B07EB51}"/>
          </ac:spMkLst>
        </pc:spChg>
        <pc:spChg chg="add mod">
          <ac:chgData name="" userId="213e45b8a479442b" providerId="LiveId" clId="{280C0565-1D83-401F-857C-49A7F7ED5C3C}" dt="2024-03-14T07:15:18.568" v="2541" actId="571"/>
          <ac:spMkLst>
            <pc:docMk/>
            <pc:sldMk cId="3822434923" sldId="593"/>
            <ac:spMk id="13" creationId="{887573B6-C03E-4EAC-A21F-BABBBF20B322}"/>
          </ac:spMkLst>
        </pc:spChg>
        <pc:spChg chg="del">
          <ac:chgData name="" userId="213e45b8a479442b" providerId="LiveId" clId="{280C0565-1D83-401F-857C-49A7F7ED5C3C}" dt="2024-03-14T06:11:16.735" v="1089" actId="478"/>
          <ac:spMkLst>
            <pc:docMk/>
            <pc:sldMk cId="3822434923" sldId="593"/>
            <ac:spMk id="19" creationId="{B9BC1CEB-0C66-44F6-8026-8C5FF318866D}"/>
          </ac:spMkLst>
        </pc:spChg>
        <pc:picChg chg="add del mod">
          <ac:chgData name="" userId="213e45b8a479442b" providerId="LiveId" clId="{280C0565-1D83-401F-857C-49A7F7ED5C3C}" dt="2024-03-14T06:16:10.435" v="1153" actId="478"/>
          <ac:picMkLst>
            <pc:docMk/>
            <pc:sldMk cId="3822434923" sldId="593"/>
            <ac:picMk id="4" creationId="{4C0CFAAC-2BEC-42D8-9CD6-C08B4034F0C4}"/>
          </ac:picMkLst>
        </pc:picChg>
      </pc:sldChg>
      <pc:sldChg chg="addSp delSp modSp add modAnim">
        <pc:chgData name="" userId="213e45b8a479442b" providerId="LiveId" clId="{280C0565-1D83-401F-857C-49A7F7ED5C3C}" dt="2024-03-16T01:37:49.191" v="9858"/>
        <pc:sldMkLst>
          <pc:docMk/>
          <pc:sldMk cId="2102827251" sldId="594"/>
        </pc:sldMkLst>
        <pc:spChg chg="mod">
          <ac:chgData name="" userId="213e45b8a479442b" providerId="LiveId" clId="{280C0565-1D83-401F-857C-49A7F7ED5C3C}" dt="2024-03-16T01:34:44.676" v="9772"/>
          <ac:spMkLst>
            <pc:docMk/>
            <pc:sldMk cId="2102827251" sldId="594"/>
            <ac:spMk id="2" creationId="{5888EE31-F44C-4034-8407-4C756F65702C}"/>
          </ac:spMkLst>
        </pc:spChg>
        <pc:spChg chg="add mod">
          <ac:chgData name="" userId="213e45b8a479442b" providerId="LiveId" clId="{280C0565-1D83-401F-857C-49A7F7ED5C3C}" dt="2024-03-16T01:36:38.070" v="9825" actId="207"/>
          <ac:spMkLst>
            <pc:docMk/>
            <pc:sldMk cId="2102827251" sldId="594"/>
            <ac:spMk id="3" creationId="{03FFED80-128B-4C4C-B128-177C4644F495}"/>
          </ac:spMkLst>
        </pc:spChg>
        <pc:spChg chg="del">
          <ac:chgData name="" userId="213e45b8a479442b" providerId="LiveId" clId="{280C0565-1D83-401F-857C-49A7F7ED5C3C}" dt="2024-03-14T06:12:12.312" v="1148" actId="478"/>
          <ac:spMkLst>
            <pc:docMk/>
            <pc:sldMk cId="2102827251" sldId="594"/>
            <ac:spMk id="3" creationId="{FC3DE994-F8E6-4715-916B-9859E1A19738}"/>
          </ac:spMkLst>
        </pc:spChg>
        <pc:spChg chg="del">
          <ac:chgData name="" userId="213e45b8a479442b" providerId="LiveId" clId="{280C0565-1D83-401F-857C-49A7F7ED5C3C}" dt="2024-03-16T01:01:15.563" v="8737" actId="478"/>
          <ac:spMkLst>
            <pc:docMk/>
            <pc:sldMk cId="2102827251" sldId="594"/>
            <ac:spMk id="7" creationId="{4E2E2802-182F-4EC3-BD38-AC893DE3659A}"/>
          </ac:spMkLst>
        </pc:spChg>
        <pc:spChg chg="mod">
          <ac:chgData name="" userId="213e45b8a479442b" providerId="LiveId" clId="{280C0565-1D83-401F-857C-49A7F7ED5C3C}" dt="2024-03-16T01:34:53.546" v="9777" actId="20577"/>
          <ac:spMkLst>
            <pc:docMk/>
            <pc:sldMk cId="2102827251" sldId="594"/>
            <ac:spMk id="8" creationId="{36177B38-43AB-4398-968B-448F8F0E5F49}"/>
          </ac:spMkLst>
        </pc:spChg>
        <pc:spChg chg="add mod">
          <ac:chgData name="" userId="213e45b8a479442b" providerId="LiveId" clId="{280C0565-1D83-401F-857C-49A7F7ED5C3C}" dt="2024-03-16T01:37:01.342" v="9840" actId="1035"/>
          <ac:spMkLst>
            <pc:docMk/>
            <pc:sldMk cId="2102827251" sldId="594"/>
            <ac:spMk id="10" creationId="{74E05309-2C53-4795-B08B-3646D26644A6}"/>
          </ac:spMkLst>
        </pc:spChg>
        <pc:spChg chg="add mod">
          <ac:chgData name="" userId="213e45b8a479442b" providerId="LiveId" clId="{280C0565-1D83-401F-857C-49A7F7ED5C3C}" dt="2024-03-16T01:37:31.711" v="9855" actId="14100"/>
          <ac:spMkLst>
            <pc:docMk/>
            <pc:sldMk cId="2102827251" sldId="594"/>
            <ac:spMk id="11" creationId="{BF34B16C-3A58-4701-8F05-58146B9DA3DB}"/>
          </ac:spMkLst>
        </pc:spChg>
        <pc:spChg chg="del">
          <ac:chgData name="" userId="213e45b8a479442b" providerId="LiveId" clId="{280C0565-1D83-401F-857C-49A7F7ED5C3C}" dt="2024-03-16T01:01:17.637" v="8738" actId="478"/>
          <ac:spMkLst>
            <pc:docMk/>
            <pc:sldMk cId="2102827251" sldId="594"/>
            <ac:spMk id="12" creationId="{B4455509-6222-448A-92CF-09446B07EB51}"/>
          </ac:spMkLst>
        </pc:spChg>
        <pc:picChg chg="mod">
          <ac:chgData name="" userId="213e45b8a479442b" providerId="LiveId" clId="{280C0565-1D83-401F-857C-49A7F7ED5C3C}" dt="2024-03-14T06:12:15.870" v="1149" actId="1076"/>
          <ac:picMkLst>
            <pc:docMk/>
            <pc:sldMk cId="2102827251" sldId="594"/>
            <ac:picMk id="4" creationId="{4C0CFAAC-2BEC-42D8-9CD6-C08B4034F0C4}"/>
          </ac:picMkLst>
        </pc:picChg>
        <pc:picChg chg="add mod">
          <ac:chgData name="" userId="213e45b8a479442b" providerId="LiveId" clId="{280C0565-1D83-401F-857C-49A7F7ED5C3C}" dt="2024-03-16T01:36:45.300" v="9827" actId="571"/>
          <ac:picMkLst>
            <pc:docMk/>
            <pc:sldMk cId="2102827251" sldId="594"/>
            <ac:picMk id="9" creationId="{21E56883-2DBE-4DC2-9D34-2A0B8382A31F}"/>
          </ac:picMkLst>
        </pc:picChg>
      </pc:sldChg>
      <pc:sldChg chg="addSp delSp modSp add">
        <pc:chgData name="" userId="213e45b8a479442b" providerId="LiveId" clId="{280C0565-1D83-401F-857C-49A7F7ED5C3C}" dt="2024-03-16T02:21:10.768" v="13031" actId="113"/>
        <pc:sldMkLst>
          <pc:docMk/>
          <pc:sldMk cId="3225204648" sldId="595"/>
        </pc:sldMkLst>
        <pc:spChg chg="mod">
          <ac:chgData name="" userId="213e45b8a479442b" providerId="LiveId" clId="{280C0565-1D83-401F-857C-49A7F7ED5C3C}" dt="2024-03-16T01:34:44.676" v="9772"/>
          <ac:spMkLst>
            <pc:docMk/>
            <pc:sldMk cId="3225204648" sldId="595"/>
            <ac:spMk id="2" creationId="{5888EE31-F44C-4034-8407-4C756F65702C}"/>
          </ac:spMkLst>
        </pc:spChg>
        <pc:spChg chg="mod">
          <ac:chgData name="" userId="213e45b8a479442b" providerId="LiveId" clId="{280C0565-1D83-401F-857C-49A7F7ED5C3C}" dt="2024-03-14T07:07:13.663" v="2100" actId="20577"/>
          <ac:spMkLst>
            <pc:docMk/>
            <pc:sldMk cId="3225204648" sldId="595"/>
            <ac:spMk id="3" creationId="{FC3DE994-F8E6-4715-916B-9859E1A19738}"/>
          </ac:spMkLst>
        </pc:spChg>
        <pc:spChg chg="add del">
          <ac:chgData name="" userId="213e45b8a479442b" providerId="LiveId" clId="{280C0565-1D83-401F-857C-49A7F7ED5C3C}" dt="2024-03-14T06:19:16.148" v="1280"/>
          <ac:spMkLst>
            <pc:docMk/>
            <pc:sldMk cId="3225204648" sldId="595"/>
            <ac:spMk id="4" creationId="{7C4F2EFF-55E6-4A9E-AF60-7CD386DD6D3A}"/>
          </ac:spMkLst>
        </pc:spChg>
        <pc:spChg chg="add mod">
          <ac:chgData name="" userId="213e45b8a479442b" providerId="LiveId" clId="{280C0565-1D83-401F-857C-49A7F7ED5C3C}" dt="2024-03-16T02:21:04.447" v="13028" actId="113"/>
          <ac:spMkLst>
            <pc:docMk/>
            <pc:sldMk cId="3225204648" sldId="595"/>
            <ac:spMk id="5" creationId="{60E21369-2BDB-47DB-A5F0-6BAA51555943}"/>
          </ac:spMkLst>
        </pc:spChg>
        <pc:spChg chg="add del">
          <ac:chgData name="" userId="213e45b8a479442b" providerId="LiveId" clId="{280C0565-1D83-401F-857C-49A7F7ED5C3C}" dt="2024-03-14T07:39:26.600" v="2957"/>
          <ac:spMkLst>
            <pc:docMk/>
            <pc:sldMk cId="3225204648" sldId="595"/>
            <ac:spMk id="6" creationId="{E65479F2-2C22-4F76-B40E-26EDD45D2C0B}"/>
          </ac:spMkLst>
        </pc:spChg>
        <pc:spChg chg="add mod">
          <ac:chgData name="" userId="213e45b8a479442b" providerId="LiveId" clId="{280C0565-1D83-401F-857C-49A7F7ED5C3C}" dt="2024-03-16T02:21:10.768" v="13031" actId="113"/>
          <ac:spMkLst>
            <pc:docMk/>
            <pc:sldMk cId="3225204648" sldId="595"/>
            <ac:spMk id="7" creationId="{F287D22F-9203-43F9-9E4B-E6DBFEC97DF7}"/>
          </ac:spMkLst>
        </pc:spChg>
        <pc:spChg chg="mod">
          <ac:chgData name="" userId="213e45b8a479442b" providerId="LiveId" clId="{280C0565-1D83-401F-857C-49A7F7ED5C3C}" dt="2024-03-14T07:20:26.062" v="2597"/>
          <ac:spMkLst>
            <pc:docMk/>
            <pc:sldMk cId="3225204648" sldId="595"/>
            <ac:spMk id="8" creationId="{36177B38-43AB-4398-968B-448F8F0E5F49}"/>
          </ac:spMkLst>
        </pc:spChg>
        <pc:spChg chg="add mod">
          <ac:chgData name="" userId="213e45b8a479442b" providerId="LiveId" clId="{280C0565-1D83-401F-857C-49A7F7ED5C3C}" dt="2024-03-14T07:41:34.907" v="3057" actId="20577"/>
          <ac:spMkLst>
            <pc:docMk/>
            <pc:sldMk cId="3225204648" sldId="595"/>
            <ac:spMk id="9" creationId="{6BDABA1E-07BB-4CCD-8DAE-519EAEE5A239}"/>
          </ac:spMkLst>
        </pc:spChg>
      </pc:sldChg>
      <pc:sldChg chg="addSp delSp modSp add">
        <pc:chgData name="" userId="213e45b8a479442b" providerId="LiveId" clId="{280C0565-1D83-401F-857C-49A7F7ED5C3C}" dt="2024-03-16T01:34:44.676" v="9772"/>
        <pc:sldMkLst>
          <pc:docMk/>
          <pc:sldMk cId="2162555080" sldId="596"/>
        </pc:sldMkLst>
        <pc:spChg chg="mod">
          <ac:chgData name="" userId="213e45b8a479442b" providerId="LiveId" clId="{280C0565-1D83-401F-857C-49A7F7ED5C3C}" dt="2024-03-16T01:34:44.676" v="9772"/>
          <ac:spMkLst>
            <pc:docMk/>
            <pc:sldMk cId="2162555080" sldId="596"/>
            <ac:spMk id="2" creationId="{5888EE31-F44C-4034-8407-4C756F65702C}"/>
          </ac:spMkLst>
        </pc:spChg>
        <pc:spChg chg="mod">
          <ac:chgData name="" userId="213e45b8a479442b" providerId="LiveId" clId="{280C0565-1D83-401F-857C-49A7F7ED5C3C}" dt="2024-03-14T06:59:10.704" v="1736" actId="6549"/>
          <ac:spMkLst>
            <pc:docMk/>
            <pc:sldMk cId="2162555080" sldId="596"/>
            <ac:spMk id="3" creationId="{FC3DE994-F8E6-4715-916B-9859E1A19738}"/>
          </ac:spMkLst>
        </pc:spChg>
        <pc:spChg chg="del">
          <ac:chgData name="" userId="213e45b8a479442b" providerId="LiveId" clId="{280C0565-1D83-401F-857C-49A7F7ED5C3C}" dt="2024-03-14T06:59:03.742" v="1734" actId="478"/>
          <ac:spMkLst>
            <pc:docMk/>
            <pc:sldMk cId="2162555080" sldId="596"/>
            <ac:spMk id="5" creationId="{60E21369-2BDB-47DB-A5F0-6BAA51555943}"/>
          </ac:spMkLst>
        </pc:spChg>
        <pc:spChg chg="add mod">
          <ac:chgData name="" userId="213e45b8a479442b" providerId="LiveId" clId="{280C0565-1D83-401F-857C-49A7F7ED5C3C}" dt="2024-03-14T07:01:59.675" v="1862" actId="14100"/>
          <ac:spMkLst>
            <pc:docMk/>
            <pc:sldMk cId="2162555080" sldId="596"/>
            <ac:spMk id="6" creationId="{A9C04782-E931-4976-9EC0-4630617B1585}"/>
          </ac:spMkLst>
        </pc:spChg>
        <pc:spChg chg="del">
          <ac:chgData name="" userId="213e45b8a479442b" providerId="LiveId" clId="{280C0565-1D83-401F-857C-49A7F7ED5C3C}" dt="2024-03-14T06:59:03.742" v="1734" actId="478"/>
          <ac:spMkLst>
            <pc:docMk/>
            <pc:sldMk cId="2162555080" sldId="596"/>
            <ac:spMk id="7" creationId="{F287D22F-9203-43F9-9E4B-E6DBFEC97DF7}"/>
          </ac:spMkLst>
        </pc:spChg>
        <pc:spChg chg="mod">
          <ac:chgData name="" userId="213e45b8a479442b" providerId="LiveId" clId="{280C0565-1D83-401F-857C-49A7F7ED5C3C}" dt="2024-03-14T07:20:32.678" v="2599" actId="20577"/>
          <ac:spMkLst>
            <pc:docMk/>
            <pc:sldMk cId="2162555080" sldId="596"/>
            <ac:spMk id="8" creationId="{36177B38-43AB-4398-968B-448F8F0E5F49}"/>
          </ac:spMkLst>
        </pc:spChg>
        <pc:spChg chg="add mod">
          <ac:chgData name="" userId="213e45b8a479442b" providerId="LiveId" clId="{280C0565-1D83-401F-857C-49A7F7ED5C3C}" dt="2024-03-14T07:01:46.229" v="1860" actId="1076"/>
          <ac:spMkLst>
            <pc:docMk/>
            <pc:sldMk cId="2162555080" sldId="596"/>
            <ac:spMk id="9" creationId="{3B613436-B2EA-4847-9403-CAA2F3F013ED}"/>
          </ac:spMkLst>
        </pc:spChg>
        <pc:spChg chg="add del mod">
          <ac:chgData name="" userId="213e45b8a479442b" providerId="LiveId" clId="{280C0565-1D83-401F-857C-49A7F7ED5C3C}" dt="2024-03-14T07:00:19.847" v="1756"/>
          <ac:spMkLst>
            <pc:docMk/>
            <pc:sldMk cId="2162555080" sldId="596"/>
            <ac:spMk id="10" creationId="{6B75144B-42BB-400F-95D0-AFACA6A91731}"/>
          </ac:spMkLst>
        </pc:spChg>
        <pc:spChg chg="add mod">
          <ac:chgData name="" userId="213e45b8a479442b" providerId="LiveId" clId="{280C0565-1D83-401F-857C-49A7F7ED5C3C}" dt="2024-03-14T07:01:03.099" v="1849" actId="164"/>
          <ac:spMkLst>
            <pc:docMk/>
            <pc:sldMk cId="2162555080" sldId="596"/>
            <ac:spMk id="11" creationId="{5BB172A8-4DA5-4454-8AA0-100DD70287B5}"/>
          </ac:spMkLst>
        </pc:spChg>
        <pc:spChg chg="add">
          <ac:chgData name="" userId="213e45b8a479442b" providerId="LiveId" clId="{280C0565-1D83-401F-857C-49A7F7ED5C3C}" dt="2024-03-14T07:56:25.198" v="4122"/>
          <ac:spMkLst>
            <pc:docMk/>
            <pc:sldMk cId="2162555080" sldId="596"/>
            <ac:spMk id="15" creationId="{ABE84704-E151-47F8-9F08-6BFEA49D13AE}"/>
          </ac:spMkLst>
        </pc:spChg>
        <pc:grpChg chg="add mod">
          <ac:chgData name="" userId="213e45b8a479442b" providerId="LiveId" clId="{280C0565-1D83-401F-857C-49A7F7ED5C3C}" dt="2024-03-14T07:03:24.280" v="1922" actId="1076"/>
          <ac:grpSpMkLst>
            <pc:docMk/>
            <pc:sldMk cId="2162555080" sldId="596"/>
            <ac:grpSpMk id="12" creationId="{86DC73C8-CE65-4E34-B8D5-6F068F03C682}"/>
          </ac:grpSpMkLst>
        </pc:grpChg>
        <pc:picChg chg="add del mod">
          <ac:chgData name="" userId="213e45b8a479442b" providerId="LiveId" clId="{280C0565-1D83-401F-857C-49A7F7ED5C3C}" dt="2024-03-14T07:01:21.989" v="1851" actId="478"/>
          <ac:picMkLst>
            <pc:docMk/>
            <pc:sldMk cId="2162555080" sldId="596"/>
            <ac:picMk id="4" creationId="{ECBF5E38-F51B-4C05-AFBA-3234354EB54D}"/>
          </ac:picMkLst>
        </pc:picChg>
        <pc:picChg chg="add mod ord">
          <ac:chgData name="" userId="213e45b8a479442b" providerId="LiveId" clId="{280C0565-1D83-401F-857C-49A7F7ED5C3C}" dt="2024-03-14T07:01:35.356" v="1857" actId="1076"/>
          <ac:picMkLst>
            <pc:docMk/>
            <pc:sldMk cId="2162555080" sldId="596"/>
            <ac:picMk id="13" creationId="{97C44C47-5440-46AB-8C45-DDB619DBA880}"/>
          </ac:picMkLst>
        </pc:picChg>
        <pc:picChg chg="add mod">
          <ac:chgData name="" userId="213e45b8a479442b" providerId="LiveId" clId="{280C0565-1D83-401F-857C-49A7F7ED5C3C}" dt="2024-03-14T07:02:15.957" v="1866" actId="1076"/>
          <ac:picMkLst>
            <pc:docMk/>
            <pc:sldMk cId="2162555080" sldId="596"/>
            <ac:picMk id="14" creationId="{2E50F6DA-45EA-4398-9B46-8FBF5EA54F91}"/>
          </ac:picMkLst>
        </pc:picChg>
      </pc:sldChg>
      <pc:sldChg chg="addSp delSp modSp add">
        <pc:chgData name="" userId="213e45b8a479442b" providerId="LiveId" clId="{280C0565-1D83-401F-857C-49A7F7ED5C3C}" dt="2024-03-16T01:34:44.676" v="9772"/>
        <pc:sldMkLst>
          <pc:docMk/>
          <pc:sldMk cId="1604595205" sldId="597"/>
        </pc:sldMkLst>
        <pc:spChg chg="mod">
          <ac:chgData name="" userId="213e45b8a479442b" providerId="LiveId" clId="{280C0565-1D83-401F-857C-49A7F7ED5C3C}" dt="2024-03-16T01:34:44.676" v="9772"/>
          <ac:spMkLst>
            <pc:docMk/>
            <pc:sldMk cId="1604595205" sldId="597"/>
            <ac:spMk id="2" creationId="{5888EE31-F44C-4034-8407-4C756F65702C}"/>
          </ac:spMkLst>
        </pc:spChg>
        <pc:spChg chg="mod">
          <ac:chgData name="" userId="213e45b8a479442b" providerId="LiveId" clId="{280C0565-1D83-401F-857C-49A7F7ED5C3C}" dt="2024-03-14T07:13:59.949" v="2499" actId="20577"/>
          <ac:spMkLst>
            <pc:docMk/>
            <pc:sldMk cId="1604595205" sldId="597"/>
            <ac:spMk id="3" creationId="{FC3DE994-F8E6-4715-916B-9859E1A19738}"/>
          </ac:spMkLst>
        </pc:spChg>
        <pc:spChg chg="del">
          <ac:chgData name="" userId="213e45b8a479442b" providerId="LiveId" clId="{280C0565-1D83-401F-857C-49A7F7ED5C3C}" dt="2024-03-14T07:05:31.857" v="2016" actId="478"/>
          <ac:spMkLst>
            <pc:docMk/>
            <pc:sldMk cId="1604595205" sldId="597"/>
            <ac:spMk id="5" creationId="{60E21369-2BDB-47DB-A5F0-6BAA51555943}"/>
          </ac:spMkLst>
        </pc:spChg>
        <pc:spChg chg="del">
          <ac:chgData name="" userId="213e45b8a479442b" providerId="LiveId" clId="{280C0565-1D83-401F-857C-49A7F7ED5C3C}" dt="2024-03-14T07:05:33.854" v="2017" actId="478"/>
          <ac:spMkLst>
            <pc:docMk/>
            <pc:sldMk cId="1604595205" sldId="597"/>
            <ac:spMk id="7" creationId="{F287D22F-9203-43F9-9E4B-E6DBFEC97DF7}"/>
          </ac:spMkLst>
        </pc:spChg>
        <pc:spChg chg="mod">
          <ac:chgData name="" userId="213e45b8a479442b" providerId="LiveId" clId="{280C0565-1D83-401F-857C-49A7F7ED5C3C}" dt="2024-03-14T07:20:28.232" v="2598"/>
          <ac:spMkLst>
            <pc:docMk/>
            <pc:sldMk cId="1604595205" sldId="597"/>
            <ac:spMk id="8" creationId="{36177B38-43AB-4398-968B-448F8F0E5F49}"/>
          </ac:spMkLst>
        </pc:spChg>
        <pc:spChg chg="add mod">
          <ac:chgData name="" userId="213e45b8a479442b" providerId="LiveId" clId="{280C0565-1D83-401F-857C-49A7F7ED5C3C}" dt="2024-03-14T07:17:42.113" v="2588" actId="1076"/>
          <ac:spMkLst>
            <pc:docMk/>
            <pc:sldMk cId="1604595205" sldId="597"/>
            <ac:spMk id="9" creationId="{1BAF656E-A54D-4341-B4A3-BC88D101205C}"/>
          </ac:spMkLst>
        </pc:spChg>
        <pc:spChg chg="add del mod">
          <ac:chgData name="" userId="213e45b8a479442b" providerId="LiveId" clId="{280C0565-1D83-401F-857C-49A7F7ED5C3C}" dt="2024-03-14T07:11:43.288" v="2428" actId="478"/>
          <ac:spMkLst>
            <pc:docMk/>
            <pc:sldMk cId="1604595205" sldId="597"/>
            <ac:spMk id="10" creationId="{2A31530E-9F29-4B47-A596-7CE3E26FDC12}"/>
          </ac:spMkLst>
        </pc:spChg>
        <pc:spChg chg="add">
          <ac:chgData name="" userId="213e45b8a479442b" providerId="LiveId" clId="{280C0565-1D83-401F-857C-49A7F7ED5C3C}" dt="2024-03-14T07:56:23.890" v="4121"/>
          <ac:spMkLst>
            <pc:docMk/>
            <pc:sldMk cId="1604595205" sldId="597"/>
            <ac:spMk id="11" creationId="{8C67B6D3-0C29-4B86-B292-0E9B9462F601}"/>
          </ac:spMkLst>
        </pc:spChg>
      </pc:sldChg>
      <pc:sldChg chg="addSp delSp modSp add">
        <pc:chgData name="" userId="213e45b8a479442b" providerId="LiveId" clId="{280C0565-1D83-401F-857C-49A7F7ED5C3C}" dt="2024-03-16T01:34:44.676" v="9772"/>
        <pc:sldMkLst>
          <pc:docMk/>
          <pc:sldMk cId="79734776" sldId="598"/>
        </pc:sldMkLst>
        <pc:spChg chg="mod">
          <ac:chgData name="" userId="213e45b8a479442b" providerId="LiveId" clId="{280C0565-1D83-401F-857C-49A7F7ED5C3C}" dt="2024-03-16T01:34:44.676" v="9772"/>
          <ac:spMkLst>
            <pc:docMk/>
            <pc:sldMk cId="79734776" sldId="598"/>
            <ac:spMk id="2" creationId="{5888EE31-F44C-4034-8407-4C756F65702C}"/>
          </ac:spMkLst>
        </pc:spChg>
        <pc:spChg chg="mod">
          <ac:chgData name="" userId="213e45b8a479442b" providerId="LiveId" clId="{280C0565-1D83-401F-857C-49A7F7ED5C3C}" dt="2024-03-14T12:14:57.155" v="5775" actId="113"/>
          <ac:spMkLst>
            <pc:docMk/>
            <pc:sldMk cId="79734776" sldId="598"/>
            <ac:spMk id="3" creationId="{FC3DE994-F8E6-4715-916B-9859E1A19738}"/>
          </ac:spMkLst>
        </pc:spChg>
        <pc:spChg chg="add mod">
          <ac:chgData name="" userId="213e45b8a479442b" providerId="LiveId" clId="{280C0565-1D83-401F-857C-49A7F7ED5C3C}" dt="2024-03-14T07:46:53.080" v="3294" actId="1076"/>
          <ac:spMkLst>
            <pc:docMk/>
            <pc:sldMk cId="79734776" sldId="598"/>
            <ac:spMk id="4" creationId="{4C7F7837-49DF-41D6-BE54-55C7E0217558}"/>
          </ac:spMkLst>
        </pc:spChg>
        <pc:spChg chg="del">
          <ac:chgData name="" userId="213e45b8a479442b" providerId="LiveId" clId="{280C0565-1D83-401F-857C-49A7F7ED5C3C}" dt="2024-03-14T07:20:17.092" v="2596" actId="478"/>
          <ac:spMkLst>
            <pc:docMk/>
            <pc:sldMk cId="79734776" sldId="598"/>
            <ac:spMk id="6" creationId="{A9C04782-E931-4976-9EC0-4630617B1585}"/>
          </ac:spMkLst>
        </pc:spChg>
        <pc:spChg chg="mod">
          <ac:chgData name="" userId="213e45b8a479442b" providerId="LiveId" clId="{280C0565-1D83-401F-857C-49A7F7ED5C3C}" dt="2024-03-14T07:20:37.070" v="2600" actId="20577"/>
          <ac:spMkLst>
            <pc:docMk/>
            <pc:sldMk cId="79734776" sldId="598"/>
            <ac:spMk id="8" creationId="{36177B38-43AB-4398-968B-448F8F0E5F49}"/>
          </ac:spMkLst>
        </pc:spChg>
        <pc:spChg chg="add mod">
          <ac:chgData name="" userId="213e45b8a479442b" providerId="LiveId" clId="{280C0565-1D83-401F-857C-49A7F7ED5C3C}" dt="2024-03-14T12:15:32.732" v="5777" actId="2710"/>
          <ac:spMkLst>
            <pc:docMk/>
            <pc:sldMk cId="79734776" sldId="598"/>
            <ac:spMk id="15" creationId="{64A43E5F-5B30-4EF3-85B7-F6DE59014DCB}"/>
          </ac:spMkLst>
        </pc:spChg>
        <pc:grpChg chg="del">
          <ac:chgData name="" userId="213e45b8a479442b" providerId="LiveId" clId="{280C0565-1D83-401F-857C-49A7F7ED5C3C}" dt="2024-03-14T07:20:17.092" v="2596" actId="478"/>
          <ac:grpSpMkLst>
            <pc:docMk/>
            <pc:sldMk cId="79734776" sldId="598"/>
            <ac:grpSpMk id="12" creationId="{86DC73C8-CE65-4E34-B8D5-6F068F03C682}"/>
          </ac:grpSpMkLst>
        </pc:grpChg>
        <pc:picChg chg="del">
          <ac:chgData name="" userId="213e45b8a479442b" providerId="LiveId" clId="{280C0565-1D83-401F-857C-49A7F7ED5C3C}" dt="2024-03-14T07:20:14.485" v="2595" actId="478"/>
          <ac:picMkLst>
            <pc:docMk/>
            <pc:sldMk cId="79734776" sldId="598"/>
            <ac:picMk id="13" creationId="{97C44C47-5440-46AB-8C45-DDB619DBA880}"/>
          </ac:picMkLst>
        </pc:picChg>
        <pc:picChg chg="del">
          <ac:chgData name="" userId="213e45b8a479442b" providerId="LiveId" clId="{280C0565-1D83-401F-857C-49A7F7ED5C3C}" dt="2024-03-14T07:20:12.411" v="2594" actId="478"/>
          <ac:picMkLst>
            <pc:docMk/>
            <pc:sldMk cId="79734776" sldId="598"/>
            <ac:picMk id="14" creationId="{2E50F6DA-45EA-4398-9B46-8FBF5EA54F91}"/>
          </ac:picMkLst>
        </pc:picChg>
      </pc:sldChg>
      <pc:sldChg chg="delSp modSp add">
        <pc:chgData name="" userId="213e45b8a479442b" providerId="LiveId" clId="{280C0565-1D83-401F-857C-49A7F7ED5C3C}" dt="2024-03-16T01:34:44.676" v="9772"/>
        <pc:sldMkLst>
          <pc:docMk/>
          <pc:sldMk cId="595317696" sldId="599"/>
        </pc:sldMkLst>
        <pc:spChg chg="mod">
          <ac:chgData name="" userId="213e45b8a479442b" providerId="LiveId" clId="{280C0565-1D83-401F-857C-49A7F7ED5C3C}" dt="2024-03-16T01:34:44.676" v="9772"/>
          <ac:spMkLst>
            <pc:docMk/>
            <pc:sldMk cId="595317696" sldId="599"/>
            <ac:spMk id="2" creationId="{5888EE31-F44C-4034-8407-4C756F65702C}"/>
          </ac:spMkLst>
        </pc:spChg>
        <pc:spChg chg="del">
          <ac:chgData name="" userId="213e45b8a479442b" providerId="LiveId" clId="{280C0565-1D83-401F-857C-49A7F7ED5C3C}" dt="2024-03-14T07:56:32.856" v="4123" actId="478"/>
          <ac:spMkLst>
            <pc:docMk/>
            <pc:sldMk cId="595317696" sldId="599"/>
            <ac:spMk id="3" creationId="{FC3DE994-F8E6-4715-916B-9859E1A19738}"/>
          </ac:spMkLst>
        </pc:spChg>
        <pc:spChg chg="mod">
          <ac:chgData name="" userId="213e45b8a479442b" providerId="LiveId" clId="{280C0565-1D83-401F-857C-49A7F7ED5C3C}" dt="2024-03-14T08:01:57.480" v="4334" actId="20577"/>
          <ac:spMkLst>
            <pc:docMk/>
            <pc:sldMk cId="595317696" sldId="599"/>
            <ac:spMk id="5" creationId="{60E21369-2BDB-47DB-A5F0-6BAA51555943}"/>
          </ac:spMkLst>
        </pc:spChg>
        <pc:spChg chg="del">
          <ac:chgData name="" userId="213e45b8a479442b" providerId="LiveId" clId="{280C0565-1D83-401F-857C-49A7F7ED5C3C}" dt="2024-03-14T07:56:44.488" v="4126" actId="478"/>
          <ac:spMkLst>
            <pc:docMk/>
            <pc:sldMk cId="595317696" sldId="599"/>
            <ac:spMk id="7" creationId="{F287D22F-9203-43F9-9E4B-E6DBFEC97DF7}"/>
          </ac:spMkLst>
        </pc:spChg>
        <pc:spChg chg="mod">
          <ac:chgData name="" userId="213e45b8a479442b" providerId="LiveId" clId="{280C0565-1D83-401F-857C-49A7F7ED5C3C}" dt="2024-03-14T07:56:05.337" v="4120"/>
          <ac:spMkLst>
            <pc:docMk/>
            <pc:sldMk cId="595317696" sldId="599"/>
            <ac:spMk id="8" creationId="{36177B38-43AB-4398-968B-448F8F0E5F49}"/>
          </ac:spMkLst>
        </pc:spChg>
        <pc:spChg chg="mod">
          <ac:chgData name="" userId="213e45b8a479442b" providerId="LiveId" clId="{280C0565-1D83-401F-857C-49A7F7ED5C3C}" dt="2024-03-14T08:02:16.606" v="4338" actId="20577"/>
          <ac:spMkLst>
            <pc:docMk/>
            <pc:sldMk cId="595317696" sldId="599"/>
            <ac:spMk id="9" creationId="{6BDABA1E-07BB-4CCD-8DAE-519EAEE5A239}"/>
          </ac:spMkLst>
        </pc:spChg>
      </pc:sldChg>
      <pc:sldChg chg="addSp delSp modSp add">
        <pc:chgData name="" userId="213e45b8a479442b" providerId="LiveId" clId="{280C0565-1D83-401F-857C-49A7F7ED5C3C}" dt="2024-03-16T01:34:44.676" v="9772"/>
        <pc:sldMkLst>
          <pc:docMk/>
          <pc:sldMk cId="1841239388" sldId="600"/>
        </pc:sldMkLst>
        <pc:spChg chg="mod">
          <ac:chgData name="" userId="213e45b8a479442b" providerId="LiveId" clId="{280C0565-1D83-401F-857C-49A7F7ED5C3C}" dt="2024-03-16T01:34:44.676" v="9772"/>
          <ac:spMkLst>
            <pc:docMk/>
            <pc:sldMk cId="1841239388" sldId="600"/>
            <ac:spMk id="2" creationId="{5888EE31-F44C-4034-8407-4C756F65702C}"/>
          </ac:spMkLst>
        </pc:spChg>
        <pc:spChg chg="mod">
          <ac:chgData name="" userId="213e45b8a479442b" providerId="LiveId" clId="{280C0565-1D83-401F-857C-49A7F7ED5C3C}" dt="2024-03-14T12:04:31.630" v="5558" actId="6549"/>
          <ac:spMkLst>
            <pc:docMk/>
            <pc:sldMk cId="1841239388" sldId="600"/>
            <ac:spMk id="3" creationId="{FC3DE994-F8E6-4715-916B-9859E1A19738}"/>
          </ac:spMkLst>
        </pc:spChg>
        <pc:spChg chg="add del">
          <ac:chgData name="" userId="213e45b8a479442b" providerId="LiveId" clId="{280C0565-1D83-401F-857C-49A7F7ED5C3C}" dt="2024-03-14T12:21:25.645" v="5799"/>
          <ac:spMkLst>
            <pc:docMk/>
            <pc:sldMk cId="1841239388" sldId="600"/>
            <ac:spMk id="4" creationId="{4C7F7837-49DF-41D6-BE54-55C7E0217558}"/>
          </ac:spMkLst>
        </pc:spChg>
        <pc:spChg chg="mod">
          <ac:chgData name="" userId="213e45b8a479442b" providerId="LiveId" clId="{280C0565-1D83-401F-857C-49A7F7ED5C3C}" dt="2024-03-14T08:03:32.542" v="4361" actId="20577"/>
          <ac:spMkLst>
            <pc:docMk/>
            <pc:sldMk cId="1841239388" sldId="600"/>
            <ac:spMk id="8" creationId="{36177B38-43AB-4398-968B-448F8F0E5F49}"/>
          </ac:spMkLst>
        </pc:spChg>
        <pc:spChg chg="mod">
          <ac:chgData name="" userId="213e45b8a479442b" providerId="LiveId" clId="{280C0565-1D83-401F-857C-49A7F7ED5C3C}" dt="2024-03-14T12:28:08.642" v="6061" actId="20577"/>
          <ac:spMkLst>
            <pc:docMk/>
            <pc:sldMk cId="1841239388" sldId="600"/>
            <ac:spMk id="15" creationId="{64A43E5F-5B30-4EF3-85B7-F6DE59014DCB}"/>
          </ac:spMkLst>
        </pc:spChg>
      </pc:sldChg>
      <pc:sldChg chg="delSp modSp add">
        <pc:chgData name="" userId="213e45b8a479442b" providerId="LiveId" clId="{280C0565-1D83-401F-857C-49A7F7ED5C3C}" dt="2024-03-16T01:34:44.676" v="9772"/>
        <pc:sldMkLst>
          <pc:docMk/>
          <pc:sldMk cId="1689180474" sldId="601"/>
        </pc:sldMkLst>
        <pc:spChg chg="mod">
          <ac:chgData name="" userId="213e45b8a479442b" providerId="LiveId" clId="{280C0565-1D83-401F-857C-49A7F7ED5C3C}" dt="2024-03-16T01:34:44.676" v="9772"/>
          <ac:spMkLst>
            <pc:docMk/>
            <pc:sldMk cId="1689180474" sldId="601"/>
            <ac:spMk id="2" creationId="{5888EE31-F44C-4034-8407-4C756F65702C}"/>
          </ac:spMkLst>
        </pc:spChg>
        <pc:spChg chg="mod">
          <ac:chgData name="" userId="213e45b8a479442b" providerId="LiveId" clId="{280C0565-1D83-401F-857C-49A7F7ED5C3C}" dt="2024-03-14T12:14:49.785" v="5773" actId="207"/>
          <ac:spMkLst>
            <pc:docMk/>
            <pc:sldMk cId="1689180474" sldId="601"/>
            <ac:spMk id="3" creationId="{FC3DE994-F8E6-4715-916B-9859E1A19738}"/>
          </ac:spMkLst>
        </pc:spChg>
        <pc:spChg chg="del">
          <ac:chgData name="" userId="213e45b8a479442b" providerId="LiveId" clId="{280C0565-1D83-401F-857C-49A7F7ED5C3C}" dt="2024-03-14T08:12:43.110" v="4953" actId="478"/>
          <ac:spMkLst>
            <pc:docMk/>
            <pc:sldMk cId="1689180474" sldId="601"/>
            <ac:spMk id="4" creationId="{4C7F7837-49DF-41D6-BE54-55C7E0217558}"/>
          </ac:spMkLst>
        </pc:spChg>
        <pc:spChg chg="mod">
          <ac:chgData name="" userId="213e45b8a479442b" providerId="LiveId" clId="{280C0565-1D83-401F-857C-49A7F7ED5C3C}" dt="2024-03-14T08:05:24.573" v="4566" actId="20577"/>
          <ac:spMkLst>
            <pc:docMk/>
            <pc:sldMk cId="1689180474" sldId="601"/>
            <ac:spMk id="8" creationId="{36177B38-43AB-4398-968B-448F8F0E5F49}"/>
          </ac:spMkLst>
        </pc:spChg>
        <pc:spChg chg="del mod">
          <ac:chgData name="" userId="213e45b8a479442b" providerId="LiveId" clId="{280C0565-1D83-401F-857C-49A7F7ED5C3C}" dt="2024-03-14T12:14:35.784" v="5768"/>
          <ac:spMkLst>
            <pc:docMk/>
            <pc:sldMk cId="1689180474" sldId="601"/>
            <ac:spMk id="15" creationId="{64A43E5F-5B30-4EF3-85B7-F6DE59014DCB}"/>
          </ac:spMkLst>
        </pc:spChg>
      </pc:sldChg>
      <pc:sldChg chg="addSp delSp modSp add">
        <pc:chgData name="" userId="213e45b8a479442b" providerId="LiveId" clId="{280C0565-1D83-401F-857C-49A7F7ED5C3C}" dt="2024-03-16T01:34:44.676" v="9772"/>
        <pc:sldMkLst>
          <pc:docMk/>
          <pc:sldMk cId="2402831192" sldId="602"/>
        </pc:sldMkLst>
        <pc:spChg chg="mod">
          <ac:chgData name="" userId="213e45b8a479442b" providerId="LiveId" clId="{280C0565-1D83-401F-857C-49A7F7ED5C3C}" dt="2024-03-16T01:34:44.676" v="9772"/>
          <ac:spMkLst>
            <pc:docMk/>
            <pc:sldMk cId="2402831192" sldId="602"/>
            <ac:spMk id="2" creationId="{5888EE31-F44C-4034-8407-4C756F65702C}"/>
          </ac:spMkLst>
        </pc:spChg>
        <pc:spChg chg="del mod">
          <ac:chgData name="" userId="213e45b8a479442b" providerId="LiveId" clId="{280C0565-1D83-401F-857C-49A7F7ED5C3C}" dt="2024-03-14T08:16:45.825" v="5245" actId="478"/>
          <ac:spMkLst>
            <pc:docMk/>
            <pc:sldMk cId="2402831192" sldId="602"/>
            <ac:spMk id="3" creationId="{FC3DE994-F8E6-4715-916B-9859E1A19738}"/>
          </ac:spMkLst>
        </pc:spChg>
        <pc:spChg chg="del">
          <ac:chgData name="" userId="213e45b8a479442b" providerId="LiveId" clId="{280C0565-1D83-401F-857C-49A7F7ED5C3C}" dt="2024-03-14T08:16:48.732" v="5246" actId="478"/>
          <ac:spMkLst>
            <pc:docMk/>
            <pc:sldMk cId="2402831192" sldId="602"/>
            <ac:spMk id="4" creationId="{4C7F7837-49DF-41D6-BE54-55C7E0217558}"/>
          </ac:spMkLst>
        </pc:spChg>
        <pc:spChg chg="add mod">
          <ac:chgData name="" userId="213e45b8a479442b" providerId="LiveId" clId="{280C0565-1D83-401F-857C-49A7F7ED5C3C}" dt="2024-03-14T08:16:59.714" v="5251" actId="20577"/>
          <ac:spMkLst>
            <pc:docMk/>
            <pc:sldMk cId="2402831192" sldId="602"/>
            <ac:spMk id="7" creationId="{163C3485-F5DF-4192-B367-EB4B6E6889D4}"/>
          </ac:spMkLst>
        </pc:spChg>
        <pc:spChg chg="mod">
          <ac:chgData name="" userId="213e45b8a479442b" providerId="LiveId" clId="{280C0565-1D83-401F-857C-49A7F7ED5C3C}" dt="2024-03-14T08:16:27.185" v="5242"/>
          <ac:spMkLst>
            <pc:docMk/>
            <pc:sldMk cId="2402831192" sldId="602"/>
            <ac:spMk id="8" creationId="{36177B38-43AB-4398-968B-448F8F0E5F49}"/>
          </ac:spMkLst>
        </pc:spChg>
        <pc:spChg chg="mod">
          <ac:chgData name="" userId="213e45b8a479442b" providerId="LiveId" clId="{280C0565-1D83-401F-857C-49A7F7ED5C3C}" dt="2024-03-14T12:17:01.620" v="5790" actId="20577"/>
          <ac:spMkLst>
            <pc:docMk/>
            <pc:sldMk cId="2402831192" sldId="602"/>
            <ac:spMk id="15" creationId="{64A43E5F-5B30-4EF3-85B7-F6DE59014DCB}"/>
          </ac:spMkLst>
        </pc:spChg>
      </pc:sldChg>
      <pc:sldChg chg="addSp delSp modSp add">
        <pc:chgData name="" userId="213e45b8a479442b" providerId="LiveId" clId="{280C0565-1D83-401F-857C-49A7F7ED5C3C}" dt="2024-03-16T01:34:44.676" v="9772"/>
        <pc:sldMkLst>
          <pc:docMk/>
          <pc:sldMk cId="2778025755" sldId="603"/>
        </pc:sldMkLst>
        <pc:spChg chg="mod">
          <ac:chgData name="" userId="213e45b8a479442b" providerId="LiveId" clId="{280C0565-1D83-401F-857C-49A7F7ED5C3C}" dt="2024-03-16T01:34:44.676" v="9772"/>
          <ac:spMkLst>
            <pc:docMk/>
            <pc:sldMk cId="2778025755" sldId="603"/>
            <ac:spMk id="2" creationId="{5888EE31-F44C-4034-8407-4C756F65702C}"/>
          </ac:spMkLst>
        </pc:spChg>
        <pc:spChg chg="mod">
          <ac:chgData name="" userId="213e45b8a479442b" providerId="LiveId" clId="{280C0565-1D83-401F-857C-49A7F7ED5C3C}" dt="2024-03-14T12:07:15.442" v="5678" actId="20577"/>
          <ac:spMkLst>
            <pc:docMk/>
            <pc:sldMk cId="2778025755" sldId="603"/>
            <ac:spMk id="3" creationId="{FC3DE994-F8E6-4715-916B-9859E1A19738}"/>
          </ac:spMkLst>
        </pc:spChg>
        <pc:spChg chg="add mod">
          <ac:chgData name="" userId="213e45b8a479442b" providerId="LiveId" clId="{280C0565-1D83-401F-857C-49A7F7ED5C3C}" dt="2024-03-14T12:15:22.391" v="5776" actId="2710"/>
          <ac:spMkLst>
            <pc:docMk/>
            <pc:sldMk cId="2778025755" sldId="603"/>
            <ac:spMk id="6" creationId="{2211650C-6EFF-4D1D-9A58-7EDFBB264C36}"/>
          </ac:spMkLst>
        </pc:spChg>
        <pc:spChg chg="del">
          <ac:chgData name="" userId="213e45b8a479442b" providerId="LiveId" clId="{280C0565-1D83-401F-857C-49A7F7ED5C3C}" dt="2024-03-14T12:05:20.161" v="5562" actId="478"/>
          <ac:spMkLst>
            <pc:docMk/>
            <pc:sldMk cId="2778025755" sldId="603"/>
            <ac:spMk id="15" creationId="{64A43E5F-5B30-4EF3-85B7-F6DE59014DCB}"/>
          </ac:spMkLst>
        </pc:spChg>
      </pc:sldChg>
      <pc:sldChg chg="addSp modSp add">
        <pc:chgData name="" userId="213e45b8a479442b" providerId="LiveId" clId="{280C0565-1D83-401F-857C-49A7F7ED5C3C}" dt="2024-03-16T01:34:44.676" v="9772"/>
        <pc:sldMkLst>
          <pc:docMk/>
          <pc:sldMk cId="738414285" sldId="604"/>
        </pc:sldMkLst>
        <pc:spChg chg="mod">
          <ac:chgData name="" userId="213e45b8a479442b" providerId="LiveId" clId="{280C0565-1D83-401F-857C-49A7F7ED5C3C}" dt="2024-03-16T01:34:44.676" v="9772"/>
          <ac:spMkLst>
            <pc:docMk/>
            <pc:sldMk cId="738414285" sldId="604"/>
            <ac:spMk id="2" creationId="{5888EE31-F44C-4034-8407-4C756F65702C}"/>
          </ac:spMkLst>
        </pc:spChg>
        <pc:spChg chg="mod">
          <ac:chgData name="" userId="213e45b8a479442b" providerId="LiveId" clId="{280C0565-1D83-401F-857C-49A7F7ED5C3C}" dt="2024-03-14T12:26:32.091" v="6007" actId="20577"/>
          <ac:spMkLst>
            <pc:docMk/>
            <pc:sldMk cId="738414285" sldId="604"/>
            <ac:spMk id="3" creationId="{FC3DE994-F8E6-4715-916B-9859E1A19738}"/>
          </ac:spMkLst>
        </pc:spChg>
        <pc:spChg chg="add mod">
          <ac:chgData name="" userId="213e45b8a479442b" providerId="LiveId" clId="{280C0565-1D83-401F-857C-49A7F7ED5C3C}" dt="2024-03-14T12:30:24.746" v="6122" actId="1076"/>
          <ac:spMkLst>
            <pc:docMk/>
            <pc:sldMk cId="738414285" sldId="604"/>
            <ac:spMk id="4" creationId="{F382FC27-9745-4307-85E4-29D61D9A9208}"/>
          </ac:spMkLst>
        </pc:spChg>
        <pc:spChg chg="add mod">
          <ac:chgData name="" userId="213e45b8a479442b" providerId="LiveId" clId="{280C0565-1D83-401F-857C-49A7F7ED5C3C}" dt="2024-03-14T12:30:47.057" v="6132" actId="1076"/>
          <ac:spMkLst>
            <pc:docMk/>
            <pc:sldMk cId="738414285" sldId="604"/>
            <ac:spMk id="6" creationId="{1C078BCC-4FB7-4017-A8FD-4639E62DEC64}"/>
          </ac:spMkLst>
        </pc:spChg>
        <pc:spChg chg="mod">
          <ac:chgData name="" userId="213e45b8a479442b" providerId="LiveId" clId="{280C0565-1D83-401F-857C-49A7F7ED5C3C}" dt="2024-03-14T12:30:16.619" v="6115" actId="6549"/>
          <ac:spMkLst>
            <pc:docMk/>
            <pc:sldMk cId="738414285" sldId="604"/>
            <ac:spMk id="15" creationId="{64A43E5F-5B30-4EF3-85B7-F6DE59014DCB}"/>
          </ac:spMkLst>
        </pc:spChg>
      </pc:sldChg>
      <pc:sldChg chg="delSp modSp add">
        <pc:chgData name="" userId="213e45b8a479442b" providerId="LiveId" clId="{280C0565-1D83-401F-857C-49A7F7ED5C3C}" dt="2024-03-16T01:34:44.676" v="9772"/>
        <pc:sldMkLst>
          <pc:docMk/>
          <pc:sldMk cId="3177763967" sldId="605"/>
        </pc:sldMkLst>
        <pc:spChg chg="mod">
          <ac:chgData name="" userId="213e45b8a479442b" providerId="LiveId" clId="{280C0565-1D83-401F-857C-49A7F7ED5C3C}" dt="2024-03-16T01:34:44.676" v="9772"/>
          <ac:spMkLst>
            <pc:docMk/>
            <pc:sldMk cId="3177763967" sldId="605"/>
            <ac:spMk id="2" creationId="{5888EE31-F44C-4034-8407-4C756F65702C}"/>
          </ac:spMkLst>
        </pc:spChg>
        <pc:spChg chg="mod">
          <ac:chgData name="" userId="213e45b8a479442b" providerId="LiveId" clId="{280C0565-1D83-401F-857C-49A7F7ED5C3C}" dt="2024-03-14T13:03:21.447" v="6851" actId="20577"/>
          <ac:spMkLst>
            <pc:docMk/>
            <pc:sldMk cId="3177763967" sldId="605"/>
            <ac:spMk id="3" creationId="{FC3DE994-F8E6-4715-916B-9859E1A19738}"/>
          </ac:spMkLst>
        </pc:spChg>
        <pc:spChg chg="del">
          <ac:chgData name="" userId="213e45b8a479442b" providerId="LiveId" clId="{280C0565-1D83-401F-857C-49A7F7ED5C3C}" dt="2024-03-14T12:34:34.170" v="6388" actId="478"/>
          <ac:spMkLst>
            <pc:docMk/>
            <pc:sldMk cId="3177763967" sldId="605"/>
            <ac:spMk id="6" creationId="{2211650C-6EFF-4D1D-9A58-7EDFBB264C36}"/>
          </ac:spMkLst>
        </pc:spChg>
        <pc:spChg chg="mod">
          <ac:chgData name="" userId="213e45b8a479442b" providerId="LiveId" clId="{280C0565-1D83-401F-857C-49A7F7ED5C3C}" dt="2024-03-14T12:32:18.553" v="6167" actId="20577"/>
          <ac:spMkLst>
            <pc:docMk/>
            <pc:sldMk cId="3177763967" sldId="605"/>
            <ac:spMk id="8" creationId="{36177B38-43AB-4398-968B-448F8F0E5F49}"/>
          </ac:spMkLst>
        </pc:spChg>
      </pc:sldChg>
      <pc:sldChg chg="modSp add">
        <pc:chgData name="" userId="213e45b8a479442b" providerId="LiveId" clId="{280C0565-1D83-401F-857C-49A7F7ED5C3C}" dt="2024-03-16T01:34:44.676" v="9772"/>
        <pc:sldMkLst>
          <pc:docMk/>
          <pc:sldMk cId="3221543284" sldId="606"/>
        </pc:sldMkLst>
        <pc:spChg chg="mod">
          <ac:chgData name="" userId="213e45b8a479442b" providerId="LiveId" clId="{280C0565-1D83-401F-857C-49A7F7ED5C3C}" dt="2024-03-16T01:34:44.676" v="9772"/>
          <ac:spMkLst>
            <pc:docMk/>
            <pc:sldMk cId="3221543284" sldId="606"/>
            <ac:spMk id="2" creationId="{5888EE31-F44C-4034-8407-4C756F65702C}"/>
          </ac:spMkLst>
        </pc:spChg>
        <pc:spChg chg="mod">
          <ac:chgData name="" userId="213e45b8a479442b" providerId="LiveId" clId="{280C0565-1D83-401F-857C-49A7F7ED5C3C}" dt="2024-03-14T12:55:56.001" v="6393" actId="20577"/>
          <ac:spMkLst>
            <pc:docMk/>
            <pc:sldMk cId="3221543284" sldId="606"/>
            <ac:spMk id="7" creationId="{163C3485-F5DF-4192-B367-EB4B6E6889D4}"/>
          </ac:spMkLst>
        </pc:spChg>
        <pc:spChg chg="mod">
          <ac:chgData name="" userId="213e45b8a479442b" providerId="LiveId" clId="{280C0565-1D83-401F-857C-49A7F7ED5C3C}" dt="2024-03-14T12:56:22.669" v="6398" actId="113"/>
          <ac:spMkLst>
            <pc:docMk/>
            <pc:sldMk cId="3221543284" sldId="606"/>
            <ac:spMk id="15" creationId="{64A43E5F-5B30-4EF3-85B7-F6DE59014DCB}"/>
          </ac:spMkLst>
        </pc:spChg>
      </pc:sldChg>
      <pc:sldChg chg="modSp add">
        <pc:chgData name="" userId="213e45b8a479442b" providerId="LiveId" clId="{280C0565-1D83-401F-857C-49A7F7ED5C3C}" dt="2024-03-16T01:34:44.676" v="9772"/>
        <pc:sldMkLst>
          <pc:docMk/>
          <pc:sldMk cId="2782518825" sldId="607"/>
        </pc:sldMkLst>
        <pc:spChg chg="mod">
          <ac:chgData name="" userId="213e45b8a479442b" providerId="LiveId" clId="{280C0565-1D83-401F-857C-49A7F7ED5C3C}" dt="2024-03-16T01:34:44.676" v="9772"/>
          <ac:spMkLst>
            <pc:docMk/>
            <pc:sldMk cId="2782518825" sldId="607"/>
            <ac:spMk id="2" creationId="{5888EE31-F44C-4034-8407-4C756F65702C}"/>
          </ac:spMkLst>
        </pc:spChg>
        <pc:spChg chg="mod">
          <ac:chgData name="" userId="213e45b8a479442b" providerId="LiveId" clId="{280C0565-1D83-401F-857C-49A7F7ED5C3C}" dt="2024-03-14T13:02:08.532" v="6778" actId="113"/>
          <ac:spMkLst>
            <pc:docMk/>
            <pc:sldMk cId="2782518825" sldId="607"/>
            <ac:spMk id="3" creationId="{FC3DE994-F8E6-4715-916B-9859E1A19738}"/>
          </ac:spMkLst>
        </pc:spChg>
      </pc:sldChg>
      <pc:sldChg chg="modSp add">
        <pc:chgData name="" userId="213e45b8a479442b" providerId="LiveId" clId="{280C0565-1D83-401F-857C-49A7F7ED5C3C}" dt="2024-03-16T01:34:44.676" v="9772"/>
        <pc:sldMkLst>
          <pc:docMk/>
          <pc:sldMk cId="3355725131" sldId="608"/>
        </pc:sldMkLst>
        <pc:spChg chg="mod">
          <ac:chgData name="" userId="213e45b8a479442b" providerId="LiveId" clId="{280C0565-1D83-401F-857C-49A7F7ED5C3C}" dt="2024-03-16T01:34:44.676" v="9772"/>
          <ac:spMkLst>
            <pc:docMk/>
            <pc:sldMk cId="3355725131" sldId="608"/>
            <ac:spMk id="2" creationId="{5888EE31-F44C-4034-8407-4C756F65702C}"/>
          </ac:spMkLst>
        </pc:spChg>
        <pc:spChg chg="mod">
          <ac:chgData name="" userId="213e45b8a479442b" providerId="LiveId" clId="{280C0565-1D83-401F-857C-49A7F7ED5C3C}" dt="2024-03-14T13:04:13.543" v="6858" actId="20577"/>
          <ac:spMkLst>
            <pc:docMk/>
            <pc:sldMk cId="3355725131" sldId="608"/>
            <ac:spMk id="7" creationId="{163C3485-F5DF-4192-B367-EB4B6E6889D4}"/>
          </ac:spMkLst>
        </pc:spChg>
        <pc:spChg chg="mod">
          <ac:chgData name="" userId="213e45b8a479442b" providerId="LiveId" clId="{280C0565-1D83-401F-857C-49A7F7ED5C3C}" dt="2024-03-14T13:48:19.105" v="7086"/>
          <ac:spMkLst>
            <pc:docMk/>
            <pc:sldMk cId="3355725131" sldId="608"/>
            <ac:spMk id="8" creationId="{36177B38-43AB-4398-968B-448F8F0E5F49}"/>
          </ac:spMkLst>
        </pc:spChg>
        <pc:spChg chg="mod">
          <ac:chgData name="" userId="213e45b8a479442b" providerId="LiveId" clId="{280C0565-1D83-401F-857C-49A7F7ED5C3C}" dt="2024-03-14T13:12:00.025" v="7070" actId="20577"/>
          <ac:spMkLst>
            <pc:docMk/>
            <pc:sldMk cId="3355725131" sldId="608"/>
            <ac:spMk id="15" creationId="{64A43E5F-5B30-4EF3-85B7-F6DE59014DCB}"/>
          </ac:spMkLst>
        </pc:spChg>
      </pc:sldChg>
      <pc:sldChg chg="modSp add">
        <pc:chgData name="" userId="213e45b8a479442b" providerId="LiveId" clId="{280C0565-1D83-401F-857C-49A7F7ED5C3C}" dt="2024-03-16T01:34:44.676" v="9772"/>
        <pc:sldMkLst>
          <pc:docMk/>
          <pc:sldMk cId="2456875464" sldId="609"/>
        </pc:sldMkLst>
        <pc:spChg chg="mod">
          <ac:chgData name="" userId="213e45b8a479442b" providerId="LiveId" clId="{280C0565-1D83-401F-857C-49A7F7ED5C3C}" dt="2024-03-16T01:34:44.676" v="9772"/>
          <ac:spMkLst>
            <pc:docMk/>
            <pc:sldMk cId="2456875464" sldId="609"/>
            <ac:spMk id="2" creationId="{5888EE31-F44C-4034-8407-4C756F65702C}"/>
          </ac:spMkLst>
        </pc:spChg>
        <pc:spChg chg="mod">
          <ac:chgData name="" userId="213e45b8a479442b" providerId="LiveId" clId="{280C0565-1D83-401F-857C-49A7F7ED5C3C}" dt="2024-03-14T13:48:21.162" v="7087"/>
          <ac:spMkLst>
            <pc:docMk/>
            <pc:sldMk cId="2456875464" sldId="609"/>
            <ac:spMk id="8" creationId="{36177B38-43AB-4398-968B-448F8F0E5F49}"/>
          </ac:spMkLst>
        </pc:spChg>
        <pc:spChg chg="mod">
          <ac:chgData name="" userId="213e45b8a479442b" providerId="LiveId" clId="{280C0565-1D83-401F-857C-49A7F7ED5C3C}" dt="2024-03-14T13:46:52.187" v="7085"/>
          <ac:spMkLst>
            <pc:docMk/>
            <pc:sldMk cId="2456875464" sldId="609"/>
            <ac:spMk id="15" creationId="{64A43E5F-5B30-4EF3-85B7-F6DE59014DCB}"/>
          </ac:spMkLst>
        </pc:spChg>
      </pc:sldChg>
      <pc:sldChg chg="modSp add">
        <pc:chgData name="" userId="213e45b8a479442b" providerId="LiveId" clId="{280C0565-1D83-401F-857C-49A7F7ED5C3C}" dt="2024-03-16T01:34:44.676" v="9772"/>
        <pc:sldMkLst>
          <pc:docMk/>
          <pc:sldMk cId="682326670" sldId="611"/>
        </pc:sldMkLst>
        <pc:spChg chg="mod">
          <ac:chgData name="" userId="213e45b8a479442b" providerId="LiveId" clId="{280C0565-1D83-401F-857C-49A7F7ED5C3C}" dt="2024-03-16T01:34:44.676" v="9772"/>
          <ac:spMkLst>
            <pc:docMk/>
            <pc:sldMk cId="682326670" sldId="611"/>
            <ac:spMk id="2" creationId="{5888EE31-F44C-4034-8407-4C756F65702C}"/>
          </ac:spMkLst>
        </pc:spChg>
        <pc:spChg chg="mod">
          <ac:chgData name="" userId="213e45b8a479442b" providerId="LiveId" clId="{280C0565-1D83-401F-857C-49A7F7ED5C3C}" dt="2024-03-14T13:53:45.926" v="7192" actId="20577"/>
          <ac:spMkLst>
            <pc:docMk/>
            <pc:sldMk cId="682326670" sldId="611"/>
            <ac:spMk id="7" creationId="{163C3485-F5DF-4192-B367-EB4B6E6889D4}"/>
          </ac:spMkLst>
        </pc:spChg>
        <pc:spChg chg="mod">
          <ac:chgData name="" userId="213e45b8a479442b" providerId="LiveId" clId="{280C0565-1D83-401F-857C-49A7F7ED5C3C}" dt="2024-03-14T13:53:41.131" v="7188"/>
          <ac:spMkLst>
            <pc:docMk/>
            <pc:sldMk cId="682326670" sldId="611"/>
            <ac:spMk id="8" creationId="{36177B38-43AB-4398-968B-448F8F0E5F49}"/>
          </ac:spMkLst>
        </pc:spChg>
      </pc:sldChg>
      <pc:sldChg chg="modSp add">
        <pc:chgData name="" userId="213e45b8a479442b" providerId="LiveId" clId="{280C0565-1D83-401F-857C-49A7F7ED5C3C}" dt="2024-03-16T01:34:44.676" v="9772"/>
        <pc:sldMkLst>
          <pc:docMk/>
          <pc:sldMk cId="4176025167" sldId="612"/>
        </pc:sldMkLst>
        <pc:spChg chg="mod">
          <ac:chgData name="" userId="213e45b8a479442b" providerId="LiveId" clId="{280C0565-1D83-401F-857C-49A7F7ED5C3C}" dt="2024-03-16T01:34:44.676" v="9772"/>
          <ac:spMkLst>
            <pc:docMk/>
            <pc:sldMk cId="4176025167" sldId="612"/>
            <ac:spMk id="2" creationId="{5888EE31-F44C-4034-8407-4C756F65702C}"/>
          </ac:spMkLst>
        </pc:spChg>
        <pc:spChg chg="mod">
          <ac:chgData name="" userId="213e45b8a479442b" providerId="LiveId" clId="{280C0565-1D83-401F-857C-49A7F7ED5C3C}" dt="2024-03-14T13:53:59.090" v="7197" actId="20577"/>
          <ac:spMkLst>
            <pc:docMk/>
            <pc:sldMk cId="4176025167" sldId="612"/>
            <ac:spMk id="7" creationId="{163C3485-F5DF-4192-B367-EB4B6E6889D4}"/>
          </ac:spMkLst>
        </pc:spChg>
        <pc:spChg chg="mod">
          <ac:chgData name="" userId="213e45b8a479442b" providerId="LiveId" clId="{280C0565-1D83-401F-857C-49A7F7ED5C3C}" dt="2024-03-14T13:53:54.237" v="7193"/>
          <ac:spMkLst>
            <pc:docMk/>
            <pc:sldMk cId="4176025167" sldId="612"/>
            <ac:spMk id="8" creationId="{36177B38-43AB-4398-968B-448F8F0E5F49}"/>
          </ac:spMkLst>
        </pc:spChg>
      </pc:sldChg>
      <pc:sldChg chg="modSp add">
        <pc:chgData name="" userId="213e45b8a479442b" providerId="LiveId" clId="{280C0565-1D83-401F-857C-49A7F7ED5C3C}" dt="2024-03-16T01:34:44.676" v="9772"/>
        <pc:sldMkLst>
          <pc:docMk/>
          <pc:sldMk cId="417991510" sldId="613"/>
        </pc:sldMkLst>
        <pc:spChg chg="mod">
          <ac:chgData name="" userId="213e45b8a479442b" providerId="LiveId" clId="{280C0565-1D83-401F-857C-49A7F7ED5C3C}" dt="2024-03-16T01:34:44.676" v="9772"/>
          <ac:spMkLst>
            <pc:docMk/>
            <pc:sldMk cId="417991510" sldId="613"/>
            <ac:spMk id="2" creationId="{5888EE31-F44C-4034-8407-4C756F65702C}"/>
          </ac:spMkLst>
        </pc:spChg>
        <pc:spChg chg="mod">
          <ac:chgData name="" userId="213e45b8a479442b" providerId="LiveId" clId="{280C0565-1D83-401F-857C-49A7F7ED5C3C}" dt="2024-03-14T13:51:13.674" v="7186" actId="20577"/>
          <ac:spMkLst>
            <pc:docMk/>
            <pc:sldMk cId="417991510" sldId="613"/>
            <ac:spMk id="3" creationId="{FC3DE994-F8E6-4715-916B-9859E1A19738}"/>
          </ac:spMkLst>
        </pc:spChg>
        <pc:spChg chg="mod">
          <ac:chgData name="" userId="213e45b8a479442b" providerId="LiveId" clId="{280C0565-1D83-401F-857C-49A7F7ED5C3C}" dt="2024-03-14T13:48:47.503" v="7090"/>
          <ac:spMkLst>
            <pc:docMk/>
            <pc:sldMk cId="417991510" sldId="613"/>
            <ac:spMk id="8" creationId="{36177B38-43AB-4398-968B-448F8F0E5F49}"/>
          </ac:spMkLst>
        </pc:spChg>
      </pc:sldChg>
      <pc:sldChg chg="modSp ord">
        <pc:chgData name="" userId="213e45b8a479442b" providerId="LiveId" clId="{280C0565-1D83-401F-857C-49A7F7ED5C3C}" dt="2024-03-16T01:34:44.676" v="9772"/>
        <pc:sldMkLst>
          <pc:docMk/>
          <pc:sldMk cId="3370103457" sldId="614"/>
        </pc:sldMkLst>
        <pc:spChg chg="mod">
          <ac:chgData name="" userId="213e45b8a479442b" providerId="LiveId" clId="{280C0565-1D83-401F-857C-49A7F7ED5C3C}" dt="2024-03-16T01:34:44.676" v="9772"/>
          <ac:spMkLst>
            <pc:docMk/>
            <pc:sldMk cId="3370103457" sldId="614"/>
            <ac:spMk id="2" creationId="{5888EE31-F44C-4034-8407-4C756F65702C}"/>
          </ac:spMkLst>
        </pc:spChg>
      </pc:sldChg>
      <pc:sldChg chg="modSp">
        <pc:chgData name="" userId="213e45b8a479442b" providerId="LiveId" clId="{280C0565-1D83-401F-857C-49A7F7ED5C3C}" dt="2024-03-16T01:34:44.676" v="9772"/>
        <pc:sldMkLst>
          <pc:docMk/>
          <pc:sldMk cId="3404091532" sldId="615"/>
        </pc:sldMkLst>
        <pc:spChg chg="mod">
          <ac:chgData name="" userId="213e45b8a479442b" providerId="LiveId" clId="{280C0565-1D83-401F-857C-49A7F7ED5C3C}" dt="2024-03-16T01:34:44.676" v="9772"/>
          <ac:spMkLst>
            <pc:docMk/>
            <pc:sldMk cId="3404091532" sldId="615"/>
            <ac:spMk id="2" creationId="{5888EE31-F44C-4034-8407-4C756F65702C}"/>
          </ac:spMkLst>
        </pc:spChg>
        <pc:spChg chg="mod">
          <ac:chgData name="" userId="213e45b8a479442b" providerId="LiveId" clId="{280C0565-1D83-401F-857C-49A7F7ED5C3C}" dt="2024-03-15T12:07:20.333" v="7533" actId="20577"/>
          <ac:spMkLst>
            <pc:docMk/>
            <pc:sldMk cId="3404091532" sldId="615"/>
            <ac:spMk id="10" creationId="{9C6296E6-A794-4A80-BB4E-0B46E3CFF61D}"/>
          </ac:spMkLst>
        </pc:spChg>
      </pc:sldChg>
      <pc:sldChg chg="addSp modSp add">
        <pc:chgData name="" userId="213e45b8a479442b" providerId="LiveId" clId="{280C0565-1D83-401F-857C-49A7F7ED5C3C}" dt="2024-03-16T01:34:44.676" v="9772"/>
        <pc:sldMkLst>
          <pc:docMk/>
          <pc:sldMk cId="2861786244" sldId="616"/>
        </pc:sldMkLst>
        <pc:spChg chg="mod">
          <ac:chgData name="" userId="213e45b8a479442b" providerId="LiveId" clId="{280C0565-1D83-401F-857C-49A7F7ED5C3C}" dt="2024-03-16T01:34:44.676" v="9772"/>
          <ac:spMkLst>
            <pc:docMk/>
            <pc:sldMk cId="2861786244" sldId="616"/>
            <ac:spMk id="2" creationId="{5888EE31-F44C-4034-8407-4C756F65702C}"/>
          </ac:spMkLst>
        </pc:spChg>
        <pc:spChg chg="mod">
          <ac:chgData name="" userId="213e45b8a479442b" providerId="LiveId" clId="{280C0565-1D83-401F-857C-49A7F7ED5C3C}" dt="2024-03-15T12:22:13.702" v="7753" actId="113"/>
          <ac:spMkLst>
            <pc:docMk/>
            <pc:sldMk cId="2861786244" sldId="616"/>
            <ac:spMk id="5" creationId="{D8143229-E431-4C34-958E-CD4130F5B982}"/>
          </ac:spMkLst>
        </pc:spChg>
        <pc:spChg chg="mod">
          <ac:chgData name="" userId="213e45b8a479442b" providerId="LiveId" clId="{280C0565-1D83-401F-857C-49A7F7ED5C3C}" dt="2024-03-15T12:08:24.142" v="7599" actId="14100"/>
          <ac:spMkLst>
            <pc:docMk/>
            <pc:sldMk cId="2861786244" sldId="616"/>
            <ac:spMk id="6" creationId="{F129E6B1-769D-4587-AFF6-EDD4A78458C0}"/>
          </ac:spMkLst>
        </pc:spChg>
        <pc:spChg chg="mod">
          <ac:chgData name="" userId="213e45b8a479442b" providerId="LiveId" clId="{280C0565-1D83-401F-857C-49A7F7ED5C3C}" dt="2024-03-15T12:07:42.247" v="7547" actId="6549"/>
          <ac:spMkLst>
            <pc:docMk/>
            <pc:sldMk cId="2861786244" sldId="616"/>
            <ac:spMk id="9" creationId="{2917175F-CAF6-46F0-9E16-ED22904F351D}"/>
          </ac:spMkLst>
        </pc:spChg>
        <pc:spChg chg="mod">
          <ac:chgData name="" userId="213e45b8a479442b" providerId="LiveId" clId="{280C0565-1D83-401F-857C-49A7F7ED5C3C}" dt="2024-03-15T12:23:26.170" v="7754" actId="1076"/>
          <ac:spMkLst>
            <pc:docMk/>
            <pc:sldMk cId="2861786244" sldId="616"/>
            <ac:spMk id="10" creationId="{9C6296E6-A794-4A80-BB4E-0B46E3CFF61D}"/>
          </ac:spMkLst>
        </pc:spChg>
        <pc:spChg chg="add mod">
          <ac:chgData name="" userId="213e45b8a479442b" providerId="LiveId" clId="{280C0565-1D83-401F-857C-49A7F7ED5C3C}" dt="2024-03-15T12:25:23.170" v="8028" actId="20577"/>
          <ac:spMkLst>
            <pc:docMk/>
            <pc:sldMk cId="2861786244" sldId="616"/>
            <ac:spMk id="11" creationId="{2BEBB1C8-F965-4BB9-8261-1BEEC33A54DB}"/>
          </ac:spMkLst>
        </pc:spChg>
      </pc:sldChg>
      <pc:sldChg chg="addSp delSp modSp add">
        <pc:chgData name="" userId="213e45b8a479442b" providerId="LiveId" clId="{280C0565-1D83-401F-857C-49A7F7ED5C3C}" dt="2024-03-15T12:20:06.528" v="7748" actId="20577"/>
        <pc:sldMkLst>
          <pc:docMk/>
          <pc:sldMk cId="164261366" sldId="617"/>
        </pc:sldMkLst>
        <pc:spChg chg="del">
          <ac:chgData name="" userId="213e45b8a479442b" providerId="LiveId" clId="{280C0565-1D83-401F-857C-49A7F7ED5C3C}" dt="2024-03-15T12:18:23.835" v="7601" actId="478"/>
          <ac:spMkLst>
            <pc:docMk/>
            <pc:sldMk cId="164261366" sldId="617"/>
            <ac:spMk id="2" creationId="{5888EE31-F44C-4034-8407-4C756F65702C}"/>
          </ac:spMkLst>
        </pc:spChg>
        <pc:spChg chg="del">
          <ac:chgData name="" userId="213e45b8a479442b" providerId="LiveId" clId="{280C0565-1D83-401F-857C-49A7F7ED5C3C}" dt="2024-03-15T12:18:32.828" v="7604" actId="478"/>
          <ac:spMkLst>
            <pc:docMk/>
            <pc:sldMk cId="164261366" sldId="617"/>
            <ac:spMk id="3" creationId="{FC3DE994-F8E6-4715-916B-9859E1A19738}"/>
          </ac:spMkLst>
        </pc:spChg>
        <pc:spChg chg="del">
          <ac:chgData name="" userId="213e45b8a479442b" providerId="LiveId" clId="{280C0565-1D83-401F-857C-49A7F7ED5C3C}" dt="2024-03-15T12:18:39.870" v="7608" actId="478"/>
          <ac:spMkLst>
            <pc:docMk/>
            <pc:sldMk cId="164261366" sldId="617"/>
            <ac:spMk id="5" creationId="{D8143229-E431-4C34-958E-CD4130F5B982}"/>
          </ac:spMkLst>
        </pc:spChg>
        <pc:spChg chg="del">
          <ac:chgData name="" userId="213e45b8a479442b" providerId="LiveId" clId="{280C0565-1D83-401F-857C-49A7F7ED5C3C}" dt="2024-03-15T12:18:36.023" v="7606" actId="478"/>
          <ac:spMkLst>
            <pc:docMk/>
            <pc:sldMk cId="164261366" sldId="617"/>
            <ac:spMk id="6" creationId="{F129E6B1-769D-4587-AFF6-EDD4A78458C0}"/>
          </ac:spMkLst>
        </pc:spChg>
        <pc:spChg chg="add mod">
          <ac:chgData name="" userId="213e45b8a479442b" providerId="LiveId" clId="{280C0565-1D83-401F-857C-49A7F7ED5C3C}" dt="2024-03-15T12:18:56.737" v="7632" actId="1076"/>
          <ac:spMkLst>
            <pc:docMk/>
            <pc:sldMk cId="164261366" sldId="617"/>
            <ac:spMk id="7" creationId="{30168437-79D3-4C96-BDCF-2AA002ECBFDD}"/>
          </ac:spMkLst>
        </pc:spChg>
        <pc:spChg chg="del mod">
          <ac:chgData name="" userId="213e45b8a479442b" providerId="LiveId" clId="{280C0565-1D83-401F-857C-49A7F7ED5C3C}" dt="2024-03-15T12:18:28.218" v="7603" actId="478"/>
          <ac:spMkLst>
            <pc:docMk/>
            <pc:sldMk cId="164261366" sldId="617"/>
            <ac:spMk id="8" creationId="{36177B38-43AB-4398-968B-448F8F0E5F49}"/>
          </ac:spMkLst>
        </pc:spChg>
        <pc:spChg chg="del">
          <ac:chgData name="" userId="213e45b8a479442b" providerId="LiveId" clId="{280C0565-1D83-401F-857C-49A7F7ED5C3C}" dt="2024-03-15T12:18:34.844" v="7605" actId="478"/>
          <ac:spMkLst>
            <pc:docMk/>
            <pc:sldMk cId="164261366" sldId="617"/>
            <ac:spMk id="9" creationId="{2917175F-CAF6-46F0-9E16-ED22904F351D}"/>
          </ac:spMkLst>
        </pc:spChg>
        <pc:spChg chg="del">
          <ac:chgData name="" userId="213e45b8a479442b" providerId="LiveId" clId="{280C0565-1D83-401F-857C-49A7F7ED5C3C}" dt="2024-03-15T12:18:42.548" v="7609" actId="478"/>
          <ac:spMkLst>
            <pc:docMk/>
            <pc:sldMk cId="164261366" sldId="617"/>
            <ac:spMk id="10" creationId="{9C6296E6-A794-4A80-BB4E-0B46E3CFF61D}"/>
          </ac:spMkLst>
        </pc:spChg>
        <pc:spChg chg="add mod">
          <ac:chgData name="" userId="213e45b8a479442b" providerId="LiveId" clId="{280C0565-1D83-401F-857C-49A7F7ED5C3C}" dt="2024-03-15T12:20:06.528" v="7748" actId="20577"/>
          <ac:spMkLst>
            <pc:docMk/>
            <pc:sldMk cId="164261366" sldId="617"/>
            <ac:spMk id="11" creationId="{18CB6FDE-891D-43DB-80C0-7BE9E7C5742D}"/>
          </ac:spMkLst>
        </pc:spChg>
      </pc:sldChg>
      <pc:sldChg chg="addSp modSp add">
        <pc:chgData name="" userId="213e45b8a479442b" providerId="LiveId" clId="{280C0565-1D83-401F-857C-49A7F7ED5C3C}" dt="2024-03-16T01:34:44.676" v="9772"/>
        <pc:sldMkLst>
          <pc:docMk/>
          <pc:sldMk cId="859501381" sldId="618"/>
        </pc:sldMkLst>
        <pc:spChg chg="mod">
          <ac:chgData name="" userId="213e45b8a479442b" providerId="LiveId" clId="{280C0565-1D83-401F-857C-49A7F7ED5C3C}" dt="2024-03-16T01:34:44.676" v="9772"/>
          <ac:spMkLst>
            <pc:docMk/>
            <pc:sldMk cId="859501381" sldId="618"/>
            <ac:spMk id="2" creationId="{5888EE31-F44C-4034-8407-4C756F65702C}"/>
          </ac:spMkLst>
        </pc:spChg>
        <pc:spChg chg="add mod">
          <ac:chgData name="" userId="213e45b8a479442b" providerId="LiveId" clId="{280C0565-1D83-401F-857C-49A7F7ED5C3C}" dt="2024-03-15T12:46:01.724" v="8479" actId="14100"/>
          <ac:spMkLst>
            <pc:docMk/>
            <pc:sldMk cId="859501381" sldId="618"/>
            <ac:spMk id="6" creationId="{2CABFC05-E49C-45B7-95E5-A96C3607DCA7}"/>
          </ac:spMkLst>
        </pc:spChg>
        <pc:spChg chg="mod">
          <ac:chgData name="" userId="213e45b8a479442b" providerId="LiveId" clId="{280C0565-1D83-401F-857C-49A7F7ED5C3C}" dt="2024-03-15T12:39:02.328" v="8035" actId="20577"/>
          <ac:spMkLst>
            <pc:docMk/>
            <pc:sldMk cId="859501381" sldId="618"/>
            <ac:spMk id="7" creationId="{163C3485-F5DF-4192-B367-EB4B6E6889D4}"/>
          </ac:spMkLst>
        </pc:spChg>
        <pc:spChg chg="mod">
          <ac:chgData name="" userId="213e45b8a479442b" providerId="LiveId" clId="{280C0565-1D83-401F-857C-49A7F7ED5C3C}" dt="2024-03-15T12:43:51.537" v="8265" actId="207"/>
          <ac:spMkLst>
            <pc:docMk/>
            <pc:sldMk cId="859501381" sldId="618"/>
            <ac:spMk id="15" creationId="{64A43E5F-5B30-4EF3-85B7-F6DE59014DCB}"/>
          </ac:spMkLst>
        </pc:spChg>
      </pc:sldChg>
      <pc:sldChg chg="modSp add">
        <pc:chgData name="" userId="213e45b8a479442b" providerId="LiveId" clId="{280C0565-1D83-401F-857C-49A7F7ED5C3C}" dt="2024-03-16T01:34:44.676" v="9772"/>
        <pc:sldMkLst>
          <pc:docMk/>
          <pc:sldMk cId="3181207034" sldId="619"/>
        </pc:sldMkLst>
        <pc:spChg chg="mod">
          <ac:chgData name="" userId="213e45b8a479442b" providerId="LiveId" clId="{280C0565-1D83-401F-857C-49A7F7ED5C3C}" dt="2024-03-16T01:34:44.676" v="9772"/>
          <ac:spMkLst>
            <pc:docMk/>
            <pc:sldMk cId="3181207034" sldId="619"/>
            <ac:spMk id="2" creationId="{5888EE31-F44C-4034-8407-4C756F65702C}"/>
          </ac:spMkLst>
        </pc:spChg>
        <pc:spChg chg="mod">
          <ac:chgData name="" userId="213e45b8a479442b" providerId="LiveId" clId="{280C0565-1D83-401F-857C-49A7F7ED5C3C}" dt="2024-03-15T13:37:10.194" v="8482" actId="14100"/>
          <ac:spMkLst>
            <pc:docMk/>
            <pc:sldMk cId="3181207034" sldId="619"/>
            <ac:spMk id="6" creationId="{2CABFC05-E49C-45B7-95E5-A96C3607DCA7}"/>
          </ac:spMkLst>
        </pc:spChg>
        <pc:spChg chg="mod">
          <ac:chgData name="" userId="213e45b8a479442b" providerId="LiveId" clId="{280C0565-1D83-401F-857C-49A7F7ED5C3C}" dt="2024-03-15T12:45:01.276" v="8281" actId="113"/>
          <ac:spMkLst>
            <pc:docMk/>
            <pc:sldMk cId="3181207034" sldId="619"/>
            <ac:spMk id="15" creationId="{64A43E5F-5B30-4EF3-85B7-F6DE59014DCB}"/>
          </ac:spMkLst>
        </pc:spChg>
      </pc:sldChg>
      <pc:sldChg chg="addSp delSp modSp add">
        <pc:chgData name="" userId="213e45b8a479442b" providerId="LiveId" clId="{280C0565-1D83-401F-857C-49A7F7ED5C3C}" dt="2024-03-16T01:04:26.493" v="8751" actId="14100"/>
        <pc:sldMkLst>
          <pc:docMk/>
          <pc:sldMk cId="4270708178" sldId="620"/>
        </pc:sldMkLst>
        <pc:spChg chg="mod">
          <ac:chgData name="" userId="213e45b8a479442b" providerId="LiveId" clId="{280C0565-1D83-401F-857C-49A7F7ED5C3C}" dt="2024-03-15T13:47:58.881" v="8498" actId="20577"/>
          <ac:spMkLst>
            <pc:docMk/>
            <pc:sldMk cId="4270708178" sldId="620"/>
            <ac:spMk id="2" creationId="{5888EE31-F44C-4034-8407-4C756F65702C}"/>
          </ac:spMkLst>
        </pc:spChg>
        <pc:spChg chg="del">
          <ac:chgData name="" userId="213e45b8a479442b" providerId="LiveId" clId="{280C0565-1D83-401F-857C-49A7F7ED5C3C}" dt="2024-03-15T13:49:40.026" v="8519" actId="478"/>
          <ac:spMkLst>
            <pc:docMk/>
            <pc:sldMk cId="4270708178" sldId="620"/>
            <ac:spMk id="6" creationId="{2CABFC05-E49C-45B7-95E5-A96C3607DCA7}"/>
          </ac:spMkLst>
        </pc:spChg>
        <pc:spChg chg="add mod">
          <ac:chgData name="" userId="213e45b8a479442b" providerId="LiveId" clId="{280C0565-1D83-401F-857C-49A7F7ED5C3C}" dt="2024-03-16T01:04:13.048" v="8749" actId="1076"/>
          <ac:spMkLst>
            <pc:docMk/>
            <pc:sldMk cId="4270708178" sldId="620"/>
            <ac:spMk id="6" creationId="{5A02754F-9457-4B3C-9D2D-CC67AB992B22}"/>
          </ac:spMkLst>
        </pc:spChg>
        <pc:spChg chg="del">
          <ac:chgData name="" userId="213e45b8a479442b" providerId="LiveId" clId="{280C0565-1D83-401F-857C-49A7F7ED5C3C}" dt="2024-03-15T13:49:44.751" v="8521" actId="478"/>
          <ac:spMkLst>
            <pc:docMk/>
            <pc:sldMk cId="4270708178" sldId="620"/>
            <ac:spMk id="7" creationId="{163C3485-F5DF-4192-B367-EB4B6E6889D4}"/>
          </ac:spMkLst>
        </pc:spChg>
        <pc:spChg chg="mod">
          <ac:chgData name="" userId="213e45b8a479442b" providerId="LiveId" clId="{280C0565-1D83-401F-857C-49A7F7ED5C3C}" dt="2024-03-15T13:52:40.073" v="8736" actId="20577"/>
          <ac:spMkLst>
            <pc:docMk/>
            <pc:sldMk cId="4270708178" sldId="620"/>
            <ac:spMk id="8" creationId="{36177B38-43AB-4398-968B-448F8F0E5F49}"/>
          </ac:spMkLst>
        </pc:spChg>
        <pc:spChg chg="del">
          <ac:chgData name="" userId="213e45b8a479442b" providerId="LiveId" clId="{280C0565-1D83-401F-857C-49A7F7ED5C3C}" dt="2024-03-15T13:49:42.502" v="8520" actId="478"/>
          <ac:spMkLst>
            <pc:docMk/>
            <pc:sldMk cId="4270708178" sldId="620"/>
            <ac:spMk id="15" creationId="{64A43E5F-5B30-4EF3-85B7-F6DE59014DCB}"/>
          </ac:spMkLst>
        </pc:spChg>
        <pc:picChg chg="add mod">
          <ac:chgData name="" userId="213e45b8a479442b" providerId="LiveId" clId="{280C0565-1D83-401F-857C-49A7F7ED5C3C}" dt="2024-03-16T01:04:26.493" v="8751" actId="14100"/>
          <ac:picMkLst>
            <pc:docMk/>
            <pc:sldMk cId="4270708178" sldId="620"/>
            <ac:picMk id="3" creationId="{C938777B-A121-41C3-9892-F756D8C21C23}"/>
          </ac:picMkLst>
        </pc:picChg>
        <pc:picChg chg="add del mod">
          <ac:chgData name="" userId="213e45b8a479442b" providerId="LiveId" clId="{280C0565-1D83-401F-857C-49A7F7ED5C3C}" dt="2024-03-16T01:04:16.932" v="8750" actId="478"/>
          <ac:picMkLst>
            <pc:docMk/>
            <pc:sldMk cId="4270708178" sldId="620"/>
            <ac:picMk id="1026" creationId="{CEA25638-A022-4272-BE0B-65267A043948}"/>
          </ac:picMkLst>
        </pc:picChg>
      </pc:sldChg>
      <pc:sldChg chg="modSp add">
        <pc:chgData name="" userId="213e45b8a479442b" providerId="LiveId" clId="{280C0565-1D83-401F-857C-49A7F7ED5C3C}" dt="2024-03-16T01:14:39.539" v="9171" actId="20577"/>
        <pc:sldMkLst>
          <pc:docMk/>
          <pc:sldMk cId="2397847887" sldId="621"/>
        </pc:sldMkLst>
        <pc:spChg chg="mod">
          <ac:chgData name="" userId="213e45b8a479442b" providerId="LiveId" clId="{280C0565-1D83-401F-857C-49A7F7ED5C3C}" dt="2024-03-16T01:09:36.803" v="8989" actId="20577"/>
          <ac:spMkLst>
            <pc:docMk/>
            <pc:sldMk cId="2397847887" sldId="621"/>
            <ac:spMk id="6" creationId="{5A02754F-9457-4B3C-9D2D-CC67AB992B22}"/>
          </ac:spMkLst>
        </pc:spChg>
        <pc:spChg chg="mod">
          <ac:chgData name="" userId="213e45b8a479442b" providerId="LiveId" clId="{280C0565-1D83-401F-857C-49A7F7ED5C3C}" dt="2024-03-16T01:14:39.539" v="9171" actId="20577"/>
          <ac:spMkLst>
            <pc:docMk/>
            <pc:sldMk cId="2397847887" sldId="621"/>
            <ac:spMk id="8" creationId="{36177B38-43AB-4398-968B-448F8F0E5F49}"/>
          </ac:spMkLst>
        </pc:spChg>
        <pc:picChg chg="mod">
          <ac:chgData name="" userId="213e45b8a479442b" providerId="LiveId" clId="{280C0565-1D83-401F-857C-49A7F7ED5C3C}" dt="2024-03-16T01:09:28.258" v="8981" actId="1076"/>
          <ac:picMkLst>
            <pc:docMk/>
            <pc:sldMk cId="2397847887" sldId="621"/>
            <ac:picMk id="3" creationId="{C938777B-A121-41C3-9892-F756D8C21C23}"/>
          </ac:picMkLst>
        </pc:picChg>
      </pc:sldChg>
      <pc:sldChg chg="addSp delSp modSp add">
        <pc:chgData name="" userId="213e45b8a479442b" providerId="LiveId" clId="{280C0565-1D83-401F-857C-49A7F7ED5C3C}" dt="2024-03-17T06:29:34.776" v="14511" actId="6549"/>
        <pc:sldMkLst>
          <pc:docMk/>
          <pc:sldMk cId="4262740222" sldId="622"/>
        </pc:sldMkLst>
        <pc:spChg chg="del">
          <ac:chgData name="" userId="213e45b8a479442b" providerId="LiveId" clId="{280C0565-1D83-401F-857C-49A7F7ED5C3C}" dt="2024-03-16T01:15:09.475" v="9200" actId="478"/>
          <ac:spMkLst>
            <pc:docMk/>
            <pc:sldMk cId="4262740222" sldId="622"/>
            <ac:spMk id="6" creationId="{5A02754F-9457-4B3C-9D2D-CC67AB992B22}"/>
          </ac:spMkLst>
        </pc:spChg>
        <pc:spChg chg="add mod">
          <ac:chgData name="" userId="213e45b8a479442b" providerId="LiveId" clId="{280C0565-1D83-401F-857C-49A7F7ED5C3C}" dt="2024-03-16T04:13:20.645" v="13115" actId="14100"/>
          <ac:spMkLst>
            <pc:docMk/>
            <pc:sldMk cId="4262740222" sldId="622"/>
            <ac:spMk id="7" creationId="{00F20A43-E836-4B04-ADCD-F6929B1383C6}"/>
          </ac:spMkLst>
        </pc:spChg>
        <pc:spChg chg="mod">
          <ac:chgData name="" userId="213e45b8a479442b" providerId="LiveId" clId="{280C0565-1D83-401F-857C-49A7F7ED5C3C}" dt="2024-03-16T04:18:19.346" v="13125" actId="12"/>
          <ac:spMkLst>
            <pc:docMk/>
            <pc:sldMk cId="4262740222" sldId="622"/>
            <ac:spMk id="8" creationId="{36177B38-43AB-4398-968B-448F8F0E5F49}"/>
          </ac:spMkLst>
        </pc:spChg>
        <pc:spChg chg="add del">
          <ac:chgData name="" userId="213e45b8a479442b" providerId="LiveId" clId="{280C0565-1D83-401F-857C-49A7F7ED5C3C}" dt="2024-03-16T01:20:45.594" v="9595"/>
          <ac:spMkLst>
            <pc:docMk/>
            <pc:sldMk cId="4262740222" sldId="622"/>
            <ac:spMk id="9" creationId="{4A1FA10F-7225-4520-87D7-806796E4A566}"/>
          </ac:spMkLst>
        </pc:spChg>
        <pc:spChg chg="add mod">
          <ac:chgData name="" userId="213e45b8a479442b" providerId="LiveId" clId="{280C0565-1D83-401F-857C-49A7F7ED5C3C}" dt="2024-03-17T06:29:34.776" v="14511" actId="6549"/>
          <ac:spMkLst>
            <pc:docMk/>
            <pc:sldMk cId="4262740222" sldId="622"/>
            <ac:spMk id="9" creationId="{7E863F7F-0340-409A-AFD0-BD8C6557A63C}"/>
          </ac:spMkLst>
        </pc:spChg>
        <pc:spChg chg="add mod">
          <ac:chgData name="" userId="213e45b8a479442b" providerId="LiveId" clId="{280C0565-1D83-401F-857C-49A7F7ED5C3C}" dt="2024-03-17T06:28:58.315" v="14453" actId="20577"/>
          <ac:spMkLst>
            <pc:docMk/>
            <pc:sldMk cId="4262740222" sldId="622"/>
            <ac:spMk id="10" creationId="{29482B24-9F19-43F3-977E-DC5A2EB3286F}"/>
          </ac:spMkLst>
        </pc:spChg>
        <pc:spChg chg="add mod">
          <ac:chgData name="" userId="213e45b8a479442b" providerId="LiveId" clId="{280C0565-1D83-401F-857C-49A7F7ED5C3C}" dt="2024-03-16T01:29:00.055" v="9723" actId="20577"/>
          <ac:spMkLst>
            <pc:docMk/>
            <pc:sldMk cId="4262740222" sldId="622"/>
            <ac:spMk id="11" creationId="{9CB23EDF-3DD3-4237-97C6-4FB039CCE3D9}"/>
          </ac:spMkLst>
        </pc:spChg>
        <pc:picChg chg="del">
          <ac:chgData name="" userId="213e45b8a479442b" providerId="LiveId" clId="{280C0565-1D83-401F-857C-49A7F7ED5C3C}" dt="2024-03-16T01:15:07.312" v="9199" actId="478"/>
          <ac:picMkLst>
            <pc:docMk/>
            <pc:sldMk cId="4262740222" sldId="622"/>
            <ac:picMk id="3" creationId="{C938777B-A121-41C3-9892-F756D8C21C23}"/>
          </ac:picMkLst>
        </pc:picChg>
      </pc:sldChg>
      <pc:sldChg chg="delSp modSp add">
        <pc:chgData name="" userId="213e45b8a479442b" providerId="LiveId" clId="{280C0565-1D83-401F-857C-49A7F7ED5C3C}" dt="2024-03-16T01:48:45.677" v="10897" actId="20577"/>
        <pc:sldMkLst>
          <pc:docMk/>
          <pc:sldMk cId="1102328016" sldId="624"/>
        </pc:sldMkLst>
        <pc:spChg chg="mod">
          <ac:chgData name="" userId="213e45b8a479442b" providerId="LiveId" clId="{280C0565-1D83-401F-857C-49A7F7ED5C3C}" dt="2024-03-16T01:48:45.677" v="10897" actId="20577"/>
          <ac:spMkLst>
            <pc:docMk/>
            <pc:sldMk cId="1102328016" sldId="624"/>
            <ac:spMk id="3" creationId="{FC3DE994-F8E6-4715-916B-9859E1A19738}"/>
          </ac:spMkLst>
        </pc:spChg>
        <pc:spChg chg="mod">
          <ac:chgData name="" userId="213e45b8a479442b" providerId="LiveId" clId="{280C0565-1D83-401F-857C-49A7F7ED5C3C}" dt="2024-03-16T01:35:25.926" v="9800" actId="20577"/>
          <ac:spMkLst>
            <pc:docMk/>
            <pc:sldMk cId="1102328016" sldId="624"/>
            <ac:spMk id="8" creationId="{36177B38-43AB-4398-968B-448F8F0E5F49}"/>
          </ac:spMkLst>
        </pc:spChg>
        <pc:spChg chg="del">
          <ac:chgData name="" userId="213e45b8a479442b" providerId="LiveId" clId="{280C0565-1D83-401F-857C-49A7F7ED5C3C}" dt="2024-03-16T01:35:54.697" v="9818" actId="478"/>
          <ac:spMkLst>
            <pc:docMk/>
            <pc:sldMk cId="1102328016" sldId="624"/>
            <ac:spMk id="10" creationId="{4D9CDC4E-E5FC-4827-898E-896C4F0AE55E}"/>
          </ac:spMkLst>
        </pc:spChg>
      </pc:sldChg>
      <pc:sldChg chg="addSp modSp add">
        <pc:chgData name="" userId="213e45b8a479442b" providerId="LiveId" clId="{280C0565-1D83-401F-857C-49A7F7ED5C3C}" dt="2024-03-16T01:58:35.239" v="11823" actId="1076"/>
        <pc:sldMkLst>
          <pc:docMk/>
          <pc:sldMk cId="4287735949" sldId="625"/>
        </pc:sldMkLst>
        <pc:spChg chg="mod">
          <ac:chgData name="" userId="213e45b8a479442b" providerId="LiveId" clId="{280C0565-1D83-401F-857C-49A7F7ED5C3C}" dt="2024-03-16T01:57:45.827" v="11814" actId="20577"/>
          <ac:spMkLst>
            <pc:docMk/>
            <pc:sldMk cId="4287735949" sldId="625"/>
            <ac:spMk id="3" creationId="{FC3DE994-F8E6-4715-916B-9859E1A19738}"/>
          </ac:spMkLst>
        </pc:spChg>
        <pc:spChg chg="add mod">
          <ac:chgData name="" userId="213e45b8a479442b" providerId="LiveId" clId="{280C0565-1D83-401F-857C-49A7F7ED5C3C}" dt="2024-03-16T01:58:35.239" v="11823" actId="1076"/>
          <ac:spMkLst>
            <pc:docMk/>
            <pc:sldMk cId="4287735949" sldId="625"/>
            <ac:spMk id="4" creationId="{CFAB3442-F56F-4E4C-9B5F-C80CEC1F4C53}"/>
          </ac:spMkLst>
        </pc:spChg>
      </pc:sldChg>
      <pc:sldChg chg="modSp add">
        <pc:chgData name="" userId="213e45b8a479442b" providerId="LiveId" clId="{280C0565-1D83-401F-857C-49A7F7ED5C3C}" dt="2024-03-16T01:55:34.051" v="11641" actId="20577"/>
        <pc:sldMkLst>
          <pc:docMk/>
          <pc:sldMk cId="3398423999" sldId="626"/>
        </pc:sldMkLst>
        <pc:spChg chg="mod">
          <ac:chgData name="" userId="213e45b8a479442b" providerId="LiveId" clId="{280C0565-1D83-401F-857C-49A7F7ED5C3C}" dt="2024-03-16T01:55:34.051" v="11641" actId="20577"/>
          <ac:spMkLst>
            <pc:docMk/>
            <pc:sldMk cId="3398423999" sldId="626"/>
            <ac:spMk id="3" creationId="{FC3DE994-F8E6-4715-916B-9859E1A19738}"/>
          </ac:spMkLst>
        </pc:spChg>
      </pc:sldChg>
      <pc:sldChg chg="add">
        <pc:chgData name="" userId="213e45b8a479442b" providerId="LiveId" clId="{280C0565-1D83-401F-857C-49A7F7ED5C3C}" dt="2024-03-16T01:55:48.012" v="11642"/>
        <pc:sldMkLst>
          <pc:docMk/>
          <pc:sldMk cId="615297258" sldId="627"/>
        </pc:sldMkLst>
      </pc:sldChg>
      <pc:sldChg chg="add">
        <pc:chgData name="" userId="213e45b8a479442b" providerId="LiveId" clId="{280C0565-1D83-401F-857C-49A7F7ED5C3C}" dt="2024-03-16T01:58:42.918" v="11824"/>
        <pc:sldMkLst>
          <pc:docMk/>
          <pc:sldMk cId="3320655588" sldId="628"/>
        </pc:sldMkLst>
      </pc:sldChg>
      <pc:sldChg chg="addSp delSp modSp add modAnim">
        <pc:chgData name="" userId="213e45b8a479442b" providerId="LiveId" clId="{280C0565-1D83-401F-857C-49A7F7ED5C3C}" dt="2024-03-16T02:22:19.181" v="13050" actId="113"/>
        <pc:sldMkLst>
          <pc:docMk/>
          <pc:sldMk cId="3181779752" sldId="629"/>
        </pc:sldMkLst>
        <pc:spChg chg="mod">
          <ac:chgData name="" userId="213e45b8a479442b" providerId="LiveId" clId="{280C0565-1D83-401F-857C-49A7F7ED5C3C}" dt="2024-03-16T02:22:19.181" v="13050" actId="113"/>
          <ac:spMkLst>
            <pc:docMk/>
            <pc:sldMk cId="3181779752" sldId="629"/>
            <ac:spMk id="3" creationId="{FC3DE994-F8E6-4715-916B-9859E1A19738}"/>
          </ac:spMkLst>
        </pc:spChg>
        <pc:spChg chg="del">
          <ac:chgData name="" userId="213e45b8a479442b" providerId="LiveId" clId="{280C0565-1D83-401F-857C-49A7F7ED5C3C}" dt="2024-03-16T01:59:22.052" v="11847" actId="478"/>
          <ac:spMkLst>
            <pc:docMk/>
            <pc:sldMk cId="3181779752" sldId="629"/>
            <ac:spMk id="4" creationId="{CFAB3442-F56F-4E4C-9B5F-C80CEC1F4C53}"/>
          </ac:spMkLst>
        </pc:spChg>
        <pc:spChg chg="add mod">
          <ac:chgData name="" userId="213e45b8a479442b" providerId="LiveId" clId="{280C0565-1D83-401F-857C-49A7F7ED5C3C}" dt="2024-03-16T02:21:40.912" v="13040" actId="113"/>
          <ac:spMkLst>
            <pc:docMk/>
            <pc:sldMk cId="3181779752" sldId="629"/>
            <ac:spMk id="6" creationId="{8E92DD04-D744-44AA-AF25-2D5444174CB9}"/>
          </ac:spMkLst>
        </pc:spChg>
        <pc:spChg chg="add mod">
          <ac:chgData name="" userId="213e45b8a479442b" providerId="LiveId" clId="{280C0565-1D83-401F-857C-49A7F7ED5C3C}" dt="2024-03-16T02:07:16.278" v="12090" actId="14100"/>
          <ac:spMkLst>
            <pc:docMk/>
            <pc:sldMk cId="3181779752" sldId="629"/>
            <ac:spMk id="7" creationId="{678D74DA-F8BA-4711-8D19-E37B62F51B66}"/>
          </ac:spMkLst>
        </pc:spChg>
        <pc:spChg chg="add mod">
          <ac:chgData name="" userId="213e45b8a479442b" providerId="LiveId" clId="{280C0565-1D83-401F-857C-49A7F7ED5C3C}" dt="2024-03-16T02:21:46.874" v="13043" actId="113"/>
          <ac:spMkLst>
            <pc:docMk/>
            <pc:sldMk cId="3181779752" sldId="629"/>
            <ac:spMk id="9" creationId="{318CACFB-B879-4748-8610-C5FC05275E59}"/>
          </ac:spMkLst>
        </pc:spChg>
        <pc:spChg chg="add mod">
          <ac:chgData name="" userId="213e45b8a479442b" providerId="LiveId" clId="{280C0565-1D83-401F-857C-49A7F7ED5C3C}" dt="2024-03-16T02:20:23.240" v="13024" actId="1076"/>
          <ac:spMkLst>
            <pc:docMk/>
            <pc:sldMk cId="3181779752" sldId="629"/>
            <ac:spMk id="10" creationId="{2D0DFE50-2FDF-4300-BC37-9DABD0843C51}"/>
          </ac:spMkLst>
        </pc:spChg>
      </pc:sldChg>
      <pc:sldChg chg="delSp modSp add">
        <pc:chgData name="" userId="213e45b8a479442b" providerId="LiveId" clId="{280C0565-1D83-401F-857C-49A7F7ED5C3C}" dt="2024-03-16T02:21:26.223" v="13034" actId="113"/>
        <pc:sldMkLst>
          <pc:docMk/>
          <pc:sldMk cId="829031420" sldId="630"/>
        </pc:sldMkLst>
        <pc:spChg chg="mod">
          <ac:chgData name="" userId="213e45b8a479442b" providerId="LiveId" clId="{280C0565-1D83-401F-857C-49A7F7ED5C3C}" dt="2024-03-16T02:12:55.362" v="12221" actId="6549"/>
          <ac:spMkLst>
            <pc:docMk/>
            <pc:sldMk cId="829031420" sldId="630"/>
            <ac:spMk id="3" creationId="{FC3DE994-F8E6-4715-916B-9859E1A19738}"/>
          </ac:spMkLst>
        </pc:spChg>
        <pc:spChg chg="del">
          <ac:chgData name="" userId="213e45b8a479442b" providerId="LiveId" clId="{280C0565-1D83-401F-857C-49A7F7ED5C3C}" dt="2024-03-16T02:12:52.365" v="12220" actId="478"/>
          <ac:spMkLst>
            <pc:docMk/>
            <pc:sldMk cId="829031420" sldId="630"/>
            <ac:spMk id="6" creationId="{8E92DD04-D744-44AA-AF25-2D5444174CB9}"/>
          </ac:spMkLst>
        </pc:spChg>
        <pc:spChg chg="del">
          <ac:chgData name="" userId="213e45b8a479442b" providerId="LiveId" clId="{280C0565-1D83-401F-857C-49A7F7ED5C3C}" dt="2024-03-16T02:13:02.047" v="12223" actId="478"/>
          <ac:spMkLst>
            <pc:docMk/>
            <pc:sldMk cId="829031420" sldId="630"/>
            <ac:spMk id="7" creationId="{678D74DA-F8BA-4711-8D19-E37B62F51B66}"/>
          </ac:spMkLst>
        </pc:spChg>
        <pc:spChg chg="mod">
          <ac:chgData name="" userId="213e45b8a479442b" providerId="LiveId" clId="{280C0565-1D83-401F-857C-49A7F7ED5C3C}" dt="2024-03-16T02:21:26.223" v="13034" actId="113"/>
          <ac:spMkLst>
            <pc:docMk/>
            <pc:sldMk cId="829031420" sldId="630"/>
            <ac:spMk id="9" creationId="{318CACFB-B879-4748-8610-C5FC05275E59}"/>
          </ac:spMkLst>
        </pc:spChg>
      </pc:sldChg>
      <pc:sldChg chg="addSp delSp modSp add">
        <pc:chgData name="" userId="213e45b8a479442b" providerId="LiveId" clId="{280C0565-1D83-401F-857C-49A7F7ED5C3C}" dt="2024-03-17T06:29:40.305" v="14514" actId="20577"/>
        <pc:sldMkLst>
          <pc:docMk/>
          <pc:sldMk cId="1323392317" sldId="632"/>
        </pc:sldMkLst>
        <pc:spChg chg="add mod">
          <ac:chgData name="" userId="213e45b8a479442b" providerId="LiveId" clId="{280C0565-1D83-401F-857C-49A7F7ED5C3C}" dt="2024-03-17T06:29:40.305" v="14514" actId="20577"/>
          <ac:spMkLst>
            <pc:docMk/>
            <pc:sldMk cId="1323392317" sldId="632"/>
            <ac:spMk id="6" creationId="{A22A091C-5DA3-4D3B-B0E3-32AAA538A416}"/>
          </ac:spMkLst>
        </pc:spChg>
        <pc:spChg chg="del">
          <ac:chgData name="" userId="213e45b8a479442b" providerId="LiveId" clId="{280C0565-1D83-401F-857C-49A7F7ED5C3C}" dt="2024-03-16T12:50:16.308" v="13498" actId="478"/>
          <ac:spMkLst>
            <pc:docMk/>
            <pc:sldMk cId="1323392317" sldId="632"/>
            <ac:spMk id="7" creationId="{00F20A43-E836-4B04-ADCD-F6929B1383C6}"/>
          </ac:spMkLst>
        </pc:spChg>
        <pc:spChg chg="mod">
          <ac:chgData name="" userId="213e45b8a479442b" providerId="LiveId" clId="{280C0565-1D83-401F-857C-49A7F7ED5C3C}" dt="2024-03-16T15:00:24.878" v="13626" actId="20577"/>
          <ac:spMkLst>
            <pc:docMk/>
            <pc:sldMk cId="1323392317" sldId="632"/>
            <ac:spMk id="8" creationId="{36177B38-43AB-4398-968B-448F8F0E5F49}"/>
          </ac:spMkLst>
        </pc:spChg>
        <pc:spChg chg="mod">
          <ac:chgData name="" userId="213e45b8a479442b" providerId="LiveId" clId="{280C0565-1D83-401F-857C-49A7F7ED5C3C}" dt="2024-03-16T15:02:44.100" v="13818" actId="20577"/>
          <ac:spMkLst>
            <pc:docMk/>
            <pc:sldMk cId="1323392317" sldId="632"/>
            <ac:spMk id="10" creationId="{29482B24-9F19-43F3-977E-DC5A2EB3286F}"/>
          </ac:spMkLst>
        </pc:spChg>
        <pc:spChg chg="mod">
          <ac:chgData name="" userId="213e45b8a479442b" providerId="LiveId" clId="{280C0565-1D83-401F-857C-49A7F7ED5C3C}" dt="2024-03-16T12:50:04.370" v="13495" actId="113"/>
          <ac:spMkLst>
            <pc:docMk/>
            <pc:sldMk cId="1323392317" sldId="632"/>
            <ac:spMk id="11" creationId="{9CB23EDF-3DD3-4237-97C6-4FB039CCE3D9}"/>
          </ac:spMkLst>
        </pc:spChg>
      </pc:sldChg>
      <pc:sldChg chg="addSp modSp add">
        <pc:chgData name="" userId="213e45b8a479442b" providerId="LiveId" clId="{280C0565-1D83-401F-857C-49A7F7ED5C3C}" dt="2024-03-17T06:29:53.282" v="14519" actId="20577"/>
        <pc:sldMkLst>
          <pc:docMk/>
          <pc:sldMk cId="156117477" sldId="633"/>
        </pc:sldMkLst>
        <pc:spChg chg="add mod">
          <ac:chgData name="" userId="213e45b8a479442b" providerId="LiveId" clId="{280C0565-1D83-401F-857C-49A7F7ED5C3C}" dt="2024-03-16T15:08:24.511" v="14113" actId="113"/>
          <ac:spMkLst>
            <pc:docMk/>
            <pc:sldMk cId="156117477" sldId="633"/>
            <ac:spMk id="6" creationId="{811D262C-A9FC-4AB7-B1C6-A9811113B331}"/>
          </ac:spMkLst>
        </pc:spChg>
        <pc:spChg chg="add mod">
          <ac:chgData name="" userId="213e45b8a479442b" providerId="LiveId" clId="{280C0565-1D83-401F-857C-49A7F7ED5C3C}" dt="2024-03-17T06:29:53.282" v="14519" actId="20577"/>
          <ac:spMkLst>
            <pc:docMk/>
            <pc:sldMk cId="156117477" sldId="633"/>
            <ac:spMk id="7" creationId="{7B20669E-4ACC-4B18-A347-E6326A51A796}"/>
          </ac:spMkLst>
        </pc:spChg>
        <pc:spChg chg="mod">
          <ac:chgData name="" userId="213e45b8a479442b" providerId="LiveId" clId="{280C0565-1D83-401F-857C-49A7F7ED5C3C}" dt="2024-03-16T15:02:08.397" v="13800" actId="20577"/>
          <ac:spMkLst>
            <pc:docMk/>
            <pc:sldMk cId="156117477" sldId="633"/>
            <ac:spMk id="8" creationId="{36177B38-43AB-4398-968B-448F8F0E5F49}"/>
          </ac:spMkLst>
        </pc:spChg>
        <pc:spChg chg="mod">
          <ac:chgData name="" userId="213e45b8a479442b" providerId="LiveId" clId="{280C0565-1D83-401F-857C-49A7F7ED5C3C}" dt="2024-03-16T15:08:09.796" v="14109" actId="1076"/>
          <ac:spMkLst>
            <pc:docMk/>
            <pc:sldMk cId="156117477" sldId="633"/>
            <ac:spMk id="10" creationId="{29482B24-9F19-43F3-977E-DC5A2EB3286F}"/>
          </ac:spMkLst>
        </pc:spChg>
        <pc:spChg chg="mod">
          <ac:chgData name="" userId="213e45b8a479442b" providerId="LiveId" clId="{280C0565-1D83-401F-857C-49A7F7ED5C3C}" dt="2024-03-16T15:08:46.838" v="14118" actId="1076"/>
          <ac:spMkLst>
            <pc:docMk/>
            <pc:sldMk cId="156117477" sldId="633"/>
            <ac:spMk id="11" creationId="{9CB23EDF-3DD3-4237-97C6-4FB039CCE3D9}"/>
          </ac:spMkLst>
        </pc:spChg>
      </pc:sldChg>
      <pc:sldChg chg="addSp delSp modSp add">
        <pc:chgData name="" userId="213e45b8a479442b" providerId="LiveId" clId="{280C0565-1D83-401F-857C-49A7F7ED5C3C}" dt="2024-03-17T06:47:11.688" v="15030" actId="14100"/>
        <pc:sldMkLst>
          <pc:docMk/>
          <pc:sldMk cId="1668661885" sldId="634"/>
        </pc:sldMkLst>
        <pc:spChg chg="mod">
          <ac:chgData name="" userId="213e45b8a479442b" providerId="LiveId" clId="{280C0565-1D83-401F-857C-49A7F7ED5C3C}" dt="2024-03-17T06:47:08.979" v="15029" actId="14100"/>
          <ac:spMkLst>
            <pc:docMk/>
            <pc:sldMk cId="1668661885" sldId="634"/>
            <ac:spMk id="6" creationId="{811D262C-A9FC-4AB7-B1C6-A9811113B331}"/>
          </ac:spMkLst>
        </pc:spChg>
        <pc:spChg chg="add mod">
          <ac:chgData name="" userId="213e45b8a479442b" providerId="LiveId" clId="{280C0565-1D83-401F-857C-49A7F7ED5C3C}" dt="2024-03-17T06:47:06.460" v="15028" actId="1076"/>
          <ac:spMkLst>
            <pc:docMk/>
            <pc:sldMk cId="1668661885" sldId="634"/>
            <ac:spMk id="7" creationId="{F1D98D54-66A4-4355-A67E-A5D389F9424C}"/>
          </ac:spMkLst>
        </pc:spChg>
        <pc:spChg chg="mod">
          <ac:chgData name="" userId="213e45b8a479442b" providerId="LiveId" clId="{280C0565-1D83-401F-857C-49A7F7ED5C3C}" dt="2024-03-17T06:46:57.037" v="15027" actId="20577"/>
          <ac:spMkLst>
            <pc:docMk/>
            <pc:sldMk cId="1668661885" sldId="634"/>
            <ac:spMk id="8" creationId="{36177B38-43AB-4398-968B-448F8F0E5F49}"/>
          </ac:spMkLst>
        </pc:spChg>
        <pc:spChg chg="del">
          <ac:chgData name="" userId="213e45b8a479442b" providerId="LiveId" clId="{280C0565-1D83-401F-857C-49A7F7ED5C3C}" dt="2024-03-17T06:31:40.728" v="14524" actId="478"/>
          <ac:spMkLst>
            <pc:docMk/>
            <pc:sldMk cId="1668661885" sldId="634"/>
            <ac:spMk id="10" creationId="{29482B24-9F19-43F3-977E-DC5A2EB3286F}"/>
          </ac:spMkLst>
        </pc:spChg>
        <pc:spChg chg="mod">
          <ac:chgData name="" userId="213e45b8a479442b" providerId="LiveId" clId="{280C0565-1D83-401F-857C-49A7F7ED5C3C}" dt="2024-03-17T06:47:11.688" v="15030" actId="14100"/>
          <ac:spMkLst>
            <pc:docMk/>
            <pc:sldMk cId="1668661885" sldId="634"/>
            <ac:spMk id="11" creationId="{9CB23EDF-3DD3-4237-97C6-4FB039CCE3D9}"/>
          </ac:spMkLst>
        </pc:spChg>
      </pc:sldChg>
      <pc:sldChg chg="modSp add">
        <pc:chgData name="" userId="213e45b8a479442b" providerId="LiveId" clId="{280C0565-1D83-401F-857C-49A7F7ED5C3C}" dt="2024-03-17T06:48:21.842" v="15110" actId="20577"/>
        <pc:sldMkLst>
          <pc:docMk/>
          <pc:sldMk cId="20949502" sldId="635"/>
        </pc:sldMkLst>
        <pc:spChg chg="mod">
          <ac:chgData name="" userId="213e45b8a479442b" providerId="LiveId" clId="{280C0565-1D83-401F-857C-49A7F7ED5C3C}" dt="2024-03-17T06:47:18.918" v="15032" actId="1076"/>
          <ac:spMkLst>
            <pc:docMk/>
            <pc:sldMk cId="20949502" sldId="635"/>
            <ac:spMk id="6" creationId="{811D262C-A9FC-4AB7-B1C6-A9811113B331}"/>
          </ac:spMkLst>
        </pc:spChg>
        <pc:spChg chg="mod">
          <ac:chgData name="" userId="213e45b8a479442b" providerId="LiveId" clId="{280C0565-1D83-401F-857C-49A7F7ED5C3C}" dt="2024-03-17T06:47:27.127" v="15034" actId="1076"/>
          <ac:spMkLst>
            <pc:docMk/>
            <pc:sldMk cId="20949502" sldId="635"/>
            <ac:spMk id="7" creationId="{F1D98D54-66A4-4355-A67E-A5D389F9424C}"/>
          </ac:spMkLst>
        </pc:spChg>
        <pc:spChg chg="mod">
          <ac:chgData name="" userId="213e45b8a479442b" providerId="LiveId" clId="{280C0565-1D83-401F-857C-49A7F7ED5C3C}" dt="2024-03-17T06:44:59.320" v="14992" actId="20577"/>
          <ac:spMkLst>
            <pc:docMk/>
            <pc:sldMk cId="20949502" sldId="635"/>
            <ac:spMk id="8" creationId="{36177B38-43AB-4398-968B-448F8F0E5F49}"/>
          </ac:spMkLst>
        </pc:spChg>
        <pc:spChg chg="mod">
          <ac:chgData name="" userId="213e45b8a479442b" providerId="LiveId" clId="{280C0565-1D83-401F-857C-49A7F7ED5C3C}" dt="2024-03-17T06:48:21.842" v="15110" actId="20577"/>
          <ac:spMkLst>
            <pc:docMk/>
            <pc:sldMk cId="20949502" sldId="635"/>
            <ac:spMk id="11" creationId="{9CB23EDF-3DD3-4237-97C6-4FB039CCE3D9}"/>
          </ac:spMkLst>
        </pc:spChg>
      </pc:sldChg>
      <pc:sldChg chg="addSp delSp modSp add">
        <pc:chgData name="" userId="213e45b8a479442b" providerId="LiveId" clId="{280C0565-1D83-401F-857C-49A7F7ED5C3C}" dt="2024-03-17T07:04:28.013" v="15662" actId="20577"/>
        <pc:sldMkLst>
          <pc:docMk/>
          <pc:sldMk cId="1980848031" sldId="636"/>
        </pc:sldMkLst>
        <pc:spChg chg="mod">
          <ac:chgData name="" userId="213e45b8a479442b" providerId="LiveId" clId="{280C0565-1D83-401F-857C-49A7F7ED5C3C}" dt="2024-03-17T07:00:42.738" v="15439" actId="20577"/>
          <ac:spMkLst>
            <pc:docMk/>
            <pc:sldMk cId="1980848031" sldId="636"/>
            <ac:spMk id="2" creationId="{5888EE31-F44C-4034-8407-4C756F65702C}"/>
          </ac:spMkLst>
        </pc:spChg>
        <pc:spChg chg="del">
          <ac:chgData name="" userId="213e45b8a479442b" providerId="LiveId" clId="{280C0565-1D83-401F-857C-49A7F7ED5C3C}" dt="2024-03-17T06:48:49.775" v="15120" actId="478"/>
          <ac:spMkLst>
            <pc:docMk/>
            <pc:sldMk cId="1980848031" sldId="636"/>
            <ac:spMk id="6" creationId="{811D262C-A9FC-4AB7-B1C6-A9811113B331}"/>
          </ac:spMkLst>
        </pc:spChg>
        <pc:spChg chg="del">
          <ac:chgData name="" userId="213e45b8a479442b" providerId="LiveId" clId="{280C0565-1D83-401F-857C-49A7F7ED5C3C}" dt="2024-03-17T06:48:53.898" v="15122" actId="478"/>
          <ac:spMkLst>
            <pc:docMk/>
            <pc:sldMk cId="1980848031" sldId="636"/>
            <ac:spMk id="7" creationId="{F1D98D54-66A4-4355-A67E-A5D389F9424C}"/>
          </ac:spMkLst>
        </pc:spChg>
        <pc:spChg chg="mod">
          <ac:chgData name="" userId="213e45b8a479442b" providerId="LiveId" clId="{280C0565-1D83-401F-857C-49A7F7ED5C3C}" dt="2024-03-17T07:04:28.013" v="15662" actId="20577"/>
          <ac:spMkLst>
            <pc:docMk/>
            <pc:sldMk cId="1980848031" sldId="636"/>
            <ac:spMk id="8" creationId="{36177B38-43AB-4398-968B-448F8F0E5F49}"/>
          </ac:spMkLst>
        </pc:spChg>
        <pc:spChg chg="add mod">
          <ac:chgData name="" userId="213e45b8a479442b" providerId="LiveId" clId="{280C0565-1D83-401F-857C-49A7F7ED5C3C}" dt="2024-03-17T07:03:24.050" v="15530" actId="1076"/>
          <ac:spMkLst>
            <pc:docMk/>
            <pc:sldMk cId="1980848031" sldId="636"/>
            <ac:spMk id="9" creationId="{4CC540BF-FFFA-4E70-902B-232F25443795}"/>
          </ac:spMkLst>
        </pc:spChg>
        <pc:spChg chg="add mod">
          <ac:chgData name="" userId="213e45b8a479442b" providerId="LiveId" clId="{280C0565-1D83-401F-857C-49A7F7ED5C3C}" dt="2024-03-17T07:03:31.011" v="15549" actId="1076"/>
          <ac:spMkLst>
            <pc:docMk/>
            <pc:sldMk cId="1980848031" sldId="636"/>
            <ac:spMk id="10" creationId="{2C704B08-43F4-4B4A-9C46-6ED0940E9556}"/>
          </ac:spMkLst>
        </pc:spChg>
        <pc:spChg chg="del">
          <ac:chgData name="" userId="213e45b8a479442b" providerId="LiveId" clId="{280C0565-1D83-401F-857C-49A7F7ED5C3C}" dt="2024-03-17T06:48:51.697" v="15121" actId="478"/>
          <ac:spMkLst>
            <pc:docMk/>
            <pc:sldMk cId="1980848031" sldId="636"/>
            <ac:spMk id="11" creationId="{9CB23EDF-3DD3-4237-97C6-4FB039CCE3D9}"/>
          </ac:spMkLst>
        </pc:spChg>
      </pc:sldChg>
    </pc:docChg>
  </pc:docChgLst>
  <pc:docChgLst>
    <pc:chgData name="John Hu" userId="213e45b8a479442b" providerId="LiveId" clId="{464149D3-95DE-448A-BFE1-A0D8B9969414}"/>
    <pc:docChg chg="undo redo custSel addSld delSld modSld sldOrd">
      <pc:chgData name="John Hu" userId="213e45b8a479442b" providerId="LiveId" clId="{464149D3-95DE-448A-BFE1-A0D8B9969414}" dt="2025-03-30T04:35:32.114" v="13732" actId="478"/>
      <pc:docMkLst>
        <pc:docMk/>
      </pc:docMkLst>
      <pc:sldChg chg="modSp mod">
        <pc:chgData name="John Hu" userId="213e45b8a479442b" providerId="LiveId" clId="{464149D3-95DE-448A-BFE1-A0D8B9969414}" dt="2025-02-25T01:21:10.517" v="13" actId="20577"/>
        <pc:sldMkLst>
          <pc:docMk/>
          <pc:sldMk cId="1475978079" sldId="423"/>
        </pc:sldMkLst>
        <pc:spChg chg="mod">
          <ac:chgData name="John Hu" userId="213e45b8a479442b" providerId="LiveId" clId="{464149D3-95DE-448A-BFE1-A0D8B9969414}" dt="2025-02-25T01:21:10.517" v="13" actId="20577"/>
          <ac:spMkLst>
            <pc:docMk/>
            <pc:sldMk cId="1475978079" sldId="423"/>
            <ac:spMk id="2" creationId="{5888EE31-F44C-4034-8407-4C756F65702C}"/>
          </ac:spMkLst>
        </pc:spChg>
        <pc:spChg chg="mod">
          <ac:chgData name="John Hu" userId="213e45b8a479442b" providerId="LiveId" clId="{464149D3-95DE-448A-BFE1-A0D8B9969414}" dt="2025-02-25T01:21:02.644" v="7" actId="20577"/>
          <ac:spMkLst>
            <pc:docMk/>
            <pc:sldMk cId="1475978079" sldId="423"/>
            <ac:spMk id="4" creationId="{4BE336E7-1B7A-4CD3-8250-6D8126346509}"/>
          </ac:spMkLst>
        </pc:spChg>
      </pc:sldChg>
      <pc:sldChg chg="addSp delSp modSp mod">
        <pc:chgData name="John Hu" userId="213e45b8a479442b" providerId="LiveId" clId="{464149D3-95DE-448A-BFE1-A0D8B9969414}" dt="2025-03-30T04:35:32.114" v="13732" actId="478"/>
        <pc:sldMkLst>
          <pc:docMk/>
          <pc:sldMk cId="2256634334" sldId="427"/>
        </pc:sldMkLst>
        <pc:spChg chg="mod">
          <ac:chgData name="John Hu" userId="213e45b8a479442b" providerId="LiveId" clId="{464149D3-95DE-448A-BFE1-A0D8B9969414}" dt="2025-02-25T01:21:17.177" v="14"/>
          <ac:spMkLst>
            <pc:docMk/>
            <pc:sldMk cId="2256634334" sldId="427"/>
            <ac:spMk id="2" creationId="{5888EE31-F44C-4034-8407-4C756F65702C}"/>
          </ac:spMkLst>
        </pc:spChg>
        <pc:spChg chg="mod">
          <ac:chgData name="John Hu" userId="213e45b8a479442b" providerId="LiveId" clId="{464149D3-95DE-448A-BFE1-A0D8B9969414}" dt="2025-03-24T06:54:29.765" v="9569"/>
          <ac:spMkLst>
            <pc:docMk/>
            <pc:sldMk cId="2256634334" sldId="427"/>
            <ac:spMk id="3" creationId="{30F0AC51-4500-404D-B030-4FE49D08C651}"/>
          </ac:spMkLst>
        </pc:spChg>
        <pc:spChg chg="mod">
          <ac:chgData name="John Hu" userId="213e45b8a479442b" providerId="LiveId" clId="{464149D3-95DE-448A-BFE1-A0D8B9969414}" dt="2025-03-24T06:54:29.765" v="9569"/>
          <ac:spMkLst>
            <pc:docMk/>
            <pc:sldMk cId="2256634334" sldId="427"/>
            <ac:spMk id="4" creationId="{D5373E77-AFF8-4BD6-8E08-6B50A2AE86B2}"/>
          </ac:spMkLst>
        </pc:spChg>
        <pc:spChg chg="mod">
          <ac:chgData name="John Hu" userId="213e45b8a479442b" providerId="LiveId" clId="{464149D3-95DE-448A-BFE1-A0D8B9969414}" dt="2025-03-24T06:54:29.765" v="9569"/>
          <ac:spMkLst>
            <pc:docMk/>
            <pc:sldMk cId="2256634334" sldId="427"/>
            <ac:spMk id="5" creationId="{1D1DB04B-4013-4417-8672-E23B01AD4889}"/>
          </ac:spMkLst>
        </pc:spChg>
        <pc:spChg chg="mod">
          <ac:chgData name="John Hu" userId="213e45b8a479442b" providerId="LiveId" clId="{464149D3-95DE-448A-BFE1-A0D8B9969414}" dt="2025-03-24T06:54:29.765" v="9569"/>
          <ac:spMkLst>
            <pc:docMk/>
            <pc:sldMk cId="2256634334" sldId="427"/>
            <ac:spMk id="6" creationId="{981A77B7-054B-4C3E-AA9B-8611E9DFB4A3}"/>
          </ac:spMkLst>
        </pc:spChg>
        <pc:spChg chg="mod">
          <ac:chgData name="John Hu" userId="213e45b8a479442b" providerId="LiveId" clId="{464149D3-95DE-448A-BFE1-A0D8B9969414}" dt="2025-03-24T06:54:29.765" v="9569"/>
          <ac:spMkLst>
            <pc:docMk/>
            <pc:sldMk cId="2256634334" sldId="427"/>
            <ac:spMk id="8" creationId="{36177B38-43AB-4398-968B-448F8F0E5F49}"/>
          </ac:spMkLst>
        </pc:spChg>
        <pc:spChg chg="add mod">
          <ac:chgData name="John Hu" userId="213e45b8a479442b" providerId="LiveId" clId="{464149D3-95DE-448A-BFE1-A0D8B9969414}" dt="2025-03-24T06:54:29.765" v="9569"/>
          <ac:spMkLst>
            <pc:docMk/>
            <pc:sldMk cId="2256634334" sldId="427"/>
            <ac:spMk id="9" creationId="{2235D401-6F86-4AD7-BC98-10715AF4F499}"/>
          </ac:spMkLst>
        </pc:spChg>
        <pc:spChg chg="add del mod">
          <ac:chgData name="John Hu" userId="213e45b8a479442b" providerId="LiveId" clId="{464149D3-95DE-448A-BFE1-A0D8B9969414}" dt="2025-03-30T04:35:32.114" v="13732" actId="478"/>
          <ac:spMkLst>
            <pc:docMk/>
            <pc:sldMk cId="2256634334" sldId="427"/>
            <ac:spMk id="10" creationId="{0E3E8F9B-9D6D-46CD-83EE-97636F129C56}"/>
          </ac:spMkLst>
        </pc:spChg>
      </pc:sldChg>
      <pc:sldChg chg="addSp delSp modSp mod">
        <pc:chgData name="John Hu" userId="213e45b8a479442b" providerId="LiveId" clId="{464149D3-95DE-448A-BFE1-A0D8B9969414}" dt="2025-03-10T06:47:49.059" v="3663" actId="20577"/>
        <pc:sldMkLst>
          <pc:docMk/>
          <pc:sldMk cId="2378383801" sldId="429"/>
        </pc:sldMkLst>
        <pc:spChg chg="mod">
          <ac:chgData name="John Hu" userId="213e45b8a479442b" providerId="LiveId" clId="{464149D3-95DE-448A-BFE1-A0D8B9969414}" dt="2025-03-10T06:47:49.059" v="3663" actId="20577"/>
          <ac:spMkLst>
            <pc:docMk/>
            <pc:sldMk cId="2378383801" sldId="429"/>
            <ac:spMk id="3" creationId="{FC3DE994-F8E6-4715-916B-9859E1A19738}"/>
          </ac:spMkLst>
        </pc:spChg>
        <pc:spChg chg="del">
          <ac:chgData name="John Hu" userId="213e45b8a479442b" providerId="LiveId" clId="{464149D3-95DE-448A-BFE1-A0D8B9969414}" dt="2025-02-25T01:22:51.903" v="27" actId="478"/>
          <ac:spMkLst>
            <pc:docMk/>
            <pc:sldMk cId="2378383801" sldId="429"/>
            <ac:spMk id="7" creationId="{39E314E7-1C9E-498E-A297-D3E756D9C4D6}"/>
          </ac:spMkLst>
        </pc:spChg>
        <pc:spChg chg="mod">
          <ac:chgData name="John Hu" userId="213e45b8a479442b" providerId="LiveId" clId="{464149D3-95DE-448A-BFE1-A0D8B9969414}" dt="2025-02-25T01:21:26.096" v="15"/>
          <ac:spMkLst>
            <pc:docMk/>
            <pc:sldMk cId="2378383801" sldId="429"/>
            <ac:spMk id="8" creationId="{36177B38-43AB-4398-968B-448F8F0E5F49}"/>
          </ac:spMkLst>
        </pc:spChg>
        <pc:picChg chg="add mod">
          <ac:chgData name="John Hu" userId="213e45b8a479442b" providerId="LiveId" clId="{464149D3-95DE-448A-BFE1-A0D8B9969414}" dt="2025-03-10T00:50:14.160" v="2718" actId="1076"/>
          <ac:picMkLst>
            <pc:docMk/>
            <pc:sldMk cId="2378383801" sldId="429"/>
            <ac:picMk id="1026" creationId="{CB900CC0-19A9-41FE-876E-1EE92B49A418}"/>
          </ac:picMkLst>
        </pc:picChg>
      </pc:sldChg>
      <pc:sldChg chg="addSp modSp mod">
        <pc:chgData name="John Hu" userId="213e45b8a479442b" providerId="LiveId" clId="{464149D3-95DE-448A-BFE1-A0D8B9969414}" dt="2025-02-25T06:40:01.410" v="657" actId="1076"/>
        <pc:sldMkLst>
          <pc:docMk/>
          <pc:sldMk cId="3144623804" sldId="579"/>
        </pc:sldMkLst>
        <pc:spChg chg="mod">
          <ac:chgData name="John Hu" userId="213e45b8a479442b" providerId="LiveId" clId="{464149D3-95DE-448A-BFE1-A0D8B9969414}" dt="2025-02-25T06:39:28.089" v="651" actId="21"/>
          <ac:spMkLst>
            <pc:docMk/>
            <pc:sldMk cId="3144623804" sldId="579"/>
            <ac:spMk id="3" creationId="{FC3DE994-F8E6-4715-916B-9859E1A19738}"/>
          </ac:spMkLst>
        </pc:spChg>
        <pc:spChg chg="add mod">
          <ac:chgData name="John Hu" userId="213e45b8a479442b" providerId="LiveId" clId="{464149D3-95DE-448A-BFE1-A0D8B9969414}" dt="2025-02-25T06:39:40.664" v="655" actId="1076"/>
          <ac:spMkLst>
            <pc:docMk/>
            <pc:sldMk cId="3144623804" sldId="579"/>
            <ac:spMk id="6" creationId="{C98F5938-E0D6-4E9A-A7C8-81E6E4718416}"/>
          </ac:spMkLst>
        </pc:spChg>
        <pc:picChg chg="add mod ord">
          <ac:chgData name="John Hu" userId="213e45b8a479442b" providerId="LiveId" clId="{464149D3-95DE-448A-BFE1-A0D8B9969414}" dt="2025-02-25T06:40:01.410" v="657" actId="1076"/>
          <ac:picMkLst>
            <pc:docMk/>
            <pc:sldMk cId="3144623804" sldId="579"/>
            <ac:picMk id="5" creationId="{F37B8E1B-1A62-4566-A292-62F7A1AC0183}"/>
          </ac:picMkLst>
        </pc:picChg>
      </pc:sldChg>
      <pc:sldChg chg="addSp modSp del mod ord">
        <pc:chgData name="John Hu" userId="213e45b8a479442b" providerId="LiveId" clId="{464149D3-95DE-448A-BFE1-A0D8B9969414}" dt="2025-02-25T06:38:59.411" v="647" actId="47"/>
        <pc:sldMkLst>
          <pc:docMk/>
          <pc:sldMk cId="1927079519" sldId="584"/>
        </pc:sldMkLst>
        <pc:spChg chg="mod">
          <ac:chgData name="John Hu" userId="213e45b8a479442b" providerId="LiveId" clId="{464149D3-95DE-448A-BFE1-A0D8B9969414}" dt="2025-02-25T01:33:26.965" v="459" actId="21"/>
          <ac:spMkLst>
            <pc:docMk/>
            <pc:sldMk cId="1927079519" sldId="584"/>
            <ac:spMk id="3" creationId="{FC3DE994-F8E6-4715-916B-9859E1A19738}"/>
          </ac:spMkLst>
        </pc:spChg>
        <pc:spChg chg="add mod">
          <ac:chgData name="John Hu" userId="213e45b8a479442b" providerId="LiveId" clId="{464149D3-95DE-448A-BFE1-A0D8B9969414}" dt="2025-02-25T01:32:39.753" v="436" actId="20577"/>
          <ac:spMkLst>
            <pc:docMk/>
            <pc:sldMk cId="1927079519" sldId="584"/>
            <ac:spMk id="6" creationId="{066F5F18-C0A7-471A-9455-CF28B559E078}"/>
          </ac:spMkLst>
        </pc:spChg>
        <pc:spChg chg="add mod">
          <ac:chgData name="John Hu" userId="213e45b8a479442b" providerId="LiveId" clId="{464149D3-95DE-448A-BFE1-A0D8B9969414}" dt="2025-02-25T01:33:37.672" v="480" actId="20577"/>
          <ac:spMkLst>
            <pc:docMk/>
            <pc:sldMk cId="1927079519" sldId="584"/>
            <ac:spMk id="7" creationId="{38E84727-9BB3-4C30-B714-1440A329F730}"/>
          </ac:spMkLst>
        </pc:spChg>
      </pc:sldChg>
      <pc:sldChg chg="addSp delSp modSp del mod">
        <pc:chgData name="John Hu" userId="213e45b8a479442b" providerId="LiveId" clId="{464149D3-95DE-448A-BFE1-A0D8B9969414}" dt="2025-03-10T00:52:45.510" v="2719" actId="47"/>
        <pc:sldMkLst>
          <pc:docMk/>
          <pc:sldMk cId="4079032019" sldId="585"/>
        </pc:sldMkLst>
        <pc:spChg chg="mod">
          <ac:chgData name="John Hu" userId="213e45b8a479442b" providerId="LiveId" clId="{464149D3-95DE-448A-BFE1-A0D8B9969414}" dt="2025-02-25T06:45:27.856" v="842" actId="6549"/>
          <ac:spMkLst>
            <pc:docMk/>
            <pc:sldMk cId="4079032019" sldId="585"/>
            <ac:spMk id="3" creationId="{FC3DE994-F8E6-4715-916B-9859E1A19738}"/>
          </ac:spMkLst>
        </pc:spChg>
        <pc:spChg chg="del">
          <ac:chgData name="John Hu" userId="213e45b8a479442b" providerId="LiveId" clId="{464149D3-95DE-448A-BFE1-A0D8B9969414}" dt="2025-02-25T06:44:28.698" v="781" actId="478"/>
          <ac:spMkLst>
            <pc:docMk/>
            <pc:sldMk cId="4079032019" sldId="585"/>
            <ac:spMk id="4" creationId="{1190135C-93F7-45F8-9904-9390647D2E3E}"/>
          </ac:spMkLst>
        </pc:spChg>
        <pc:spChg chg="add mod">
          <ac:chgData name="John Hu" userId="213e45b8a479442b" providerId="LiveId" clId="{464149D3-95DE-448A-BFE1-A0D8B9969414}" dt="2025-02-26T02:40:49.359" v="1700" actId="1076"/>
          <ac:spMkLst>
            <pc:docMk/>
            <pc:sldMk cId="4079032019" sldId="585"/>
            <ac:spMk id="9" creationId="{AB6EECAE-2C4A-4D70-8846-A3838F676264}"/>
          </ac:spMkLst>
        </pc:spChg>
        <pc:spChg chg="add del">
          <ac:chgData name="John Hu" userId="213e45b8a479442b" providerId="LiveId" clId="{464149D3-95DE-448A-BFE1-A0D8B9969414}" dt="2025-02-25T06:45:38.265" v="846"/>
          <ac:spMkLst>
            <pc:docMk/>
            <pc:sldMk cId="4079032019" sldId="585"/>
            <ac:spMk id="10" creationId="{CA02B84B-FAE7-4FC8-93F6-6D0283CC1B6C}"/>
          </ac:spMkLst>
        </pc:spChg>
        <pc:picChg chg="del">
          <ac:chgData name="John Hu" userId="213e45b8a479442b" providerId="LiveId" clId="{464149D3-95DE-448A-BFE1-A0D8B9969414}" dt="2025-02-25T06:44:33.730" v="782" actId="478"/>
          <ac:picMkLst>
            <pc:docMk/>
            <pc:sldMk cId="4079032019" sldId="585"/>
            <ac:picMk id="5" creationId="{1B77FC2A-49BC-4A2C-902E-E64DF68C8D7B}"/>
          </ac:picMkLst>
        </pc:picChg>
        <pc:picChg chg="add mod">
          <ac:chgData name="John Hu" userId="213e45b8a479442b" providerId="LiveId" clId="{464149D3-95DE-448A-BFE1-A0D8B9969414}" dt="2025-02-26T02:40:51.642" v="1701" actId="1076"/>
          <ac:picMkLst>
            <pc:docMk/>
            <pc:sldMk cId="4079032019" sldId="585"/>
            <ac:picMk id="7" creationId="{F10A6834-7F44-484E-B438-8FB2FCAEAB55}"/>
          </ac:picMkLst>
        </pc:picChg>
      </pc:sldChg>
      <pc:sldChg chg="addSp delSp modSp mod">
        <pc:chgData name="John Hu" userId="213e45b8a479442b" providerId="LiveId" clId="{464149D3-95DE-448A-BFE1-A0D8B9969414}" dt="2025-02-25T07:26:41.773" v="1455" actId="20577"/>
        <pc:sldMkLst>
          <pc:docMk/>
          <pc:sldMk cId="65379693" sldId="586"/>
        </pc:sldMkLst>
        <pc:spChg chg="mod">
          <ac:chgData name="John Hu" userId="213e45b8a479442b" providerId="LiveId" clId="{464149D3-95DE-448A-BFE1-A0D8B9969414}" dt="2025-02-25T07:26:41.773" v="1455" actId="20577"/>
          <ac:spMkLst>
            <pc:docMk/>
            <pc:sldMk cId="65379693" sldId="586"/>
            <ac:spMk id="3" creationId="{FC3DE994-F8E6-4715-916B-9859E1A19738}"/>
          </ac:spMkLst>
        </pc:spChg>
        <pc:spChg chg="add mod">
          <ac:chgData name="John Hu" userId="213e45b8a479442b" providerId="LiveId" clId="{464149D3-95DE-448A-BFE1-A0D8B9969414}" dt="2025-02-25T07:26:34.038" v="1451" actId="1076"/>
          <ac:spMkLst>
            <pc:docMk/>
            <pc:sldMk cId="65379693" sldId="586"/>
            <ac:spMk id="10" creationId="{355EFA33-8EDF-470A-969B-E35DEABEFA2B}"/>
          </ac:spMkLst>
        </pc:spChg>
        <pc:spChg chg="add del">
          <ac:chgData name="John Hu" userId="213e45b8a479442b" providerId="LiveId" clId="{464149D3-95DE-448A-BFE1-A0D8B9969414}" dt="2025-02-25T07:25:53.439" v="1435" actId="22"/>
          <ac:spMkLst>
            <pc:docMk/>
            <pc:sldMk cId="65379693" sldId="586"/>
            <ac:spMk id="12" creationId="{08C78946-C9C7-41E8-8402-6C4D4D70007D}"/>
          </ac:spMkLst>
        </pc:spChg>
        <pc:spChg chg="add del">
          <ac:chgData name="John Hu" userId="213e45b8a479442b" providerId="LiveId" clId="{464149D3-95DE-448A-BFE1-A0D8B9969414}" dt="2025-02-25T07:25:55.147" v="1437" actId="22"/>
          <ac:spMkLst>
            <pc:docMk/>
            <pc:sldMk cId="65379693" sldId="586"/>
            <ac:spMk id="14" creationId="{BCACFD4A-5ACF-41C7-BE06-36496E0EE570}"/>
          </ac:spMkLst>
        </pc:spChg>
        <pc:picChg chg="del">
          <ac:chgData name="John Hu" userId="213e45b8a479442b" providerId="LiveId" clId="{464149D3-95DE-448A-BFE1-A0D8B9969414}" dt="2025-02-25T07:13:40.251" v="1301" actId="478"/>
          <ac:picMkLst>
            <pc:docMk/>
            <pc:sldMk cId="65379693" sldId="586"/>
            <ac:picMk id="5" creationId="{D6C67F4E-BF99-4F3C-A85F-EAC449302DEE}"/>
          </ac:picMkLst>
        </pc:picChg>
        <pc:picChg chg="add mod">
          <ac:chgData name="John Hu" userId="213e45b8a479442b" providerId="LiveId" clId="{464149D3-95DE-448A-BFE1-A0D8B9969414}" dt="2025-02-25T07:26:40.080" v="1454" actId="1076"/>
          <ac:picMkLst>
            <pc:docMk/>
            <pc:sldMk cId="65379693" sldId="586"/>
            <ac:picMk id="6" creationId="{3A711CB3-41A4-4CDC-923A-94F694AF7476}"/>
          </ac:picMkLst>
        </pc:picChg>
        <pc:picChg chg="add mod">
          <ac:chgData name="John Hu" userId="213e45b8a479442b" providerId="LiveId" clId="{464149D3-95DE-448A-BFE1-A0D8B9969414}" dt="2025-02-25T07:26:36.985" v="1452" actId="1076"/>
          <ac:picMkLst>
            <pc:docMk/>
            <pc:sldMk cId="65379693" sldId="586"/>
            <ac:picMk id="9" creationId="{10FF42A7-965D-41B7-A837-F12CDA2B5CBE}"/>
          </ac:picMkLst>
        </pc:picChg>
        <pc:picChg chg="add mod">
          <ac:chgData name="John Hu" userId="213e45b8a479442b" providerId="LiveId" clId="{464149D3-95DE-448A-BFE1-A0D8B9969414}" dt="2025-02-25T07:26:38.340" v="1453" actId="1076"/>
          <ac:picMkLst>
            <pc:docMk/>
            <pc:sldMk cId="65379693" sldId="586"/>
            <ac:picMk id="16" creationId="{EB0D9257-9C55-473A-BF58-C697F00B35F5}"/>
          </ac:picMkLst>
        </pc:picChg>
      </pc:sldChg>
      <pc:sldChg chg="del">
        <pc:chgData name="John Hu" userId="213e45b8a479442b" providerId="LiveId" clId="{464149D3-95DE-448A-BFE1-A0D8B9969414}" dt="2025-02-25T07:54:48.871" v="1458" actId="47"/>
        <pc:sldMkLst>
          <pc:docMk/>
          <pc:sldMk cId="4222155825" sldId="587"/>
        </pc:sldMkLst>
      </pc:sldChg>
      <pc:sldChg chg="del">
        <pc:chgData name="John Hu" userId="213e45b8a479442b" providerId="LiveId" clId="{464149D3-95DE-448A-BFE1-A0D8B9969414}" dt="2025-02-25T07:54:41.828" v="1456" actId="47"/>
        <pc:sldMkLst>
          <pc:docMk/>
          <pc:sldMk cId="3702347036" sldId="588"/>
        </pc:sldMkLst>
      </pc:sldChg>
      <pc:sldChg chg="del">
        <pc:chgData name="John Hu" userId="213e45b8a479442b" providerId="LiveId" clId="{464149D3-95DE-448A-BFE1-A0D8B9969414}" dt="2025-02-25T07:54:45.711" v="1457" actId="47"/>
        <pc:sldMkLst>
          <pc:docMk/>
          <pc:sldMk cId="3251409822" sldId="589"/>
        </pc:sldMkLst>
      </pc:sldChg>
      <pc:sldChg chg="del">
        <pc:chgData name="John Hu" userId="213e45b8a479442b" providerId="LiveId" clId="{464149D3-95DE-448A-BFE1-A0D8B9969414}" dt="2025-02-25T07:55:04.340" v="1464" actId="47"/>
        <pc:sldMkLst>
          <pc:docMk/>
          <pc:sldMk cId="2263791270" sldId="590"/>
        </pc:sldMkLst>
      </pc:sldChg>
      <pc:sldChg chg="del">
        <pc:chgData name="John Hu" userId="213e45b8a479442b" providerId="LiveId" clId="{464149D3-95DE-448A-BFE1-A0D8B9969414}" dt="2025-02-25T07:54:52.429" v="1459" actId="47"/>
        <pc:sldMkLst>
          <pc:docMk/>
          <pc:sldMk cId="2560977653" sldId="591"/>
        </pc:sldMkLst>
      </pc:sldChg>
      <pc:sldChg chg="del">
        <pc:chgData name="John Hu" userId="213e45b8a479442b" providerId="LiveId" clId="{464149D3-95DE-448A-BFE1-A0D8B9969414}" dt="2025-02-25T07:55:01.755" v="1463" actId="47"/>
        <pc:sldMkLst>
          <pc:docMk/>
          <pc:sldMk cId="3118514906" sldId="592"/>
        </pc:sldMkLst>
      </pc:sldChg>
      <pc:sldChg chg="addSp delSp modSp mod">
        <pc:chgData name="John Hu" userId="213e45b8a479442b" providerId="LiveId" clId="{464149D3-95DE-448A-BFE1-A0D8B9969414}" dt="2025-03-11T01:17:54.673" v="3829" actId="6549"/>
        <pc:sldMkLst>
          <pc:docMk/>
          <pc:sldMk cId="3822434923" sldId="593"/>
        </pc:sldMkLst>
        <pc:spChg chg="mod">
          <ac:chgData name="John Hu" userId="213e45b8a479442b" providerId="LiveId" clId="{464149D3-95DE-448A-BFE1-A0D8B9969414}" dt="2025-02-27T07:45:53.200" v="2222" actId="6549"/>
          <ac:spMkLst>
            <pc:docMk/>
            <pc:sldMk cId="3822434923" sldId="593"/>
            <ac:spMk id="2" creationId="{5888EE31-F44C-4034-8407-4C756F65702C}"/>
          </ac:spMkLst>
        </pc:spChg>
        <pc:spChg chg="del mod">
          <ac:chgData name="John Hu" userId="213e45b8a479442b" providerId="LiveId" clId="{464149D3-95DE-448A-BFE1-A0D8B9969414}" dt="2025-03-10T00:59:21.245" v="2889" actId="478"/>
          <ac:spMkLst>
            <pc:docMk/>
            <pc:sldMk cId="3822434923" sldId="593"/>
            <ac:spMk id="3" creationId="{FC3DE994-F8E6-4715-916B-9859E1A19738}"/>
          </ac:spMkLst>
        </pc:spChg>
        <pc:spChg chg="add del mod">
          <ac:chgData name="John Hu" userId="213e45b8a479442b" providerId="LiveId" clId="{464149D3-95DE-448A-BFE1-A0D8B9969414}" dt="2025-03-10T01:01:47.804" v="2923" actId="478"/>
          <ac:spMkLst>
            <pc:docMk/>
            <pc:sldMk cId="3822434923" sldId="593"/>
            <ac:spMk id="7" creationId="{7367365C-F4C3-4519-A516-0FFA1FC40A77}"/>
          </ac:spMkLst>
        </pc:spChg>
        <pc:spChg chg="mod">
          <ac:chgData name="John Hu" userId="213e45b8a479442b" providerId="LiveId" clId="{464149D3-95DE-448A-BFE1-A0D8B9969414}" dt="2025-03-10T00:59:17.501" v="2888" actId="20577"/>
          <ac:spMkLst>
            <pc:docMk/>
            <pc:sldMk cId="3822434923" sldId="593"/>
            <ac:spMk id="8" creationId="{36177B38-43AB-4398-968B-448F8F0E5F49}"/>
          </ac:spMkLst>
        </pc:spChg>
        <pc:spChg chg="add mod">
          <ac:chgData name="John Hu" userId="213e45b8a479442b" providerId="LiveId" clId="{464149D3-95DE-448A-BFE1-A0D8B9969414}" dt="2025-03-11T01:17:54.673" v="3829" actId="6549"/>
          <ac:spMkLst>
            <pc:docMk/>
            <pc:sldMk cId="3822434923" sldId="593"/>
            <ac:spMk id="9" creationId="{4FA5521D-E240-4E77-AE2C-DFF6D7109AF9}"/>
          </ac:spMkLst>
        </pc:spChg>
        <pc:spChg chg="mod">
          <ac:chgData name="John Hu" userId="213e45b8a479442b" providerId="LiveId" clId="{464149D3-95DE-448A-BFE1-A0D8B9969414}" dt="2025-03-10T01:25:56.861" v="3013" actId="20577"/>
          <ac:spMkLst>
            <pc:docMk/>
            <pc:sldMk cId="3822434923" sldId="593"/>
            <ac:spMk id="10" creationId="{4D9CDC4E-E5FC-4827-898E-896C4F0AE55E}"/>
          </ac:spMkLst>
        </pc:spChg>
        <pc:spChg chg="add del mod">
          <ac:chgData name="John Hu" userId="213e45b8a479442b" providerId="LiveId" clId="{464149D3-95DE-448A-BFE1-A0D8B9969414}" dt="2025-03-10T00:59:24.316" v="2890" actId="478"/>
          <ac:spMkLst>
            <pc:docMk/>
            <pc:sldMk cId="3822434923" sldId="593"/>
            <ac:spMk id="11" creationId="{138A2BBB-91AB-493A-A34E-6D5C6CB1634A}"/>
          </ac:spMkLst>
        </pc:spChg>
        <pc:spChg chg="add mod">
          <ac:chgData name="John Hu" userId="213e45b8a479442b" providerId="LiveId" clId="{464149D3-95DE-448A-BFE1-A0D8B9969414}" dt="2025-03-10T01:26:03.336" v="3015" actId="1076"/>
          <ac:spMkLst>
            <pc:docMk/>
            <pc:sldMk cId="3822434923" sldId="593"/>
            <ac:spMk id="12" creationId="{47D61A8E-0CF0-4BFE-BDA1-A11F7D0C83A7}"/>
          </ac:spMkLst>
        </pc:spChg>
        <pc:spChg chg="add mod">
          <ac:chgData name="John Hu" userId="213e45b8a479442b" providerId="LiveId" clId="{464149D3-95DE-448A-BFE1-A0D8B9969414}" dt="2025-03-10T02:35:02.642" v="3049" actId="113"/>
          <ac:spMkLst>
            <pc:docMk/>
            <pc:sldMk cId="3822434923" sldId="593"/>
            <ac:spMk id="13" creationId="{112B5ECF-1E46-4E7A-8499-0526CFBE0D9B}"/>
          </ac:spMkLst>
        </pc:spChg>
        <pc:spChg chg="add mod">
          <ac:chgData name="John Hu" userId="213e45b8a479442b" providerId="LiveId" clId="{464149D3-95DE-448A-BFE1-A0D8B9969414}" dt="2025-03-10T02:36:42.085" v="3141" actId="2711"/>
          <ac:spMkLst>
            <pc:docMk/>
            <pc:sldMk cId="3822434923" sldId="593"/>
            <ac:spMk id="16" creationId="{782B5878-338E-46C8-ACA0-5EDC7C892951}"/>
          </ac:spMkLst>
        </pc:spChg>
        <pc:graphicFrameChg chg="add del mod modGraphic">
          <ac:chgData name="John Hu" userId="213e45b8a479442b" providerId="LiveId" clId="{464149D3-95DE-448A-BFE1-A0D8B9969414}" dt="2025-03-10T00:59:21.245" v="2889" actId="478"/>
          <ac:graphicFrameMkLst>
            <pc:docMk/>
            <pc:sldMk cId="3822434923" sldId="593"/>
            <ac:graphicFrameMk id="4" creationId="{3D20349E-BEA7-49A1-A70E-41F2B6F9EE8C}"/>
          </ac:graphicFrameMkLst>
        </pc:graphicFrameChg>
        <pc:picChg chg="add mod">
          <ac:chgData name="John Hu" userId="213e45b8a479442b" providerId="LiveId" clId="{464149D3-95DE-448A-BFE1-A0D8B9969414}" dt="2025-03-11T01:17:50.242" v="3827" actId="1076"/>
          <ac:picMkLst>
            <pc:docMk/>
            <pc:sldMk cId="3822434923" sldId="593"/>
            <ac:picMk id="4" creationId="{0C58D78D-B434-4A43-9478-D3A59D55A323}"/>
          </ac:picMkLst>
        </pc:picChg>
        <pc:picChg chg="add del mod">
          <ac:chgData name="John Hu" userId="213e45b8a479442b" providerId="LiveId" clId="{464149D3-95DE-448A-BFE1-A0D8B9969414}" dt="2025-03-10T02:36:11.679" v="3123" actId="478"/>
          <ac:picMkLst>
            <pc:docMk/>
            <pc:sldMk cId="3822434923" sldId="593"/>
            <ac:picMk id="14" creationId="{6DE94FAA-B80D-45BE-958E-933BA875BE63}"/>
          </ac:picMkLst>
        </pc:picChg>
        <pc:picChg chg="add del mod">
          <ac:chgData name="John Hu" userId="213e45b8a479442b" providerId="LiveId" clId="{464149D3-95DE-448A-BFE1-A0D8B9969414}" dt="2025-03-11T01:17:43.284" v="3821" actId="478"/>
          <ac:picMkLst>
            <pc:docMk/>
            <pc:sldMk cId="3822434923" sldId="593"/>
            <ac:picMk id="18" creationId="{E2C17458-EED4-4981-B835-B9951147ECE7}"/>
          </ac:picMkLst>
        </pc:picChg>
      </pc:sldChg>
      <pc:sldChg chg="del">
        <pc:chgData name="John Hu" userId="213e45b8a479442b" providerId="LiveId" clId="{464149D3-95DE-448A-BFE1-A0D8B9969414}" dt="2025-02-25T07:54:56.211" v="1460" actId="47"/>
        <pc:sldMkLst>
          <pc:docMk/>
          <pc:sldMk cId="2102827251" sldId="594"/>
        </pc:sldMkLst>
      </pc:sldChg>
      <pc:sldChg chg="del">
        <pc:chgData name="John Hu" userId="213e45b8a479442b" providerId="LiveId" clId="{464149D3-95DE-448A-BFE1-A0D8B9969414}" dt="2025-03-11T01:24:17.908" v="3897" actId="47"/>
        <pc:sldMkLst>
          <pc:docMk/>
          <pc:sldMk cId="3225204648" sldId="595"/>
        </pc:sldMkLst>
      </pc:sldChg>
      <pc:sldChg chg="del">
        <pc:chgData name="John Hu" userId="213e45b8a479442b" providerId="LiveId" clId="{464149D3-95DE-448A-BFE1-A0D8B9969414}" dt="2025-03-11T01:24:13.911" v="3894" actId="47"/>
        <pc:sldMkLst>
          <pc:docMk/>
          <pc:sldMk cId="2162555080" sldId="596"/>
        </pc:sldMkLst>
      </pc:sldChg>
      <pc:sldChg chg="del">
        <pc:chgData name="John Hu" userId="213e45b8a479442b" providerId="LiveId" clId="{464149D3-95DE-448A-BFE1-A0D8B9969414}" dt="2025-03-11T01:24:20.717" v="3898" actId="47"/>
        <pc:sldMkLst>
          <pc:docMk/>
          <pc:sldMk cId="1604595205" sldId="597"/>
        </pc:sldMkLst>
      </pc:sldChg>
      <pc:sldChg chg="del">
        <pc:chgData name="John Hu" userId="213e45b8a479442b" providerId="LiveId" clId="{464149D3-95DE-448A-BFE1-A0D8B9969414}" dt="2025-03-11T01:24:14.101" v="3895" actId="47"/>
        <pc:sldMkLst>
          <pc:docMk/>
          <pc:sldMk cId="79734776" sldId="598"/>
        </pc:sldMkLst>
      </pc:sldChg>
      <pc:sldChg chg="del">
        <pc:chgData name="John Hu" userId="213e45b8a479442b" providerId="LiveId" clId="{464149D3-95DE-448A-BFE1-A0D8B9969414}" dt="2025-03-11T01:24:14.777" v="3896" actId="47"/>
        <pc:sldMkLst>
          <pc:docMk/>
          <pc:sldMk cId="595317696" sldId="599"/>
        </pc:sldMkLst>
      </pc:sldChg>
      <pc:sldChg chg="del">
        <pc:chgData name="John Hu" userId="213e45b8a479442b" providerId="LiveId" clId="{464149D3-95DE-448A-BFE1-A0D8B9969414}" dt="2025-03-11T01:24:06.353" v="3884" actId="47"/>
        <pc:sldMkLst>
          <pc:docMk/>
          <pc:sldMk cId="1841239388" sldId="600"/>
        </pc:sldMkLst>
      </pc:sldChg>
      <pc:sldChg chg="del">
        <pc:chgData name="John Hu" userId="213e45b8a479442b" providerId="LiveId" clId="{464149D3-95DE-448A-BFE1-A0D8B9969414}" dt="2025-03-11T01:24:05.860" v="3881" actId="47"/>
        <pc:sldMkLst>
          <pc:docMk/>
          <pc:sldMk cId="1689180474" sldId="601"/>
        </pc:sldMkLst>
      </pc:sldChg>
      <pc:sldChg chg="del">
        <pc:chgData name="John Hu" userId="213e45b8a479442b" providerId="LiveId" clId="{464149D3-95DE-448A-BFE1-A0D8B9969414}" dt="2025-03-11T01:24:06.193" v="3883" actId="47"/>
        <pc:sldMkLst>
          <pc:docMk/>
          <pc:sldMk cId="2402831192" sldId="602"/>
        </pc:sldMkLst>
      </pc:sldChg>
      <pc:sldChg chg="del">
        <pc:chgData name="John Hu" userId="213e45b8a479442b" providerId="LiveId" clId="{464149D3-95DE-448A-BFE1-A0D8B9969414}" dt="2025-03-11T01:24:06.026" v="3882" actId="47"/>
        <pc:sldMkLst>
          <pc:docMk/>
          <pc:sldMk cId="2778025755" sldId="603"/>
        </pc:sldMkLst>
      </pc:sldChg>
      <pc:sldChg chg="del">
        <pc:chgData name="John Hu" userId="213e45b8a479442b" providerId="LiveId" clId="{464149D3-95DE-448A-BFE1-A0D8B9969414}" dt="2025-03-11T01:24:06.560" v="3885" actId="47"/>
        <pc:sldMkLst>
          <pc:docMk/>
          <pc:sldMk cId="738414285" sldId="604"/>
        </pc:sldMkLst>
      </pc:sldChg>
      <pc:sldChg chg="del">
        <pc:chgData name="John Hu" userId="213e45b8a479442b" providerId="LiveId" clId="{464149D3-95DE-448A-BFE1-A0D8B9969414}" dt="2025-03-11T01:24:08.081" v="3887" actId="47"/>
        <pc:sldMkLst>
          <pc:docMk/>
          <pc:sldMk cId="3177763967" sldId="605"/>
        </pc:sldMkLst>
      </pc:sldChg>
      <pc:sldChg chg="del">
        <pc:chgData name="John Hu" userId="213e45b8a479442b" providerId="LiveId" clId="{464149D3-95DE-448A-BFE1-A0D8B9969414}" dt="2025-03-11T01:24:07.632" v="3886" actId="47"/>
        <pc:sldMkLst>
          <pc:docMk/>
          <pc:sldMk cId="3221543284" sldId="606"/>
        </pc:sldMkLst>
      </pc:sldChg>
      <pc:sldChg chg="del">
        <pc:chgData name="John Hu" userId="213e45b8a479442b" providerId="LiveId" clId="{464149D3-95DE-448A-BFE1-A0D8B9969414}" dt="2025-03-11T01:24:08.588" v="3888" actId="47"/>
        <pc:sldMkLst>
          <pc:docMk/>
          <pc:sldMk cId="2782518825" sldId="607"/>
        </pc:sldMkLst>
      </pc:sldChg>
      <pc:sldChg chg="del">
        <pc:chgData name="John Hu" userId="213e45b8a479442b" providerId="LiveId" clId="{464149D3-95DE-448A-BFE1-A0D8B9969414}" dt="2025-03-11T01:24:08.970" v="3889" actId="47"/>
        <pc:sldMkLst>
          <pc:docMk/>
          <pc:sldMk cId="3355725131" sldId="608"/>
        </pc:sldMkLst>
      </pc:sldChg>
      <pc:sldChg chg="del">
        <pc:chgData name="John Hu" userId="213e45b8a479442b" providerId="LiveId" clId="{464149D3-95DE-448A-BFE1-A0D8B9969414}" dt="2025-03-11T01:24:09.465" v="3890" actId="47"/>
        <pc:sldMkLst>
          <pc:docMk/>
          <pc:sldMk cId="2456875464" sldId="609"/>
        </pc:sldMkLst>
      </pc:sldChg>
      <pc:sldChg chg="del">
        <pc:chgData name="John Hu" userId="213e45b8a479442b" providerId="LiveId" clId="{464149D3-95DE-448A-BFE1-A0D8B9969414}" dt="2025-03-11T01:24:10.631" v="3892" actId="47"/>
        <pc:sldMkLst>
          <pc:docMk/>
          <pc:sldMk cId="682326670" sldId="611"/>
        </pc:sldMkLst>
      </pc:sldChg>
      <pc:sldChg chg="del">
        <pc:chgData name="John Hu" userId="213e45b8a479442b" providerId="LiveId" clId="{464149D3-95DE-448A-BFE1-A0D8B9969414}" dt="2025-03-11T01:24:11.143" v="3893" actId="47"/>
        <pc:sldMkLst>
          <pc:docMk/>
          <pc:sldMk cId="4176025167" sldId="612"/>
        </pc:sldMkLst>
      </pc:sldChg>
      <pc:sldChg chg="del">
        <pc:chgData name="John Hu" userId="213e45b8a479442b" providerId="LiveId" clId="{464149D3-95DE-448A-BFE1-A0D8B9969414}" dt="2025-03-11T01:24:09.943" v="3891" actId="47"/>
        <pc:sldMkLst>
          <pc:docMk/>
          <pc:sldMk cId="417991510" sldId="613"/>
        </pc:sldMkLst>
      </pc:sldChg>
      <pc:sldChg chg="del">
        <pc:chgData name="John Hu" userId="213e45b8a479442b" providerId="LiveId" clId="{464149D3-95DE-448A-BFE1-A0D8B9969414}" dt="2025-03-11T01:23:56.734" v="3876" actId="47"/>
        <pc:sldMkLst>
          <pc:docMk/>
          <pc:sldMk cId="3370103457" sldId="614"/>
        </pc:sldMkLst>
      </pc:sldChg>
      <pc:sldChg chg="del">
        <pc:chgData name="John Hu" userId="213e45b8a479442b" providerId="LiveId" clId="{464149D3-95DE-448A-BFE1-A0D8B9969414}" dt="2025-03-11T01:23:55.547" v="3874" actId="47"/>
        <pc:sldMkLst>
          <pc:docMk/>
          <pc:sldMk cId="3404091532" sldId="615"/>
        </pc:sldMkLst>
      </pc:sldChg>
      <pc:sldChg chg="del">
        <pc:chgData name="John Hu" userId="213e45b8a479442b" providerId="LiveId" clId="{464149D3-95DE-448A-BFE1-A0D8B9969414}" dt="2025-03-11T01:23:55.806" v="3875" actId="47"/>
        <pc:sldMkLst>
          <pc:docMk/>
          <pc:sldMk cId="2861786244" sldId="616"/>
        </pc:sldMkLst>
      </pc:sldChg>
      <pc:sldChg chg="del">
        <pc:chgData name="John Hu" userId="213e45b8a479442b" providerId="LiveId" clId="{464149D3-95DE-448A-BFE1-A0D8B9969414}" dt="2025-03-11T01:23:57.386" v="3877" actId="47"/>
        <pc:sldMkLst>
          <pc:docMk/>
          <pc:sldMk cId="859501381" sldId="618"/>
        </pc:sldMkLst>
      </pc:sldChg>
      <pc:sldChg chg="del">
        <pc:chgData name="John Hu" userId="213e45b8a479442b" providerId="LiveId" clId="{464149D3-95DE-448A-BFE1-A0D8B9969414}" dt="2025-03-11T01:23:58.148" v="3878" actId="47"/>
        <pc:sldMkLst>
          <pc:docMk/>
          <pc:sldMk cId="3181207034" sldId="619"/>
        </pc:sldMkLst>
      </pc:sldChg>
      <pc:sldChg chg="del">
        <pc:chgData name="John Hu" userId="213e45b8a479442b" providerId="LiveId" clId="{464149D3-95DE-448A-BFE1-A0D8B9969414}" dt="2025-03-11T01:23:59.535" v="3879" actId="47"/>
        <pc:sldMkLst>
          <pc:docMk/>
          <pc:sldMk cId="4270708178" sldId="620"/>
        </pc:sldMkLst>
      </pc:sldChg>
      <pc:sldChg chg="del">
        <pc:chgData name="John Hu" userId="213e45b8a479442b" providerId="LiveId" clId="{464149D3-95DE-448A-BFE1-A0D8B9969414}" dt="2025-03-11T01:24:00.478" v="3880" actId="47"/>
        <pc:sldMkLst>
          <pc:docMk/>
          <pc:sldMk cId="2397847887" sldId="621"/>
        </pc:sldMkLst>
      </pc:sldChg>
      <pc:sldChg chg="del">
        <pc:chgData name="John Hu" userId="213e45b8a479442b" providerId="LiveId" clId="{464149D3-95DE-448A-BFE1-A0D8B9969414}" dt="2025-03-11T01:23:49.104" v="3868" actId="47"/>
        <pc:sldMkLst>
          <pc:docMk/>
          <pc:sldMk cId="4262740222" sldId="622"/>
        </pc:sldMkLst>
      </pc:sldChg>
      <pc:sldChg chg="modSp mod">
        <pc:chgData name="John Hu" userId="213e45b8a479442b" providerId="LiveId" clId="{464149D3-95DE-448A-BFE1-A0D8B9969414}" dt="2025-02-25T08:05:32.226" v="1477" actId="20577"/>
        <pc:sldMkLst>
          <pc:docMk/>
          <pc:sldMk cId="1102328016" sldId="624"/>
        </pc:sldMkLst>
        <pc:spChg chg="mod">
          <ac:chgData name="John Hu" userId="213e45b8a479442b" providerId="LiveId" clId="{464149D3-95DE-448A-BFE1-A0D8B9969414}" dt="2025-02-25T08:05:32.226" v="1477" actId="20577"/>
          <ac:spMkLst>
            <pc:docMk/>
            <pc:sldMk cId="1102328016" sldId="624"/>
            <ac:spMk id="2" creationId="{5888EE31-F44C-4034-8407-4C756F65702C}"/>
          </ac:spMkLst>
        </pc:spChg>
      </pc:sldChg>
      <pc:sldChg chg="del">
        <pc:chgData name="John Hu" userId="213e45b8a479442b" providerId="LiveId" clId="{464149D3-95DE-448A-BFE1-A0D8B9969414}" dt="2025-02-25T08:27:39.556" v="1480" actId="47"/>
        <pc:sldMkLst>
          <pc:docMk/>
          <pc:sldMk cId="4287735949" sldId="625"/>
        </pc:sldMkLst>
      </pc:sldChg>
      <pc:sldChg chg="add del">
        <pc:chgData name="John Hu" userId="213e45b8a479442b" providerId="LiveId" clId="{464149D3-95DE-448A-BFE1-A0D8B9969414}" dt="2025-02-25T08:27:35.904" v="1479" actId="47"/>
        <pc:sldMkLst>
          <pc:docMk/>
          <pc:sldMk cId="3398423999" sldId="626"/>
        </pc:sldMkLst>
      </pc:sldChg>
      <pc:sldChg chg="del">
        <pc:chgData name="John Hu" userId="213e45b8a479442b" providerId="LiveId" clId="{464149D3-95DE-448A-BFE1-A0D8B9969414}" dt="2025-02-25T08:27:26.896" v="1478" actId="47"/>
        <pc:sldMkLst>
          <pc:docMk/>
          <pc:sldMk cId="3320655588" sldId="628"/>
        </pc:sldMkLst>
      </pc:sldChg>
      <pc:sldChg chg="addSp delSp modSp mod ord addAnim delAnim modAnim">
        <pc:chgData name="John Hu" userId="213e45b8a479442b" providerId="LiveId" clId="{464149D3-95DE-448A-BFE1-A0D8B9969414}" dt="2025-02-27T00:53:51.064" v="2159" actId="20577"/>
        <pc:sldMkLst>
          <pc:docMk/>
          <pc:sldMk cId="3181779752" sldId="629"/>
        </pc:sldMkLst>
        <pc:spChg chg="mod">
          <ac:chgData name="John Hu" userId="213e45b8a479442b" providerId="LiveId" clId="{464149D3-95DE-448A-BFE1-A0D8B9969414}" dt="2025-02-26T06:49:26.096" v="1910" actId="6549"/>
          <ac:spMkLst>
            <pc:docMk/>
            <pc:sldMk cId="3181779752" sldId="629"/>
            <ac:spMk id="2" creationId="{5888EE31-F44C-4034-8407-4C756F65702C}"/>
          </ac:spMkLst>
        </pc:spChg>
        <pc:spChg chg="mod">
          <ac:chgData name="John Hu" userId="213e45b8a479442b" providerId="LiveId" clId="{464149D3-95DE-448A-BFE1-A0D8B9969414}" dt="2025-02-27T00:53:51.064" v="2159" actId="20577"/>
          <ac:spMkLst>
            <pc:docMk/>
            <pc:sldMk cId="3181779752" sldId="629"/>
            <ac:spMk id="3" creationId="{FC3DE994-F8E6-4715-916B-9859E1A19738}"/>
          </ac:spMkLst>
        </pc:spChg>
        <pc:spChg chg="mod">
          <ac:chgData name="John Hu" userId="213e45b8a479442b" providerId="LiveId" clId="{464149D3-95DE-448A-BFE1-A0D8B9969414}" dt="2025-02-26T06:50:17.902" v="1936" actId="20577"/>
          <ac:spMkLst>
            <pc:docMk/>
            <pc:sldMk cId="3181779752" sldId="629"/>
            <ac:spMk id="6" creationId="{8E92DD04-D744-44AA-AF25-2D5444174CB9}"/>
          </ac:spMkLst>
        </pc:spChg>
        <pc:spChg chg="del mod">
          <ac:chgData name="John Hu" userId="213e45b8a479442b" providerId="LiveId" clId="{464149D3-95DE-448A-BFE1-A0D8B9969414}" dt="2025-02-25T08:34:48.759" v="1537" actId="478"/>
          <ac:spMkLst>
            <pc:docMk/>
            <pc:sldMk cId="3181779752" sldId="629"/>
            <ac:spMk id="7" creationId="{678D74DA-F8BA-4711-8D19-E37B62F51B66}"/>
          </ac:spMkLst>
        </pc:spChg>
        <pc:spChg chg="del">
          <ac:chgData name="John Hu" userId="213e45b8a479442b" providerId="LiveId" clId="{464149D3-95DE-448A-BFE1-A0D8B9969414}" dt="2025-02-25T08:34:51.274" v="1538" actId="478"/>
          <ac:spMkLst>
            <pc:docMk/>
            <pc:sldMk cId="3181779752" sldId="629"/>
            <ac:spMk id="9" creationId="{318CACFB-B879-4748-8610-C5FC05275E59}"/>
          </ac:spMkLst>
        </pc:spChg>
        <pc:spChg chg="add del mod">
          <ac:chgData name="John Hu" userId="213e45b8a479442b" providerId="LiveId" clId="{464149D3-95DE-448A-BFE1-A0D8B9969414}" dt="2025-02-26T02:43:36.762" v="1775" actId="478"/>
          <ac:spMkLst>
            <pc:docMk/>
            <pc:sldMk cId="3181779752" sldId="629"/>
            <ac:spMk id="10" creationId="{2D0DFE50-2FDF-4300-BC37-9DABD0843C51}"/>
          </ac:spMkLst>
        </pc:spChg>
        <pc:spChg chg="add del mod">
          <ac:chgData name="John Hu" userId="213e45b8a479442b" providerId="LiveId" clId="{464149D3-95DE-448A-BFE1-A0D8B9969414}" dt="2025-02-26T02:43:38.528" v="1776" actId="478"/>
          <ac:spMkLst>
            <pc:docMk/>
            <pc:sldMk cId="3181779752" sldId="629"/>
            <ac:spMk id="11" creationId="{FCD37FB6-7BC7-4A71-8115-C01F78665771}"/>
          </ac:spMkLst>
        </pc:spChg>
        <pc:picChg chg="add mod">
          <ac:chgData name="John Hu" userId="213e45b8a479442b" providerId="LiveId" clId="{464149D3-95DE-448A-BFE1-A0D8B9969414}" dt="2025-02-26T07:30:07.563" v="1938" actId="1076"/>
          <ac:picMkLst>
            <pc:docMk/>
            <pc:sldMk cId="3181779752" sldId="629"/>
            <ac:picMk id="5" creationId="{2387D226-5511-417B-9874-8B93249C14E8}"/>
          </ac:picMkLst>
        </pc:picChg>
      </pc:sldChg>
      <pc:sldChg chg="del">
        <pc:chgData name="John Hu" userId="213e45b8a479442b" providerId="LiveId" clId="{464149D3-95DE-448A-BFE1-A0D8B9969414}" dt="2025-02-25T08:41:56.035" v="1692" actId="47"/>
        <pc:sldMkLst>
          <pc:docMk/>
          <pc:sldMk cId="829031420" sldId="630"/>
        </pc:sldMkLst>
      </pc:sldChg>
      <pc:sldChg chg="del">
        <pc:chgData name="John Hu" userId="213e45b8a479442b" providerId="LiveId" clId="{464149D3-95DE-448A-BFE1-A0D8B9969414}" dt="2025-03-11T01:23:49.287" v="3869" actId="47"/>
        <pc:sldMkLst>
          <pc:docMk/>
          <pc:sldMk cId="1323392317" sldId="632"/>
        </pc:sldMkLst>
      </pc:sldChg>
      <pc:sldChg chg="del">
        <pc:chgData name="John Hu" userId="213e45b8a479442b" providerId="LiveId" clId="{464149D3-95DE-448A-BFE1-A0D8B9969414}" dt="2025-03-11T01:23:49.437" v="3870" actId="47"/>
        <pc:sldMkLst>
          <pc:docMk/>
          <pc:sldMk cId="156117477" sldId="633"/>
        </pc:sldMkLst>
      </pc:sldChg>
      <pc:sldChg chg="del">
        <pc:chgData name="John Hu" userId="213e45b8a479442b" providerId="LiveId" clId="{464149D3-95DE-448A-BFE1-A0D8B9969414}" dt="2025-03-11T01:23:49.622" v="3871" actId="47"/>
        <pc:sldMkLst>
          <pc:docMk/>
          <pc:sldMk cId="1668661885" sldId="634"/>
        </pc:sldMkLst>
      </pc:sldChg>
      <pc:sldChg chg="del">
        <pc:chgData name="John Hu" userId="213e45b8a479442b" providerId="LiveId" clId="{464149D3-95DE-448A-BFE1-A0D8B9969414}" dt="2025-03-11T01:23:50.242" v="3872" actId="47"/>
        <pc:sldMkLst>
          <pc:docMk/>
          <pc:sldMk cId="20949502" sldId="635"/>
        </pc:sldMkLst>
      </pc:sldChg>
      <pc:sldChg chg="del">
        <pc:chgData name="John Hu" userId="213e45b8a479442b" providerId="LiveId" clId="{464149D3-95DE-448A-BFE1-A0D8B9969414}" dt="2025-03-11T01:23:50.905" v="3873" actId="47"/>
        <pc:sldMkLst>
          <pc:docMk/>
          <pc:sldMk cId="1980848031" sldId="636"/>
        </pc:sldMkLst>
      </pc:sldChg>
      <pc:sldChg chg="addSp delSp modSp add mod">
        <pc:chgData name="John Hu" userId="213e45b8a479442b" providerId="LiveId" clId="{464149D3-95DE-448A-BFE1-A0D8B9969414}" dt="2025-02-25T06:36:36.571" v="605" actId="20577"/>
        <pc:sldMkLst>
          <pc:docMk/>
          <pc:sldMk cId="4244302907" sldId="637"/>
        </pc:sldMkLst>
        <pc:spChg chg="mod">
          <ac:chgData name="John Hu" userId="213e45b8a479442b" providerId="LiveId" clId="{464149D3-95DE-448A-BFE1-A0D8B9969414}" dt="2025-02-25T06:36:36.571" v="605" actId="20577"/>
          <ac:spMkLst>
            <pc:docMk/>
            <pc:sldMk cId="4244302907" sldId="637"/>
            <ac:spMk id="3" creationId="{FC3DE994-F8E6-4715-916B-9859E1A19738}"/>
          </ac:spMkLst>
        </pc:spChg>
        <pc:spChg chg="del mod">
          <ac:chgData name="John Hu" userId="213e45b8a479442b" providerId="LiveId" clId="{464149D3-95DE-448A-BFE1-A0D8B9969414}" dt="2025-02-25T01:35:12.751" v="523" actId="478"/>
          <ac:spMkLst>
            <pc:docMk/>
            <pc:sldMk cId="4244302907" sldId="637"/>
            <ac:spMk id="6" creationId="{066F5F18-C0A7-471A-9455-CF28B559E078}"/>
          </ac:spMkLst>
        </pc:spChg>
        <pc:spChg chg="del">
          <ac:chgData name="John Hu" userId="213e45b8a479442b" providerId="LiveId" clId="{464149D3-95DE-448A-BFE1-A0D8B9969414}" dt="2025-02-25T01:35:14.787" v="524" actId="478"/>
          <ac:spMkLst>
            <pc:docMk/>
            <pc:sldMk cId="4244302907" sldId="637"/>
            <ac:spMk id="7" creationId="{38E84727-9BB3-4C30-B714-1440A329F730}"/>
          </ac:spMkLst>
        </pc:spChg>
        <pc:picChg chg="add mod">
          <ac:chgData name="John Hu" userId="213e45b8a479442b" providerId="LiveId" clId="{464149D3-95DE-448A-BFE1-A0D8B9969414}" dt="2025-02-25T06:36:34.976" v="602" actId="1076"/>
          <ac:picMkLst>
            <pc:docMk/>
            <pc:sldMk cId="4244302907" sldId="637"/>
            <ac:picMk id="5" creationId="{40E39946-8B62-4009-819B-0F5157462CF8}"/>
          </ac:picMkLst>
        </pc:picChg>
      </pc:sldChg>
      <pc:sldChg chg="addSp delSp modSp add mod">
        <pc:chgData name="John Hu" userId="213e45b8a479442b" providerId="LiveId" clId="{464149D3-95DE-448A-BFE1-A0D8B9969414}" dt="2025-02-25T06:40:36.462" v="668" actId="14100"/>
        <pc:sldMkLst>
          <pc:docMk/>
          <pc:sldMk cId="701864374" sldId="638"/>
        </pc:sldMkLst>
        <pc:spChg chg="mod">
          <ac:chgData name="John Hu" userId="213e45b8a479442b" providerId="LiveId" clId="{464149D3-95DE-448A-BFE1-A0D8B9969414}" dt="2025-02-25T06:37:44.091" v="627" actId="21"/>
          <ac:spMkLst>
            <pc:docMk/>
            <pc:sldMk cId="701864374" sldId="638"/>
            <ac:spMk id="3" creationId="{FC3DE994-F8E6-4715-916B-9859E1A19738}"/>
          </ac:spMkLst>
        </pc:spChg>
        <pc:spChg chg="mod">
          <ac:chgData name="John Hu" userId="213e45b8a479442b" providerId="LiveId" clId="{464149D3-95DE-448A-BFE1-A0D8B9969414}" dt="2025-02-25T06:38:47.675" v="643" actId="1076"/>
          <ac:spMkLst>
            <pc:docMk/>
            <pc:sldMk cId="701864374" sldId="638"/>
            <ac:spMk id="6" creationId="{066F5F18-C0A7-471A-9455-CF28B559E078}"/>
          </ac:spMkLst>
        </pc:spChg>
        <pc:spChg chg="mod">
          <ac:chgData name="John Hu" userId="213e45b8a479442b" providerId="LiveId" clId="{464149D3-95DE-448A-BFE1-A0D8B9969414}" dt="2025-02-25T06:38:50.381" v="644" actId="1076"/>
          <ac:spMkLst>
            <pc:docMk/>
            <pc:sldMk cId="701864374" sldId="638"/>
            <ac:spMk id="7" creationId="{38E84727-9BB3-4C30-B714-1440A329F730}"/>
          </ac:spMkLst>
        </pc:spChg>
        <pc:spChg chg="add mod ord">
          <ac:chgData name="John Hu" userId="213e45b8a479442b" providerId="LiveId" clId="{464149D3-95DE-448A-BFE1-A0D8B9969414}" dt="2025-02-25T06:40:36.462" v="668" actId="14100"/>
          <ac:spMkLst>
            <pc:docMk/>
            <pc:sldMk cId="701864374" sldId="638"/>
            <ac:spMk id="9" creationId="{A37F1507-98D9-4376-B5CE-13F9DEEA1414}"/>
          </ac:spMkLst>
        </pc:spChg>
        <pc:graphicFrameChg chg="add del mod ord modGraphic">
          <ac:chgData name="John Hu" userId="213e45b8a479442b" providerId="LiveId" clId="{464149D3-95DE-448A-BFE1-A0D8B9969414}" dt="2025-02-25T06:40:16.471" v="662" actId="478"/>
          <ac:graphicFrameMkLst>
            <pc:docMk/>
            <pc:sldMk cId="701864374" sldId="638"/>
            <ac:graphicFrameMk id="4" creationId="{532465E8-9DAA-49FE-8750-A5ADEEADBD10}"/>
          </ac:graphicFrameMkLst>
        </pc:graphicFrameChg>
      </pc:sldChg>
      <pc:sldChg chg="modSp add del mod">
        <pc:chgData name="John Hu" userId="213e45b8a479442b" providerId="LiveId" clId="{464149D3-95DE-448A-BFE1-A0D8B9969414}" dt="2025-02-25T06:36:34.308" v="601"/>
        <pc:sldMkLst>
          <pc:docMk/>
          <pc:sldMk cId="3337178186" sldId="638"/>
        </pc:sldMkLst>
        <pc:spChg chg="mod">
          <ac:chgData name="John Hu" userId="213e45b8a479442b" providerId="LiveId" clId="{464149D3-95DE-448A-BFE1-A0D8B9969414}" dt="2025-02-25T06:36:33.930" v="600" actId="20577"/>
          <ac:spMkLst>
            <pc:docMk/>
            <pc:sldMk cId="3337178186" sldId="638"/>
            <ac:spMk id="3" creationId="{FC3DE994-F8E6-4715-916B-9859E1A19738}"/>
          </ac:spMkLst>
        </pc:spChg>
      </pc:sldChg>
      <pc:sldChg chg="addSp delSp modSp add mod">
        <pc:chgData name="John Hu" userId="213e45b8a479442b" providerId="LiveId" clId="{464149D3-95DE-448A-BFE1-A0D8B9969414}" dt="2025-02-26T02:39:17.204" v="1696" actId="1076"/>
        <pc:sldMkLst>
          <pc:docMk/>
          <pc:sldMk cId="1774578108" sldId="639"/>
        </pc:sldMkLst>
        <pc:spChg chg="mod">
          <ac:chgData name="John Hu" userId="213e45b8a479442b" providerId="LiveId" clId="{464149D3-95DE-448A-BFE1-A0D8B9969414}" dt="2025-02-25T06:41:10.561" v="766" actId="6549"/>
          <ac:spMkLst>
            <pc:docMk/>
            <pc:sldMk cId="1774578108" sldId="639"/>
            <ac:spMk id="3" creationId="{FC3DE994-F8E6-4715-916B-9859E1A19738}"/>
          </ac:spMkLst>
        </pc:spChg>
        <pc:spChg chg="del">
          <ac:chgData name="John Hu" userId="213e45b8a479442b" providerId="LiveId" clId="{464149D3-95DE-448A-BFE1-A0D8B9969414}" dt="2025-02-25T06:41:50.383" v="768" actId="478"/>
          <ac:spMkLst>
            <pc:docMk/>
            <pc:sldMk cId="1774578108" sldId="639"/>
            <ac:spMk id="6" creationId="{066F5F18-C0A7-471A-9455-CF28B559E078}"/>
          </ac:spMkLst>
        </pc:spChg>
        <pc:spChg chg="del">
          <ac:chgData name="John Hu" userId="213e45b8a479442b" providerId="LiveId" clId="{464149D3-95DE-448A-BFE1-A0D8B9969414}" dt="2025-02-25T06:41:52.035" v="769" actId="478"/>
          <ac:spMkLst>
            <pc:docMk/>
            <pc:sldMk cId="1774578108" sldId="639"/>
            <ac:spMk id="7" creationId="{38E84727-9BB3-4C30-B714-1440A329F730}"/>
          </ac:spMkLst>
        </pc:spChg>
        <pc:graphicFrameChg chg="del">
          <ac:chgData name="John Hu" userId="213e45b8a479442b" providerId="LiveId" clId="{464149D3-95DE-448A-BFE1-A0D8B9969414}" dt="2025-02-25T06:41:13.167" v="767" actId="478"/>
          <ac:graphicFrameMkLst>
            <pc:docMk/>
            <pc:sldMk cId="1774578108" sldId="639"/>
            <ac:graphicFrameMk id="4" creationId="{532465E8-9DAA-49FE-8750-A5ADEEADBD10}"/>
          </ac:graphicFrameMkLst>
        </pc:graphicFrameChg>
        <pc:picChg chg="add mod">
          <ac:chgData name="John Hu" userId="213e45b8a479442b" providerId="LiveId" clId="{464149D3-95DE-448A-BFE1-A0D8B9969414}" dt="2025-02-26T02:39:10.546" v="1693" actId="1076"/>
          <ac:picMkLst>
            <pc:docMk/>
            <pc:sldMk cId="1774578108" sldId="639"/>
            <ac:picMk id="9" creationId="{1573FE0B-CA8F-423F-8E83-08B5353FA483}"/>
          </ac:picMkLst>
        </pc:picChg>
        <pc:picChg chg="add mod">
          <ac:chgData name="John Hu" userId="213e45b8a479442b" providerId="LiveId" clId="{464149D3-95DE-448A-BFE1-A0D8B9969414}" dt="2025-02-26T02:39:13.733" v="1695" actId="1076"/>
          <ac:picMkLst>
            <pc:docMk/>
            <pc:sldMk cId="1774578108" sldId="639"/>
            <ac:picMk id="13" creationId="{3E397CB9-4D37-41C1-A386-473D3655C54B}"/>
          </ac:picMkLst>
        </pc:picChg>
        <pc:cxnChg chg="add mod">
          <ac:chgData name="John Hu" userId="213e45b8a479442b" providerId="LiveId" clId="{464149D3-95DE-448A-BFE1-A0D8B9969414}" dt="2025-02-26T02:39:12.470" v="1694" actId="1076"/>
          <ac:cxnSpMkLst>
            <pc:docMk/>
            <pc:sldMk cId="1774578108" sldId="639"/>
            <ac:cxnSpMk id="11" creationId="{261C5785-B390-41D5-A388-E1449F94FF4A}"/>
          </ac:cxnSpMkLst>
        </pc:cxnChg>
        <pc:cxnChg chg="add mod">
          <ac:chgData name="John Hu" userId="213e45b8a479442b" providerId="LiveId" clId="{464149D3-95DE-448A-BFE1-A0D8B9969414}" dt="2025-02-26T02:39:17.204" v="1696" actId="1076"/>
          <ac:cxnSpMkLst>
            <pc:docMk/>
            <pc:sldMk cId="1774578108" sldId="639"/>
            <ac:cxnSpMk id="14" creationId="{4CFE91AE-9611-403C-8613-A7B431CBCC22}"/>
          </ac:cxnSpMkLst>
        </pc:cxnChg>
      </pc:sldChg>
      <pc:sldChg chg="delSp modSp add mod">
        <pc:chgData name="John Hu" userId="213e45b8a479442b" providerId="LiveId" clId="{464149D3-95DE-448A-BFE1-A0D8B9969414}" dt="2025-02-25T07:13:26.083" v="1279" actId="20577"/>
        <pc:sldMkLst>
          <pc:docMk/>
          <pc:sldMk cId="56935045" sldId="640"/>
        </pc:sldMkLst>
        <pc:spChg chg="mod">
          <ac:chgData name="John Hu" userId="213e45b8a479442b" providerId="LiveId" clId="{464149D3-95DE-448A-BFE1-A0D8B9969414}" dt="2025-02-25T06:46:12.461" v="856" actId="6549"/>
          <ac:spMkLst>
            <pc:docMk/>
            <pc:sldMk cId="56935045" sldId="640"/>
            <ac:spMk id="3" creationId="{FC3DE994-F8E6-4715-916B-9859E1A19738}"/>
          </ac:spMkLst>
        </pc:spChg>
        <pc:spChg chg="mod">
          <ac:chgData name="John Hu" userId="213e45b8a479442b" providerId="LiveId" clId="{464149D3-95DE-448A-BFE1-A0D8B9969414}" dt="2025-02-25T07:13:26.083" v="1279" actId="20577"/>
          <ac:spMkLst>
            <pc:docMk/>
            <pc:sldMk cId="56935045" sldId="640"/>
            <ac:spMk id="9" creationId="{AB6EECAE-2C4A-4D70-8846-A3838F676264}"/>
          </ac:spMkLst>
        </pc:spChg>
        <pc:picChg chg="del">
          <ac:chgData name="John Hu" userId="213e45b8a479442b" providerId="LiveId" clId="{464149D3-95DE-448A-BFE1-A0D8B9969414}" dt="2025-02-25T06:46:14.173" v="857" actId="478"/>
          <ac:picMkLst>
            <pc:docMk/>
            <pc:sldMk cId="56935045" sldId="640"/>
            <ac:picMk id="7" creationId="{F10A6834-7F44-484E-B438-8FB2FCAEAB55}"/>
          </ac:picMkLst>
        </pc:picChg>
      </pc:sldChg>
      <pc:sldChg chg="modSp add mod">
        <pc:chgData name="John Hu" userId="213e45b8a479442b" providerId="LiveId" clId="{464149D3-95DE-448A-BFE1-A0D8B9969414}" dt="2025-02-27T00:55:10.566" v="2162" actId="6549"/>
        <pc:sldMkLst>
          <pc:docMk/>
          <pc:sldMk cId="3161691511" sldId="641"/>
        </pc:sldMkLst>
        <pc:spChg chg="mod">
          <ac:chgData name="John Hu" userId="213e45b8a479442b" providerId="LiveId" clId="{464149D3-95DE-448A-BFE1-A0D8B9969414}" dt="2025-02-27T00:55:10.566" v="2162" actId="6549"/>
          <ac:spMkLst>
            <pc:docMk/>
            <pc:sldMk cId="3161691511" sldId="641"/>
            <ac:spMk id="2" creationId="{5888EE31-F44C-4034-8407-4C756F65702C}"/>
          </ac:spMkLst>
        </pc:spChg>
      </pc:sldChg>
      <pc:sldChg chg="addSp delSp modSp add mod">
        <pc:chgData name="John Hu" userId="213e45b8a479442b" providerId="LiveId" clId="{464149D3-95DE-448A-BFE1-A0D8B9969414}" dt="2025-02-27T00:55:52.271" v="2182" actId="20577"/>
        <pc:sldMkLst>
          <pc:docMk/>
          <pc:sldMk cId="3444438766" sldId="642"/>
        </pc:sldMkLst>
        <pc:spChg chg="mod">
          <ac:chgData name="John Hu" userId="213e45b8a479442b" providerId="LiveId" clId="{464149D3-95DE-448A-BFE1-A0D8B9969414}" dt="2025-02-27T00:55:52.271" v="2182" actId="20577"/>
          <ac:spMkLst>
            <pc:docMk/>
            <pc:sldMk cId="3444438766" sldId="642"/>
            <ac:spMk id="3" creationId="{FC3DE994-F8E6-4715-916B-9859E1A19738}"/>
          </ac:spMkLst>
        </pc:spChg>
        <pc:spChg chg="mod">
          <ac:chgData name="John Hu" userId="213e45b8a479442b" providerId="LiveId" clId="{464149D3-95DE-448A-BFE1-A0D8B9969414}" dt="2025-02-27T00:54:23.565" v="2160" actId="20577"/>
          <ac:spMkLst>
            <pc:docMk/>
            <pc:sldMk cId="3444438766" sldId="642"/>
            <ac:spMk id="6" creationId="{8E92DD04-D744-44AA-AF25-2D5444174CB9}"/>
          </ac:spMkLst>
        </pc:spChg>
        <pc:picChg chg="del mod">
          <ac:chgData name="John Hu" userId="213e45b8a479442b" providerId="LiveId" clId="{464149D3-95DE-448A-BFE1-A0D8B9969414}" dt="2025-02-26T07:38:49.418" v="2045" actId="478"/>
          <ac:picMkLst>
            <pc:docMk/>
            <pc:sldMk cId="3444438766" sldId="642"/>
            <ac:picMk id="5" creationId="{2387D226-5511-417B-9874-8B93249C14E8}"/>
          </ac:picMkLst>
        </pc:picChg>
        <pc:picChg chg="add mod">
          <ac:chgData name="John Hu" userId="213e45b8a479442b" providerId="LiveId" clId="{464149D3-95DE-448A-BFE1-A0D8B9969414}" dt="2025-02-26T07:40:58.412" v="2073" actId="14100"/>
          <ac:picMkLst>
            <pc:docMk/>
            <pc:sldMk cId="3444438766" sldId="642"/>
            <ac:picMk id="7" creationId="{C07BEA08-7A1B-462C-B9A6-CF75BDFBEF60}"/>
          </ac:picMkLst>
        </pc:picChg>
        <pc:picChg chg="add mod">
          <ac:chgData name="John Hu" userId="213e45b8a479442b" providerId="LiveId" clId="{464149D3-95DE-448A-BFE1-A0D8B9969414}" dt="2025-02-26T07:41:08.670" v="2078" actId="1076"/>
          <ac:picMkLst>
            <pc:docMk/>
            <pc:sldMk cId="3444438766" sldId="642"/>
            <ac:picMk id="10" creationId="{4EFC6F9F-7490-4245-8DDB-0BD14970016A}"/>
          </ac:picMkLst>
        </pc:picChg>
        <pc:picChg chg="add mod">
          <ac:chgData name="John Hu" userId="213e45b8a479442b" providerId="LiveId" clId="{464149D3-95DE-448A-BFE1-A0D8B9969414}" dt="2025-02-26T07:46:05.716" v="2085" actId="1076"/>
          <ac:picMkLst>
            <pc:docMk/>
            <pc:sldMk cId="3444438766" sldId="642"/>
            <ac:picMk id="12" creationId="{84744732-8C9A-4BA8-AA9B-DB7C8D5B4D47}"/>
          </ac:picMkLst>
        </pc:picChg>
      </pc:sldChg>
      <pc:sldChg chg="modSp add mod ord">
        <pc:chgData name="John Hu" userId="213e45b8a479442b" providerId="LiveId" clId="{464149D3-95DE-448A-BFE1-A0D8B9969414}" dt="2025-03-10T00:59:10.299" v="2873"/>
        <pc:sldMkLst>
          <pc:docMk/>
          <pc:sldMk cId="2832691755" sldId="643"/>
        </pc:sldMkLst>
        <pc:spChg chg="mod">
          <ac:chgData name="John Hu" userId="213e45b8a479442b" providerId="LiveId" clId="{464149D3-95DE-448A-BFE1-A0D8B9969414}" dt="2025-03-10T00:58:51.475" v="2870" actId="207"/>
          <ac:spMkLst>
            <pc:docMk/>
            <pc:sldMk cId="2832691755" sldId="643"/>
            <ac:spMk id="7" creationId="{7367365C-F4C3-4519-A516-0FFA1FC40A77}"/>
          </ac:spMkLst>
        </pc:spChg>
        <pc:spChg chg="mod">
          <ac:chgData name="John Hu" userId="213e45b8a479442b" providerId="LiveId" clId="{464149D3-95DE-448A-BFE1-A0D8B9969414}" dt="2025-03-10T00:59:10.299" v="2873"/>
          <ac:spMkLst>
            <pc:docMk/>
            <pc:sldMk cId="2832691755" sldId="643"/>
            <ac:spMk id="8" creationId="{36177B38-43AB-4398-968B-448F8F0E5F49}"/>
          </ac:spMkLst>
        </pc:spChg>
        <pc:spChg chg="mod">
          <ac:chgData name="John Hu" userId="213e45b8a479442b" providerId="LiveId" clId="{464149D3-95DE-448A-BFE1-A0D8B9969414}" dt="2025-03-10T00:58:47.830" v="2869" actId="207"/>
          <ac:spMkLst>
            <pc:docMk/>
            <pc:sldMk cId="2832691755" sldId="643"/>
            <ac:spMk id="9" creationId="{4FA5521D-E240-4E77-AE2C-DFF6D7109AF9}"/>
          </ac:spMkLst>
        </pc:spChg>
      </pc:sldChg>
      <pc:sldChg chg="addSp delSp modSp add mod">
        <pc:chgData name="John Hu" userId="213e45b8a479442b" providerId="LiveId" clId="{464149D3-95DE-448A-BFE1-A0D8B9969414}" dt="2025-03-11T01:03:08.588" v="3820" actId="1076"/>
        <pc:sldMkLst>
          <pc:docMk/>
          <pc:sldMk cId="3634169676" sldId="644"/>
        </pc:sldMkLst>
        <pc:spChg chg="mod">
          <ac:chgData name="John Hu" userId="213e45b8a479442b" providerId="LiveId" clId="{464149D3-95DE-448A-BFE1-A0D8B9969414}" dt="2025-03-10T02:39:40.495" v="3262" actId="1076"/>
          <ac:spMkLst>
            <pc:docMk/>
            <pc:sldMk cId="3634169676" sldId="644"/>
            <ac:spMk id="9" creationId="{4FA5521D-E240-4E77-AE2C-DFF6D7109AF9}"/>
          </ac:spMkLst>
        </pc:spChg>
        <pc:spChg chg="del">
          <ac:chgData name="John Hu" userId="213e45b8a479442b" providerId="LiveId" clId="{464149D3-95DE-448A-BFE1-A0D8B9969414}" dt="2025-03-10T02:37:01.752" v="3143" actId="478"/>
          <ac:spMkLst>
            <pc:docMk/>
            <pc:sldMk cId="3634169676" sldId="644"/>
            <ac:spMk id="12" creationId="{47D61A8E-0CF0-4BFE-BDA1-A11F7D0C83A7}"/>
          </ac:spMkLst>
        </pc:spChg>
        <pc:spChg chg="mod">
          <ac:chgData name="John Hu" userId="213e45b8a479442b" providerId="LiveId" clId="{464149D3-95DE-448A-BFE1-A0D8B9969414}" dt="2025-03-10T02:39:34.962" v="3260" actId="1076"/>
          <ac:spMkLst>
            <pc:docMk/>
            <pc:sldMk cId="3634169676" sldId="644"/>
            <ac:spMk id="13" creationId="{112B5ECF-1E46-4E7A-8499-0526CFBE0D9B}"/>
          </ac:spMkLst>
        </pc:spChg>
        <pc:spChg chg="mod">
          <ac:chgData name="John Hu" userId="213e45b8a479442b" providerId="LiveId" clId="{464149D3-95DE-448A-BFE1-A0D8B9969414}" dt="2025-03-10T02:39:38.177" v="3261" actId="1076"/>
          <ac:spMkLst>
            <pc:docMk/>
            <pc:sldMk cId="3634169676" sldId="644"/>
            <ac:spMk id="16" creationId="{782B5878-338E-46C8-ACA0-5EDC7C892951}"/>
          </ac:spMkLst>
        </pc:spChg>
        <pc:picChg chg="add del mod">
          <ac:chgData name="John Hu" userId="213e45b8a479442b" providerId="LiveId" clId="{464149D3-95DE-448A-BFE1-A0D8B9969414}" dt="2025-03-11T01:02:57.087" v="3816" actId="478"/>
          <ac:picMkLst>
            <pc:docMk/>
            <pc:sldMk cId="3634169676" sldId="644"/>
            <ac:picMk id="4" creationId="{4A89E462-C6F3-4C31-8999-FF2DA8D421F0}"/>
          </ac:picMkLst>
        </pc:picChg>
        <pc:picChg chg="add mod modCrop">
          <ac:chgData name="John Hu" userId="213e45b8a479442b" providerId="LiveId" clId="{464149D3-95DE-448A-BFE1-A0D8B9969414}" dt="2025-03-11T01:03:08.588" v="3820" actId="1076"/>
          <ac:picMkLst>
            <pc:docMk/>
            <pc:sldMk cId="3634169676" sldId="644"/>
            <ac:picMk id="5" creationId="{F377A8CB-0801-4657-B2A6-19E50E19343D}"/>
          </ac:picMkLst>
        </pc:picChg>
        <pc:picChg chg="del">
          <ac:chgData name="John Hu" userId="213e45b8a479442b" providerId="LiveId" clId="{464149D3-95DE-448A-BFE1-A0D8B9969414}" dt="2025-03-10T02:38:12.152" v="3186" actId="478"/>
          <ac:picMkLst>
            <pc:docMk/>
            <pc:sldMk cId="3634169676" sldId="644"/>
            <ac:picMk id="18" creationId="{E2C17458-EED4-4981-B835-B9951147ECE7}"/>
          </ac:picMkLst>
        </pc:picChg>
      </pc:sldChg>
      <pc:sldChg chg="addSp delSp modSp add mod">
        <pc:chgData name="John Hu" userId="213e45b8a479442b" providerId="LiveId" clId="{464149D3-95DE-448A-BFE1-A0D8B9969414}" dt="2025-03-11T01:21:28.240" v="3867" actId="1076"/>
        <pc:sldMkLst>
          <pc:docMk/>
          <pc:sldMk cId="996827761" sldId="645"/>
        </pc:sldMkLst>
        <pc:spChg chg="add del mod">
          <ac:chgData name="John Hu" userId="213e45b8a479442b" providerId="LiveId" clId="{464149D3-95DE-448A-BFE1-A0D8B9969414}" dt="2025-03-11T01:19:04.058" v="3841" actId="478"/>
          <ac:spMkLst>
            <pc:docMk/>
            <pc:sldMk cId="996827761" sldId="645"/>
            <ac:spMk id="5" creationId="{D8CCAA82-B39C-4200-80CF-5EDF87CEE104}"/>
          </ac:spMkLst>
        </pc:spChg>
        <pc:spChg chg="mod">
          <ac:chgData name="John Hu" userId="213e45b8a479442b" providerId="LiveId" clId="{464149D3-95DE-448A-BFE1-A0D8B9969414}" dt="2025-03-11T01:20:34.778" v="3855"/>
          <ac:spMkLst>
            <pc:docMk/>
            <pc:sldMk cId="996827761" sldId="645"/>
            <ac:spMk id="9" creationId="{4FA5521D-E240-4E77-AE2C-DFF6D7109AF9}"/>
          </ac:spMkLst>
        </pc:spChg>
        <pc:spChg chg="add mod">
          <ac:chgData name="John Hu" userId="213e45b8a479442b" providerId="LiveId" clId="{464149D3-95DE-448A-BFE1-A0D8B9969414}" dt="2025-03-11T01:21:03.377" v="3863" actId="113"/>
          <ac:spMkLst>
            <pc:docMk/>
            <pc:sldMk cId="996827761" sldId="645"/>
            <ac:spMk id="11" creationId="{A7E6C50A-360C-4DBF-87FA-D80440311530}"/>
          </ac:spMkLst>
        </pc:spChg>
        <pc:spChg chg="add del mod">
          <ac:chgData name="John Hu" userId="213e45b8a479442b" providerId="LiveId" clId="{464149D3-95DE-448A-BFE1-A0D8B9969414}" dt="2025-03-10T02:41:38.580" v="3477" actId="478"/>
          <ac:spMkLst>
            <pc:docMk/>
            <pc:sldMk cId="996827761" sldId="645"/>
            <ac:spMk id="11" creationId="{F1F2797E-A7E2-4A43-827F-C7A4D3C94EFF}"/>
          </ac:spMkLst>
        </pc:spChg>
        <pc:spChg chg="mod">
          <ac:chgData name="John Hu" userId="213e45b8a479442b" providerId="LiveId" clId="{464149D3-95DE-448A-BFE1-A0D8B9969414}" dt="2025-03-10T06:54:26.219" v="3689" actId="20577"/>
          <ac:spMkLst>
            <pc:docMk/>
            <pc:sldMk cId="996827761" sldId="645"/>
            <ac:spMk id="13" creationId="{112B5ECF-1E46-4E7A-8499-0526CFBE0D9B}"/>
          </ac:spMkLst>
        </pc:spChg>
        <pc:spChg chg="add del">
          <ac:chgData name="John Hu" userId="213e45b8a479442b" providerId="LiveId" clId="{464149D3-95DE-448A-BFE1-A0D8B9969414}" dt="2025-03-10T02:41:39.659" v="3479" actId="22"/>
          <ac:spMkLst>
            <pc:docMk/>
            <pc:sldMk cId="996827761" sldId="645"/>
            <ac:spMk id="14" creationId="{02C310CF-7543-40E1-8027-171F05DAB63F}"/>
          </ac:spMkLst>
        </pc:spChg>
        <pc:spChg chg="add del mod">
          <ac:chgData name="John Hu" userId="213e45b8a479442b" providerId="LiveId" clId="{464149D3-95DE-448A-BFE1-A0D8B9969414}" dt="2025-03-11T01:19:08.917" v="3842" actId="478"/>
          <ac:spMkLst>
            <pc:docMk/>
            <pc:sldMk cId="996827761" sldId="645"/>
            <ac:spMk id="15" creationId="{2224F3DD-32DB-46D2-AF2C-25179964D587}"/>
          </ac:spMkLst>
        </pc:spChg>
        <pc:spChg chg="mod">
          <ac:chgData name="John Hu" userId="213e45b8a479442b" providerId="LiveId" clId="{464149D3-95DE-448A-BFE1-A0D8B9969414}" dt="2025-03-11T01:21:28.240" v="3867" actId="1076"/>
          <ac:spMkLst>
            <pc:docMk/>
            <pc:sldMk cId="996827761" sldId="645"/>
            <ac:spMk id="16" creationId="{782B5878-338E-46C8-ACA0-5EDC7C892951}"/>
          </ac:spMkLst>
        </pc:spChg>
        <pc:picChg chg="del">
          <ac:chgData name="John Hu" userId="213e45b8a479442b" providerId="LiveId" clId="{464149D3-95DE-448A-BFE1-A0D8B9969414}" dt="2025-03-10T06:18:29.103" v="3487" actId="478"/>
          <ac:picMkLst>
            <pc:docMk/>
            <pc:sldMk cId="996827761" sldId="645"/>
            <ac:picMk id="4" creationId="{4A89E462-C6F3-4C31-8999-FF2DA8D421F0}"/>
          </ac:picMkLst>
        </pc:picChg>
        <pc:picChg chg="add mod">
          <ac:chgData name="John Hu" userId="213e45b8a479442b" providerId="LiveId" clId="{464149D3-95DE-448A-BFE1-A0D8B9969414}" dt="2025-03-11T01:21:15.528" v="3865" actId="1076"/>
          <ac:picMkLst>
            <pc:docMk/>
            <pc:sldMk cId="996827761" sldId="645"/>
            <ac:picMk id="4" creationId="{4C628DC2-59A2-4569-82F9-83D62C8A8B33}"/>
          </ac:picMkLst>
        </pc:picChg>
        <pc:picChg chg="add mod">
          <ac:chgData name="John Hu" userId="213e45b8a479442b" providerId="LiveId" clId="{464149D3-95DE-448A-BFE1-A0D8B9969414}" dt="2025-03-11T01:21:16.968" v="3866" actId="1076"/>
          <ac:picMkLst>
            <pc:docMk/>
            <pc:sldMk cId="996827761" sldId="645"/>
            <ac:picMk id="7" creationId="{C91EF2FF-2992-493F-A254-34CF4ADDF298}"/>
          </ac:picMkLst>
        </pc:picChg>
        <pc:picChg chg="add del mod">
          <ac:chgData name="John Hu" userId="213e45b8a479442b" providerId="LiveId" clId="{464149D3-95DE-448A-BFE1-A0D8B9969414}" dt="2025-03-11T01:19:51.478" v="3849" actId="478"/>
          <ac:picMkLst>
            <pc:docMk/>
            <pc:sldMk cId="996827761" sldId="645"/>
            <ac:picMk id="12" creationId="{05ECFF63-BDC2-4921-A348-7C15D82FB8CD}"/>
          </ac:picMkLst>
        </pc:picChg>
      </pc:sldChg>
      <pc:sldChg chg="addSp delSp modSp add mod ord">
        <pc:chgData name="John Hu" userId="213e45b8a479442b" providerId="LiveId" clId="{464149D3-95DE-448A-BFE1-A0D8B9969414}" dt="2025-03-11T01:18:56.287" v="3840" actId="1076"/>
        <pc:sldMkLst>
          <pc:docMk/>
          <pc:sldMk cId="3867182455" sldId="646"/>
        </pc:sldMkLst>
        <pc:spChg chg="mod">
          <ac:chgData name="John Hu" userId="213e45b8a479442b" providerId="LiveId" clId="{464149D3-95DE-448A-BFE1-A0D8B9969414}" dt="2025-03-11T01:18:56.287" v="3840" actId="1076"/>
          <ac:spMkLst>
            <pc:docMk/>
            <pc:sldMk cId="3867182455" sldId="646"/>
            <ac:spMk id="5" creationId="{D8CCAA82-B39C-4200-80CF-5EDF87CEE104}"/>
          </ac:spMkLst>
        </pc:spChg>
        <pc:spChg chg="mod">
          <ac:chgData name="John Hu" userId="213e45b8a479442b" providerId="LiveId" clId="{464149D3-95DE-448A-BFE1-A0D8B9969414}" dt="2025-03-10T06:54:23.994" v="3687" actId="20577"/>
          <ac:spMkLst>
            <pc:docMk/>
            <pc:sldMk cId="3867182455" sldId="646"/>
            <ac:spMk id="13" creationId="{112B5ECF-1E46-4E7A-8499-0526CFBE0D9B}"/>
          </ac:spMkLst>
        </pc:spChg>
        <pc:spChg chg="mod">
          <ac:chgData name="John Hu" userId="213e45b8a479442b" providerId="LiveId" clId="{464149D3-95DE-448A-BFE1-A0D8B9969414}" dt="2025-03-10T06:45:21.163" v="3535" actId="20577"/>
          <ac:spMkLst>
            <pc:docMk/>
            <pc:sldMk cId="3867182455" sldId="646"/>
            <ac:spMk id="16" creationId="{782B5878-338E-46C8-ACA0-5EDC7C892951}"/>
          </ac:spMkLst>
        </pc:spChg>
        <pc:picChg chg="add mod">
          <ac:chgData name="John Hu" userId="213e45b8a479442b" providerId="LiveId" clId="{464149D3-95DE-448A-BFE1-A0D8B9969414}" dt="2025-03-11T01:18:50.422" v="3839" actId="1076"/>
          <ac:picMkLst>
            <pc:docMk/>
            <pc:sldMk cId="3867182455" sldId="646"/>
            <ac:picMk id="4" creationId="{0E33A997-362D-4A40-B4B0-17C15D163608}"/>
          </ac:picMkLst>
        </pc:picChg>
        <pc:picChg chg="del">
          <ac:chgData name="John Hu" userId="213e45b8a479442b" providerId="LiveId" clId="{464149D3-95DE-448A-BFE1-A0D8B9969414}" dt="2025-03-11T01:18:34.150" v="3830" actId="478"/>
          <ac:picMkLst>
            <pc:docMk/>
            <pc:sldMk cId="3867182455" sldId="646"/>
            <ac:picMk id="12" creationId="{05ECFF63-BDC2-4921-A348-7C15D82FB8CD}"/>
          </ac:picMkLst>
        </pc:picChg>
      </pc:sldChg>
      <pc:sldChg chg="addSp delSp modSp add mod">
        <pc:chgData name="John Hu" userId="213e45b8a479442b" providerId="LiveId" clId="{464149D3-95DE-448A-BFE1-A0D8B9969414}" dt="2025-03-11T06:58:01.180" v="4869" actId="20577"/>
        <pc:sldMkLst>
          <pc:docMk/>
          <pc:sldMk cId="2760184106" sldId="647"/>
        </pc:sldMkLst>
        <pc:spChg chg="mod">
          <ac:chgData name="John Hu" userId="213e45b8a479442b" providerId="LiveId" clId="{464149D3-95DE-448A-BFE1-A0D8B9969414}" dt="2025-03-11T01:27:22.640" v="3926" actId="20577"/>
          <ac:spMkLst>
            <pc:docMk/>
            <pc:sldMk cId="2760184106" sldId="647"/>
            <ac:spMk id="2" creationId="{5888EE31-F44C-4034-8407-4C756F65702C}"/>
          </ac:spMkLst>
        </pc:spChg>
        <pc:spChg chg="mod">
          <ac:chgData name="John Hu" userId="213e45b8a479442b" providerId="LiveId" clId="{464149D3-95DE-448A-BFE1-A0D8B9969414}" dt="2025-03-11T06:35:00.905" v="3953" actId="20577"/>
          <ac:spMkLst>
            <pc:docMk/>
            <pc:sldMk cId="2760184106" sldId="647"/>
            <ac:spMk id="8" creationId="{36177B38-43AB-4398-968B-448F8F0E5F49}"/>
          </ac:spMkLst>
        </pc:spChg>
        <pc:spChg chg="del">
          <ac:chgData name="John Hu" userId="213e45b8a479442b" providerId="LiveId" clId="{464149D3-95DE-448A-BFE1-A0D8B9969414}" dt="2025-03-11T06:37:58.603" v="4100" actId="478"/>
          <ac:spMkLst>
            <pc:docMk/>
            <pc:sldMk cId="2760184106" sldId="647"/>
            <ac:spMk id="9" creationId="{4FA5521D-E240-4E77-AE2C-DFF6D7109AF9}"/>
          </ac:spMkLst>
        </pc:spChg>
        <pc:spChg chg="mod">
          <ac:chgData name="John Hu" userId="213e45b8a479442b" providerId="LiveId" clId="{464149D3-95DE-448A-BFE1-A0D8B9969414}" dt="2025-03-11T06:35:21.854" v="3986" actId="20577"/>
          <ac:spMkLst>
            <pc:docMk/>
            <pc:sldMk cId="2760184106" sldId="647"/>
            <ac:spMk id="10" creationId="{4D9CDC4E-E5FC-4827-898E-896C4F0AE55E}"/>
          </ac:spMkLst>
        </pc:spChg>
        <pc:spChg chg="del">
          <ac:chgData name="John Hu" userId="213e45b8a479442b" providerId="LiveId" clId="{464149D3-95DE-448A-BFE1-A0D8B9969414}" dt="2025-03-11T06:38:01.003" v="4101" actId="478"/>
          <ac:spMkLst>
            <pc:docMk/>
            <pc:sldMk cId="2760184106" sldId="647"/>
            <ac:spMk id="11" creationId="{A7E6C50A-360C-4DBF-87FA-D80440311530}"/>
          </ac:spMkLst>
        </pc:spChg>
        <pc:spChg chg="mod">
          <ac:chgData name="John Hu" userId="213e45b8a479442b" providerId="LiveId" clId="{464149D3-95DE-448A-BFE1-A0D8B9969414}" dt="2025-03-11T06:58:01.180" v="4869" actId="20577"/>
          <ac:spMkLst>
            <pc:docMk/>
            <pc:sldMk cId="2760184106" sldId="647"/>
            <ac:spMk id="13" creationId="{112B5ECF-1E46-4E7A-8499-0526CFBE0D9B}"/>
          </ac:spMkLst>
        </pc:spChg>
        <pc:spChg chg="del">
          <ac:chgData name="John Hu" userId="213e45b8a479442b" providerId="LiveId" clId="{464149D3-95DE-448A-BFE1-A0D8B9969414}" dt="2025-03-11T06:36:38.188" v="3996" actId="478"/>
          <ac:spMkLst>
            <pc:docMk/>
            <pc:sldMk cId="2760184106" sldId="647"/>
            <ac:spMk id="16" creationId="{782B5878-338E-46C8-ACA0-5EDC7C892951}"/>
          </ac:spMkLst>
        </pc:spChg>
        <pc:picChg chg="add del">
          <ac:chgData name="John Hu" userId="213e45b8a479442b" providerId="LiveId" clId="{464149D3-95DE-448A-BFE1-A0D8B9969414}" dt="2025-03-11T06:38:11.027" v="4106" actId="478"/>
          <ac:picMkLst>
            <pc:docMk/>
            <pc:sldMk cId="2760184106" sldId="647"/>
            <ac:picMk id="4" creationId="{4C628DC2-59A2-4569-82F9-83D62C8A8B33}"/>
          </ac:picMkLst>
        </pc:picChg>
        <pc:picChg chg="del">
          <ac:chgData name="John Hu" userId="213e45b8a479442b" providerId="LiveId" clId="{464149D3-95DE-448A-BFE1-A0D8B9969414}" dt="2025-03-11T06:38:11.027" v="4106" actId="478"/>
          <ac:picMkLst>
            <pc:docMk/>
            <pc:sldMk cId="2760184106" sldId="647"/>
            <ac:picMk id="7" creationId="{C91EF2FF-2992-493F-A254-34CF4ADDF298}"/>
          </ac:picMkLst>
        </pc:picChg>
      </pc:sldChg>
      <pc:sldChg chg="add del">
        <pc:chgData name="John Hu" userId="213e45b8a479442b" providerId="LiveId" clId="{464149D3-95DE-448A-BFE1-A0D8B9969414}" dt="2025-03-11T07:59:13.557" v="4963" actId="47"/>
        <pc:sldMkLst>
          <pc:docMk/>
          <pc:sldMk cId="1334742864" sldId="648"/>
        </pc:sldMkLst>
      </pc:sldChg>
      <pc:sldChg chg="addSp delSp modSp add mod">
        <pc:chgData name="John Hu" userId="213e45b8a479442b" providerId="LiveId" clId="{464149D3-95DE-448A-BFE1-A0D8B9969414}" dt="2025-03-11T06:48:59.229" v="4422" actId="1076"/>
        <pc:sldMkLst>
          <pc:docMk/>
          <pc:sldMk cId="862788250" sldId="649"/>
        </pc:sldMkLst>
        <pc:spChg chg="add mod">
          <ac:chgData name="John Hu" userId="213e45b8a479442b" providerId="LiveId" clId="{464149D3-95DE-448A-BFE1-A0D8B9969414}" dt="2025-03-11T06:43:47.693" v="4289" actId="1076"/>
          <ac:spMkLst>
            <pc:docMk/>
            <pc:sldMk cId="862788250" sldId="649"/>
            <ac:spMk id="3" creationId="{21810DB4-8989-43A9-92F9-0EEF91028C01}"/>
          </ac:spMkLst>
        </pc:spChg>
        <pc:spChg chg="add mod">
          <ac:chgData name="John Hu" userId="213e45b8a479442b" providerId="LiveId" clId="{464149D3-95DE-448A-BFE1-A0D8B9969414}" dt="2025-03-11T06:45:07.315" v="4356" actId="1076"/>
          <ac:spMkLst>
            <pc:docMk/>
            <pc:sldMk cId="862788250" sldId="649"/>
            <ac:spMk id="4" creationId="{85DD2751-9134-417F-B39F-02422318D7FD}"/>
          </ac:spMkLst>
        </pc:spChg>
        <pc:spChg chg="add del mod">
          <ac:chgData name="John Hu" userId="213e45b8a479442b" providerId="LiveId" clId="{464149D3-95DE-448A-BFE1-A0D8B9969414}" dt="2025-03-11T06:43:47.460" v="4288" actId="478"/>
          <ac:spMkLst>
            <pc:docMk/>
            <pc:sldMk cId="862788250" sldId="649"/>
            <ac:spMk id="6" creationId="{103E3DDB-AC6F-490C-B130-0A55632A32F8}"/>
          </ac:spMkLst>
        </pc:spChg>
        <pc:spChg chg="add mod">
          <ac:chgData name="John Hu" userId="213e45b8a479442b" providerId="LiveId" clId="{464149D3-95DE-448A-BFE1-A0D8B9969414}" dt="2025-03-11T06:43:48.405" v="4290" actId="1076"/>
          <ac:spMkLst>
            <pc:docMk/>
            <pc:sldMk cId="862788250" sldId="649"/>
            <ac:spMk id="7" creationId="{FEE5782C-3C94-4123-974B-2CDE1F0DE0AD}"/>
          </ac:spMkLst>
        </pc:spChg>
        <pc:spChg chg="add mod">
          <ac:chgData name="John Hu" userId="213e45b8a479442b" providerId="LiveId" clId="{464149D3-95DE-448A-BFE1-A0D8B9969414}" dt="2025-03-11T06:45:03.688" v="4355" actId="20577"/>
          <ac:spMkLst>
            <pc:docMk/>
            <pc:sldMk cId="862788250" sldId="649"/>
            <ac:spMk id="11" creationId="{6A38CEB5-132A-4A8E-BE44-BF612CFEFF79}"/>
          </ac:spMkLst>
        </pc:spChg>
        <pc:spChg chg="mod">
          <ac:chgData name="John Hu" userId="213e45b8a479442b" providerId="LiveId" clId="{464149D3-95DE-448A-BFE1-A0D8B9969414}" dt="2025-03-11T06:40:07.186" v="4196" actId="6549"/>
          <ac:spMkLst>
            <pc:docMk/>
            <pc:sldMk cId="862788250" sldId="649"/>
            <ac:spMk id="13" creationId="{112B5ECF-1E46-4E7A-8499-0526CFBE0D9B}"/>
          </ac:spMkLst>
        </pc:spChg>
        <pc:picChg chg="add mod">
          <ac:chgData name="John Hu" userId="213e45b8a479442b" providerId="LiveId" clId="{464149D3-95DE-448A-BFE1-A0D8B9969414}" dt="2025-03-11T06:48:59.229" v="4422" actId="1076"/>
          <ac:picMkLst>
            <pc:docMk/>
            <pc:sldMk cId="862788250" sldId="649"/>
            <ac:picMk id="9" creationId="{80ED4D57-E0C4-455A-92E3-96C9C39D39B7}"/>
          </ac:picMkLst>
        </pc:picChg>
      </pc:sldChg>
      <pc:sldChg chg="addSp modSp add mod">
        <pc:chgData name="John Hu" userId="213e45b8a479442b" providerId="LiveId" clId="{464149D3-95DE-448A-BFE1-A0D8B9969414}" dt="2025-03-11T06:48:19.436" v="4420"/>
        <pc:sldMkLst>
          <pc:docMk/>
          <pc:sldMk cId="1676375893" sldId="650"/>
        </pc:sldMkLst>
        <pc:spChg chg="add mod">
          <ac:chgData name="John Hu" userId="213e45b8a479442b" providerId="LiveId" clId="{464149D3-95DE-448A-BFE1-A0D8B9969414}" dt="2025-03-11T06:45:57.566" v="4410" actId="207"/>
          <ac:spMkLst>
            <pc:docMk/>
            <pc:sldMk cId="1676375893" sldId="650"/>
            <ac:spMk id="6" creationId="{B2BA5A54-28F1-46B5-9E48-9A7B474F45FD}"/>
          </ac:spMkLst>
        </pc:spChg>
        <pc:spChg chg="add mod">
          <ac:chgData name="John Hu" userId="213e45b8a479442b" providerId="LiveId" clId="{464149D3-95DE-448A-BFE1-A0D8B9969414}" dt="2025-03-11T06:46:09.276" v="4413" actId="20577"/>
          <ac:spMkLst>
            <pc:docMk/>
            <pc:sldMk cId="1676375893" sldId="650"/>
            <ac:spMk id="7" creationId="{388E493F-59F9-4DC4-988D-20C45EB815AA}"/>
          </ac:spMkLst>
        </pc:spChg>
        <pc:spChg chg="add mod">
          <ac:chgData name="John Hu" userId="213e45b8a479442b" providerId="LiveId" clId="{464149D3-95DE-448A-BFE1-A0D8B9969414}" dt="2025-03-11T06:44:09.302" v="4297" actId="1076"/>
          <ac:spMkLst>
            <pc:docMk/>
            <pc:sldMk cId="1676375893" sldId="650"/>
            <ac:spMk id="9" creationId="{77542F65-0F29-44B0-ADA0-BE9DFABEFE5E}"/>
          </ac:spMkLst>
        </pc:spChg>
        <pc:spChg chg="mod">
          <ac:chgData name="John Hu" userId="213e45b8a479442b" providerId="LiveId" clId="{464149D3-95DE-448A-BFE1-A0D8B9969414}" dt="2025-03-11T06:48:19.436" v="4420"/>
          <ac:spMkLst>
            <pc:docMk/>
            <pc:sldMk cId="1676375893" sldId="650"/>
            <ac:spMk id="13" creationId="{112B5ECF-1E46-4E7A-8499-0526CFBE0D9B}"/>
          </ac:spMkLst>
        </pc:spChg>
        <pc:picChg chg="add mod">
          <ac:chgData name="John Hu" userId="213e45b8a479442b" providerId="LiveId" clId="{464149D3-95DE-448A-BFE1-A0D8B9969414}" dt="2025-03-11T06:47:01.192" v="4415" actId="1076"/>
          <ac:picMkLst>
            <pc:docMk/>
            <pc:sldMk cId="1676375893" sldId="650"/>
            <ac:picMk id="4" creationId="{927F0DF1-E29A-4533-BB20-2BDB0C237D67}"/>
          </ac:picMkLst>
        </pc:picChg>
        <pc:picChg chg="add mod">
          <ac:chgData name="John Hu" userId="213e45b8a479442b" providerId="LiveId" clId="{464149D3-95DE-448A-BFE1-A0D8B9969414}" dt="2025-03-11T06:47:23.008" v="4419" actId="1076"/>
          <ac:picMkLst>
            <pc:docMk/>
            <pc:sldMk cId="1676375893" sldId="650"/>
            <ac:picMk id="11" creationId="{15825EE8-D669-4AD2-8180-3C0932E2BF88}"/>
          </ac:picMkLst>
        </pc:picChg>
      </pc:sldChg>
      <pc:sldChg chg="addSp delSp modSp add mod">
        <pc:chgData name="John Hu" userId="213e45b8a479442b" providerId="LiveId" clId="{464149D3-95DE-448A-BFE1-A0D8B9969414}" dt="2025-03-11T06:52:43.090" v="4628" actId="20577"/>
        <pc:sldMkLst>
          <pc:docMk/>
          <pc:sldMk cId="1094640988" sldId="651"/>
        </pc:sldMkLst>
        <pc:spChg chg="add mod">
          <ac:chgData name="John Hu" userId="213e45b8a479442b" providerId="LiveId" clId="{464149D3-95DE-448A-BFE1-A0D8B9969414}" dt="2025-03-11T06:52:35.042" v="4605" actId="20577"/>
          <ac:spMkLst>
            <pc:docMk/>
            <pc:sldMk cId="1094640988" sldId="651"/>
            <ac:spMk id="6" creationId="{49A246C1-72F4-40B9-B531-E75A856A7862}"/>
          </ac:spMkLst>
        </pc:spChg>
        <pc:spChg chg="add mod">
          <ac:chgData name="John Hu" userId="213e45b8a479442b" providerId="LiveId" clId="{464149D3-95DE-448A-BFE1-A0D8B9969414}" dt="2025-03-11T06:52:43.090" v="4628" actId="20577"/>
          <ac:spMkLst>
            <pc:docMk/>
            <pc:sldMk cId="1094640988" sldId="651"/>
            <ac:spMk id="7" creationId="{09652340-BA81-4FA4-85A5-E8D7310F97E9}"/>
          </ac:spMkLst>
        </pc:spChg>
        <pc:spChg chg="add del mod">
          <ac:chgData name="John Hu" userId="213e45b8a479442b" providerId="LiveId" clId="{464149D3-95DE-448A-BFE1-A0D8B9969414}" dt="2025-03-11T06:51:35.924" v="4534" actId="478"/>
          <ac:spMkLst>
            <pc:docMk/>
            <pc:sldMk cId="1094640988" sldId="651"/>
            <ac:spMk id="9" creationId="{DE7AADB2-D6AF-4C19-B405-DC7000E2A1B0}"/>
          </ac:spMkLst>
        </pc:spChg>
        <pc:spChg chg="add del">
          <ac:chgData name="John Hu" userId="213e45b8a479442b" providerId="LiveId" clId="{464149D3-95DE-448A-BFE1-A0D8B9969414}" dt="2025-03-11T06:51:16.119" v="4529" actId="22"/>
          <ac:spMkLst>
            <pc:docMk/>
            <pc:sldMk cId="1094640988" sldId="651"/>
            <ac:spMk id="11" creationId="{0EA0C3BA-B667-4BED-A2DC-CC435907C48C}"/>
          </ac:spMkLst>
        </pc:spChg>
        <pc:spChg chg="add mod">
          <ac:chgData name="John Hu" userId="213e45b8a479442b" providerId="LiveId" clId="{464149D3-95DE-448A-BFE1-A0D8B9969414}" dt="2025-03-11T06:51:58.590" v="4538" actId="1076"/>
          <ac:spMkLst>
            <pc:docMk/>
            <pc:sldMk cId="1094640988" sldId="651"/>
            <ac:spMk id="12" creationId="{97DB1E36-1905-48EA-BB14-0458BD75C163}"/>
          </ac:spMkLst>
        </pc:spChg>
        <pc:spChg chg="mod">
          <ac:chgData name="John Hu" userId="213e45b8a479442b" providerId="LiveId" clId="{464149D3-95DE-448A-BFE1-A0D8B9969414}" dt="2025-03-11T06:49:19.746" v="4425" actId="6549"/>
          <ac:spMkLst>
            <pc:docMk/>
            <pc:sldMk cId="1094640988" sldId="651"/>
            <ac:spMk id="13" creationId="{112B5ECF-1E46-4E7A-8499-0526CFBE0D9B}"/>
          </ac:spMkLst>
        </pc:spChg>
        <pc:picChg chg="add mod">
          <ac:chgData name="John Hu" userId="213e45b8a479442b" providerId="LiveId" clId="{464149D3-95DE-448A-BFE1-A0D8B9969414}" dt="2025-03-11T06:52:00.737" v="4539" actId="1076"/>
          <ac:picMkLst>
            <pc:docMk/>
            <pc:sldMk cId="1094640988" sldId="651"/>
            <ac:picMk id="5" creationId="{CB88B2B8-A171-481A-AE40-38FF8CDECD3F}"/>
          </ac:picMkLst>
        </pc:picChg>
      </pc:sldChg>
      <pc:sldChg chg="add del">
        <pc:chgData name="John Hu" userId="213e45b8a479442b" providerId="LiveId" clId="{464149D3-95DE-448A-BFE1-A0D8B9969414}" dt="2025-03-11T06:53:13.444" v="4630"/>
        <pc:sldMkLst>
          <pc:docMk/>
          <pc:sldMk cId="594322095" sldId="652"/>
        </pc:sldMkLst>
      </pc:sldChg>
      <pc:sldChg chg="addSp delSp modSp add mod">
        <pc:chgData name="John Hu" userId="213e45b8a479442b" providerId="LiveId" clId="{464149D3-95DE-448A-BFE1-A0D8B9969414}" dt="2025-03-11T06:57:42.976" v="4862" actId="1076"/>
        <pc:sldMkLst>
          <pc:docMk/>
          <pc:sldMk cId="2939152827" sldId="652"/>
        </pc:sldMkLst>
        <pc:spChg chg="add del mod">
          <ac:chgData name="John Hu" userId="213e45b8a479442b" providerId="LiveId" clId="{464149D3-95DE-448A-BFE1-A0D8B9969414}" dt="2025-03-11T06:55:52.511" v="4815" actId="478"/>
          <ac:spMkLst>
            <pc:docMk/>
            <pc:sldMk cId="2939152827" sldId="652"/>
            <ac:spMk id="3" creationId="{A212492D-E61B-4F61-93AA-6E9F1F82D77F}"/>
          </ac:spMkLst>
        </pc:spChg>
        <pc:spChg chg="mod">
          <ac:chgData name="John Hu" userId="213e45b8a479442b" providerId="LiveId" clId="{464149D3-95DE-448A-BFE1-A0D8B9969414}" dt="2025-03-11T06:56:02.146" v="4820" actId="14100"/>
          <ac:spMkLst>
            <pc:docMk/>
            <pc:sldMk cId="2939152827" sldId="652"/>
            <ac:spMk id="6" creationId="{49A246C1-72F4-40B9-B531-E75A856A7862}"/>
          </ac:spMkLst>
        </pc:spChg>
        <pc:spChg chg="del">
          <ac:chgData name="John Hu" userId="213e45b8a479442b" providerId="LiveId" clId="{464149D3-95DE-448A-BFE1-A0D8B9969414}" dt="2025-03-11T06:54:11.940" v="4638" actId="478"/>
          <ac:spMkLst>
            <pc:docMk/>
            <pc:sldMk cId="2939152827" sldId="652"/>
            <ac:spMk id="7" creationId="{09652340-BA81-4FA4-85A5-E8D7310F97E9}"/>
          </ac:spMkLst>
        </pc:spChg>
        <pc:spChg chg="add del mod">
          <ac:chgData name="John Hu" userId="213e45b8a479442b" providerId="LiveId" clId="{464149D3-95DE-448A-BFE1-A0D8B9969414}" dt="2025-03-11T06:55:50.711" v="4814" actId="478"/>
          <ac:spMkLst>
            <pc:docMk/>
            <pc:sldMk cId="2939152827" sldId="652"/>
            <ac:spMk id="11" creationId="{4F9E8763-5930-4635-8108-CCC031EC6245}"/>
          </ac:spMkLst>
        </pc:spChg>
        <pc:spChg chg="del">
          <ac:chgData name="John Hu" userId="213e45b8a479442b" providerId="LiveId" clId="{464149D3-95DE-448A-BFE1-A0D8B9969414}" dt="2025-03-11T06:54:59.015" v="4727" actId="478"/>
          <ac:spMkLst>
            <pc:docMk/>
            <pc:sldMk cId="2939152827" sldId="652"/>
            <ac:spMk id="12" creationId="{97DB1E36-1905-48EA-BB14-0458BD75C163}"/>
          </ac:spMkLst>
        </pc:spChg>
        <pc:spChg chg="mod">
          <ac:chgData name="John Hu" userId="213e45b8a479442b" providerId="LiveId" clId="{464149D3-95DE-448A-BFE1-A0D8B9969414}" dt="2025-03-11T06:53:28.767" v="4632"/>
          <ac:spMkLst>
            <pc:docMk/>
            <pc:sldMk cId="2939152827" sldId="652"/>
            <ac:spMk id="13" creationId="{112B5ECF-1E46-4E7A-8499-0526CFBE0D9B}"/>
          </ac:spMkLst>
        </pc:spChg>
        <pc:spChg chg="add mod">
          <ac:chgData name="John Hu" userId="213e45b8a479442b" providerId="LiveId" clId="{464149D3-95DE-448A-BFE1-A0D8B9969414}" dt="2025-03-11T06:56:27.162" v="4841" actId="1076"/>
          <ac:spMkLst>
            <pc:docMk/>
            <pc:sldMk cId="2939152827" sldId="652"/>
            <ac:spMk id="14" creationId="{E6DCE201-5AC9-47D3-97E4-E263063B460C}"/>
          </ac:spMkLst>
        </pc:spChg>
        <pc:spChg chg="add mod">
          <ac:chgData name="John Hu" userId="213e45b8a479442b" providerId="LiveId" clId="{464149D3-95DE-448A-BFE1-A0D8B9969414}" dt="2025-03-11T06:56:31.033" v="4843" actId="14100"/>
          <ac:spMkLst>
            <pc:docMk/>
            <pc:sldMk cId="2939152827" sldId="652"/>
            <ac:spMk id="15" creationId="{7FE8E87D-C3C7-425F-8BDF-1FC5C3561791}"/>
          </ac:spMkLst>
        </pc:spChg>
        <pc:spChg chg="add mod">
          <ac:chgData name="John Hu" userId="213e45b8a479442b" providerId="LiveId" clId="{464149D3-95DE-448A-BFE1-A0D8B9969414}" dt="2025-03-11T06:56:13.695" v="4837" actId="207"/>
          <ac:spMkLst>
            <pc:docMk/>
            <pc:sldMk cId="2939152827" sldId="652"/>
            <ac:spMk id="16" creationId="{BC222251-9F00-4F57-A8A2-DF1E9B5385CD}"/>
          </ac:spMkLst>
        </pc:spChg>
        <pc:spChg chg="add mod">
          <ac:chgData name="John Hu" userId="213e45b8a479442b" providerId="LiveId" clId="{464149D3-95DE-448A-BFE1-A0D8B9969414}" dt="2025-03-11T06:56:42.220" v="4847" actId="1076"/>
          <ac:spMkLst>
            <pc:docMk/>
            <pc:sldMk cId="2939152827" sldId="652"/>
            <ac:spMk id="17" creationId="{559AA9CD-F1F6-407C-B778-9AD7018418F8}"/>
          </ac:spMkLst>
        </pc:spChg>
        <pc:spChg chg="add mod">
          <ac:chgData name="John Hu" userId="213e45b8a479442b" providerId="LiveId" clId="{464149D3-95DE-448A-BFE1-A0D8B9969414}" dt="2025-03-11T06:57:42.976" v="4862" actId="1076"/>
          <ac:spMkLst>
            <pc:docMk/>
            <pc:sldMk cId="2939152827" sldId="652"/>
            <ac:spMk id="18" creationId="{BC9A2868-7B79-40DA-A574-D00292DBFD9E}"/>
          </ac:spMkLst>
        </pc:spChg>
        <pc:picChg chg="del">
          <ac:chgData name="John Hu" userId="213e45b8a479442b" providerId="LiveId" clId="{464149D3-95DE-448A-BFE1-A0D8B9969414}" dt="2025-03-11T06:55:03.420" v="4728" actId="478"/>
          <ac:picMkLst>
            <pc:docMk/>
            <pc:sldMk cId="2939152827" sldId="652"/>
            <ac:picMk id="5" creationId="{CB88B2B8-A171-481A-AE40-38FF8CDECD3F}"/>
          </ac:picMkLst>
        </pc:picChg>
      </pc:sldChg>
      <pc:sldChg chg="addSp delSp modSp add mod">
        <pc:chgData name="John Hu" userId="213e45b8a479442b" providerId="LiveId" clId="{464149D3-95DE-448A-BFE1-A0D8B9969414}" dt="2025-03-13T02:08:51.598" v="5661" actId="113"/>
        <pc:sldMkLst>
          <pc:docMk/>
          <pc:sldMk cId="2274158211" sldId="653"/>
        </pc:sldMkLst>
        <pc:spChg chg="mod">
          <ac:chgData name="John Hu" userId="213e45b8a479442b" providerId="LiveId" clId="{464149D3-95DE-448A-BFE1-A0D8B9969414}" dt="2025-03-13T02:08:47.767" v="5659" actId="113"/>
          <ac:spMkLst>
            <pc:docMk/>
            <pc:sldMk cId="2274158211" sldId="653"/>
            <ac:spMk id="6" creationId="{49A246C1-72F4-40B9-B531-E75A856A7862}"/>
          </ac:spMkLst>
        </pc:spChg>
        <pc:spChg chg="add mod">
          <ac:chgData name="John Hu" userId="213e45b8a479442b" providerId="LiveId" clId="{464149D3-95DE-448A-BFE1-A0D8B9969414}" dt="2025-03-11T07:48:04.239" v="4957" actId="1076"/>
          <ac:spMkLst>
            <pc:docMk/>
            <pc:sldMk cId="2274158211" sldId="653"/>
            <ac:spMk id="12" creationId="{6D9EA0C0-0753-469A-8C2A-DDB64C07A32B}"/>
          </ac:spMkLst>
        </pc:spChg>
        <pc:spChg chg="mod">
          <ac:chgData name="John Hu" userId="213e45b8a479442b" providerId="LiveId" clId="{464149D3-95DE-448A-BFE1-A0D8B9969414}" dt="2025-03-11T06:58:19.492" v="4870"/>
          <ac:spMkLst>
            <pc:docMk/>
            <pc:sldMk cId="2274158211" sldId="653"/>
            <ac:spMk id="13" creationId="{112B5ECF-1E46-4E7A-8499-0526CFBE0D9B}"/>
          </ac:spMkLst>
        </pc:spChg>
        <pc:spChg chg="del">
          <ac:chgData name="John Hu" userId="213e45b8a479442b" providerId="LiveId" clId="{464149D3-95DE-448A-BFE1-A0D8B9969414}" dt="2025-03-11T06:58:25.175" v="4872" actId="478"/>
          <ac:spMkLst>
            <pc:docMk/>
            <pc:sldMk cId="2274158211" sldId="653"/>
            <ac:spMk id="14" creationId="{E6DCE201-5AC9-47D3-97E4-E263063B460C}"/>
          </ac:spMkLst>
        </pc:spChg>
        <pc:spChg chg="del">
          <ac:chgData name="John Hu" userId="213e45b8a479442b" providerId="LiveId" clId="{464149D3-95DE-448A-BFE1-A0D8B9969414}" dt="2025-03-11T06:58:26.275" v="4873" actId="478"/>
          <ac:spMkLst>
            <pc:docMk/>
            <pc:sldMk cId="2274158211" sldId="653"/>
            <ac:spMk id="15" creationId="{7FE8E87D-C3C7-425F-8BDF-1FC5C3561791}"/>
          </ac:spMkLst>
        </pc:spChg>
        <pc:spChg chg="del mod">
          <ac:chgData name="John Hu" userId="213e45b8a479442b" providerId="LiveId" clId="{464149D3-95DE-448A-BFE1-A0D8B9969414}" dt="2025-03-11T07:44:58.099" v="4879" actId="478"/>
          <ac:spMkLst>
            <pc:docMk/>
            <pc:sldMk cId="2274158211" sldId="653"/>
            <ac:spMk id="16" creationId="{BC222251-9F00-4F57-A8A2-DF1E9B5385CD}"/>
          </ac:spMkLst>
        </pc:spChg>
        <pc:spChg chg="mod">
          <ac:chgData name="John Hu" userId="213e45b8a479442b" providerId="LiveId" clId="{464149D3-95DE-448A-BFE1-A0D8B9969414}" dt="2025-03-11T07:48:02.348" v="4956" actId="1076"/>
          <ac:spMkLst>
            <pc:docMk/>
            <pc:sldMk cId="2274158211" sldId="653"/>
            <ac:spMk id="17" creationId="{559AA9CD-F1F6-407C-B778-9AD7018418F8}"/>
          </ac:spMkLst>
        </pc:spChg>
        <pc:spChg chg="del">
          <ac:chgData name="John Hu" userId="213e45b8a479442b" providerId="LiveId" clId="{464149D3-95DE-448A-BFE1-A0D8B9969414}" dt="2025-03-11T07:44:55.688" v="4878" actId="478"/>
          <ac:spMkLst>
            <pc:docMk/>
            <pc:sldMk cId="2274158211" sldId="653"/>
            <ac:spMk id="18" creationId="{BC9A2868-7B79-40DA-A574-D00292DBFD9E}"/>
          </ac:spMkLst>
        </pc:spChg>
        <pc:spChg chg="add mod">
          <ac:chgData name="John Hu" userId="213e45b8a479442b" providerId="LiveId" clId="{464149D3-95DE-448A-BFE1-A0D8B9969414}" dt="2025-03-13T02:08:49.942" v="5660" actId="113"/>
          <ac:spMkLst>
            <pc:docMk/>
            <pc:sldMk cId="2274158211" sldId="653"/>
            <ac:spMk id="19" creationId="{BD653B2A-0313-43C8-B203-50B3CF0CF427}"/>
          </ac:spMkLst>
        </pc:spChg>
        <pc:spChg chg="add mod">
          <ac:chgData name="John Hu" userId="213e45b8a479442b" providerId="LiveId" clId="{464149D3-95DE-448A-BFE1-A0D8B9969414}" dt="2025-03-13T02:08:51.598" v="5661" actId="113"/>
          <ac:spMkLst>
            <pc:docMk/>
            <pc:sldMk cId="2274158211" sldId="653"/>
            <ac:spMk id="20" creationId="{D8BC6859-AE59-4BEC-800E-A88061C9A258}"/>
          </ac:spMkLst>
        </pc:spChg>
        <pc:picChg chg="add mod">
          <ac:chgData name="John Hu" userId="213e45b8a479442b" providerId="LiveId" clId="{464149D3-95DE-448A-BFE1-A0D8B9969414}" dt="2025-03-11T07:48:13.766" v="4962" actId="14100"/>
          <ac:picMkLst>
            <pc:docMk/>
            <pc:sldMk cId="2274158211" sldId="653"/>
            <ac:picMk id="4" creationId="{35314959-1024-43BF-BFAC-0158D9E16BCA}"/>
          </ac:picMkLst>
        </pc:picChg>
        <pc:picChg chg="add mod">
          <ac:chgData name="John Hu" userId="213e45b8a479442b" providerId="LiveId" clId="{464149D3-95DE-448A-BFE1-A0D8B9969414}" dt="2025-03-11T07:48:10.296" v="4960" actId="1076"/>
          <ac:picMkLst>
            <pc:docMk/>
            <pc:sldMk cId="2274158211" sldId="653"/>
            <ac:picMk id="7" creationId="{62D241D3-4E9B-42A1-860E-9C6D93CB9D69}"/>
          </ac:picMkLst>
        </pc:picChg>
      </pc:sldChg>
      <pc:sldChg chg="addSp delSp modSp add mod">
        <pc:chgData name="John Hu" userId="213e45b8a479442b" providerId="LiveId" clId="{464149D3-95DE-448A-BFE1-A0D8B9969414}" dt="2025-03-13T06:01:59.155" v="6015" actId="14100"/>
        <pc:sldMkLst>
          <pc:docMk/>
          <pc:sldMk cId="3623049503" sldId="654"/>
        </pc:sldMkLst>
        <pc:spChg chg="mod">
          <ac:chgData name="John Hu" userId="213e45b8a479442b" providerId="LiveId" clId="{464149D3-95DE-448A-BFE1-A0D8B9969414}" dt="2025-03-11T08:45:04.916" v="5523" actId="20577"/>
          <ac:spMkLst>
            <pc:docMk/>
            <pc:sldMk cId="3623049503" sldId="654"/>
            <ac:spMk id="6" creationId="{49A246C1-72F4-40B9-B531-E75A856A7862}"/>
          </ac:spMkLst>
        </pc:spChg>
        <pc:spChg chg="mod">
          <ac:chgData name="John Hu" userId="213e45b8a479442b" providerId="LiveId" clId="{464149D3-95DE-448A-BFE1-A0D8B9969414}" dt="2025-03-11T08:45:14.383" v="5525" actId="20577"/>
          <ac:spMkLst>
            <pc:docMk/>
            <pc:sldMk cId="3623049503" sldId="654"/>
            <ac:spMk id="8" creationId="{36177B38-43AB-4398-968B-448F8F0E5F49}"/>
          </ac:spMkLst>
        </pc:spChg>
        <pc:spChg chg="mod">
          <ac:chgData name="John Hu" userId="213e45b8a479442b" providerId="LiveId" clId="{464149D3-95DE-448A-BFE1-A0D8B9969414}" dt="2025-03-11T08:03:59.281" v="5263" actId="6549"/>
          <ac:spMkLst>
            <pc:docMk/>
            <pc:sldMk cId="3623049503" sldId="654"/>
            <ac:spMk id="10" creationId="{4D9CDC4E-E5FC-4827-898E-896C4F0AE55E}"/>
          </ac:spMkLst>
        </pc:spChg>
        <pc:spChg chg="del">
          <ac:chgData name="John Hu" userId="213e45b8a479442b" providerId="LiveId" clId="{464149D3-95DE-448A-BFE1-A0D8B9969414}" dt="2025-03-11T08:04:57.472" v="5271" actId="478"/>
          <ac:spMkLst>
            <pc:docMk/>
            <pc:sldMk cId="3623049503" sldId="654"/>
            <ac:spMk id="12" creationId="{6D9EA0C0-0753-469A-8C2A-DDB64C07A32B}"/>
          </ac:spMkLst>
        </pc:spChg>
        <pc:spChg chg="del mod">
          <ac:chgData name="John Hu" userId="213e45b8a479442b" providerId="LiveId" clId="{464149D3-95DE-448A-BFE1-A0D8B9969414}" dt="2025-03-11T08:03:16.144" v="5213" actId="478"/>
          <ac:spMkLst>
            <pc:docMk/>
            <pc:sldMk cId="3623049503" sldId="654"/>
            <ac:spMk id="13" creationId="{112B5ECF-1E46-4E7A-8499-0526CFBE0D9B}"/>
          </ac:spMkLst>
        </pc:spChg>
        <pc:spChg chg="add mod">
          <ac:chgData name="John Hu" userId="213e45b8a479442b" providerId="LiveId" clId="{464149D3-95DE-448A-BFE1-A0D8B9969414}" dt="2025-03-13T06:01:59.155" v="6015" actId="14100"/>
          <ac:spMkLst>
            <pc:docMk/>
            <pc:sldMk cId="3623049503" sldId="654"/>
            <ac:spMk id="14" creationId="{903A2541-40BB-450E-AA8F-9B7AC665F90F}"/>
          </ac:spMkLst>
        </pc:spChg>
        <pc:spChg chg="add mod">
          <ac:chgData name="John Hu" userId="213e45b8a479442b" providerId="LiveId" clId="{464149D3-95DE-448A-BFE1-A0D8B9969414}" dt="2025-03-13T06:01:56.178" v="6014" actId="13822"/>
          <ac:spMkLst>
            <pc:docMk/>
            <pc:sldMk cId="3623049503" sldId="654"/>
            <ac:spMk id="15" creationId="{70D0A562-7054-4286-A7B8-82290EC46E03}"/>
          </ac:spMkLst>
        </pc:spChg>
        <pc:spChg chg="del">
          <ac:chgData name="John Hu" userId="213e45b8a479442b" providerId="LiveId" clId="{464149D3-95DE-448A-BFE1-A0D8B9969414}" dt="2025-03-11T08:04:57.472" v="5271" actId="478"/>
          <ac:spMkLst>
            <pc:docMk/>
            <pc:sldMk cId="3623049503" sldId="654"/>
            <ac:spMk id="17" creationId="{559AA9CD-F1F6-407C-B778-9AD7018418F8}"/>
          </ac:spMkLst>
        </pc:spChg>
        <pc:spChg chg="del mod">
          <ac:chgData name="John Hu" userId="213e45b8a479442b" providerId="LiveId" clId="{464149D3-95DE-448A-BFE1-A0D8B9969414}" dt="2025-03-11T08:04:57.472" v="5271" actId="478"/>
          <ac:spMkLst>
            <pc:docMk/>
            <pc:sldMk cId="3623049503" sldId="654"/>
            <ac:spMk id="19" creationId="{BD653B2A-0313-43C8-B203-50B3CF0CF427}"/>
          </ac:spMkLst>
        </pc:spChg>
        <pc:spChg chg="del">
          <ac:chgData name="John Hu" userId="213e45b8a479442b" providerId="LiveId" clId="{464149D3-95DE-448A-BFE1-A0D8B9969414}" dt="2025-03-11T08:04:57.472" v="5271" actId="478"/>
          <ac:spMkLst>
            <pc:docMk/>
            <pc:sldMk cId="3623049503" sldId="654"/>
            <ac:spMk id="20" creationId="{D8BC6859-AE59-4BEC-800E-A88061C9A258}"/>
          </ac:spMkLst>
        </pc:spChg>
        <pc:picChg chg="del">
          <ac:chgData name="John Hu" userId="213e45b8a479442b" providerId="LiveId" clId="{464149D3-95DE-448A-BFE1-A0D8B9969414}" dt="2025-03-11T08:04:57.472" v="5271" actId="478"/>
          <ac:picMkLst>
            <pc:docMk/>
            <pc:sldMk cId="3623049503" sldId="654"/>
            <ac:picMk id="4" creationId="{35314959-1024-43BF-BFAC-0158D9E16BCA}"/>
          </ac:picMkLst>
        </pc:picChg>
        <pc:picChg chg="del">
          <ac:chgData name="John Hu" userId="213e45b8a479442b" providerId="LiveId" clId="{464149D3-95DE-448A-BFE1-A0D8B9969414}" dt="2025-03-11T08:04:57.472" v="5271" actId="478"/>
          <ac:picMkLst>
            <pc:docMk/>
            <pc:sldMk cId="3623049503" sldId="654"/>
            <ac:picMk id="7" creationId="{62D241D3-4E9B-42A1-860E-9C6D93CB9D69}"/>
          </ac:picMkLst>
        </pc:picChg>
      </pc:sldChg>
      <pc:sldChg chg="addSp delSp modSp add mod">
        <pc:chgData name="John Hu" userId="213e45b8a479442b" providerId="LiveId" clId="{464149D3-95DE-448A-BFE1-A0D8B9969414}" dt="2025-03-13T05:56:17.684" v="6007" actId="6549"/>
        <pc:sldMkLst>
          <pc:docMk/>
          <pc:sldMk cId="793838359" sldId="655"/>
        </pc:sldMkLst>
        <pc:spChg chg="mod">
          <ac:chgData name="John Hu" userId="213e45b8a479442b" providerId="LiveId" clId="{464149D3-95DE-448A-BFE1-A0D8B9969414}" dt="2025-03-13T01:53:16.244" v="5594" actId="1076"/>
          <ac:spMkLst>
            <pc:docMk/>
            <pc:sldMk cId="793838359" sldId="655"/>
            <ac:spMk id="6" creationId="{49A246C1-72F4-40B9-B531-E75A856A7862}"/>
          </ac:spMkLst>
        </pc:spChg>
        <pc:spChg chg="add mod">
          <ac:chgData name="John Hu" userId="213e45b8a479442b" providerId="LiveId" clId="{464149D3-95DE-448A-BFE1-A0D8B9969414}" dt="2025-03-13T01:53:11.064" v="5593" actId="1076"/>
          <ac:spMkLst>
            <pc:docMk/>
            <pc:sldMk cId="793838359" sldId="655"/>
            <ac:spMk id="7" creationId="{A337FFF1-EF14-479F-8E26-B08D4DB73DB7}"/>
          </ac:spMkLst>
        </pc:spChg>
        <pc:spChg chg="del">
          <ac:chgData name="John Hu" userId="213e45b8a479442b" providerId="LiveId" clId="{464149D3-95DE-448A-BFE1-A0D8B9969414}" dt="2025-03-11T08:45:59.581" v="5527" actId="478"/>
          <ac:spMkLst>
            <pc:docMk/>
            <pc:sldMk cId="793838359" sldId="655"/>
            <ac:spMk id="10" creationId="{4D9CDC4E-E5FC-4827-898E-896C4F0AE55E}"/>
          </ac:spMkLst>
        </pc:spChg>
        <pc:spChg chg="add mod">
          <ac:chgData name="John Hu" userId="213e45b8a479442b" providerId="LiveId" clId="{464149D3-95DE-448A-BFE1-A0D8B9969414}" dt="2025-03-13T05:56:17.684" v="6007" actId="6549"/>
          <ac:spMkLst>
            <pc:docMk/>
            <pc:sldMk cId="793838359" sldId="655"/>
            <ac:spMk id="13" creationId="{21545452-B518-49E4-A63D-B168C6097F92}"/>
          </ac:spMkLst>
        </pc:spChg>
        <pc:spChg chg="del">
          <ac:chgData name="John Hu" userId="213e45b8a479442b" providerId="LiveId" clId="{464149D3-95DE-448A-BFE1-A0D8B9969414}" dt="2025-03-11T08:46:01.439" v="5528" actId="478"/>
          <ac:spMkLst>
            <pc:docMk/>
            <pc:sldMk cId="793838359" sldId="655"/>
            <ac:spMk id="14" creationId="{903A2541-40BB-450E-AA8F-9B7AC665F90F}"/>
          </ac:spMkLst>
        </pc:spChg>
        <pc:spChg chg="del">
          <ac:chgData name="John Hu" userId="213e45b8a479442b" providerId="LiveId" clId="{464149D3-95DE-448A-BFE1-A0D8B9969414}" dt="2025-03-11T08:46:03.839" v="5529" actId="478"/>
          <ac:spMkLst>
            <pc:docMk/>
            <pc:sldMk cId="793838359" sldId="655"/>
            <ac:spMk id="15" creationId="{70D0A562-7054-4286-A7B8-82290EC46E03}"/>
          </ac:spMkLst>
        </pc:spChg>
        <pc:spChg chg="add del">
          <ac:chgData name="John Hu" userId="213e45b8a479442b" providerId="LiveId" clId="{464149D3-95DE-448A-BFE1-A0D8B9969414}" dt="2025-03-11T08:47:16.002" v="5554" actId="22"/>
          <ac:spMkLst>
            <pc:docMk/>
            <pc:sldMk cId="793838359" sldId="655"/>
            <ac:spMk id="16" creationId="{62CB9DC1-C9A4-4C89-B748-25CB293BA233}"/>
          </ac:spMkLst>
        </pc:spChg>
        <pc:spChg chg="add mod">
          <ac:chgData name="John Hu" userId="213e45b8a479442b" providerId="LiveId" clId="{464149D3-95DE-448A-BFE1-A0D8B9969414}" dt="2025-03-13T01:53:16.244" v="5594" actId="1076"/>
          <ac:spMkLst>
            <pc:docMk/>
            <pc:sldMk cId="793838359" sldId="655"/>
            <ac:spMk id="17" creationId="{9DC99B3F-1D3E-42B0-9274-792046E0928E}"/>
          </ac:spMkLst>
        </pc:spChg>
        <pc:picChg chg="add mod">
          <ac:chgData name="John Hu" userId="213e45b8a479442b" providerId="LiveId" clId="{464149D3-95DE-448A-BFE1-A0D8B9969414}" dt="2025-03-13T01:54:10.327" v="5596" actId="1076"/>
          <ac:picMkLst>
            <pc:docMk/>
            <pc:sldMk cId="793838359" sldId="655"/>
            <ac:picMk id="5" creationId="{9ABA4AC2-9BA7-496A-BD68-4D0AF45E0D90}"/>
          </ac:picMkLst>
        </pc:picChg>
        <pc:cxnChg chg="add mod ord">
          <ac:chgData name="John Hu" userId="213e45b8a479442b" providerId="LiveId" clId="{464149D3-95DE-448A-BFE1-A0D8B9969414}" dt="2025-03-13T02:07:58.755" v="5654" actId="1582"/>
          <ac:cxnSpMkLst>
            <pc:docMk/>
            <pc:sldMk cId="793838359" sldId="655"/>
            <ac:cxnSpMk id="4" creationId="{18F88EF8-F4A9-4402-8ABB-0FA1F63ACED9}"/>
          </ac:cxnSpMkLst>
        </pc:cxnChg>
        <pc:cxnChg chg="add mod">
          <ac:chgData name="John Hu" userId="213e45b8a479442b" providerId="LiveId" clId="{464149D3-95DE-448A-BFE1-A0D8B9969414}" dt="2025-03-13T02:07:52.117" v="5653" actId="1582"/>
          <ac:cxnSpMkLst>
            <pc:docMk/>
            <pc:sldMk cId="793838359" sldId="655"/>
            <ac:cxnSpMk id="10" creationId="{4EFFA8EE-E24B-4F31-8AD8-52A82C719E06}"/>
          </ac:cxnSpMkLst>
        </pc:cxnChg>
      </pc:sldChg>
      <pc:sldChg chg="addSp delSp modSp add mod">
        <pc:chgData name="John Hu" userId="213e45b8a479442b" providerId="LiveId" clId="{464149D3-95DE-448A-BFE1-A0D8B9969414}" dt="2025-03-13T02:10:28.988" v="5663" actId="14100"/>
        <pc:sldMkLst>
          <pc:docMk/>
          <pc:sldMk cId="1033917250" sldId="656"/>
        </pc:sldMkLst>
        <pc:spChg chg="mod">
          <ac:chgData name="John Hu" userId="213e45b8a479442b" providerId="LiveId" clId="{464149D3-95DE-448A-BFE1-A0D8B9969414}" dt="2025-03-13T02:06:04.997" v="5626" actId="403"/>
          <ac:spMkLst>
            <pc:docMk/>
            <pc:sldMk cId="1033917250" sldId="656"/>
            <ac:spMk id="6" creationId="{49A246C1-72F4-40B9-B531-E75A856A7862}"/>
          </ac:spMkLst>
        </pc:spChg>
        <pc:spChg chg="mod">
          <ac:chgData name="John Hu" userId="213e45b8a479442b" providerId="LiveId" clId="{464149D3-95DE-448A-BFE1-A0D8B9969414}" dt="2025-03-13T02:10:28.988" v="5663" actId="14100"/>
          <ac:spMkLst>
            <pc:docMk/>
            <pc:sldMk cId="1033917250" sldId="656"/>
            <ac:spMk id="7" creationId="{A337FFF1-EF14-479F-8E26-B08D4DB73DB7}"/>
          </ac:spMkLst>
        </pc:spChg>
        <pc:spChg chg="mod">
          <ac:chgData name="John Hu" userId="213e45b8a479442b" providerId="LiveId" clId="{464149D3-95DE-448A-BFE1-A0D8B9969414}" dt="2025-03-13T02:08:19.176" v="5658" actId="207"/>
          <ac:spMkLst>
            <pc:docMk/>
            <pc:sldMk cId="1033917250" sldId="656"/>
            <ac:spMk id="17" creationId="{9DC99B3F-1D3E-42B0-9274-792046E0928E}"/>
          </ac:spMkLst>
        </pc:spChg>
        <pc:picChg chg="del">
          <ac:chgData name="John Hu" userId="213e45b8a479442b" providerId="LiveId" clId="{464149D3-95DE-448A-BFE1-A0D8B9969414}" dt="2025-03-13T02:06:46.586" v="5639" actId="478"/>
          <ac:picMkLst>
            <pc:docMk/>
            <pc:sldMk cId="1033917250" sldId="656"/>
            <ac:picMk id="5" creationId="{9ABA4AC2-9BA7-496A-BD68-4D0AF45E0D90}"/>
          </ac:picMkLst>
        </pc:picChg>
        <pc:picChg chg="add mod">
          <ac:chgData name="John Hu" userId="213e45b8a479442b" providerId="LiveId" clId="{464149D3-95DE-448A-BFE1-A0D8B9969414}" dt="2025-03-13T02:06:59.610" v="5643" actId="1440"/>
          <ac:picMkLst>
            <pc:docMk/>
            <pc:sldMk cId="1033917250" sldId="656"/>
            <ac:picMk id="13" creationId="{A62A93BC-EBBF-48CA-9385-8093F3E03B5B}"/>
          </ac:picMkLst>
        </pc:picChg>
        <pc:cxnChg chg="mod">
          <ac:chgData name="John Hu" userId="213e45b8a479442b" providerId="LiveId" clId="{464149D3-95DE-448A-BFE1-A0D8B9969414}" dt="2025-03-13T02:08:12.248" v="5656" actId="1582"/>
          <ac:cxnSpMkLst>
            <pc:docMk/>
            <pc:sldMk cId="1033917250" sldId="656"/>
            <ac:cxnSpMk id="4" creationId="{18F88EF8-F4A9-4402-8ABB-0FA1F63ACED9}"/>
          </ac:cxnSpMkLst>
        </pc:cxnChg>
        <pc:cxnChg chg="mod ord">
          <ac:chgData name="John Hu" userId="213e45b8a479442b" providerId="LiveId" clId="{464149D3-95DE-448A-BFE1-A0D8B9969414}" dt="2025-03-13T02:08:06.765" v="5655" actId="1582"/>
          <ac:cxnSpMkLst>
            <pc:docMk/>
            <pc:sldMk cId="1033917250" sldId="656"/>
            <ac:cxnSpMk id="10" creationId="{4EFFA8EE-E24B-4F31-8AD8-52A82C719E06}"/>
          </ac:cxnSpMkLst>
        </pc:cxnChg>
      </pc:sldChg>
      <pc:sldChg chg="addSp delSp modSp add mod">
        <pc:chgData name="John Hu" userId="213e45b8a479442b" providerId="LiveId" clId="{464149D3-95DE-448A-BFE1-A0D8B9969414}" dt="2025-03-13T06:06:08.164" v="6141" actId="20577"/>
        <pc:sldMkLst>
          <pc:docMk/>
          <pc:sldMk cId="2956053056" sldId="657"/>
        </pc:sldMkLst>
        <pc:spChg chg="del">
          <ac:chgData name="John Hu" userId="213e45b8a479442b" providerId="LiveId" clId="{464149D3-95DE-448A-BFE1-A0D8B9969414}" dt="2025-03-13T02:34:00.965" v="5679" actId="478"/>
          <ac:spMkLst>
            <pc:docMk/>
            <pc:sldMk cId="2956053056" sldId="657"/>
            <ac:spMk id="6" creationId="{49A246C1-72F4-40B9-B531-E75A856A7862}"/>
          </ac:spMkLst>
        </pc:spChg>
        <pc:spChg chg="del">
          <ac:chgData name="John Hu" userId="213e45b8a479442b" providerId="LiveId" clId="{464149D3-95DE-448A-BFE1-A0D8B9969414}" dt="2025-03-13T02:34:00.965" v="5679" actId="478"/>
          <ac:spMkLst>
            <pc:docMk/>
            <pc:sldMk cId="2956053056" sldId="657"/>
            <ac:spMk id="7" creationId="{A337FFF1-EF14-479F-8E26-B08D4DB73DB7}"/>
          </ac:spMkLst>
        </pc:spChg>
        <pc:spChg chg="mod">
          <ac:chgData name="John Hu" userId="213e45b8a479442b" providerId="LiveId" clId="{464149D3-95DE-448A-BFE1-A0D8B9969414}" dt="2025-03-13T05:32:34.696" v="5847" actId="20577"/>
          <ac:spMkLst>
            <pc:docMk/>
            <pc:sldMk cId="2956053056" sldId="657"/>
            <ac:spMk id="8" creationId="{36177B38-43AB-4398-968B-448F8F0E5F49}"/>
          </ac:spMkLst>
        </pc:spChg>
        <pc:spChg chg="add del mod">
          <ac:chgData name="John Hu" userId="213e45b8a479442b" providerId="LiveId" clId="{464149D3-95DE-448A-BFE1-A0D8B9969414}" dt="2025-03-13T02:45:00.994" v="5683" actId="22"/>
          <ac:spMkLst>
            <pc:docMk/>
            <pc:sldMk cId="2956053056" sldId="657"/>
            <ac:spMk id="11" creationId="{CACFA12D-AADA-4789-BCEC-271124446395}"/>
          </ac:spMkLst>
        </pc:spChg>
        <pc:spChg chg="add del mod">
          <ac:chgData name="John Hu" userId="213e45b8a479442b" providerId="LiveId" clId="{464149D3-95DE-448A-BFE1-A0D8B9969414}" dt="2025-03-13T06:02:57.711" v="6039" actId="478"/>
          <ac:spMkLst>
            <pc:docMk/>
            <pc:sldMk cId="2956053056" sldId="657"/>
            <ac:spMk id="12" creationId="{D3388FE2-D552-4A7E-BCA4-503F69AA5C72}"/>
          </ac:spMkLst>
        </pc:spChg>
        <pc:spChg chg="add del mod">
          <ac:chgData name="John Hu" userId="213e45b8a479442b" providerId="LiveId" clId="{464149D3-95DE-448A-BFE1-A0D8B9969414}" dt="2025-03-13T06:01:38.746" v="6010"/>
          <ac:spMkLst>
            <pc:docMk/>
            <pc:sldMk cId="2956053056" sldId="657"/>
            <ac:spMk id="14" creationId="{98124EC1-744A-4814-9AFB-1861A61B9ADB}"/>
          </ac:spMkLst>
        </pc:spChg>
        <pc:spChg chg="add mod">
          <ac:chgData name="John Hu" userId="213e45b8a479442b" providerId="LiveId" clId="{464149D3-95DE-448A-BFE1-A0D8B9969414}" dt="2025-03-13T06:03:31.110" v="6062" actId="14100"/>
          <ac:spMkLst>
            <pc:docMk/>
            <pc:sldMk cId="2956053056" sldId="657"/>
            <ac:spMk id="15" creationId="{F16052B1-57E4-46B0-9F5F-B1B2B08753ED}"/>
          </ac:spMkLst>
        </pc:spChg>
        <pc:spChg chg="add del mod">
          <ac:chgData name="John Hu" userId="213e45b8a479442b" providerId="LiveId" clId="{464149D3-95DE-448A-BFE1-A0D8B9969414}" dt="2025-03-13T06:02:07.713" v="6017"/>
          <ac:spMkLst>
            <pc:docMk/>
            <pc:sldMk cId="2956053056" sldId="657"/>
            <ac:spMk id="16" creationId="{0304726E-0B02-4151-ACAB-FA83CFF439E8}"/>
          </ac:spMkLst>
        </pc:spChg>
        <pc:spChg chg="del">
          <ac:chgData name="John Hu" userId="213e45b8a479442b" providerId="LiveId" clId="{464149D3-95DE-448A-BFE1-A0D8B9969414}" dt="2025-03-13T02:34:00.965" v="5679" actId="478"/>
          <ac:spMkLst>
            <pc:docMk/>
            <pc:sldMk cId="2956053056" sldId="657"/>
            <ac:spMk id="17" creationId="{9DC99B3F-1D3E-42B0-9274-792046E0928E}"/>
          </ac:spMkLst>
        </pc:spChg>
        <pc:spChg chg="add mod">
          <ac:chgData name="John Hu" userId="213e45b8a479442b" providerId="LiveId" clId="{464149D3-95DE-448A-BFE1-A0D8B9969414}" dt="2025-03-13T06:06:08.164" v="6141" actId="20577"/>
          <ac:spMkLst>
            <pc:docMk/>
            <pc:sldMk cId="2956053056" sldId="657"/>
            <ac:spMk id="18" creationId="{335F3339-98C8-4563-8F0E-535611D499DF}"/>
          </ac:spMkLst>
        </pc:spChg>
        <pc:spChg chg="add del">
          <ac:chgData name="John Hu" userId="213e45b8a479442b" providerId="LiveId" clId="{464149D3-95DE-448A-BFE1-A0D8B9969414}" dt="2025-03-13T06:03:38.858" v="6064" actId="22"/>
          <ac:spMkLst>
            <pc:docMk/>
            <pc:sldMk cId="2956053056" sldId="657"/>
            <ac:spMk id="19" creationId="{4FA8F977-DD1B-457E-B243-00425DED16E3}"/>
          </ac:spMkLst>
        </pc:spChg>
        <pc:picChg chg="del">
          <ac:chgData name="John Hu" userId="213e45b8a479442b" providerId="LiveId" clId="{464149D3-95DE-448A-BFE1-A0D8B9969414}" dt="2025-03-13T02:34:00.965" v="5679" actId="478"/>
          <ac:picMkLst>
            <pc:docMk/>
            <pc:sldMk cId="2956053056" sldId="657"/>
            <ac:picMk id="13" creationId="{A62A93BC-EBBF-48CA-9385-8093F3E03B5B}"/>
          </ac:picMkLst>
        </pc:picChg>
        <pc:picChg chg="add mod">
          <ac:chgData name="John Hu" userId="213e45b8a479442b" providerId="LiveId" clId="{464149D3-95DE-448A-BFE1-A0D8B9969414}" dt="2025-03-13T06:03:45.557" v="6069" actId="1440"/>
          <ac:picMkLst>
            <pc:docMk/>
            <pc:sldMk cId="2956053056" sldId="657"/>
            <ac:picMk id="20" creationId="{846292CC-157A-4563-AC21-C582768D5AC9}"/>
          </ac:picMkLst>
        </pc:picChg>
        <pc:cxnChg chg="del">
          <ac:chgData name="John Hu" userId="213e45b8a479442b" providerId="LiveId" clId="{464149D3-95DE-448A-BFE1-A0D8B9969414}" dt="2025-03-13T02:34:00.965" v="5679" actId="478"/>
          <ac:cxnSpMkLst>
            <pc:docMk/>
            <pc:sldMk cId="2956053056" sldId="657"/>
            <ac:cxnSpMk id="4" creationId="{18F88EF8-F4A9-4402-8ABB-0FA1F63ACED9}"/>
          </ac:cxnSpMkLst>
        </pc:cxnChg>
        <pc:cxnChg chg="del">
          <ac:chgData name="John Hu" userId="213e45b8a479442b" providerId="LiveId" clId="{464149D3-95DE-448A-BFE1-A0D8B9969414}" dt="2025-03-13T02:34:00.965" v="5679" actId="478"/>
          <ac:cxnSpMkLst>
            <pc:docMk/>
            <pc:sldMk cId="2956053056" sldId="657"/>
            <ac:cxnSpMk id="10" creationId="{4EFFA8EE-E24B-4F31-8AD8-52A82C719E06}"/>
          </ac:cxnSpMkLst>
        </pc:cxnChg>
      </pc:sldChg>
      <pc:sldChg chg="addSp delSp modSp add mod">
        <pc:chgData name="John Hu" userId="213e45b8a479442b" providerId="LiveId" clId="{464149D3-95DE-448A-BFE1-A0D8B9969414}" dt="2025-03-13T06:49:52.770" v="6170" actId="1076"/>
        <pc:sldMkLst>
          <pc:docMk/>
          <pc:sldMk cId="229139173" sldId="658"/>
        </pc:sldMkLst>
        <pc:spChg chg="add del">
          <ac:chgData name="John Hu" userId="213e45b8a479442b" providerId="LiveId" clId="{464149D3-95DE-448A-BFE1-A0D8B9969414}" dt="2025-03-13T06:05:32.475" v="6127"/>
          <ac:spMkLst>
            <pc:docMk/>
            <pc:sldMk cId="229139173" sldId="658"/>
            <ac:spMk id="3" creationId="{FAEF7D33-84B2-4EE4-B1FA-6010A10FBCAF}"/>
          </ac:spMkLst>
        </pc:spChg>
        <pc:spChg chg="add del">
          <ac:chgData name="John Hu" userId="213e45b8a479442b" providerId="LiveId" clId="{464149D3-95DE-448A-BFE1-A0D8B9969414}" dt="2025-03-13T06:05:49.583" v="6132"/>
          <ac:spMkLst>
            <pc:docMk/>
            <pc:sldMk cId="229139173" sldId="658"/>
            <ac:spMk id="4" creationId="{B456FB23-7B76-4A6C-944C-7502772F53A3}"/>
          </ac:spMkLst>
        </pc:spChg>
        <pc:spChg chg="add mod">
          <ac:chgData name="John Hu" userId="213e45b8a479442b" providerId="LiveId" clId="{464149D3-95DE-448A-BFE1-A0D8B9969414}" dt="2025-03-13T06:06:45.487" v="6152" actId="207"/>
          <ac:spMkLst>
            <pc:docMk/>
            <pc:sldMk cId="229139173" sldId="658"/>
            <ac:spMk id="5" creationId="{56331933-6713-4891-9F9F-5A9D0FDD4637}"/>
          </ac:spMkLst>
        </pc:spChg>
        <pc:spChg chg="mod">
          <ac:chgData name="John Hu" userId="213e45b8a479442b" providerId="LiveId" clId="{464149D3-95DE-448A-BFE1-A0D8B9969414}" dt="2025-03-13T05:32:46.381" v="5870" actId="20577"/>
          <ac:spMkLst>
            <pc:docMk/>
            <pc:sldMk cId="229139173" sldId="658"/>
            <ac:spMk id="8" creationId="{36177B38-43AB-4398-968B-448F8F0E5F49}"/>
          </ac:spMkLst>
        </pc:spChg>
        <pc:spChg chg="add mod">
          <ac:chgData name="John Hu" userId="213e45b8a479442b" providerId="LiveId" clId="{464149D3-95DE-448A-BFE1-A0D8B9969414}" dt="2025-03-13T06:49:31.089" v="6166" actId="6549"/>
          <ac:spMkLst>
            <pc:docMk/>
            <pc:sldMk cId="229139173" sldId="658"/>
            <ac:spMk id="9" creationId="{D9A8FC80-482B-4FED-8314-8C478EEE7430}"/>
          </ac:spMkLst>
        </pc:spChg>
        <pc:spChg chg="del mod">
          <ac:chgData name="John Hu" userId="213e45b8a479442b" providerId="LiveId" clId="{464149D3-95DE-448A-BFE1-A0D8B9969414}" dt="2025-03-13T06:04:13.748" v="6071" actId="478"/>
          <ac:spMkLst>
            <pc:docMk/>
            <pc:sldMk cId="229139173" sldId="658"/>
            <ac:spMk id="12" creationId="{D3388FE2-D552-4A7E-BCA4-503F69AA5C72}"/>
          </ac:spMkLst>
        </pc:spChg>
        <pc:picChg chg="add mod">
          <ac:chgData name="John Hu" userId="213e45b8a479442b" providerId="LiveId" clId="{464149D3-95DE-448A-BFE1-A0D8B9969414}" dt="2025-03-13T06:49:52.770" v="6170" actId="1076"/>
          <ac:picMkLst>
            <pc:docMk/>
            <pc:sldMk cId="229139173" sldId="658"/>
            <ac:picMk id="7" creationId="{821F1E8E-BBD0-4E09-B313-292B76C7680D}"/>
          </ac:picMkLst>
        </pc:picChg>
      </pc:sldChg>
      <pc:sldChg chg="addSp delSp modSp add mod">
        <pc:chgData name="John Hu" userId="213e45b8a479442b" providerId="LiveId" clId="{464149D3-95DE-448A-BFE1-A0D8B9969414}" dt="2025-03-13T07:47:50.994" v="7329" actId="12"/>
        <pc:sldMkLst>
          <pc:docMk/>
          <pc:sldMk cId="3284171094" sldId="659"/>
        </pc:sldMkLst>
        <pc:spChg chg="mod">
          <ac:chgData name="John Hu" userId="213e45b8a479442b" providerId="LiveId" clId="{464149D3-95DE-448A-BFE1-A0D8B9969414}" dt="2025-03-13T07:17:12.165" v="6458" actId="20577"/>
          <ac:spMkLst>
            <pc:docMk/>
            <pc:sldMk cId="3284171094" sldId="659"/>
            <ac:spMk id="8" creationId="{36177B38-43AB-4398-968B-448F8F0E5F49}"/>
          </ac:spMkLst>
        </pc:spChg>
        <pc:spChg chg="mod">
          <ac:chgData name="John Hu" userId="213e45b8a479442b" providerId="LiveId" clId="{464149D3-95DE-448A-BFE1-A0D8B9969414}" dt="2025-03-13T07:47:50.994" v="7329" actId="12"/>
          <ac:spMkLst>
            <pc:docMk/>
            <pc:sldMk cId="3284171094" sldId="659"/>
            <ac:spMk id="12" creationId="{D3388FE2-D552-4A7E-BCA4-503F69AA5C72}"/>
          </ac:spMkLst>
        </pc:spChg>
        <pc:picChg chg="add del">
          <ac:chgData name="John Hu" userId="213e45b8a479442b" providerId="LiveId" clId="{464149D3-95DE-448A-BFE1-A0D8B9969414}" dt="2025-03-13T07:17:15.211" v="6459" actId="478"/>
          <ac:picMkLst>
            <pc:docMk/>
            <pc:sldMk cId="3284171094" sldId="659"/>
            <ac:picMk id="4" creationId="{A666BBD2-11D1-468C-B21F-1CCE3E660BD5}"/>
          </ac:picMkLst>
        </pc:picChg>
      </pc:sldChg>
      <pc:sldChg chg="addSp delSp modSp add mod">
        <pc:chgData name="John Hu" userId="213e45b8a479442b" providerId="LiveId" clId="{464149D3-95DE-448A-BFE1-A0D8B9969414}" dt="2025-03-19T01:25:38.195" v="7977" actId="113"/>
        <pc:sldMkLst>
          <pc:docMk/>
          <pc:sldMk cId="633065844" sldId="660"/>
        </pc:sldMkLst>
        <pc:spChg chg="add del">
          <ac:chgData name="John Hu" userId="213e45b8a479442b" providerId="LiveId" clId="{464149D3-95DE-448A-BFE1-A0D8B9969414}" dt="2025-03-13T07:08:19.890" v="6202"/>
          <ac:spMkLst>
            <pc:docMk/>
            <pc:sldMk cId="633065844" sldId="660"/>
            <ac:spMk id="3" creationId="{D36EE824-9BE3-4B64-AB30-25FF3D70042E}"/>
          </ac:spMkLst>
        </pc:spChg>
        <pc:spChg chg="mod">
          <ac:chgData name="John Hu" userId="213e45b8a479442b" providerId="LiveId" clId="{464149D3-95DE-448A-BFE1-A0D8B9969414}" dt="2025-03-19T01:24:53.592" v="7971" actId="14100"/>
          <ac:spMkLst>
            <pc:docMk/>
            <pc:sldMk cId="633065844" sldId="660"/>
            <ac:spMk id="5" creationId="{56331933-6713-4891-9F9F-5A9D0FDD4637}"/>
          </ac:spMkLst>
        </pc:spChg>
        <pc:spChg chg="mod">
          <ac:chgData name="John Hu" userId="213e45b8a479442b" providerId="LiveId" clId="{464149D3-95DE-448A-BFE1-A0D8B9969414}" dt="2025-03-13T07:07:08.847" v="6172"/>
          <ac:spMkLst>
            <pc:docMk/>
            <pc:sldMk cId="633065844" sldId="660"/>
            <ac:spMk id="8" creationId="{36177B38-43AB-4398-968B-448F8F0E5F49}"/>
          </ac:spMkLst>
        </pc:spChg>
        <pc:spChg chg="mod">
          <ac:chgData name="John Hu" userId="213e45b8a479442b" providerId="LiveId" clId="{464149D3-95DE-448A-BFE1-A0D8B9969414}" dt="2025-03-19T01:25:38.195" v="7977" actId="113"/>
          <ac:spMkLst>
            <pc:docMk/>
            <pc:sldMk cId="633065844" sldId="660"/>
            <ac:spMk id="9" creationId="{D9A8FC80-482B-4FED-8314-8C478EEE7430}"/>
          </ac:spMkLst>
        </pc:spChg>
        <pc:graphicFrameChg chg="add mod modGraphic">
          <ac:chgData name="John Hu" userId="213e45b8a479442b" providerId="LiveId" clId="{464149D3-95DE-448A-BFE1-A0D8B9969414}" dt="2025-03-19T01:25:24.722" v="7975" actId="113"/>
          <ac:graphicFrameMkLst>
            <pc:docMk/>
            <pc:sldMk cId="633065844" sldId="660"/>
            <ac:graphicFrameMk id="3" creationId="{C1B10702-DE49-45C9-AE6D-0E4C02C50BD7}"/>
          </ac:graphicFrameMkLst>
        </pc:graphicFrameChg>
        <pc:picChg chg="add mod">
          <ac:chgData name="John Hu" userId="213e45b8a479442b" providerId="LiveId" clId="{464149D3-95DE-448A-BFE1-A0D8B9969414}" dt="2025-03-13T07:16:00.938" v="6420" actId="1076"/>
          <ac:picMkLst>
            <pc:docMk/>
            <pc:sldMk cId="633065844" sldId="660"/>
            <ac:picMk id="6" creationId="{84D78A37-8FD9-485F-AA69-39E45665CA27}"/>
          </ac:picMkLst>
        </pc:picChg>
        <pc:picChg chg="del">
          <ac:chgData name="John Hu" userId="213e45b8a479442b" providerId="LiveId" clId="{464149D3-95DE-448A-BFE1-A0D8B9969414}" dt="2025-03-13T07:15:54.776" v="6415" actId="478"/>
          <ac:picMkLst>
            <pc:docMk/>
            <pc:sldMk cId="633065844" sldId="660"/>
            <ac:picMk id="7" creationId="{821F1E8E-BBD0-4E09-B313-292B76C7680D}"/>
          </ac:picMkLst>
        </pc:picChg>
      </pc:sldChg>
      <pc:sldChg chg="delSp modSp add del mod">
        <pc:chgData name="John Hu" userId="213e45b8a479442b" providerId="LiveId" clId="{464149D3-95DE-448A-BFE1-A0D8B9969414}" dt="2025-03-13T07:46:36.514" v="7318" actId="47"/>
        <pc:sldMkLst>
          <pc:docMk/>
          <pc:sldMk cId="838575871" sldId="661"/>
        </pc:sldMkLst>
        <pc:spChg chg="del">
          <ac:chgData name="John Hu" userId="213e45b8a479442b" providerId="LiveId" clId="{464149D3-95DE-448A-BFE1-A0D8B9969414}" dt="2025-03-13T07:21:16.216" v="6727" actId="478"/>
          <ac:spMkLst>
            <pc:docMk/>
            <pc:sldMk cId="838575871" sldId="661"/>
            <ac:spMk id="5" creationId="{56331933-6713-4891-9F9F-5A9D0FDD4637}"/>
          </ac:spMkLst>
        </pc:spChg>
        <pc:spChg chg="mod">
          <ac:chgData name="John Hu" userId="213e45b8a479442b" providerId="LiveId" clId="{464149D3-95DE-448A-BFE1-A0D8B9969414}" dt="2025-03-13T07:21:13.180" v="6726" actId="20577"/>
          <ac:spMkLst>
            <pc:docMk/>
            <pc:sldMk cId="838575871" sldId="661"/>
            <ac:spMk id="8" creationId="{36177B38-43AB-4398-968B-448F8F0E5F49}"/>
          </ac:spMkLst>
        </pc:spChg>
      </pc:sldChg>
      <pc:sldChg chg="addSp delSp modSp add del mod ord">
        <pc:chgData name="John Hu" userId="213e45b8a479442b" providerId="LiveId" clId="{464149D3-95DE-448A-BFE1-A0D8B9969414}" dt="2025-03-13T07:46:47.752" v="7321" actId="403"/>
        <pc:sldMkLst>
          <pc:docMk/>
          <pc:sldMk cId="1331771505" sldId="662"/>
        </pc:sldMkLst>
        <pc:spChg chg="add mod">
          <ac:chgData name="John Hu" userId="213e45b8a479442b" providerId="LiveId" clId="{464149D3-95DE-448A-BFE1-A0D8B9969414}" dt="2025-03-13T07:43:41.872" v="7144" actId="1076"/>
          <ac:spMkLst>
            <pc:docMk/>
            <pc:sldMk cId="1331771505" sldId="662"/>
            <ac:spMk id="3" creationId="{DA885161-3DC9-4B31-81EC-A0B7D994769A}"/>
          </ac:spMkLst>
        </pc:spChg>
        <pc:spChg chg="add mod">
          <ac:chgData name="John Hu" userId="213e45b8a479442b" providerId="LiveId" clId="{464149D3-95DE-448A-BFE1-A0D8B9969414}" dt="2025-03-13T07:43:47.183" v="7147" actId="5793"/>
          <ac:spMkLst>
            <pc:docMk/>
            <pc:sldMk cId="1331771505" sldId="662"/>
            <ac:spMk id="7" creationId="{AE7B1F46-7400-4E01-94CD-52CA174DD3D5}"/>
          </ac:spMkLst>
        </pc:spChg>
        <pc:spChg chg="mod">
          <ac:chgData name="John Hu" userId="213e45b8a479442b" providerId="LiveId" clId="{464149D3-95DE-448A-BFE1-A0D8B9969414}" dt="2025-03-13T07:23:56.140" v="6764" actId="20577"/>
          <ac:spMkLst>
            <pc:docMk/>
            <pc:sldMk cId="1331771505" sldId="662"/>
            <ac:spMk id="8" creationId="{36177B38-43AB-4398-968B-448F8F0E5F49}"/>
          </ac:spMkLst>
        </pc:spChg>
        <pc:spChg chg="add mod">
          <ac:chgData name="John Hu" userId="213e45b8a479442b" providerId="LiveId" clId="{464149D3-95DE-448A-BFE1-A0D8B9969414}" dt="2025-03-13T07:46:47.752" v="7321" actId="403"/>
          <ac:spMkLst>
            <pc:docMk/>
            <pc:sldMk cId="1331771505" sldId="662"/>
            <ac:spMk id="9" creationId="{6940D41A-7B7C-4093-AF10-D4D6A2AA15AD}"/>
          </ac:spMkLst>
        </pc:spChg>
        <pc:spChg chg="add mod">
          <ac:chgData name="John Hu" userId="213e45b8a479442b" providerId="LiveId" clId="{464149D3-95DE-448A-BFE1-A0D8B9969414}" dt="2025-03-13T07:43:43.600" v="7145" actId="1076"/>
          <ac:spMkLst>
            <pc:docMk/>
            <pc:sldMk cId="1331771505" sldId="662"/>
            <ac:spMk id="10" creationId="{6B713FA3-0E38-4724-95E4-14B7939E4EB6}"/>
          </ac:spMkLst>
        </pc:spChg>
        <pc:spChg chg="add mod">
          <ac:chgData name="John Hu" userId="213e45b8a479442b" providerId="LiveId" clId="{464149D3-95DE-448A-BFE1-A0D8B9969414}" dt="2025-03-13T07:45:26.716" v="7317" actId="20577"/>
          <ac:spMkLst>
            <pc:docMk/>
            <pc:sldMk cId="1331771505" sldId="662"/>
            <ac:spMk id="14" creationId="{C85CC363-71D1-4B7D-866F-0657CBB6BC1C}"/>
          </ac:spMkLst>
        </pc:spChg>
        <pc:spChg chg="del mod">
          <ac:chgData name="John Hu" userId="213e45b8a479442b" providerId="LiveId" clId="{464149D3-95DE-448A-BFE1-A0D8B9969414}" dt="2025-03-13T07:39:59.551" v="7109" actId="478"/>
          <ac:spMkLst>
            <pc:docMk/>
            <pc:sldMk cId="1331771505" sldId="662"/>
            <ac:spMk id="15" creationId="{F16052B1-57E4-46B0-9F5F-B1B2B08753ED}"/>
          </ac:spMkLst>
        </pc:spChg>
        <pc:spChg chg="del mod">
          <ac:chgData name="John Hu" userId="213e45b8a479442b" providerId="LiveId" clId="{464149D3-95DE-448A-BFE1-A0D8B9969414}" dt="2025-03-13T07:39:57.567" v="7108" actId="478"/>
          <ac:spMkLst>
            <pc:docMk/>
            <pc:sldMk cId="1331771505" sldId="662"/>
            <ac:spMk id="18" creationId="{335F3339-98C8-4563-8F0E-535611D499DF}"/>
          </ac:spMkLst>
        </pc:spChg>
        <pc:picChg chg="add del mod">
          <ac:chgData name="John Hu" userId="213e45b8a479442b" providerId="LiveId" clId="{464149D3-95DE-448A-BFE1-A0D8B9969414}" dt="2025-03-13T07:46:43.891" v="7320" actId="478"/>
          <ac:picMkLst>
            <pc:docMk/>
            <pc:sldMk cId="1331771505" sldId="662"/>
            <ac:picMk id="16" creationId="{1037D8B5-3BEC-4324-8D8E-8CD157F1C624}"/>
          </ac:picMkLst>
        </pc:picChg>
        <pc:picChg chg="del mod">
          <ac:chgData name="John Hu" userId="213e45b8a479442b" providerId="LiveId" clId="{464149D3-95DE-448A-BFE1-A0D8B9969414}" dt="2025-03-13T07:40:03.868" v="7112" actId="478"/>
          <ac:picMkLst>
            <pc:docMk/>
            <pc:sldMk cId="1331771505" sldId="662"/>
            <ac:picMk id="20" creationId="{846292CC-157A-4563-AC21-C582768D5AC9}"/>
          </ac:picMkLst>
        </pc:picChg>
        <pc:cxnChg chg="add mod">
          <ac:chgData name="John Hu" userId="213e45b8a479442b" providerId="LiveId" clId="{464149D3-95DE-448A-BFE1-A0D8B9969414}" dt="2025-03-13T07:45:01.283" v="7297" actId="13822"/>
          <ac:cxnSpMkLst>
            <pc:docMk/>
            <pc:sldMk cId="1331771505" sldId="662"/>
            <ac:cxnSpMk id="5" creationId="{A476F154-889A-418A-BA9C-BB090B91318C}"/>
          </ac:cxnSpMkLst>
        </pc:cxnChg>
      </pc:sldChg>
      <pc:sldChg chg="addSp delSp modSp add mod">
        <pc:chgData name="John Hu" userId="213e45b8a479442b" providerId="LiveId" clId="{464149D3-95DE-448A-BFE1-A0D8B9969414}" dt="2025-03-19T01:10:38.141" v="7846" actId="14100"/>
        <pc:sldMkLst>
          <pc:docMk/>
          <pc:sldMk cId="3052481175" sldId="663"/>
        </pc:sldMkLst>
        <pc:spChg chg="add mod">
          <ac:chgData name="John Hu" userId="213e45b8a479442b" providerId="LiveId" clId="{464149D3-95DE-448A-BFE1-A0D8B9969414}" dt="2025-03-17T02:34:10.626" v="7386" actId="13822"/>
          <ac:spMkLst>
            <pc:docMk/>
            <pc:sldMk cId="3052481175" sldId="663"/>
            <ac:spMk id="3" creationId="{741A0208-9BA0-41FF-B290-B53D03037C37}"/>
          </ac:spMkLst>
        </pc:spChg>
        <pc:spChg chg="add mod">
          <ac:chgData name="John Hu" userId="213e45b8a479442b" providerId="LiveId" clId="{464149D3-95DE-448A-BFE1-A0D8B9969414}" dt="2025-03-17T02:34:26.508" v="7393" actId="14100"/>
          <ac:spMkLst>
            <pc:docMk/>
            <pc:sldMk cId="3052481175" sldId="663"/>
            <ac:spMk id="6" creationId="{E12EC4B5-5135-4ABA-8830-51F03B3E8656}"/>
          </ac:spMkLst>
        </pc:spChg>
        <pc:spChg chg="add mod">
          <ac:chgData name="John Hu" userId="213e45b8a479442b" providerId="LiveId" clId="{464149D3-95DE-448A-BFE1-A0D8B9969414}" dt="2025-03-17T02:34:40.076" v="7400" actId="14100"/>
          <ac:spMkLst>
            <pc:docMk/>
            <pc:sldMk cId="3052481175" sldId="663"/>
            <ac:spMk id="7" creationId="{606083FB-1BA8-40DF-803D-C852E4F26A30}"/>
          </ac:spMkLst>
        </pc:spChg>
        <pc:spChg chg="add mod">
          <ac:chgData name="John Hu" userId="213e45b8a479442b" providerId="LiveId" clId="{464149D3-95DE-448A-BFE1-A0D8B9969414}" dt="2025-03-17T02:34:37.812" v="7399" actId="14100"/>
          <ac:spMkLst>
            <pc:docMk/>
            <pc:sldMk cId="3052481175" sldId="663"/>
            <ac:spMk id="9" creationId="{A7CE8519-4A48-4657-B884-CFDA06AAFEC6}"/>
          </ac:spMkLst>
        </pc:spChg>
        <pc:spChg chg="add del mod">
          <ac:chgData name="John Hu" userId="213e45b8a479442b" providerId="LiveId" clId="{464149D3-95DE-448A-BFE1-A0D8B9969414}" dt="2025-03-17T02:55:22.167" v="7820" actId="478"/>
          <ac:spMkLst>
            <pc:docMk/>
            <pc:sldMk cId="3052481175" sldId="663"/>
            <ac:spMk id="10" creationId="{08043407-D51A-4143-9CCE-5056E5846299}"/>
          </ac:spMkLst>
        </pc:spChg>
        <pc:spChg chg="add mod">
          <ac:chgData name="John Hu" userId="213e45b8a479442b" providerId="LiveId" clId="{464149D3-95DE-448A-BFE1-A0D8B9969414}" dt="2025-03-17T02:35:17.449" v="7458" actId="1076"/>
          <ac:spMkLst>
            <pc:docMk/>
            <pc:sldMk cId="3052481175" sldId="663"/>
            <ac:spMk id="11" creationId="{875AA4D8-B5ED-4997-A1DF-8327749509DC}"/>
          </ac:spMkLst>
        </pc:spChg>
        <pc:spChg chg="mod">
          <ac:chgData name="John Hu" userId="213e45b8a479442b" providerId="LiveId" clId="{464149D3-95DE-448A-BFE1-A0D8B9969414}" dt="2025-03-17T02:33:49.202" v="7383" actId="6549"/>
          <ac:spMkLst>
            <pc:docMk/>
            <pc:sldMk cId="3052481175" sldId="663"/>
            <ac:spMk id="12" creationId="{D3388FE2-D552-4A7E-BCA4-503F69AA5C72}"/>
          </ac:spMkLst>
        </pc:spChg>
        <pc:spChg chg="add mod">
          <ac:chgData name="John Hu" userId="213e45b8a479442b" providerId="LiveId" clId="{464149D3-95DE-448A-BFE1-A0D8B9969414}" dt="2025-03-17T02:35:21.955" v="7467" actId="20577"/>
          <ac:spMkLst>
            <pc:docMk/>
            <pc:sldMk cId="3052481175" sldId="663"/>
            <ac:spMk id="13" creationId="{13058F37-50BA-42D1-9EC7-D8833C4692FA}"/>
          </ac:spMkLst>
        </pc:spChg>
        <pc:spChg chg="add mod">
          <ac:chgData name="John Hu" userId="213e45b8a479442b" providerId="LiveId" clId="{464149D3-95DE-448A-BFE1-A0D8B9969414}" dt="2025-03-17T02:35:32.081" v="7479" actId="1076"/>
          <ac:spMkLst>
            <pc:docMk/>
            <pc:sldMk cId="3052481175" sldId="663"/>
            <ac:spMk id="14" creationId="{DC40991A-F24F-4A3A-8B39-BECC6048D282}"/>
          </ac:spMkLst>
        </pc:spChg>
        <pc:spChg chg="add mod">
          <ac:chgData name="John Hu" userId="213e45b8a479442b" providerId="LiveId" clId="{464149D3-95DE-448A-BFE1-A0D8B9969414}" dt="2025-03-19T01:10:38.141" v="7846" actId="14100"/>
          <ac:spMkLst>
            <pc:docMk/>
            <pc:sldMk cId="3052481175" sldId="663"/>
            <ac:spMk id="15" creationId="{0981AB06-C75D-4551-855A-8C43C959B2F7}"/>
          </ac:spMkLst>
        </pc:spChg>
        <pc:spChg chg="add del mod">
          <ac:chgData name="John Hu" userId="213e45b8a479442b" providerId="LiveId" clId="{464149D3-95DE-448A-BFE1-A0D8B9969414}" dt="2025-03-17T02:38:11.011" v="7681" actId="478"/>
          <ac:spMkLst>
            <pc:docMk/>
            <pc:sldMk cId="3052481175" sldId="663"/>
            <ac:spMk id="15" creationId="{867961A2-7200-4FC3-B98A-815B76D54427}"/>
          </ac:spMkLst>
        </pc:spChg>
        <pc:spChg chg="add del mod">
          <ac:chgData name="John Hu" userId="213e45b8a479442b" providerId="LiveId" clId="{464149D3-95DE-448A-BFE1-A0D8B9969414}" dt="2025-03-17T02:38:11.011" v="7681" actId="478"/>
          <ac:spMkLst>
            <pc:docMk/>
            <pc:sldMk cId="3052481175" sldId="663"/>
            <ac:spMk id="16" creationId="{50FADAB3-20A6-4A49-BE14-2352802026E0}"/>
          </ac:spMkLst>
        </pc:spChg>
        <pc:spChg chg="add del mod">
          <ac:chgData name="John Hu" userId="213e45b8a479442b" providerId="LiveId" clId="{464149D3-95DE-448A-BFE1-A0D8B9969414}" dt="2025-03-17T02:38:11.011" v="7681" actId="478"/>
          <ac:spMkLst>
            <pc:docMk/>
            <pc:sldMk cId="3052481175" sldId="663"/>
            <ac:spMk id="17" creationId="{95E32CB7-9B38-489E-AD6C-97767645425C}"/>
          </ac:spMkLst>
        </pc:spChg>
        <pc:spChg chg="add mod">
          <ac:chgData name="John Hu" userId="213e45b8a479442b" providerId="LiveId" clId="{464149D3-95DE-448A-BFE1-A0D8B9969414}" dt="2025-03-17T02:55:10.964" v="7819" actId="1076"/>
          <ac:spMkLst>
            <pc:docMk/>
            <pc:sldMk cId="3052481175" sldId="663"/>
            <ac:spMk id="18" creationId="{43BF8576-7EE7-44E1-93BC-45C4A08BC567}"/>
          </ac:spMkLst>
        </pc:spChg>
      </pc:sldChg>
      <pc:sldChg chg="addSp modSp add mod ord">
        <pc:chgData name="John Hu" userId="213e45b8a479442b" providerId="LiveId" clId="{464149D3-95DE-448A-BFE1-A0D8B9969414}" dt="2025-03-17T02:55:41.923" v="7823" actId="207"/>
        <pc:sldMkLst>
          <pc:docMk/>
          <pc:sldMk cId="4279093945" sldId="664"/>
        </pc:sldMkLst>
        <pc:spChg chg="add mod">
          <ac:chgData name="John Hu" userId="213e45b8a479442b" providerId="LiveId" clId="{464149D3-95DE-448A-BFE1-A0D8B9969414}" dt="2025-03-17T02:55:32.072" v="7821" actId="207"/>
          <ac:spMkLst>
            <pc:docMk/>
            <pc:sldMk cId="4279093945" sldId="664"/>
            <ac:spMk id="18" creationId="{78789465-31C7-43AF-AE81-342DB4865B4C}"/>
          </ac:spMkLst>
        </pc:spChg>
        <pc:spChg chg="add mod">
          <ac:chgData name="John Hu" userId="213e45b8a479442b" providerId="LiveId" clId="{464149D3-95DE-448A-BFE1-A0D8B9969414}" dt="2025-03-17T02:55:41.923" v="7823" actId="207"/>
          <ac:spMkLst>
            <pc:docMk/>
            <pc:sldMk cId="4279093945" sldId="664"/>
            <ac:spMk id="19" creationId="{6ED9660C-9C94-47FB-A3F3-104337E44FB3}"/>
          </ac:spMkLst>
        </pc:spChg>
        <pc:spChg chg="add mod">
          <ac:chgData name="John Hu" userId="213e45b8a479442b" providerId="LiveId" clId="{464149D3-95DE-448A-BFE1-A0D8B9969414}" dt="2025-03-17T02:55:37.823" v="7822" actId="207"/>
          <ac:spMkLst>
            <pc:docMk/>
            <pc:sldMk cId="4279093945" sldId="664"/>
            <ac:spMk id="20" creationId="{1E0BE7A2-31A0-4CC6-B6B7-92E1857ECAA3}"/>
          </ac:spMkLst>
        </pc:spChg>
      </pc:sldChg>
      <pc:sldChg chg="addSp delSp modSp add mod">
        <pc:chgData name="John Hu" userId="213e45b8a479442b" providerId="LiveId" clId="{464149D3-95DE-448A-BFE1-A0D8B9969414}" dt="2025-03-19T01:20:40.071" v="7937" actId="1076"/>
        <pc:sldMkLst>
          <pc:docMk/>
          <pc:sldMk cId="849343049" sldId="665"/>
        </pc:sldMkLst>
        <pc:spChg chg="mod">
          <ac:chgData name="John Hu" userId="213e45b8a479442b" providerId="LiveId" clId="{464149D3-95DE-448A-BFE1-A0D8B9969414}" dt="2025-03-19T01:20:40.071" v="7937" actId="1076"/>
          <ac:spMkLst>
            <pc:docMk/>
            <pc:sldMk cId="849343049" sldId="665"/>
            <ac:spMk id="15" creationId="{0981AB06-C75D-4551-855A-8C43C959B2F7}"/>
          </ac:spMkLst>
        </pc:spChg>
        <pc:spChg chg="add del mod">
          <ac:chgData name="John Hu" userId="213e45b8a479442b" providerId="LiveId" clId="{464149D3-95DE-448A-BFE1-A0D8B9969414}" dt="2025-03-19T01:17:48.634" v="7896"/>
          <ac:spMkLst>
            <pc:docMk/>
            <pc:sldMk cId="849343049" sldId="665"/>
            <ac:spMk id="16" creationId="{BA43D8A6-4801-4E62-90BC-4B7E055DEB85}"/>
          </ac:spMkLst>
        </pc:spChg>
        <pc:spChg chg="add mod">
          <ac:chgData name="John Hu" userId="213e45b8a479442b" providerId="LiveId" clId="{464149D3-95DE-448A-BFE1-A0D8B9969414}" dt="2025-03-19T01:20:32.736" v="7935" actId="20577"/>
          <ac:spMkLst>
            <pc:docMk/>
            <pc:sldMk cId="849343049" sldId="665"/>
            <ac:spMk id="17" creationId="{8FE8FB02-6D3C-493D-B10D-2B3239E4CDF8}"/>
          </ac:spMkLst>
        </pc:spChg>
        <pc:spChg chg="mod">
          <ac:chgData name="John Hu" userId="213e45b8a479442b" providerId="LiveId" clId="{464149D3-95DE-448A-BFE1-A0D8B9969414}" dt="2025-03-19T01:20:36.548" v="7936" actId="1076"/>
          <ac:spMkLst>
            <pc:docMk/>
            <pc:sldMk cId="849343049" sldId="665"/>
            <ac:spMk id="18" creationId="{43BF8576-7EE7-44E1-93BC-45C4A08BC567}"/>
          </ac:spMkLst>
        </pc:spChg>
      </pc:sldChg>
      <pc:sldChg chg="add del">
        <pc:chgData name="John Hu" userId="213e45b8a479442b" providerId="LiveId" clId="{464149D3-95DE-448A-BFE1-A0D8B9969414}" dt="2025-03-19T01:17:57.662" v="7897" actId="47"/>
        <pc:sldMkLst>
          <pc:docMk/>
          <pc:sldMk cId="2117687856" sldId="666"/>
        </pc:sldMkLst>
      </pc:sldChg>
      <pc:sldChg chg="addSp delSp modSp add mod modAnim">
        <pc:chgData name="John Hu" userId="213e45b8a479442b" providerId="LiveId" clId="{464149D3-95DE-448A-BFE1-A0D8B9969414}" dt="2025-03-20T02:42:09.759" v="8251" actId="1076"/>
        <pc:sldMkLst>
          <pc:docMk/>
          <pc:sldMk cId="3871604934" sldId="666"/>
        </pc:sldMkLst>
        <pc:spChg chg="del">
          <ac:chgData name="John Hu" userId="213e45b8a479442b" providerId="LiveId" clId="{464149D3-95DE-448A-BFE1-A0D8B9969414}" dt="2025-03-20T02:35:12.697" v="8065" actId="478"/>
          <ac:spMkLst>
            <pc:docMk/>
            <pc:sldMk cId="3871604934" sldId="666"/>
            <ac:spMk id="3" creationId="{741A0208-9BA0-41FF-B290-B53D03037C37}"/>
          </ac:spMkLst>
        </pc:spChg>
        <pc:spChg chg="del">
          <ac:chgData name="John Hu" userId="213e45b8a479442b" providerId="LiveId" clId="{464149D3-95DE-448A-BFE1-A0D8B9969414}" dt="2025-03-20T02:35:12.697" v="8065" actId="478"/>
          <ac:spMkLst>
            <pc:docMk/>
            <pc:sldMk cId="3871604934" sldId="666"/>
            <ac:spMk id="6" creationId="{E12EC4B5-5135-4ABA-8830-51F03B3E8656}"/>
          </ac:spMkLst>
        </pc:spChg>
        <pc:spChg chg="del">
          <ac:chgData name="John Hu" userId="213e45b8a479442b" providerId="LiveId" clId="{464149D3-95DE-448A-BFE1-A0D8B9969414}" dt="2025-03-20T02:35:12.697" v="8065" actId="478"/>
          <ac:spMkLst>
            <pc:docMk/>
            <pc:sldMk cId="3871604934" sldId="666"/>
            <ac:spMk id="7" creationId="{606083FB-1BA8-40DF-803D-C852E4F26A30}"/>
          </ac:spMkLst>
        </pc:spChg>
        <pc:spChg chg="del">
          <ac:chgData name="John Hu" userId="213e45b8a479442b" providerId="LiveId" clId="{464149D3-95DE-448A-BFE1-A0D8B9969414}" dt="2025-03-20T02:35:12.697" v="8065" actId="478"/>
          <ac:spMkLst>
            <pc:docMk/>
            <pc:sldMk cId="3871604934" sldId="666"/>
            <ac:spMk id="9" creationId="{A7CE8519-4A48-4657-B884-CFDA06AAFEC6}"/>
          </ac:spMkLst>
        </pc:spChg>
        <pc:spChg chg="add mod">
          <ac:chgData name="John Hu" userId="213e45b8a479442b" providerId="LiveId" clId="{464149D3-95DE-448A-BFE1-A0D8B9969414}" dt="2025-03-20T02:38:10.479" v="8178" actId="1076"/>
          <ac:spMkLst>
            <pc:docMk/>
            <pc:sldMk cId="3871604934" sldId="666"/>
            <ac:spMk id="10" creationId="{089052F9-5A54-4B6A-8F6A-C4E1DB032318}"/>
          </ac:spMkLst>
        </pc:spChg>
        <pc:spChg chg="del">
          <ac:chgData name="John Hu" userId="213e45b8a479442b" providerId="LiveId" clId="{464149D3-95DE-448A-BFE1-A0D8B9969414}" dt="2025-03-20T02:35:12.697" v="8065" actId="478"/>
          <ac:spMkLst>
            <pc:docMk/>
            <pc:sldMk cId="3871604934" sldId="666"/>
            <ac:spMk id="11" creationId="{875AA4D8-B5ED-4997-A1DF-8327749509DC}"/>
          </ac:spMkLst>
        </pc:spChg>
        <pc:spChg chg="mod">
          <ac:chgData name="John Hu" userId="213e45b8a479442b" providerId="LiveId" clId="{464149D3-95DE-448A-BFE1-A0D8B9969414}" dt="2025-03-19T07:06:13.444" v="7985" actId="20577"/>
          <ac:spMkLst>
            <pc:docMk/>
            <pc:sldMk cId="3871604934" sldId="666"/>
            <ac:spMk id="12" creationId="{D3388FE2-D552-4A7E-BCA4-503F69AA5C72}"/>
          </ac:spMkLst>
        </pc:spChg>
        <pc:spChg chg="del">
          <ac:chgData name="John Hu" userId="213e45b8a479442b" providerId="LiveId" clId="{464149D3-95DE-448A-BFE1-A0D8B9969414}" dt="2025-03-20T02:35:12.697" v="8065" actId="478"/>
          <ac:spMkLst>
            <pc:docMk/>
            <pc:sldMk cId="3871604934" sldId="666"/>
            <ac:spMk id="13" creationId="{13058F37-50BA-42D1-9EC7-D8833C4692FA}"/>
          </ac:spMkLst>
        </pc:spChg>
        <pc:spChg chg="del">
          <ac:chgData name="John Hu" userId="213e45b8a479442b" providerId="LiveId" clId="{464149D3-95DE-448A-BFE1-A0D8B9969414}" dt="2025-03-20T02:35:12.697" v="8065" actId="478"/>
          <ac:spMkLst>
            <pc:docMk/>
            <pc:sldMk cId="3871604934" sldId="666"/>
            <ac:spMk id="14" creationId="{DC40991A-F24F-4A3A-8B39-BECC6048D282}"/>
          </ac:spMkLst>
        </pc:spChg>
        <pc:spChg chg="add del mod">
          <ac:chgData name="John Hu" userId="213e45b8a479442b" providerId="LiveId" clId="{464149D3-95DE-448A-BFE1-A0D8B9969414}" dt="2025-03-20T02:36:40.627" v="8090" actId="14100"/>
          <ac:spMkLst>
            <pc:docMk/>
            <pc:sldMk cId="3871604934" sldId="666"/>
            <ac:spMk id="17" creationId="{8FE8FB02-6D3C-493D-B10D-2B3239E4CDF8}"/>
          </ac:spMkLst>
        </pc:spChg>
        <pc:spChg chg="mod">
          <ac:chgData name="John Hu" userId="213e45b8a479442b" providerId="LiveId" clId="{464149D3-95DE-448A-BFE1-A0D8B9969414}" dt="2025-03-20T02:35:52.191" v="8069" actId="403"/>
          <ac:spMkLst>
            <pc:docMk/>
            <pc:sldMk cId="3871604934" sldId="666"/>
            <ac:spMk id="18" creationId="{43BF8576-7EE7-44E1-93BC-45C4A08BC567}"/>
          </ac:spMkLst>
        </pc:spChg>
        <pc:spChg chg="add mod">
          <ac:chgData name="John Hu" userId="213e45b8a479442b" providerId="LiveId" clId="{464149D3-95DE-448A-BFE1-A0D8B9969414}" dt="2025-03-20T02:36:43.144" v="8091" actId="14100"/>
          <ac:spMkLst>
            <pc:docMk/>
            <pc:sldMk cId="3871604934" sldId="666"/>
            <ac:spMk id="19" creationId="{D27FFF2B-3240-4141-8250-2E850D61114B}"/>
          </ac:spMkLst>
        </pc:spChg>
        <pc:spChg chg="add mod">
          <ac:chgData name="John Hu" userId="213e45b8a479442b" providerId="LiveId" clId="{464149D3-95DE-448A-BFE1-A0D8B9969414}" dt="2025-03-20T02:36:46.267" v="8093" actId="1035"/>
          <ac:spMkLst>
            <pc:docMk/>
            <pc:sldMk cId="3871604934" sldId="666"/>
            <ac:spMk id="20" creationId="{7A36C87C-14B4-4E96-B302-34638FFA52AB}"/>
          </ac:spMkLst>
        </pc:spChg>
        <pc:spChg chg="add mod">
          <ac:chgData name="John Hu" userId="213e45b8a479442b" providerId="LiveId" clId="{464149D3-95DE-448A-BFE1-A0D8B9969414}" dt="2025-03-20T02:36:57.528" v="8103" actId="1037"/>
          <ac:spMkLst>
            <pc:docMk/>
            <pc:sldMk cId="3871604934" sldId="666"/>
            <ac:spMk id="21" creationId="{80D1D963-98B5-4F5C-89BA-C864976AC01A}"/>
          </ac:spMkLst>
        </pc:spChg>
        <pc:picChg chg="add del mod">
          <ac:chgData name="John Hu" userId="213e45b8a479442b" providerId="LiveId" clId="{464149D3-95DE-448A-BFE1-A0D8B9969414}" dt="2025-03-20T02:42:06.359" v="8249" actId="478"/>
          <ac:picMkLst>
            <pc:docMk/>
            <pc:sldMk cId="3871604934" sldId="666"/>
            <ac:picMk id="5" creationId="{478002E4-071A-4132-BECB-C36877FC9DD8}"/>
          </ac:picMkLst>
        </pc:picChg>
        <pc:picChg chg="add mod">
          <ac:chgData name="John Hu" userId="213e45b8a479442b" providerId="LiveId" clId="{464149D3-95DE-448A-BFE1-A0D8B9969414}" dt="2025-03-20T02:42:09.759" v="8251" actId="1076"/>
          <ac:picMkLst>
            <pc:docMk/>
            <pc:sldMk cId="3871604934" sldId="666"/>
            <ac:picMk id="22" creationId="{9AAE4679-A28C-48FF-A48E-059E48F373DC}"/>
          </ac:picMkLst>
        </pc:picChg>
      </pc:sldChg>
      <pc:sldChg chg="addSp delSp modSp add mod">
        <pc:chgData name="John Hu" userId="213e45b8a479442b" providerId="LiveId" clId="{464149D3-95DE-448A-BFE1-A0D8B9969414}" dt="2025-03-20T02:59:07.292" v="8526" actId="1076"/>
        <pc:sldMkLst>
          <pc:docMk/>
          <pc:sldMk cId="287309431" sldId="667"/>
        </pc:sldMkLst>
        <pc:spChg chg="del">
          <ac:chgData name="John Hu" userId="213e45b8a479442b" providerId="LiveId" clId="{464149D3-95DE-448A-BFE1-A0D8B9969414}" dt="2025-03-20T02:38:24.163" v="8179" actId="478"/>
          <ac:spMkLst>
            <pc:docMk/>
            <pc:sldMk cId="287309431" sldId="667"/>
            <ac:spMk id="3" creationId="{741A0208-9BA0-41FF-B290-B53D03037C37}"/>
          </ac:spMkLst>
        </pc:spChg>
        <pc:spChg chg="del">
          <ac:chgData name="John Hu" userId="213e45b8a479442b" providerId="LiveId" clId="{464149D3-95DE-448A-BFE1-A0D8B9969414}" dt="2025-03-20T02:38:24.163" v="8179" actId="478"/>
          <ac:spMkLst>
            <pc:docMk/>
            <pc:sldMk cId="287309431" sldId="667"/>
            <ac:spMk id="6" creationId="{E12EC4B5-5135-4ABA-8830-51F03B3E8656}"/>
          </ac:spMkLst>
        </pc:spChg>
        <pc:spChg chg="del">
          <ac:chgData name="John Hu" userId="213e45b8a479442b" providerId="LiveId" clId="{464149D3-95DE-448A-BFE1-A0D8B9969414}" dt="2025-03-20T02:38:24.163" v="8179" actId="478"/>
          <ac:spMkLst>
            <pc:docMk/>
            <pc:sldMk cId="287309431" sldId="667"/>
            <ac:spMk id="7" creationId="{606083FB-1BA8-40DF-803D-C852E4F26A30}"/>
          </ac:spMkLst>
        </pc:spChg>
        <pc:spChg chg="del">
          <ac:chgData name="John Hu" userId="213e45b8a479442b" providerId="LiveId" clId="{464149D3-95DE-448A-BFE1-A0D8B9969414}" dt="2025-03-20T02:38:24.163" v="8179" actId="478"/>
          <ac:spMkLst>
            <pc:docMk/>
            <pc:sldMk cId="287309431" sldId="667"/>
            <ac:spMk id="9" creationId="{A7CE8519-4A48-4657-B884-CFDA06AAFEC6}"/>
          </ac:spMkLst>
        </pc:spChg>
        <pc:spChg chg="add mod">
          <ac:chgData name="John Hu" userId="213e45b8a479442b" providerId="LiveId" clId="{464149D3-95DE-448A-BFE1-A0D8B9969414}" dt="2025-03-20T02:55:47.501" v="8273" actId="1076"/>
          <ac:spMkLst>
            <pc:docMk/>
            <pc:sldMk cId="287309431" sldId="667"/>
            <ac:spMk id="10" creationId="{CA8C8317-6B94-4E6C-9D63-DC90B9DD9755}"/>
          </ac:spMkLst>
        </pc:spChg>
        <pc:spChg chg="del">
          <ac:chgData name="John Hu" userId="213e45b8a479442b" providerId="LiveId" clId="{464149D3-95DE-448A-BFE1-A0D8B9969414}" dt="2025-03-20T02:38:24.163" v="8179" actId="478"/>
          <ac:spMkLst>
            <pc:docMk/>
            <pc:sldMk cId="287309431" sldId="667"/>
            <ac:spMk id="11" creationId="{875AA4D8-B5ED-4997-A1DF-8327749509DC}"/>
          </ac:spMkLst>
        </pc:spChg>
        <pc:spChg chg="mod">
          <ac:chgData name="John Hu" userId="213e45b8a479442b" providerId="LiveId" clId="{464149D3-95DE-448A-BFE1-A0D8B9969414}" dt="2025-03-20T02:57:43.800" v="8375" actId="14100"/>
          <ac:spMkLst>
            <pc:docMk/>
            <pc:sldMk cId="287309431" sldId="667"/>
            <ac:spMk id="12" creationId="{D3388FE2-D552-4A7E-BCA4-503F69AA5C72}"/>
          </ac:spMkLst>
        </pc:spChg>
        <pc:spChg chg="del">
          <ac:chgData name="John Hu" userId="213e45b8a479442b" providerId="LiveId" clId="{464149D3-95DE-448A-BFE1-A0D8B9969414}" dt="2025-03-20T02:38:24.163" v="8179" actId="478"/>
          <ac:spMkLst>
            <pc:docMk/>
            <pc:sldMk cId="287309431" sldId="667"/>
            <ac:spMk id="13" creationId="{13058F37-50BA-42D1-9EC7-D8833C4692FA}"/>
          </ac:spMkLst>
        </pc:spChg>
        <pc:spChg chg="del">
          <ac:chgData name="John Hu" userId="213e45b8a479442b" providerId="LiveId" clId="{464149D3-95DE-448A-BFE1-A0D8B9969414}" dt="2025-03-20T02:38:24.163" v="8179" actId="478"/>
          <ac:spMkLst>
            <pc:docMk/>
            <pc:sldMk cId="287309431" sldId="667"/>
            <ac:spMk id="14" creationId="{DC40991A-F24F-4A3A-8B39-BECC6048D282}"/>
          </ac:spMkLst>
        </pc:spChg>
        <pc:spChg chg="del">
          <ac:chgData name="John Hu" userId="213e45b8a479442b" providerId="LiveId" clId="{464149D3-95DE-448A-BFE1-A0D8B9969414}" dt="2025-03-20T02:38:43.091" v="8184" actId="478"/>
          <ac:spMkLst>
            <pc:docMk/>
            <pc:sldMk cId="287309431" sldId="667"/>
            <ac:spMk id="15" creationId="{0981AB06-C75D-4551-855A-8C43C959B2F7}"/>
          </ac:spMkLst>
        </pc:spChg>
        <pc:spChg chg="mod">
          <ac:chgData name="John Hu" userId="213e45b8a479442b" providerId="LiveId" clId="{464149D3-95DE-448A-BFE1-A0D8B9969414}" dt="2025-03-20T02:57:18.950" v="8373" actId="6549"/>
          <ac:spMkLst>
            <pc:docMk/>
            <pc:sldMk cId="287309431" sldId="667"/>
            <ac:spMk id="17" creationId="{8FE8FB02-6D3C-493D-B10D-2B3239E4CDF8}"/>
          </ac:spMkLst>
        </pc:spChg>
        <pc:spChg chg="mod">
          <ac:chgData name="John Hu" userId="213e45b8a479442b" providerId="LiveId" clId="{464149D3-95DE-448A-BFE1-A0D8B9969414}" dt="2025-03-20T02:57:00.029" v="8369" actId="113"/>
          <ac:spMkLst>
            <pc:docMk/>
            <pc:sldMk cId="287309431" sldId="667"/>
            <ac:spMk id="18" creationId="{43BF8576-7EE7-44E1-93BC-45C4A08BC567}"/>
          </ac:spMkLst>
        </pc:spChg>
        <pc:spChg chg="add mod">
          <ac:chgData name="John Hu" userId="213e45b8a479442b" providerId="LiveId" clId="{464149D3-95DE-448A-BFE1-A0D8B9969414}" dt="2025-03-20T02:57:12.944" v="8371" actId="207"/>
          <ac:spMkLst>
            <pc:docMk/>
            <pc:sldMk cId="287309431" sldId="667"/>
            <ac:spMk id="19" creationId="{ABBD0BFA-EC8B-4A87-BBE0-2FD8164C1691}"/>
          </ac:spMkLst>
        </pc:spChg>
        <pc:spChg chg="add mod">
          <ac:chgData name="John Hu" userId="213e45b8a479442b" providerId="LiveId" clId="{464149D3-95DE-448A-BFE1-A0D8B9969414}" dt="2025-03-20T02:58:11.079" v="8445" actId="1076"/>
          <ac:spMkLst>
            <pc:docMk/>
            <pc:sldMk cId="287309431" sldId="667"/>
            <ac:spMk id="20" creationId="{966AFBE2-E41E-40E3-B994-7ACB0AE1F3BB}"/>
          </ac:spMkLst>
        </pc:spChg>
        <pc:spChg chg="add mod">
          <ac:chgData name="John Hu" userId="213e45b8a479442b" providerId="LiveId" clId="{464149D3-95DE-448A-BFE1-A0D8B9969414}" dt="2025-03-20T02:58:52.337" v="8520" actId="1076"/>
          <ac:spMkLst>
            <pc:docMk/>
            <pc:sldMk cId="287309431" sldId="667"/>
            <ac:spMk id="21" creationId="{ADC285FB-E77F-4D85-A6FC-5100A57F66DD}"/>
          </ac:spMkLst>
        </pc:spChg>
        <pc:spChg chg="add mod">
          <ac:chgData name="John Hu" userId="213e45b8a479442b" providerId="LiveId" clId="{464149D3-95DE-448A-BFE1-A0D8B9969414}" dt="2025-03-20T02:59:07.292" v="8526" actId="1076"/>
          <ac:spMkLst>
            <pc:docMk/>
            <pc:sldMk cId="287309431" sldId="667"/>
            <ac:spMk id="22" creationId="{8F1C79A4-9ADD-4A05-B4CA-E69EBE65342F}"/>
          </ac:spMkLst>
        </pc:spChg>
        <pc:spChg chg="add mod">
          <ac:chgData name="John Hu" userId="213e45b8a479442b" providerId="LiveId" clId="{464149D3-95DE-448A-BFE1-A0D8B9969414}" dt="2025-03-20T02:58:59.057" v="8523" actId="6549"/>
          <ac:spMkLst>
            <pc:docMk/>
            <pc:sldMk cId="287309431" sldId="667"/>
            <ac:spMk id="23" creationId="{754CCBFB-1AEB-4C5A-AFA5-D0CA2E259A43}"/>
          </ac:spMkLst>
        </pc:spChg>
        <pc:picChg chg="add del mod">
          <ac:chgData name="John Hu" userId="213e45b8a479442b" providerId="LiveId" clId="{464149D3-95DE-448A-BFE1-A0D8B9969414}" dt="2025-03-20T02:54:52.184" v="8253" actId="478"/>
          <ac:picMkLst>
            <pc:docMk/>
            <pc:sldMk cId="287309431" sldId="667"/>
            <ac:picMk id="5" creationId="{A993AC5E-8F0B-44EA-88B1-9A5A8C16D948}"/>
          </ac:picMkLst>
        </pc:picChg>
        <pc:picChg chg="add del mod">
          <ac:chgData name="John Hu" userId="213e45b8a479442b" providerId="LiveId" clId="{464149D3-95DE-448A-BFE1-A0D8B9969414}" dt="2025-03-20T02:42:01.881" v="8246" actId="478"/>
          <ac:picMkLst>
            <pc:docMk/>
            <pc:sldMk cId="287309431" sldId="667"/>
            <ac:picMk id="16" creationId="{2FA98C25-C899-4AEF-932E-FD515FDBA4C0}"/>
          </ac:picMkLst>
        </pc:picChg>
      </pc:sldChg>
      <pc:sldChg chg="addSp delSp modSp add mod">
        <pc:chgData name="John Hu" userId="213e45b8a479442b" providerId="LiveId" clId="{464149D3-95DE-448A-BFE1-A0D8B9969414}" dt="2025-03-20T06:13:39.775" v="8900" actId="1076"/>
        <pc:sldMkLst>
          <pc:docMk/>
          <pc:sldMk cId="2796879028" sldId="668"/>
        </pc:sldMkLst>
        <pc:spChg chg="mod">
          <ac:chgData name="John Hu" userId="213e45b8a479442b" providerId="LiveId" clId="{464149D3-95DE-448A-BFE1-A0D8B9969414}" dt="2025-03-20T02:59:43.504" v="8554" actId="20577"/>
          <ac:spMkLst>
            <pc:docMk/>
            <pc:sldMk cId="2796879028" sldId="668"/>
            <ac:spMk id="2" creationId="{5888EE31-F44C-4034-8407-4C756F65702C}"/>
          </ac:spMkLst>
        </pc:spChg>
        <pc:spChg chg="mod">
          <ac:chgData name="John Hu" userId="213e45b8a479442b" providerId="LiveId" clId="{464149D3-95DE-448A-BFE1-A0D8B9969414}" dt="2025-03-20T06:11:19.629" v="8735"/>
          <ac:spMkLst>
            <pc:docMk/>
            <pc:sldMk cId="2796879028" sldId="668"/>
            <ac:spMk id="8" creationId="{36177B38-43AB-4398-968B-448F8F0E5F49}"/>
          </ac:spMkLst>
        </pc:spChg>
        <pc:spChg chg="del">
          <ac:chgData name="John Hu" userId="213e45b8a479442b" providerId="LiveId" clId="{464149D3-95DE-448A-BFE1-A0D8B9969414}" dt="2025-03-20T04:48:37.732" v="8585" actId="478"/>
          <ac:spMkLst>
            <pc:docMk/>
            <pc:sldMk cId="2796879028" sldId="668"/>
            <ac:spMk id="10" creationId="{CA8C8317-6B94-4E6C-9D63-DC90B9DD9755}"/>
          </ac:spMkLst>
        </pc:spChg>
        <pc:spChg chg="del mod">
          <ac:chgData name="John Hu" userId="213e45b8a479442b" providerId="LiveId" clId="{464149D3-95DE-448A-BFE1-A0D8B9969414}" dt="2025-03-20T06:13:27.831" v="8896" actId="478"/>
          <ac:spMkLst>
            <pc:docMk/>
            <pc:sldMk cId="2796879028" sldId="668"/>
            <ac:spMk id="12" creationId="{D3388FE2-D552-4A7E-BCA4-503F69AA5C72}"/>
          </ac:spMkLst>
        </pc:spChg>
        <pc:spChg chg="add del mod">
          <ac:chgData name="John Hu" userId="213e45b8a479442b" providerId="LiveId" clId="{464149D3-95DE-448A-BFE1-A0D8B9969414}" dt="2025-03-20T06:13:29.433" v="8897" actId="478"/>
          <ac:spMkLst>
            <pc:docMk/>
            <pc:sldMk cId="2796879028" sldId="668"/>
            <ac:spMk id="14" creationId="{B8F25B40-E7AF-4155-B4B6-4D437E8A3CA2}"/>
          </ac:spMkLst>
        </pc:spChg>
        <pc:spChg chg="add mod">
          <ac:chgData name="John Hu" userId="213e45b8a479442b" providerId="LiveId" clId="{464149D3-95DE-448A-BFE1-A0D8B9969414}" dt="2025-03-20T06:12:40.955" v="8890" actId="1076"/>
          <ac:spMkLst>
            <pc:docMk/>
            <pc:sldMk cId="2796879028" sldId="668"/>
            <ac:spMk id="15" creationId="{105FDC84-6345-484D-AF92-17AB004B1808}"/>
          </ac:spMkLst>
        </pc:spChg>
        <pc:spChg chg="add mod">
          <ac:chgData name="John Hu" userId="213e45b8a479442b" providerId="LiveId" clId="{464149D3-95DE-448A-BFE1-A0D8B9969414}" dt="2025-03-20T06:13:39.775" v="8900" actId="1076"/>
          <ac:spMkLst>
            <pc:docMk/>
            <pc:sldMk cId="2796879028" sldId="668"/>
            <ac:spMk id="16" creationId="{F4BC51DF-FE13-42C8-92E2-BCFEEE58D1D9}"/>
          </ac:spMkLst>
        </pc:spChg>
        <pc:spChg chg="del">
          <ac:chgData name="John Hu" userId="213e45b8a479442b" providerId="LiveId" clId="{464149D3-95DE-448A-BFE1-A0D8B9969414}" dt="2025-03-20T04:48:37.732" v="8585" actId="478"/>
          <ac:spMkLst>
            <pc:docMk/>
            <pc:sldMk cId="2796879028" sldId="668"/>
            <ac:spMk id="17" creationId="{8FE8FB02-6D3C-493D-B10D-2B3239E4CDF8}"/>
          </ac:spMkLst>
        </pc:spChg>
        <pc:spChg chg="del">
          <ac:chgData name="John Hu" userId="213e45b8a479442b" providerId="LiveId" clId="{464149D3-95DE-448A-BFE1-A0D8B9969414}" dt="2025-03-20T04:48:37.732" v="8585" actId="478"/>
          <ac:spMkLst>
            <pc:docMk/>
            <pc:sldMk cId="2796879028" sldId="668"/>
            <ac:spMk id="18" creationId="{43BF8576-7EE7-44E1-93BC-45C4A08BC567}"/>
          </ac:spMkLst>
        </pc:spChg>
        <pc:spChg chg="del">
          <ac:chgData name="John Hu" userId="213e45b8a479442b" providerId="LiveId" clId="{464149D3-95DE-448A-BFE1-A0D8B9969414}" dt="2025-03-20T04:48:37.732" v="8585" actId="478"/>
          <ac:spMkLst>
            <pc:docMk/>
            <pc:sldMk cId="2796879028" sldId="668"/>
            <ac:spMk id="19" creationId="{ABBD0BFA-EC8B-4A87-BBE0-2FD8164C1691}"/>
          </ac:spMkLst>
        </pc:spChg>
        <pc:spChg chg="del">
          <ac:chgData name="John Hu" userId="213e45b8a479442b" providerId="LiveId" clId="{464149D3-95DE-448A-BFE1-A0D8B9969414}" dt="2025-03-20T04:48:32.276" v="8584" actId="478"/>
          <ac:spMkLst>
            <pc:docMk/>
            <pc:sldMk cId="2796879028" sldId="668"/>
            <ac:spMk id="20" creationId="{966AFBE2-E41E-40E3-B994-7ACB0AE1F3BB}"/>
          </ac:spMkLst>
        </pc:spChg>
        <pc:spChg chg="del">
          <ac:chgData name="John Hu" userId="213e45b8a479442b" providerId="LiveId" clId="{464149D3-95DE-448A-BFE1-A0D8B9969414}" dt="2025-03-20T04:48:37.732" v="8585" actId="478"/>
          <ac:spMkLst>
            <pc:docMk/>
            <pc:sldMk cId="2796879028" sldId="668"/>
            <ac:spMk id="21" creationId="{ADC285FB-E77F-4D85-A6FC-5100A57F66DD}"/>
          </ac:spMkLst>
        </pc:spChg>
        <pc:spChg chg="del mod">
          <ac:chgData name="John Hu" userId="213e45b8a479442b" providerId="LiveId" clId="{464149D3-95DE-448A-BFE1-A0D8B9969414}" dt="2025-03-20T06:13:27.831" v="8896" actId="478"/>
          <ac:spMkLst>
            <pc:docMk/>
            <pc:sldMk cId="2796879028" sldId="668"/>
            <ac:spMk id="22" creationId="{8F1C79A4-9ADD-4A05-B4CA-E69EBE65342F}"/>
          </ac:spMkLst>
        </pc:spChg>
        <pc:spChg chg="del">
          <ac:chgData name="John Hu" userId="213e45b8a479442b" providerId="LiveId" clId="{464149D3-95DE-448A-BFE1-A0D8B9969414}" dt="2025-03-20T04:48:37.732" v="8585" actId="478"/>
          <ac:spMkLst>
            <pc:docMk/>
            <pc:sldMk cId="2796879028" sldId="668"/>
            <ac:spMk id="23" creationId="{754CCBFB-1AEB-4C5A-AFA5-D0CA2E259A43}"/>
          </ac:spMkLst>
        </pc:spChg>
      </pc:sldChg>
      <pc:sldChg chg="addSp delSp modSp add del mod">
        <pc:chgData name="John Hu" userId="213e45b8a479442b" providerId="LiveId" clId="{464149D3-95DE-448A-BFE1-A0D8B9969414}" dt="2025-03-30T04:35:23.285" v="13731" actId="47"/>
        <pc:sldMkLst>
          <pc:docMk/>
          <pc:sldMk cId="1780159724" sldId="669"/>
        </pc:sldMkLst>
        <pc:spChg chg="mod">
          <ac:chgData name="John Hu" userId="213e45b8a479442b" providerId="LiveId" clId="{464149D3-95DE-448A-BFE1-A0D8B9969414}" dt="2025-03-20T06:23:50.861" v="8952" actId="20577"/>
          <ac:spMkLst>
            <pc:docMk/>
            <pc:sldMk cId="1780159724" sldId="669"/>
            <ac:spMk id="2" creationId="{5888EE31-F44C-4034-8407-4C756F65702C}"/>
          </ac:spMkLst>
        </pc:spChg>
        <pc:spChg chg="add del">
          <ac:chgData name="John Hu" userId="213e45b8a479442b" providerId="LiveId" clId="{464149D3-95DE-448A-BFE1-A0D8B9969414}" dt="2025-03-20T06:13:24.382" v="8895" actId="478"/>
          <ac:spMkLst>
            <pc:docMk/>
            <pc:sldMk cId="1780159724" sldId="669"/>
            <ac:spMk id="12" creationId="{D3388FE2-D552-4A7E-BCA4-503F69AA5C72}"/>
          </ac:spMkLst>
        </pc:spChg>
      </pc:sldChg>
      <pc:sldChg chg="addSp delSp modSp add mod">
        <pc:chgData name="John Hu" userId="213e45b8a479442b" providerId="LiveId" clId="{464149D3-95DE-448A-BFE1-A0D8B9969414}" dt="2025-03-24T06:54:29.765" v="9569"/>
        <pc:sldMkLst>
          <pc:docMk/>
          <pc:sldMk cId="1521201735" sldId="670"/>
        </pc:sldMkLst>
        <pc:spChg chg="mod">
          <ac:chgData name="John Hu" userId="213e45b8a479442b" providerId="LiveId" clId="{464149D3-95DE-448A-BFE1-A0D8B9969414}" dt="2025-03-24T06:54:29.765" v="9569"/>
          <ac:spMkLst>
            <pc:docMk/>
            <pc:sldMk cId="1521201735" sldId="670"/>
            <ac:spMk id="2" creationId="{5888EE31-F44C-4034-8407-4C756F65702C}"/>
          </ac:spMkLst>
        </pc:spChg>
        <pc:spChg chg="mod">
          <ac:chgData name="John Hu" userId="213e45b8a479442b" providerId="LiveId" clId="{464149D3-95DE-448A-BFE1-A0D8B9969414}" dt="2025-03-20T06:24:32.915" v="8966"/>
          <ac:spMkLst>
            <pc:docMk/>
            <pc:sldMk cId="1521201735" sldId="670"/>
            <ac:spMk id="8" creationId="{36177B38-43AB-4398-968B-448F8F0E5F49}"/>
          </ac:spMkLst>
        </pc:spChg>
        <pc:spChg chg="add mod">
          <ac:chgData name="John Hu" userId="213e45b8a479442b" providerId="LiveId" clId="{464149D3-95DE-448A-BFE1-A0D8B9969414}" dt="2025-03-20T07:11:13.302" v="9101" actId="1076"/>
          <ac:spMkLst>
            <pc:docMk/>
            <pc:sldMk cId="1521201735" sldId="670"/>
            <ac:spMk id="10" creationId="{FFDB2899-00E2-47AC-B3F2-78E9F0E21053}"/>
          </ac:spMkLst>
        </pc:spChg>
        <pc:spChg chg="del">
          <ac:chgData name="John Hu" userId="213e45b8a479442b" providerId="LiveId" clId="{464149D3-95DE-448A-BFE1-A0D8B9969414}" dt="2025-03-20T06:26:26.667" v="9004" actId="478"/>
          <ac:spMkLst>
            <pc:docMk/>
            <pc:sldMk cId="1521201735" sldId="670"/>
            <ac:spMk id="12" creationId="{D3388FE2-D552-4A7E-BCA4-503F69AA5C72}"/>
          </ac:spMkLst>
        </pc:spChg>
        <pc:spChg chg="add del mod">
          <ac:chgData name="John Hu" userId="213e45b8a479442b" providerId="LiveId" clId="{464149D3-95DE-448A-BFE1-A0D8B9969414}" dt="2025-03-20T07:14:19.028" v="9298" actId="478"/>
          <ac:spMkLst>
            <pc:docMk/>
            <pc:sldMk cId="1521201735" sldId="670"/>
            <ac:spMk id="13" creationId="{C07359C3-15D1-44C8-A0CA-13C90476F8E3}"/>
          </ac:spMkLst>
        </pc:spChg>
        <pc:spChg chg="del">
          <ac:chgData name="John Hu" userId="213e45b8a479442b" providerId="LiveId" clId="{464149D3-95DE-448A-BFE1-A0D8B9969414}" dt="2025-03-20T07:14:29.101" v="9301" actId="478"/>
          <ac:spMkLst>
            <pc:docMk/>
            <pc:sldMk cId="1521201735" sldId="670"/>
            <ac:spMk id="14" creationId="{B8F25B40-E7AF-4155-B4B6-4D437E8A3CA2}"/>
          </ac:spMkLst>
        </pc:spChg>
        <pc:spChg chg="mod">
          <ac:chgData name="John Hu" userId="213e45b8a479442b" providerId="LiveId" clId="{464149D3-95DE-448A-BFE1-A0D8B9969414}" dt="2025-03-20T06:25:58.410" v="9003" actId="6549"/>
          <ac:spMkLst>
            <pc:docMk/>
            <pc:sldMk cId="1521201735" sldId="670"/>
            <ac:spMk id="15" creationId="{105FDC84-6345-484D-AF92-17AB004B1808}"/>
          </ac:spMkLst>
        </pc:spChg>
        <pc:spChg chg="del">
          <ac:chgData name="John Hu" userId="213e45b8a479442b" providerId="LiveId" clId="{464149D3-95DE-448A-BFE1-A0D8B9969414}" dt="2025-03-20T06:26:31.693" v="9006" actId="478"/>
          <ac:spMkLst>
            <pc:docMk/>
            <pc:sldMk cId="1521201735" sldId="670"/>
            <ac:spMk id="16" creationId="{F4BC51DF-FE13-42C8-92E2-BCFEEE58D1D9}"/>
          </ac:spMkLst>
        </pc:spChg>
        <pc:spChg chg="add mod">
          <ac:chgData name="John Hu" userId="213e45b8a479442b" providerId="LiveId" clId="{464149D3-95DE-448A-BFE1-A0D8B9969414}" dt="2025-03-20T07:12:40.214" v="9241" actId="20577"/>
          <ac:spMkLst>
            <pc:docMk/>
            <pc:sldMk cId="1521201735" sldId="670"/>
            <ac:spMk id="17" creationId="{836EC58A-08BC-48D7-9A8E-7BE58DE01F2E}"/>
          </ac:spMkLst>
        </pc:spChg>
        <pc:spChg chg="add mod">
          <ac:chgData name="John Hu" userId="213e45b8a479442b" providerId="LiveId" clId="{464149D3-95DE-448A-BFE1-A0D8B9969414}" dt="2025-03-20T07:14:23.565" v="9300" actId="207"/>
          <ac:spMkLst>
            <pc:docMk/>
            <pc:sldMk cId="1521201735" sldId="670"/>
            <ac:spMk id="18" creationId="{391AB3BB-1882-4164-B3D4-5ED1D3641932}"/>
          </ac:spMkLst>
        </pc:spChg>
        <pc:spChg chg="add mod">
          <ac:chgData name="John Hu" userId="213e45b8a479442b" providerId="LiveId" clId="{464149D3-95DE-448A-BFE1-A0D8B9969414}" dt="2025-03-20T07:12:47.389" v="9248" actId="21"/>
          <ac:spMkLst>
            <pc:docMk/>
            <pc:sldMk cId="1521201735" sldId="670"/>
            <ac:spMk id="19" creationId="{B5A7F37D-B68C-4290-823A-5A9F7E8CB69E}"/>
          </ac:spMkLst>
        </pc:spChg>
        <pc:spChg chg="add mod">
          <ac:chgData name="John Hu" userId="213e45b8a479442b" providerId="LiveId" clId="{464149D3-95DE-448A-BFE1-A0D8B9969414}" dt="2025-03-20T07:14:09.200" v="9294" actId="113"/>
          <ac:spMkLst>
            <pc:docMk/>
            <pc:sldMk cId="1521201735" sldId="670"/>
            <ac:spMk id="20" creationId="{FA6AE8D9-68E9-402E-9ED3-9745459DB02A}"/>
          </ac:spMkLst>
        </pc:spChg>
        <pc:spChg chg="del">
          <ac:chgData name="John Hu" userId="213e45b8a479442b" providerId="LiveId" clId="{464149D3-95DE-448A-BFE1-A0D8B9969414}" dt="2025-03-20T06:26:29.093" v="9005" actId="478"/>
          <ac:spMkLst>
            <pc:docMk/>
            <pc:sldMk cId="1521201735" sldId="670"/>
            <ac:spMk id="22" creationId="{8F1C79A4-9ADD-4A05-B4CA-E69EBE65342F}"/>
          </ac:spMkLst>
        </pc:spChg>
        <pc:spChg chg="add mod">
          <ac:chgData name="John Hu" userId="213e45b8a479442b" providerId="LiveId" clId="{464149D3-95DE-448A-BFE1-A0D8B9969414}" dt="2025-03-20T07:14:39.805" v="9302" actId="1076"/>
          <ac:spMkLst>
            <pc:docMk/>
            <pc:sldMk cId="1521201735" sldId="670"/>
            <ac:spMk id="23" creationId="{120E451B-626B-4661-964E-2E47BD070A11}"/>
          </ac:spMkLst>
        </pc:spChg>
        <pc:spChg chg="add mod">
          <ac:chgData name="John Hu" userId="213e45b8a479442b" providerId="LiveId" clId="{464149D3-95DE-448A-BFE1-A0D8B9969414}" dt="2025-03-20T07:14:41.628" v="9303" actId="1076"/>
          <ac:spMkLst>
            <pc:docMk/>
            <pc:sldMk cId="1521201735" sldId="670"/>
            <ac:spMk id="24" creationId="{1E6FC881-DDA6-460E-80F3-E330A9B6AD85}"/>
          </ac:spMkLst>
        </pc:spChg>
        <pc:spChg chg="add mod">
          <ac:chgData name="John Hu" userId="213e45b8a479442b" providerId="LiveId" clId="{464149D3-95DE-448A-BFE1-A0D8B9969414}" dt="2025-03-20T07:15:27.770" v="9381" actId="1076"/>
          <ac:spMkLst>
            <pc:docMk/>
            <pc:sldMk cId="1521201735" sldId="670"/>
            <ac:spMk id="25" creationId="{8C5A7042-68B4-4D9C-8E5F-33D7A6F7063F}"/>
          </ac:spMkLst>
        </pc:spChg>
      </pc:sldChg>
      <pc:sldChg chg="addSp delSp modSp add mod modTransition modAnim">
        <pc:chgData name="John Hu" userId="213e45b8a479442b" providerId="LiveId" clId="{464149D3-95DE-448A-BFE1-A0D8B9969414}" dt="2025-03-25T07:35:16.875" v="10211" actId="1076"/>
        <pc:sldMkLst>
          <pc:docMk/>
          <pc:sldMk cId="3129887683" sldId="671"/>
        </pc:sldMkLst>
        <pc:spChg chg="mod">
          <ac:chgData name="John Hu" userId="213e45b8a479442b" providerId="LiveId" clId="{464149D3-95DE-448A-BFE1-A0D8B9969414}" dt="2025-03-24T06:54:29.765" v="9569"/>
          <ac:spMkLst>
            <pc:docMk/>
            <pc:sldMk cId="3129887683" sldId="671"/>
            <ac:spMk id="2" creationId="{5888EE31-F44C-4034-8407-4C756F65702C}"/>
          </ac:spMkLst>
        </pc:spChg>
        <pc:spChg chg="add mod">
          <ac:chgData name="John Hu" userId="213e45b8a479442b" providerId="LiveId" clId="{464149D3-95DE-448A-BFE1-A0D8B9969414}" dt="2025-03-20T07:17:16.866" v="9503" actId="164"/>
          <ac:spMkLst>
            <pc:docMk/>
            <pc:sldMk cId="3129887683" sldId="671"/>
            <ac:spMk id="5" creationId="{C6512704-D2BF-4DCC-AE2C-7EB99738EF5F}"/>
          </ac:spMkLst>
        </pc:spChg>
        <pc:spChg chg="mod">
          <ac:chgData name="John Hu" userId="213e45b8a479442b" providerId="LiveId" clId="{464149D3-95DE-448A-BFE1-A0D8B9969414}" dt="2025-03-20T07:16:36.394" v="9495" actId="113"/>
          <ac:spMkLst>
            <pc:docMk/>
            <pc:sldMk cId="3129887683" sldId="671"/>
            <ac:spMk id="10" creationId="{FFDB2899-00E2-47AC-B3F2-78E9F0E21053}"/>
          </ac:spMkLst>
        </pc:spChg>
        <pc:spChg chg="add mod">
          <ac:chgData name="John Hu" userId="213e45b8a479442b" providerId="LiveId" clId="{464149D3-95DE-448A-BFE1-A0D8B9969414}" dt="2025-03-20T07:17:16.866" v="9503" actId="164"/>
          <ac:spMkLst>
            <pc:docMk/>
            <pc:sldMk cId="3129887683" sldId="671"/>
            <ac:spMk id="14" creationId="{B585688B-1E95-4994-A78C-0DD08485FA22}"/>
          </ac:spMkLst>
        </pc:spChg>
        <pc:spChg chg="mod">
          <ac:chgData name="John Hu" userId="213e45b8a479442b" providerId="LiveId" clId="{464149D3-95DE-448A-BFE1-A0D8B9969414}" dt="2025-03-20T07:15:57.065" v="9411" actId="20577"/>
          <ac:spMkLst>
            <pc:docMk/>
            <pc:sldMk cId="3129887683" sldId="671"/>
            <ac:spMk id="15" creationId="{105FDC84-6345-484D-AF92-17AB004B1808}"/>
          </ac:spMkLst>
        </pc:spChg>
        <pc:spChg chg="add mod">
          <ac:chgData name="John Hu" userId="213e45b8a479442b" providerId="LiveId" clId="{464149D3-95DE-448A-BFE1-A0D8B9969414}" dt="2025-03-20T07:17:39.951" v="9512" actId="164"/>
          <ac:spMkLst>
            <pc:docMk/>
            <pc:sldMk cId="3129887683" sldId="671"/>
            <ac:spMk id="16" creationId="{0939C49F-9A92-43FB-B0AD-5095A6FCD985}"/>
          </ac:spMkLst>
        </pc:spChg>
        <pc:spChg chg="add mod">
          <ac:chgData name="John Hu" userId="213e45b8a479442b" providerId="LiveId" clId="{464149D3-95DE-448A-BFE1-A0D8B9969414}" dt="2025-03-25T07:35:16.875" v="10211" actId="1076"/>
          <ac:spMkLst>
            <pc:docMk/>
            <pc:sldMk cId="3129887683" sldId="671"/>
            <ac:spMk id="17" creationId="{30C631FF-E899-46F4-A512-C4240B1A3B6E}"/>
          </ac:spMkLst>
        </pc:spChg>
        <pc:spChg chg="del">
          <ac:chgData name="John Hu" userId="213e45b8a479442b" providerId="LiveId" clId="{464149D3-95DE-448A-BFE1-A0D8B9969414}" dt="2025-03-20T07:16:02.700" v="9412" actId="478"/>
          <ac:spMkLst>
            <pc:docMk/>
            <pc:sldMk cId="3129887683" sldId="671"/>
            <ac:spMk id="17" creationId="{836EC58A-08BC-48D7-9A8E-7BE58DE01F2E}"/>
          </ac:spMkLst>
        </pc:spChg>
        <pc:spChg chg="del">
          <ac:chgData name="John Hu" userId="213e45b8a479442b" providerId="LiveId" clId="{464149D3-95DE-448A-BFE1-A0D8B9969414}" dt="2025-03-20T07:16:05.101" v="9413" actId="478"/>
          <ac:spMkLst>
            <pc:docMk/>
            <pc:sldMk cId="3129887683" sldId="671"/>
            <ac:spMk id="18" creationId="{391AB3BB-1882-4164-B3D4-5ED1D3641932}"/>
          </ac:spMkLst>
        </pc:spChg>
        <pc:spChg chg="del">
          <ac:chgData name="John Hu" userId="213e45b8a479442b" providerId="LiveId" clId="{464149D3-95DE-448A-BFE1-A0D8B9969414}" dt="2025-03-20T07:16:02.700" v="9412" actId="478"/>
          <ac:spMkLst>
            <pc:docMk/>
            <pc:sldMk cId="3129887683" sldId="671"/>
            <ac:spMk id="19" creationId="{B5A7F37D-B68C-4290-823A-5A9F7E8CB69E}"/>
          </ac:spMkLst>
        </pc:spChg>
        <pc:spChg chg="del">
          <ac:chgData name="John Hu" userId="213e45b8a479442b" providerId="LiveId" clId="{464149D3-95DE-448A-BFE1-A0D8B9969414}" dt="2025-03-20T07:16:05.101" v="9413" actId="478"/>
          <ac:spMkLst>
            <pc:docMk/>
            <pc:sldMk cId="3129887683" sldId="671"/>
            <ac:spMk id="20" creationId="{FA6AE8D9-68E9-402E-9ED3-9745459DB02A}"/>
          </ac:spMkLst>
        </pc:spChg>
        <pc:spChg chg="add mod">
          <ac:chgData name="John Hu" userId="213e45b8a479442b" providerId="LiveId" clId="{464149D3-95DE-448A-BFE1-A0D8B9969414}" dt="2025-03-20T07:17:39.951" v="9512" actId="164"/>
          <ac:spMkLst>
            <pc:docMk/>
            <pc:sldMk cId="3129887683" sldId="671"/>
            <ac:spMk id="21" creationId="{0437ECED-28CC-45D4-83CA-10B3A895F07B}"/>
          </ac:spMkLst>
        </pc:spChg>
        <pc:spChg chg="add mod">
          <ac:chgData name="John Hu" userId="213e45b8a479442b" providerId="LiveId" clId="{464149D3-95DE-448A-BFE1-A0D8B9969414}" dt="2025-03-25T07:35:04.912" v="10207" actId="21"/>
          <ac:spMkLst>
            <pc:docMk/>
            <pc:sldMk cId="3129887683" sldId="671"/>
            <ac:spMk id="22" creationId="{FC0E2E1E-25C5-473D-A1B9-FC7E5CD057AB}"/>
          </ac:spMkLst>
        </pc:spChg>
        <pc:spChg chg="del">
          <ac:chgData name="John Hu" userId="213e45b8a479442b" providerId="LiveId" clId="{464149D3-95DE-448A-BFE1-A0D8B9969414}" dt="2025-03-20T07:16:02.700" v="9412" actId="478"/>
          <ac:spMkLst>
            <pc:docMk/>
            <pc:sldMk cId="3129887683" sldId="671"/>
            <ac:spMk id="23" creationId="{120E451B-626B-4661-964E-2E47BD070A11}"/>
          </ac:spMkLst>
        </pc:spChg>
        <pc:spChg chg="del">
          <ac:chgData name="John Hu" userId="213e45b8a479442b" providerId="LiveId" clId="{464149D3-95DE-448A-BFE1-A0D8B9969414}" dt="2025-03-20T07:16:05.101" v="9413" actId="478"/>
          <ac:spMkLst>
            <pc:docMk/>
            <pc:sldMk cId="3129887683" sldId="671"/>
            <ac:spMk id="24" creationId="{1E6FC881-DDA6-460E-80F3-E330A9B6AD85}"/>
          </ac:spMkLst>
        </pc:spChg>
        <pc:spChg chg="del">
          <ac:chgData name="John Hu" userId="213e45b8a479442b" providerId="LiveId" clId="{464149D3-95DE-448A-BFE1-A0D8B9969414}" dt="2025-03-20T07:16:33.385" v="9493" actId="478"/>
          <ac:spMkLst>
            <pc:docMk/>
            <pc:sldMk cId="3129887683" sldId="671"/>
            <ac:spMk id="25" creationId="{8C5A7042-68B4-4D9C-8E5F-33D7A6F7063F}"/>
          </ac:spMkLst>
        </pc:spChg>
        <pc:grpChg chg="add mod">
          <ac:chgData name="John Hu" userId="213e45b8a479442b" providerId="LiveId" clId="{464149D3-95DE-448A-BFE1-A0D8B9969414}" dt="2025-03-20T07:17:16.866" v="9503" actId="164"/>
          <ac:grpSpMkLst>
            <pc:docMk/>
            <pc:sldMk cId="3129887683" sldId="671"/>
            <ac:grpSpMk id="6" creationId="{6708CBCE-1853-4595-8A03-A0A0D087B380}"/>
          </ac:grpSpMkLst>
        </pc:grpChg>
        <pc:grpChg chg="add mod">
          <ac:chgData name="John Hu" userId="213e45b8a479442b" providerId="LiveId" clId="{464149D3-95DE-448A-BFE1-A0D8B9969414}" dt="2025-03-20T07:17:39.951" v="9512" actId="164"/>
          <ac:grpSpMkLst>
            <pc:docMk/>
            <pc:sldMk cId="3129887683" sldId="671"/>
            <ac:grpSpMk id="7" creationId="{315115CF-8D11-4555-A606-564E88BC341F}"/>
          </ac:grpSpMkLst>
        </pc:grpChg>
      </pc:sldChg>
      <pc:sldChg chg="addSp delSp modSp add mod delAnim">
        <pc:chgData name="John Hu" userId="213e45b8a479442b" providerId="LiveId" clId="{464149D3-95DE-448A-BFE1-A0D8B9969414}" dt="2025-03-25T08:55:02.944" v="10384" actId="207"/>
        <pc:sldMkLst>
          <pc:docMk/>
          <pc:sldMk cId="2109838976" sldId="672"/>
        </pc:sldMkLst>
        <pc:spChg chg="mod">
          <ac:chgData name="John Hu" userId="213e45b8a479442b" providerId="LiveId" clId="{464149D3-95DE-448A-BFE1-A0D8B9969414}" dt="2025-03-24T06:54:10.415" v="9568" actId="6549"/>
          <ac:spMkLst>
            <pc:docMk/>
            <pc:sldMk cId="2109838976" sldId="672"/>
            <ac:spMk id="2" creationId="{5888EE31-F44C-4034-8407-4C756F65702C}"/>
          </ac:spMkLst>
        </pc:spChg>
        <pc:spChg chg="add del">
          <ac:chgData name="John Hu" userId="213e45b8a479442b" providerId="LiveId" clId="{464149D3-95DE-448A-BFE1-A0D8B9969414}" dt="2025-03-25T07:25:56.936" v="9734"/>
          <ac:spMkLst>
            <pc:docMk/>
            <pc:sldMk cId="2109838976" sldId="672"/>
            <ac:spMk id="3" creationId="{99CC3DCD-9095-4219-ADC3-6448262FC3AB}"/>
          </ac:spMkLst>
        </pc:spChg>
        <pc:spChg chg="add del">
          <ac:chgData name="John Hu" userId="213e45b8a479442b" providerId="LiveId" clId="{464149D3-95DE-448A-BFE1-A0D8B9969414}" dt="2025-03-25T07:26:02.130" v="9739"/>
          <ac:spMkLst>
            <pc:docMk/>
            <pc:sldMk cId="2109838976" sldId="672"/>
            <ac:spMk id="4" creationId="{58012908-6432-4783-885A-266790B580DB}"/>
          </ac:spMkLst>
        </pc:spChg>
        <pc:spChg chg="add mod">
          <ac:chgData name="John Hu" userId="213e45b8a479442b" providerId="LiveId" clId="{464149D3-95DE-448A-BFE1-A0D8B9969414}" dt="2025-03-25T07:30:10.251" v="9755" actId="1076"/>
          <ac:spMkLst>
            <pc:docMk/>
            <pc:sldMk cId="2109838976" sldId="672"/>
            <ac:spMk id="5" creationId="{948EE239-8931-43E8-8B12-817D0DA8AD02}"/>
          </ac:spMkLst>
        </pc:spChg>
        <pc:spChg chg="add mod">
          <ac:chgData name="John Hu" userId="213e45b8a479442b" providerId="LiveId" clId="{464149D3-95DE-448A-BFE1-A0D8B9969414}" dt="2025-03-25T07:30:12.089" v="9756" actId="1076"/>
          <ac:spMkLst>
            <pc:docMk/>
            <pc:sldMk cId="2109838976" sldId="672"/>
            <ac:spMk id="6" creationId="{F4765E08-B1F8-4C64-B6FC-DA76F3BB1C66}"/>
          </ac:spMkLst>
        </pc:spChg>
        <pc:spChg chg="mod">
          <ac:chgData name="John Hu" userId="213e45b8a479442b" providerId="LiveId" clId="{464149D3-95DE-448A-BFE1-A0D8B9969414}" dt="2025-03-21T07:24:31.116" v="9552" actId="20577"/>
          <ac:spMkLst>
            <pc:docMk/>
            <pc:sldMk cId="2109838976" sldId="672"/>
            <ac:spMk id="8" creationId="{36177B38-43AB-4398-968B-448F8F0E5F49}"/>
          </ac:spMkLst>
        </pc:spChg>
        <pc:spChg chg="add mod">
          <ac:chgData name="John Hu" userId="213e45b8a479442b" providerId="LiveId" clId="{464149D3-95DE-448A-BFE1-A0D8B9969414}" dt="2025-03-25T07:48:15.193" v="10380" actId="2711"/>
          <ac:spMkLst>
            <pc:docMk/>
            <pc:sldMk cId="2109838976" sldId="672"/>
            <ac:spMk id="10" creationId="{13676677-3008-435B-85BF-A7540439E7BF}"/>
          </ac:spMkLst>
        </pc:spChg>
        <pc:spChg chg="del">
          <ac:chgData name="John Hu" userId="213e45b8a479442b" providerId="LiveId" clId="{464149D3-95DE-448A-BFE1-A0D8B9969414}" dt="2025-03-25T01:19:17.568" v="9570" actId="478"/>
          <ac:spMkLst>
            <pc:docMk/>
            <pc:sldMk cId="2109838976" sldId="672"/>
            <ac:spMk id="10" creationId="{FFDB2899-00E2-47AC-B3F2-78E9F0E21053}"/>
          </ac:spMkLst>
        </pc:spChg>
        <pc:spChg chg="add mod">
          <ac:chgData name="John Hu" userId="213e45b8a479442b" providerId="LiveId" clId="{464149D3-95DE-448A-BFE1-A0D8B9969414}" dt="2025-03-25T07:35:26.255" v="10220" actId="20577"/>
          <ac:spMkLst>
            <pc:docMk/>
            <pc:sldMk cId="2109838976" sldId="672"/>
            <ac:spMk id="11" creationId="{A669649B-AB37-4244-B003-B052A162633F}"/>
          </ac:spMkLst>
        </pc:spChg>
        <pc:spChg chg="add mod">
          <ac:chgData name="John Hu" userId="213e45b8a479442b" providerId="LiveId" clId="{464149D3-95DE-448A-BFE1-A0D8B9969414}" dt="2025-03-25T08:55:02.944" v="10384" actId="207"/>
          <ac:spMkLst>
            <pc:docMk/>
            <pc:sldMk cId="2109838976" sldId="672"/>
            <ac:spMk id="12" creationId="{D83F348D-E3E3-4308-AFE6-97F618857562}"/>
          </ac:spMkLst>
        </pc:spChg>
        <pc:spChg chg="mod">
          <ac:chgData name="John Hu" userId="213e45b8a479442b" providerId="LiveId" clId="{464149D3-95DE-448A-BFE1-A0D8B9969414}" dt="2025-03-25T01:19:20.931" v="9571" actId="1076"/>
          <ac:spMkLst>
            <pc:docMk/>
            <pc:sldMk cId="2109838976" sldId="672"/>
            <ac:spMk id="15" creationId="{105FDC84-6345-484D-AF92-17AB004B1808}"/>
          </ac:spMkLst>
        </pc:spChg>
        <pc:spChg chg="del">
          <ac:chgData name="John Hu" userId="213e45b8a479442b" providerId="LiveId" clId="{464149D3-95DE-448A-BFE1-A0D8B9969414}" dt="2025-03-25T01:19:23.060" v="9572" actId="478"/>
          <ac:spMkLst>
            <pc:docMk/>
            <pc:sldMk cId="2109838976" sldId="672"/>
            <ac:spMk id="22" creationId="{FC0E2E1E-25C5-473D-A1B9-FC7E5CD057AB}"/>
          </ac:spMkLst>
        </pc:spChg>
        <pc:grpChg chg="del">
          <ac:chgData name="John Hu" userId="213e45b8a479442b" providerId="LiveId" clId="{464149D3-95DE-448A-BFE1-A0D8B9969414}" dt="2025-03-25T01:19:23.060" v="9572" actId="478"/>
          <ac:grpSpMkLst>
            <pc:docMk/>
            <pc:sldMk cId="2109838976" sldId="672"/>
            <ac:grpSpMk id="6" creationId="{6708CBCE-1853-4595-8A03-A0A0D087B380}"/>
          </ac:grpSpMkLst>
        </pc:grpChg>
        <pc:grpChg chg="del">
          <ac:chgData name="John Hu" userId="213e45b8a479442b" providerId="LiveId" clId="{464149D3-95DE-448A-BFE1-A0D8B9969414}" dt="2025-03-25T01:19:23.060" v="9572" actId="478"/>
          <ac:grpSpMkLst>
            <pc:docMk/>
            <pc:sldMk cId="2109838976" sldId="672"/>
            <ac:grpSpMk id="7" creationId="{315115CF-8D11-4555-A606-564E88BC341F}"/>
          </ac:grpSpMkLst>
        </pc:grpChg>
      </pc:sldChg>
      <pc:sldChg chg="addSp delSp modSp add mod">
        <pc:chgData name="John Hu" userId="213e45b8a479442b" providerId="LiveId" clId="{464149D3-95DE-448A-BFE1-A0D8B9969414}" dt="2025-03-26T08:48:06.855" v="11921" actId="20577"/>
        <pc:sldMkLst>
          <pc:docMk/>
          <pc:sldMk cId="3273944349" sldId="673"/>
        </pc:sldMkLst>
        <pc:spChg chg="add mod">
          <ac:chgData name="John Hu" userId="213e45b8a479442b" providerId="LiveId" clId="{464149D3-95DE-448A-BFE1-A0D8B9969414}" dt="2025-03-26T08:38:14.926" v="11156" actId="20577"/>
          <ac:spMkLst>
            <pc:docMk/>
            <pc:sldMk cId="3273944349" sldId="673"/>
            <ac:spMk id="5" creationId="{A9F10263-610C-4998-B5F3-3444A53D115B}"/>
          </ac:spMkLst>
        </pc:spChg>
        <pc:spChg chg="add mod">
          <ac:chgData name="John Hu" userId="213e45b8a479442b" providerId="LiveId" clId="{464149D3-95DE-448A-BFE1-A0D8B9969414}" dt="2025-03-26T08:41:12.738" v="11237" actId="20577"/>
          <ac:spMkLst>
            <pc:docMk/>
            <pc:sldMk cId="3273944349" sldId="673"/>
            <ac:spMk id="6" creationId="{620DB6AB-5AE3-429F-87A4-32A4F21B9506}"/>
          </ac:spMkLst>
        </pc:spChg>
        <pc:spChg chg="add del mod">
          <ac:chgData name="John Hu" userId="213e45b8a479442b" providerId="LiveId" clId="{464149D3-95DE-448A-BFE1-A0D8B9969414}" dt="2025-03-26T08:38:21.665" v="11157" actId="478"/>
          <ac:spMkLst>
            <pc:docMk/>
            <pc:sldMk cId="3273944349" sldId="673"/>
            <ac:spMk id="7" creationId="{A9199AF5-4631-42C6-8466-9F2194294307}"/>
          </ac:spMkLst>
        </pc:spChg>
        <pc:spChg chg="mod">
          <ac:chgData name="John Hu" userId="213e45b8a479442b" providerId="LiveId" clId="{464149D3-95DE-448A-BFE1-A0D8B9969414}" dt="2025-03-25T01:19:29.692" v="9579" actId="20577"/>
          <ac:spMkLst>
            <pc:docMk/>
            <pc:sldMk cId="3273944349" sldId="673"/>
            <ac:spMk id="8" creationId="{36177B38-43AB-4398-968B-448F8F0E5F49}"/>
          </ac:spMkLst>
        </pc:spChg>
        <pc:spChg chg="add mod">
          <ac:chgData name="John Hu" userId="213e45b8a479442b" providerId="LiveId" clId="{464149D3-95DE-448A-BFE1-A0D8B9969414}" dt="2025-03-26T08:48:06.855" v="11921" actId="20577"/>
          <ac:spMkLst>
            <pc:docMk/>
            <pc:sldMk cId="3273944349" sldId="673"/>
            <ac:spMk id="9" creationId="{F3B9D754-BCB3-47CE-83E8-ACE8CD559ECB}"/>
          </ac:spMkLst>
        </pc:spChg>
        <pc:spChg chg="add mod">
          <ac:chgData name="John Hu" userId="213e45b8a479442b" providerId="LiveId" clId="{464149D3-95DE-448A-BFE1-A0D8B9969414}" dt="2025-03-26T08:45:26.773" v="11636" actId="20577"/>
          <ac:spMkLst>
            <pc:docMk/>
            <pc:sldMk cId="3273944349" sldId="673"/>
            <ac:spMk id="10" creationId="{75455FCB-3E32-45C7-A3A1-B7CD8EA925E9}"/>
          </ac:spMkLst>
        </pc:spChg>
        <pc:spChg chg="add mod">
          <ac:chgData name="John Hu" userId="213e45b8a479442b" providerId="LiveId" clId="{464149D3-95DE-448A-BFE1-A0D8B9969414}" dt="2025-03-26T08:45:51.594" v="11687" actId="20577"/>
          <ac:spMkLst>
            <pc:docMk/>
            <pc:sldMk cId="3273944349" sldId="673"/>
            <ac:spMk id="11" creationId="{0F70173F-BDC1-402F-966F-B6CADDC05B73}"/>
          </ac:spMkLst>
        </pc:spChg>
      </pc:sldChg>
      <pc:sldChg chg="addSp delSp modSp add mod">
        <pc:chgData name="John Hu" userId="213e45b8a479442b" providerId="LiveId" clId="{464149D3-95DE-448A-BFE1-A0D8B9969414}" dt="2025-03-27T06:04:42.325" v="11969" actId="1076"/>
        <pc:sldMkLst>
          <pc:docMk/>
          <pc:sldMk cId="3058383526" sldId="674"/>
        </pc:sldMkLst>
        <pc:spChg chg="del">
          <ac:chgData name="John Hu" userId="213e45b8a479442b" providerId="LiveId" clId="{464149D3-95DE-448A-BFE1-A0D8B9969414}" dt="2025-03-25T08:55:33.009" v="10386" actId="478"/>
          <ac:spMkLst>
            <pc:docMk/>
            <pc:sldMk cId="3058383526" sldId="674"/>
            <ac:spMk id="5" creationId="{948EE239-8931-43E8-8B12-817D0DA8AD02}"/>
          </ac:spMkLst>
        </pc:spChg>
        <pc:spChg chg="del">
          <ac:chgData name="John Hu" userId="213e45b8a479442b" providerId="LiveId" clId="{464149D3-95DE-448A-BFE1-A0D8B9969414}" dt="2025-03-25T08:55:34.898" v="10387" actId="478"/>
          <ac:spMkLst>
            <pc:docMk/>
            <pc:sldMk cId="3058383526" sldId="674"/>
            <ac:spMk id="6" creationId="{F4765E08-B1F8-4C64-B6FC-DA76F3BB1C66}"/>
          </ac:spMkLst>
        </pc:spChg>
        <pc:spChg chg="del">
          <ac:chgData name="John Hu" userId="213e45b8a479442b" providerId="LiveId" clId="{464149D3-95DE-448A-BFE1-A0D8B9969414}" dt="2025-03-25T08:55:37.031" v="10388" actId="478"/>
          <ac:spMkLst>
            <pc:docMk/>
            <pc:sldMk cId="3058383526" sldId="674"/>
            <ac:spMk id="10" creationId="{13676677-3008-435B-85BF-A7540439E7BF}"/>
          </ac:spMkLst>
        </pc:spChg>
        <pc:spChg chg="del">
          <ac:chgData name="John Hu" userId="213e45b8a479442b" providerId="LiveId" clId="{464149D3-95DE-448A-BFE1-A0D8B9969414}" dt="2025-03-25T08:55:33.009" v="10386" actId="478"/>
          <ac:spMkLst>
            <pc:docMk/>
            <pc:sldMk cId="3058383526" sldId="674"/>
            <ac:spMk id="11" creationId="{A669649B-AB37-4244-B003-B052A162633F}"/>
          </ac:spMkLst>
        </pc:spChg>
        <pc:spChg chg="del">
          <ac:chgData name="John Hu" userId="213e45b8a479442b" providerId="LiveId" clId="{464149D3-95DE-448A-BFE1-A0D8B9969414}" dt="2025-03-25T08:55:33.009" v="10386" actId="478"/>
          <ac:spMkLst>
            <pc:docMk/>
            <pc:sldMk cId="3058383526" sldId="674"/>
            <ac:spMk id="12" creationId="{D83F348D-E3E3-4308-AFE6-97F618857562}"/>
          </ac:spMkLst>
        </pc:spChg>
        <pc:spChg chg="add del mod">
          <ac:chgData name="John Hu" userId="213e45b8a479442b" providerId="LiveId" clId="{464149D3-95DE-448A-BFE1-A0D8B9969414}" dt="2025-03-27T06:03:26.219" v="11922" actId="478"/>
          <ac:spMkLst>
            <pc:docMk/>
            <pc:sldMk cId="3058383526" sldId="674"/>
            <ac:spMk id="13" creationId="{6D92B0CB-4A95-475C-815E-675283842822}"/>
          </ac:spMkLst>
        </pc:spChg>
        <pc:spChg chg="add mod">
          <ac:chgData name="John Hu" userId="213e45b8a479442b" providerId="LiveId" clId="{464149D3-95DE-448A-BFE1-A0D8B9969414}" dt="2025-03-27T06:04:42.325" v="11969" actId="1076"/>
          <ac:spMkLst>
            <pc:docMk/>
            <pc:sldMk cId="3058383526" sldId="674"/>
            <ac:spMk id="14" creationId="{4F296092-AA43-47F9-AD4A-B947C824F423}"/>
          </ac:spMkLst>
        </pc:spChg>
        <pc:spChg chg="del">
          <ac:chgData name="John Hu" userId="213e45b8a479442b" providerId="LiveId" clId="{464149D3-95DE-448A-BFE1-A0D8B9969414}" dt="2025-03-27T06:04:39.580" v="11968" actId="478"/>
          <ac:spMkLst>
            <pc:docMk/>
            <pc:sldMk cId="3058383526" sldId="674"/>
            <ac:spMk id="15" creationId="{105FDC84-6345-484D-AF92-17AB004B1808}"/>
          </ac:spMkLst>
        </pc:spChg>
      </pc:sldChg>
      <pc:sldChg chg="addSp delSp modSp add mod">
        <pc:chgData name="John Hu" userId="213e45b8a479442b" providerId="LiveId" clId="{464149D3-95DE-448A-BFE1-A0D8B9969414}" dt="2025-03-27T06:05:32.553" v="11976"/>
        <pc:sldMkLst>
          <pc:docMk/>
          <pc:sldMk cId="1354848801" sldId="675"/>
        </pc:sldMkLst>
        <pc:spChg chg="add mod">
          <ac:chgData name="John Hu" userId="213e45b8a479442b" providerId="LiveId" clId="{464149D3-95DE-448A-BFE1-A0D8B9969414}" dt="2025-03-25T09:01:59.785" v="11035" actId="1076"/>
          <ac:spMkLst>
            <pc:docMk/>
            <pc:sldMk cId="1354848801" sldId="675"/>
            <ac:spMk id="7" creationId="{098E2A48-303C-4174-B7F9-B7DF985E5A28}"/>
          </ac:spMkLst>
        </pc:spChg>
        <pc:spChg chg="add mod">
          <ac:chgData name="John Hu" userId="213e45b8a479442b" providerId="LiveId" clId="{464149D3-95DE-448A-BFE1-A0D8B9969414}" dt="2025-03-25T09:01:56.668" v="11034" actId="404"/>
          <ac:spMkLst>
            <pc:docMk/>
            <pc:sldMk cId="1354848801" sldId="675"/>
            <ac:spMk id="9" creationId="{7876FDCB-7A9E-4210-9FBC-9D2C62E9E35B}"/>
          </ac:spMkLst>
        </pc:spChg>
        <pc:spChg chg="add mod">
          <ac:chgData name="John Hu" userId="213e45b8a479442b" providerId="LiveId" clId="{464149D3-95DE-448A-BFE1-A0D8B9969414}" dt="2025-03-25T09:02:01.509" v="11036" actId="1076"/>
          <ac:spMkLst>
            <pc:docMk/>
            <pc:sldMk cId="1354848801" sldId="675"/>
            <ac:spMk id="10" creationId="{3AEED486-FA99-4A18-8EA1-DF88CA263366}"/>
          </ac:spMkLst>
        </pc:spChg>
        <pc:spChg chg="add del mod">
          <ac:chgData name="John Hu" userId="213e45b8a479442b" providerId="LiveId" clId="{464149D3-95DE-448A-BFE1-A0D8B9969414}" dt="2025-03-25T09:01:13.441" v="10983" actId="1076"/>
          <ac:spMkLst>
            <pc:docMk/>
            <pc:sldMk cId="1354848801" sldId="675"/>
            <ac:spMk id="13" creationId="{6D92B0CB-4A95-475C-815E-675283842822}"/>
          </ac:spMkLst>
        </pc:spChg>
        <pc:spChg chg="mod">
          <ac:chgData name="John Hu" userId="213e45b8a479442b" providerId="LiveId" clId="{464149D3-95DE-448A-BFE1-A0D8B9969414}" dt="2025-03-27T06:05:32.553" v="11976"/>
          <ac:spMkLst>
            <pc:docMk/>
            <pc:sldMk cId="1354848801" sldId="675"/>
            <ac:spMk id="14" creationId="{4F296092-AA43-47F9-AD4A-B947C824F423}"/>
          </ac:spMkLst>
        </pc:spChg>
        <pc:spChg chg="del">
          <ac:chgData name="John Hu" userId="213e45b8a479442b" providerId="LiveId" clId="{464149D3-95DE-448A-BFE1-A0D8B9969414}" dt="2025-03-27T06:04:52.128" v="11971" actId="478"/>
          <ac:spMkLst>
            <pc:docMk/>
            <pc:sldMk cId="1354848801" sldId="675"/>
            <ac:spMk id="15" creationId="{105FDC84-6345-484D-AF92-17AB004B1808}"/>
          </ac:spMkLst>
        </pc:spChg>
      </pc:sldChg>
      <pc:sldChg chg="addSp delSp modSp add mod">
        <pc:chgData name="John Hu" userId="213e45b8a479442b" providerId="LiveId" clId="{464149D3-95DE-448A-BFE1-A0D8B9969414}" dt="2025-03-27T06:05:53.363" v="11985" actId="6549"/>
        <pc:sldMkLst>
          <pc:docMk/>
          <pc:sldMk cId="416985441" sldId="676"/>
        </pc:sldMkLst>
        <pc:spChg chg="add mod">
          <ac:chgData name="John Hu" userId="213e45b8a479442b" providerId="LiveId" clId="{464149D3-95DE-448A-BFE1-A0D8B9969414}" dt="2025-03-25T09:10:18.201" v="11070" actId="1076"/>
          <ac:spMkLst>
            <pc:docMk/>
            <pc:sldMk cId="416985441" sldId="676"/>
            <ac:spMk id="7" creationId="{59CAC5ED-38CA-4EE6-BB41-D1B3E36F5A94}"/>
          </ac:spMkLst>
        </pc:spChg>
        <pc:spChg chg="add mod">
          <ac:chgData name="John Hu" userId="213e45b8a479442b" providerId="LiveId" clId="{464149D3-95DE-448A-BFE1-A0D8B9969414}" dt="2025-03-25T09:10:16.279" v="11069" actId="1076"/>
          <ac:spMkLst>
            <pc:docMk/>
            <pc:sldMk cId="416985441" sldId="676"/>
            <ac:spMk id="9" creationId="{386F0AE6-EBB9-44DE-94FC-C297AD856D24}"/>
          </ac:spMkLst>
        </pc:spChg>
        <pc:spChg chg="add mod">
          <ac:chgData name="John Hu" userId="213e45b8a479442b" providerId="LiveId" clId="{464149D3-95DE-448A-BFE1-A0D8B9969414}" dt="2025-03-25T09:10:50.288" v="11084" actId="207"/>
          <ac:spMkLst>
            <pc:docMk/>
            <pc:sldMk cId="416985441" sldId="676"/>
            <ac:spMk id="10" creationId="{92403847-867E-4C53-A00E-E6635ECD06F5}"/>
          </ac:spMkLst>
        </pc:spChg>
        <pc:spChg chg="mod">
          <ac:chgData name="John Hu" userId="213e45b8a479442b" providerId="LiveId" clId="{464149D3-95DE-448A-BFE1-A0D8B9969414}" dt="2025-03-25T09:10:14.032" v="11068" actId="1076"/>
          <ac:spMkLst>
            <pc:docMk/>
            <pc:sldMk cId="416985441" sldId="676"/>
            <ac:spMk id="13" creationId="{6D92B0CB-4A95-475C-815E-675283842822}"/>
          </ac:spMkLst>
        </pc:spChg>
        <pc:spChg chg="mod">
          <ac:chgData name="John Hu" userId="213e45b8a479442b" providerId="LiveId" clId="{464149D3-95DE-448A-BFE1-A0D8B9969414}" dt="2025-03-27T06:05:53.363" v="11985" actId="6549"/>
          <ac:spMkLst>
            <pc:docMk/>
            <pc:sldMk cId="416985441" sldId="676"/>
            <ac:spMk id="14" creationId="{4F296092-AA43-47F9-AD4A-B947C824F423}"/>
          </ac:spMkLst>
        </pc:spChg>
        <pc:spChg chg="del">
          <ac:chgData name="John Hu" userId="213e45b8a479442b" providerId="LiveId" clId="{464149D3-95DE-448A-BFE1-A0D8B9969414}" dt="2025-03-27T06:05:45.314" v="11978" actId="478"/>
          <ac:spMkLst>
            <pc:docMk/>
            <pc:sldMk cId="416985441" sldId="676"/>
            <ac:spMk id="15" creationId="{105FDC84-6345-484D-AF92-17AB004B1808}"/>
          </ac:spMkLst>
        </pc:spChg>
      </pc:sldChg>
      <pc:sldChg chg="delSp modSp add mod">
        <pc:chgData name="John Hu" userId="213e45b8a479442b" providerId="LiveId" clId="{464149D3-95DE-448A-BFE1-A0D8B9969414}" dt="2025-03-27T06:06:40.118" v="12004" actId="207"/>
        <pc:sldMkLst>
          <pc:docMk/>
          <pc:sldMk cId="3685027716" sldId="677"/>
        </pc:sldMkLst>
        <pc:spChg chg="mod">
          <ac:chgData name="John Hu" userId="213e45b8a479442b" providerId="LiveId" clId="{464149D3-95DE-448A-BFE1-A0D8B9969414}" dt="2025-03-26T08:15:11.347" v="11101" actId="1076"/>
          <ac:spMkLst>
            <pc:docMk/>
            <pc:sldMk cId="3685027716" sldId="677"/>
            <ac:spMk id="7" creationId="{59CAC5ED-38CA-4EE6-BB41-D1B3E36F5A94}"/>
          </ac:spMkLst>
        </pc:spChg>
        <pc:spChg chg="mod">
          <ac:chgData name="John Hu" userId="213e45b8a479442b" providerId="LiveId" clId="{464149D3-95DE-448A-BFE1-A0D8B9969414}" dt="2025-03-26T08:15:13.593" v="11102" actId="14100"/>
          <ac:spMkLst>
            <pc:docMk/>
            <pc:sldMk cId="3685027716" sldId="677"/>
            <ac:spMk id="8" creationId="{36177B38-43AB-4398-968B-448F8F0E5F49}"/>
          </ac:spMkLst>
        </pc:spChg>
        <pc:spChg chg="mod">
          <ac:chgData name="John Hu" userId="213e45b8a479442b" providerId="LiveId" clId="{464149D3-95DE-448A-BFE1-A0D8B9969414}" dt="2025-03-26T08:15:43.864" v="11108" actId="1076"/>
          <ac:spMkLst>
            <pc:docMk/>
            <pc:sldMk cId="3685027716" sldId="677"/>
            <ac:spMk id="9" creationId="{386F0AE6-EBB9-44DE-94FC-C297AD856D24}"/>
          </ac:spMkLst>
        </pc:spChg>
        <pc:spChg chg="mod">
          <ac:chgData name="John Hu" userId="213e45b8a479442b" providerId="LiveId" clId="{464149D3-95DE-448A-BFE1-A0D8B9969414}" dt="2025-03-26T08:15:39.646" v="11107" actId="1076"/>
          <ac:spMkLst>
            <pc:docMk/>
            <pc:sldMk cId="3685027716" sldId="677"/>
            <ac:spMk id="10" creationId="{92403847-867E-4C53-A00E-E6635ECD06F5}"/>
          </ac:spMkLst>
        </pc:spChg>
        <pc:spChg chg="mod">
          <ac:chgData name="John Hu" userId="213e45b8a479442b" providerId="LiveId" clId="{464149D3-95DE-448A-BFE1-A0D8B9969414}" dt="2025-03-26T08:15:46.965" v="11109" actId="1076"/>
          <ac:spMkLst>
            <pc:docMk/>
            <pc:sldMk cId="3685027716" sldId="677"/>
            <ac:spMk id="13" creationId="{6D92B0CB-4A95-475C-815E-675283842822}"/>
          </ac:spMkLst>
        </pc:spChg>
        <pc:spChg chg="mod">
          <ac:chgData name="John Hu" userId="213e45b8a479442b" providerId="LiveId" clId="{464149D3-95DE-448A-BFE1-A0D8B9969414}" dt="2025-03-27T06:06:40.118" v="12004" actId="207"/>
          <ac:spMkLst>
            <pc:docMk/>
            <pc:sldMk cId="3685027716" sldId="677"/>
            <ac:spMk id="14" creationId="{4F296092-AA43-47F9-AD4A-B947C824F423}"/>
          </ac:spMkLst>
        </pc:spChg>
        <pc:spChg chg="del">
          <ac:chgData name="John Hu" userId="213e45b8a479442b" providerId="LiveId" clId="{464149D3-95DE-448A-BFE1-A0D8B9969414}" dt="2025-03-27T06:06:19.474" v="11998" actId="478"/>
          <ac:spMkLst>
            <pc:docMk/>
            <pc:sldMk cId="3685027716" sldId="677"/>
            <ac:spMk id="15" creationId="{105FDC84-6345-484D-AF92-17AB004B1808}"/>
          </ac:spMkLst>
        </pc:spChg>
      </pc:sldChg>
      <pc:sldChg chg="delSp modSp add mod">
        <pc:chgData name="John Hu" userId="213e45b8a479442b" providerId="LiveId" clId="{464149D3-95DE-448A-BFE1-A0D8B9969414}" dt="2025-03-27T06:07:14.926" v="12005" actId="1076"/>
        <pc:sldMkLst>
          <pc:docMk/>
          <pc:sldMk cId="2291909740" sldId="678"/>
        </pc:sldMkLst>
        <pc:spChg chg="mod">
          <ac:chgData name="John Hu" userId="213e45b8a479442b" providerId="LiveId" clId="{464149D3-95DE-448A-BFE1-A0D8B9969414}" dt="2025-03-26T08:16:34.009" v="11117" actId="14100"/>
          <ac:spMkLst>
            <pc:docMk/>
            <pc:sldMk cId="2291909740" sldId="678"/>
            <ac:spMk id="10" creationId="{92403847-867E-4C53-A00E-E6635ECD06F5}"/>
          </ac:spMkLst>
        </pc:spChg>
        <pc:spChg chg="mod">
          <ac:chgData name="John Hu" userId="213e45b8a479442b" providerId="LiveId" clId="{464149D3-95DE-448A-BFE1-A0D8B9969414}" dt="2025-03-26T08:16:41.664" v="11120" actId="207"/>
          <ac:spMkLst>
            <pc:docMk/>
            <pc:sldMk cId="2291909740" sldId="678"/>
            <ac:spMk id="13" creationId="{6D92B0CB-4A95-475C-815E-675283842822}"/>
          </ac:spMkLst>
        </pc:spChg>
        <pc:spChg chg="mod">
          <ac:chgData name="John Hu" userId="213e45b8a479442b" providerId="LiveId" clId="{464149D3-95DE-448A-BFE1-A0D8B9969414}" dt="2025-03-27T06:07:14.926" v="12005" actId="1076"/>
          <ac:spMkLst>
            <pc:docMk/>
            <pc:sldMk cId="2291909740" sldId="678"/>
            <ac:spMk id="14" creationId="{4F296092-AA43-47F9-AD4A-B947C824F423}"/>
          </ac:spMkLst>
        </pc:spChg>
        <pc:spChg chg="del">
          <ac:chgData name="John Hu" userId="213e45b8a479442b" providerId="LiveId" clId="{464149D3-95DE-448A-BFE1-A0D8B9969414}" dt="2025-03-27T06:06:28.586" v="12001" actId="478"/>
          <ac:spMkLst>
            <pc:docMk/>
            <pc:sldMk cId="2291909740" sldId="678"/>
            <ac:spMk id="15" creationId="{105FDC84-6345-484D-AF92-17AB004B1808}"/>
          </ac:spMkLst>
        </pc:spChg>
      </pc:sldChg>
      <pc:sldChg chg="delSp modSp add mod ord">
        <pc:chgData name="John Hu" userId="213e45b8a479442b" providerId="LiveId" clId="{464149D3-95DE-448A-BFE1-A0D8B9969414}" dt="2025-03-29T02:58:35.388" v="13308" actId="207"/>
        <pc:sldMkLst>
          <pc:docMk/>
          <pc:sldMk cId="3640079802" sldId="679"/>
        </pc:sldMkLst>
        <pc:spChg chg="mod">
          <ac:chgData name="John Hu" userId="213e45b8a479442b" providerId="LiveId" clId="{464149D3-95DE-448A-BFE1-A0D8B9969414}" dt="2025-03-27T06:15:37.760" v="12139" actId="6549"/>
          <ac:spMkLst>
            <pc:docMk/>
            <pc:sldMk cId="3640079802" sldId="679"/>
            <ac:spMk id="2" creationId="{5888EE31-F44C-4034-8407-4C756F65702C}"/>
          </ac:spMkLst>
        </pc:spChg>
        <pc:spChg chg="mod">
          <ac:chgData name="John Hu" userId="213e45b8a479442b" providerId="LiveId" clId="{464149D3-95DE-448A-BFE1-A0D8B9969414}" dt="2025-03-29T02:58:35.388" v="13308" actId="207"/>
          <ac:spMkLst>
            <pc:docMk/>
            <pc:sldMk cId="3640079802" sldId="679"/>
            <ac:spMk id="7" creationId="{098E2A48-303C-4174-B7F9-B7DF985E5A28}"/>
          </ac:spMkLst>
        </pc:spChg>
        <pc:spChg chg="mod">
          <ac:chgData name="John Hu" userId="213e45b8a479442b" providerId="LiveId" clId="{464149D3-95DE-448A-BFE1-A0D8B9969414}" dt="2025-03-28T02:45:57.420" v="12187" actId="14100"/>
          <ac:spMkLst>
            <pc:docMk/>
            <pc:sldMk cId="3640079802" sldId="679"/>
            <ac:spMk id="8" creationId="{36177B38-43AB-4398-968B-448F8F0E5F49}"/>
          </ac:spMkLst>
        </pc:spChg>
        <pc:spChg chg="del mod">
          <ac:chgData name="John Hu" userId="213e45b8a479442b" providerId="LiveId" clId="{464149D3-95DE-448A-BFE1-A0D8B9969414}" dt="2025-03-29T02:57:13.870" v="13262" actId="478"/>
          <ac:spMkLst>
            <pc:docMk/>
            <pc:sldMk cId="3640079802" sldId="679"/>
            <ac:spMk id="9" creationId="{7876FDCB-7A9E-4210-9FBC-9D2C62E9E35B}"/>
          </ac:spMkLst>
        </pc:spChg>
        <pc:spChg chg="del mod">
          <ac:chgData name="John Hu" userId="213e45b8a479442b" providerId="LiveId" clId="{464149D3-95DE-448A-BFE1-A0D8B9969414}" dt="2025-03-29T02:57:13.870" v="13262" actId="478"/>
          <ac:spMkLst>
            <pc:docMk/>
            <pc:sldMk cId="3640079802" sldId="679"/>
            <ac:spMk id="10" creationId="{3AEED486-FA99-4A18-8EA1-DF88CA263366}"/>
          </ac:spMkLst>
        </pc:spChg>
        <pc:spChg chg="del mod">
          <ac:chgData name="John Hu" userId="213e45b8a479442b" providerId="LiveId" clId="{464149D3-95DE-448A-BFE1-A0D8B9969414}" dt="2025-03-29T02:57:13.870" v="13262" actId="478"/>
          <ac:spMkLst>
            <pc:docMk/>
            <pc:sldMk cId="3640079802" sldId="679"/>
            <ac:spMk id="13" creationId="{6D92B0CB-4A95-475C-815E-675283842822}"/>
          </ac:spMkLst>
        </pc:spChg>
        <pc:spChg chg="mod">
          <ac:chgData name="John Hu" userId="213e45b8a479442b" providerId="LiveId" clId="{464149D3-95DE-448A-BFE1-A0D8B9969414}" dt="2025-03-28T02:45:17.146" v="12185" actId="14100"/>
          <ac:spMkLst>
            <pc:docMk/>
            <pc:sldMk cId="3640079802" sldId="679"/>
            <ac:spMk id="14" creationId="{4F296092-AA43-47F9-AD4A-B947C824F423}"/>
          </ac:spMkLst>
        </pc:spChg>
        <pc:spChg chg="mod">
          <ac:chgData name="John Hu" userId="213e45b8a479442b" providerId="LiveId" clId="{464149D3-95DE-448A-BFE1-A0D8B9969414}" dt="2025-03-28T02:43:41.324" v="12176" actId="14100"/>
          <ac:spMkLst>
            <pc:docMk/>
            <pc:sldMk cId="3640079802" sldId="679"/>
            <ac:spMk id="15" creationId="{105FDC84-6345-484D-AF92-17AB004B1808}"/>
          </ac:spMkLst>
        </pc:spChg>
      </pc:sldChg>
      <pc:sldChg chg="delSp modSp add del mod">
        <pc:chgData name="John Hu" userId="213e45b8a479442b" providerId="LiveId" clId="{464149D3-95DE-448A-BFE1-A0D8B9969414}" dt="2025-03-26T08:47:59.762" v="11910" actId="47"/>
        <pc:sldMkLst>
          <pc:docMk/>
          <pc:sldMk cId="957106993" sldId="680"/>
        </pc:sldMkLst>
        <pc:spChg chg="mod">
          <ac:chgData name="John Hu" userId="213e45b8a479442b" providerId="LiveId" clId="{464149D3-95DE-448A-BFE1-A0D8B9969414}" dt="2025-03-26T08:47:37.662" v="11907" actId="20577"/>
          <ac:spMkLst>
            <pc:docMk/>
            <pc:sldMk cId="957106993" sldId="680"/>
            <ac:spMk id="5" creationId="{A9F10263-610C-4998-B5F3-3444A53D115B}"/>
          </ac:spMkLst>
        </pc:spChg>
        <pc:spChg chg="del">
          <ac:chgData name="John Hu" userId="213e45b8a479442b" providerId="LiveId" clId="{464149D3-95DE-448A-BFE1-A0D8B9969414}" dt="2025-03-26T08:47:44.508" v="11909" actId="478"/>
          <ac:spMkLst>
            <pc:docMk/>
            <pc:sldMk cId="957106993" sldId="680"/>
            <ac:spMk id="9" creationId="{F3B9D754-BCB3-47CE-83E8-ACE8CD559ECB}"/>
          </ac:spMkLst>
        </pc:spChg>
        <pc:spChg chg="del">
          <ac:chgData name="John Hu" userId="213e45b8a479442b" providerId="LiveId" clId="{464149D3-95DE-448A-BFE1-A0D8B9969414}" dt="2025-03-26T08:47:40.433" v="11908" actId="478"/>
          <ac:spMkLst>
            <pc:docMk/>
            <pc:sldMk cId="957106993" sldId="680"/>
            <ac:spMk id="10" creationId="{75455FCB-3E32-45C7-A3A1-B7CD8EA925E9}"/>
          </ac:spMkLst>
        </pc:spChg>
        <pc:spChg chg="del">
          <ac:chgData name="John Hu" userId="213e45b8a479442b" providerId="LiveId" clId="{464149D3-95DE-448A-BFE1-A0D8B9969414}" dt="2025-03-26T08:47:40.433" v="11908" actId="478"/>
          <ac:spMkLst>
            <pc:docMk/>
            <pc:sldMk cId="957106993" sldId="680"/>
            <ac:spMk id="11" creationId="{0F70173F-BDC1-402F-966F-B6CADDC05B73}"/>
          </ac:spMkLst>
        </pc:spChg>
      </pc:sldChg>
      <pc:sldChg chg="addSp delSp modSp add mod ord">
        <pc:chgData name="John Hu" userId="213e45b8a479442b" providerId="LiveId" clId="{464149D3-95DE-448A-BFE1-A0D8B9969414}" dt="2025-03-28T02:42:52.036" v="12173"/>
        <pc:sldMkLst>
          <pc:docMk/>
          <pc:sldMk cId="2446991010" sldId="680"/>
        </pc:sldMkLst>
        <pc:spChg chg="mod">
          <ac:chgData name="John Hu" userId="213e45b8a479442b" providerId="LiveId" clId="{464149D3-95DE-448A-BFE1-A0D8B9969414}" dt="2025-03-27T06:12:09.725" v="12112"/>
          <ac:spMkLst>
            <pc:docMk/>
            <pc:sldMk cId="2446991010" sldId="680"/>
            <ac:spMk id="7" creationId="{098E2A48-303C-4174-B7F9-B7DF985E5A28}"/>
          </ac:spMkLst>
        </pc:spChg>
        <pc:spChg chg="mod">
          <ac:chgData name="John Hu" userId="213e45b8a479442b" providerId="LiveId" clId="{464149D3-95DE-448A-BFE1-A0D8B9969414}" dt="2025-03-28T02:42:52.036" v="12173"/>
          <ac:spMkLst>
            <pc:docMk/>
            <pc:sldMk cId="2446991010" sldId="680"/>
            <ac:spMk id="8" creationId="{36177B38-43AB-4398-968B-448F8F0E5F49}"/>
          </ac:spMkLst>
        </pc:spChg>
        <pc:spChg chg="mod">
          <ac:chgData name="John Hu" userId="213e45b8a479442b" providerId="LiveId" clId="{464149D3-95DE-448A-BFE1-A0D8B9969414}" dt="2025-03-27T06:11:38.024" v="12101" actId="1076"/>
          <ac:spMkLst>
            <pc:docMk/>
            <pc:sldMk cId="2446991010" sldId="680"/>
            <ac:spMk id="9" creationId="{7876FDCB-7A9E-4210-9FBC-9D2C62E9E35B}"/>
          </ac:spMkLst>
        </pc:spChg>
        <pc:spChg chg="mod">
          <ac:chgData name="John Hu" userId="213e45b8a479442b" providerId="LiveId" clId="{464149D3-95DE-448A-BFE1-A0D8B9969414}" dt="2025-03-27T06:15:05.579" v="12126" actId="1076"/>
          <ac:spMkLst>
            <pc:docMk/>
            <pc:sldMk cId="2446991010" sldId="680"/>
            <ac:spMk id="10" creationId="{3AEED486-FA99-4A18-8EA1-DF88CA263366}"/>
          </ac:spMkLst>
        </pc:spChg>
        <pc:spChg chg="add mod">
          <ac:chgData name="John Hu" userId="213e45b8a479442b" providerId="LiveId" clId="{464149D3-95DE-448A-BFE1-A0D8B9969414}" dt="2025-03-27T06:14:34.037" v="12123" actId="207"/>
          <ac:spMkLst>
            <pc:docMk/>
            <pc:sldMk cId="2446991010" sldId="680"/>
            <ac:spMk id="11" creationId="{CC51BC5B-B4E2-4C69-9631-E5B04B2D43E0}"/>
          </ac:spMkLst>
        </pc:spChg>
        <pc:spChg chg="mod">
          <ac:chgData name="John Hu" userId="213e45b8a479442b" providerId="LiveId" clId="{464149D3-95DE-448A-BFE1-A0D8B9969414}" dt="2025-03-27T06:15:11.701" v="12137" actId="14100"/>
          <ac:spMkLst>
            <pc:docMk/>
            <pc:sldMk cId="2446991010" sldId="680"/>
            <ac:spMk id="13" creationId="{6D92B0CB-4A95-475C-815E-675283842822}"/>
          </ac:spMkLst>
        </pc:spChg>
        <pc:spChg chg="mod">
          <ac:chgData name="John Hu" userId="213e45b8a479442b" providerId="LiveId" clId="{464149D3-95DE-448A-BFE1-A0D8B9969414}" dt="2025-03-27T06:11:54.092" v="12108" actId="1076"/>
          <ac:spMkLst>
            <pc:docMk/>
            <pc:sldMk cId="2446991010" sldId="680"/>
            <ac:spMk id="14" creationId="{4F296092-AA43-47F9-AD4A-B947C824F423}"/>
          </ac:spMkLst>
        </pc:spChg>
        <pc:spChg chg="del">
          <ac:chgData name="John Hu" userId="213e45b8a479442b" providerId="LiveId" clId="{464149D3-95DE-448A-BFE1-A0D8B9969414}" dt="2025-03-27T06:11:49.467" v="12104" actId="478"/>
          <ac:spMkLst>
            <pc:docMk/>
            <pc:sldMk cId="2446991010" sldId="680"/>
            <ac:spMk id="15" creationId="{105FDC84-6345-484D-AF92-17AB004B1808}"/>
          </ac:spMkLst>
        </pc:spChg>
      </pc:sldChg>
      <pc:sldChg chg="delSp modSp add mod">
        <pc:chgData name="John Hu" userId="213e45b8a479442b" providerId="LiveId" clId="{464149D3-95DE-448A-BFE1-A0D8B9969414}" dt="2025-03-28T06:30:35.081" v="12478" actId="207"/>
        <pc:sldMkLst>
          <pc:docMk/>
          <pc:sldMk cId="3713776978" sldId="681"/>
        </pc:sldMkLst>
        <pc:spChg chg="mod">
          <ac:chgData name="John Hu" userId="213e45b8a479442b" providerId="LiveId" clId="{464149D3-95DE-448A-BFE1-A0D8B9969414}" dt="2025-03-28T06:30:35.081" v="12478" actId="207"/>
          <ac:spMkLst>
            <pc:docMk/>
            <pc:sldMk cId="3713776978" sldId="681"/>
            <ac:spMk id="7" creationId="{098E2A48-303C-4174-B7F9-B7DF985E5A28}"/>
          </ac:spMkLst>
        </pc:spChg>
        <pc:spChg chg="del mod">
          <ac:chgData name="John Hu" userId="213e45b8a479442b" providerId="LiveId" clId="{464149D3-95DE-448A-BFE1-A0D8B9969414}" dt="2025-03-28T02:55:49.525" v="12254" actId="478"/>
          <ac:spMkLst>
            <pc:docMk/>
            <pc:sldMk cId="3713776978" sldId="681"/>
            <ac:spMk id="9" creationId="{7876FDCB-7A9E-4210-9FBC-9D2C62E9E35B}"/>
          </ac:spMkLst>
        </pc:spChg>
        <pc:spChg chg="del">
          <ac:chgData name="John Hu" userId="213e45b8a479442b" providerId="LiveId" clId="{464149D3-95DE-448A-BFE1-A0D8B9969414}" dt="2025-03-28T02:55:58.612" v="12263" actId="478"/>
          <ac:spMkLst>
            <pc:docMk/>
            <pc:sldMk cId="3713776978" sldId="681"/>
            <ac:spMk id="10" creationId="{3AEED486-FA99-4A18-8EA1-DF88CA263366}"/>
          </ac:spMkLst>
        </pc:spChg>
        <pc:spChg chg="del mod">
          <ac:chgData name="John Hu" userId="213e45b8a479442b" providerId="LiveId" clId="{464149D3-95DE-448A-BFE1-A0D8B9969414}" dt="2025-03-28T02:55:46.100" v="12252" actId="478"/>
          <ac:spMkLst>
            <pc:docMk/>
            <pc:sldMk cId="3713776978" sldId="681"/>
            <ac:spMk id="13" creationId="{6D92B0CB-4A95-475C-815E-675283842822}"/>
          </ac:spMkLst>
        </pc:spChg>
        <pc:spChg chg="mod">
          <ac:chgData name="John Hu" userId="213e45b8a479442b" providerId="LiveId" clId="{464149D3-95DE-448A-BFE1-A0D8B9969414}" dt="2025-03-28T06:30:27.411" v="12476" actId="20577"/>
          <ac:spMkLst>
            <pc:docMk/>
            <pc:sldMk cId="3713776978" sldId="681"/>
            <ac:spMk id="14" creationId="{4F296092-AA43-47F9-AD4A-B947C824F423}"/>
          </ac:spMkLst>
        </pc:spChg>
      </pc:sldChg>
      <pc:sldChg chg="modSp add mod ord">
        <pc:chgData name="John Hu" userId="213e45b8a479442b" providerId="LiveId" clId="{464149D3-95DE-448A-BFE1-A0D8B9969414}" dt="2025-03-30T02:59:38.518" v="13524" actId="20577"/>
        <pc:sldMkLst>
          <pc:docMk/>
          <pc:sldMk cId="2955019095" sldId="682"/>
        </pc:sldMkLst>
        <pc:spChg chg="mod">
          <ac:chgData name="John Hu" userId="213e45b8a479442b" providerId="LiveId" clId="{464149D3-95DE-448A-BFE1-A0D8B9969414}" dt="2025-03-30T02:59:38.518" v="13524" actId="20577"/>
          <ac:spMkLst>
            <pc:docMk/>
            <pc:sldMk cId="2955019095" sldId="682"/>
            <ac:spMk id="7" creationId="{098E2A48-303C-4174-B7F9-B7DF985E5A28}"/>
          </ac:spMkLst>
        </pc:spChg>
        <pc:spChg chg="mod">
          <ac:chgData name="John Hu" userId="213e45b8a479442b" providerId="LiveId" clId="{464149D3-95DE-448A-BFE1-A0D8B9969414}" dt="2025-03-28T07:08:48.422" v="12562" actId="20577"/>
          <ac:spMkLst>
            <pc:docMk/>
            <pc:sldMk cId="2955019095" sldId="682"/>
            <ac:spMk id="14" creationId="{4F296092-AA43-47F9-AD4A-B947C824F423}"/>
          </ac:spMkLst>
        </pc:spChg>
      </pc:sldChg>
      <pc:sldChg chg="modSp add mod">
        <pc:chgData name="John Hu" userId="213e45b8a479442b" providerId="LiveId" clId="{464149D3-95DE-448A-BFE1-A0D8B9969414}" dt="2025-03-28T08:13:35.677" v="12768" actId="207"/>
        <pc:sldMkLst>
          <pc:docMk/>
          <pc:sldMk cId="2206702487" sldId="683"/>
        </pc:sldMkLst>
        <pc:spChg chg="mod">
          <ac:chgData name="John Hu" userId="213e45b8a479442b" providerId="LiveId" clId="{464149D3-95DE-448A-BFE1-A0D8B9969414}" dt="2025-03-28T08:13:35.677" v="12768" actId="207"/>
          <ac:spMkLst>
            <pc:docMk/>
            <pc:sldMk cId="2206702487" sldId="683"/>
            <ac:spMk id="7" creationId="{098E2A48-303C-4174-B7F9-B7DF985E5A28}"/>
          </ac:spMkLst>
        </pc:spChg>
        <pc:spChg chg="mod">
          <ac:chgData name="John Hu" userId="213e45b8a479442b" providerId="LiveId" clId="{464149D3-95DE-448A-BFE1-A0D8B9969414}" dt="2025-03-28T06:30:58.474" v="12495" actId="20577"/>
          <ac:spMkLst>
            <pc:docMk/>
            <pc:sldMk cId="2206702487" sldId="683"/>
            <ac:spMk id="14" creationId="{4F296092-AA43-47F9-AD4A-B947C824F423}"/>
          </ac:spMkLst>
        </pc:spChg>
      </pc:sldChg>
      <pc:sldChg chg="addSp delSp modSp add mod">
        <pc:chgData name="John Hu" userId="213e45b8a479442b" providerId="LiveId" clId="{464149D3-95DE-448A-BFE1-A0D8B9969414}" dt="2025-03-30T03:59:46.553" v="13673" actId="20577"/>
        <pc:sldMkLst>
          <pc:docMk/>
          <pc:sldMk cId="3595609592" sldId="684"/>
        </pc:sldMkLst>
        <pc:spChg chg="mod">
          <ac:chgData name="John Hu" userId="213e45b8a479442b" providerId="LiveId" clId="{464149D3-95DE-448A-BFE1-A0D8B9969414}" dt="2025-03-29T02:41:57.449" v="12770"/>
          <ac:spMkLst>
            <pc:docMk/>
            <pc:sldMk cId="3595609592" sldId="684"/>
            <ac:spMk id="2" creationId="{5888EE31-F44C-4034-8407-4C756F65702C}"/>
          </ac:spMkLst>
        </pc:spChg>
        <pc:spChg chg="del">
          <ac:chgData name="John Hu" userId="213e45b8a479442b" providerId="LiveId" clId="{464149D3-95DE-448A-BFE1-A0D8B9969414}" dt="2025-03-29T02:43:52.682" v="13103" actId="478"/>
          <ac:spMkLst>
            <pc:docMk/>
            <pc:sldMk cId="3595609592" sldId="684"/>
            <ac:spMk id="7" creationId="{098E2A48-303C-4174-B7F9-B7DF985E5A28}"/>
          </ac:spMkLst>
        </pc:spChg>
        <pc:spChg chg="mod">
          <ac:chgData name="John Hu" userId="213e45b8a479442b" providerId="LiveId" clId="{464149D3-95DE-448A-BFE1-A0D8B9969414}" dt="2025-03-29T02:42:05.052" v="12771"/>
          <ac:spMkLst>
            <pc:docMk/>
            <pc:sldMk cId="3595609592" sldId="684"/>
            <ac:spMk id="8" creationId="{36177B38-43AB-4398-968B-448F8F0E5F49}"/>
          </ac:spMkLst>
        </pc:spChg>
        <pc:spChg chg="del">
          <ac:chgData name="John Hu" userId="213e45b8a479442b" providerId="LiveId" clId="{464149D3-95DE-448A-BFE1-A0D8B9969414}" dt="2025-03-29T02:43:52.682" v="13103" actId="478"/>
          <ac:spMkLst>
            <pc:docMk/>
            <pc:sldMk cId="3595609592" sldId="684"/>
            <ac:spMk id="9" creationId="{7876FDCB-7A9E-4210-9FBC-9D2C62E9E35B}"/>
          </ac:spMkLst>
        </pc:spChg>
        <pc:spChg chg="del">
          <ac:chgData name="John Hu" userId="213e45b8a479442b" providerId="LiveId" clId="{464149D3-95DE-448A-BFE1-A0D8B9969414}" dt="2025-03-29T02:43:52.682" v="13103" actId="478"/>
          <ac:spMkLst>
            <pc:docMk/>
            <pc:sldMk cId="3595609592" sldId="684"/>
            <ac:spMk id="10" creationId="{3AEED486-FA99-4A18-8EA1-DF88CA263366}"/>
          </ac:spMkLst>
        </pc:spChg>
        <pc:spChg chg="del">
          <ac:chgData name="John Hu" userId="213e45b8a479442b" providerId="LiveId" clId="{464149D3-95DE-448A-BFE1-A0D8B9969414}" dt="2025-03-29T02:43:52.682" v="13103" actId="478"/>
          <ac:spMkLst>
            <pc:docMk/>
            <pc:sldMk cId="3595609592" sldId="684"/>
            <ac:spMk id="13" creationId="{6D92B0CB-4A95-475C-815E-675283842822}"/>
          </ac:spMkLst>
        </pc:spChg>
        <pc:spChg chg="mod">
          <ac:chgData name="John Hu" userId="213e45b8a479442b" providerId="LiveId" clId="{464149D3-95DE-448A-BFE1-A0D8B9969414}" dt="2025-03-30T03:59:46.553" v="13673" actId="20577"/>
          <ac:spMkLst>
            <pc:docMk/>
            <pc:sldMk cId="3595609592" sldId="684"/>
            <ac:spMk id="14" creationId="{4F296092-AA43-47F9-AD4A-B947C824F423}"/>
          </ac:spMkLst>
        </pc:spChg>
        <pc:picChg chg="add del mod">
          <ac:chgData name="John Hu" userId="213e45b8a479442b" providerId="LiveId" clId="{464149D3-95DE-448A-BFE1-A0D8B9969414}" dt="2025-03-29T02:53:55.686" v="13121" actId="478"/>
          <ac:picMkLst>
            <pc:docMk/>
            <pc:sldMk cId="3595609592" sldId="684"/>
            <ac:picMk id="4" creationId="{56302DFC-AE6E-4277-A6AA-919C76DA90C7}"/>
          </ac:picMkLst>
        </pc:picChg>
        <pc:picChg chg="add del mod">
          <ac:chgData name="John Hu" userId="213e45b8a479442b" providerId="LiveId" clId="{464149D3-95DE-448A-BFE1-A0D8B9969414}" dt="2025-03-29T02:52:57.107" v="13109" actId="478"/>
          <ac:picMkLst>
            <pc:docMk/>
            <pc:sldMk cId="3595609592" sldId="684"/>
            <ac:picMk id="6" creationId="{D7CF2F40-0AC9-4484-990B-0A1E18135FDA}"/>
          </ac:picMkLst>
        </pc:picChg>
        <pc:picChg chg="add del mod">
          <ac:chgData name="John Hu" userId="213e45b8a479442b" providerId="LiveId" clId="{464149D3-95DE-448A-BFE1-A0D8B9969414}" dt="2025-03-29T02:53:00.197" v="13112" actId="478"/>
          <ac:picMkLst>
            <pc:docMk/>
            <pc:sldMk cId="3595609592" sldId="684"/>
            <ac:picMk id="12" creationId="{38EC57D2-CE03-4174-9BF8-B198F08E5B77}"/>
          </ac:picMkLst>
        </pc:picChg>
        <pc:picChg chg="add mod">
          <ac:chgData name="John Hu" userId="213e45b8a479442b" providerId="LiveId" clId="{464149D3-95DE-448A-BFE1-A0D8B9969414}" dt="2025-03-29T02:53:36.666" v="13118" actId="1076"/>
          <ac:picMkLst>
            <pc:docMk/>
            <pc:sldMk cId="3595609592" sldId="684"/>
            <ac:picMk id="16" creationId="{C62345CE-9852-41CE-A95A-E386DCB44F1E}"/>
          </ac:picMkLst>
        </pc:picChg>
        <pc:picChg chg="add mod">
          <ac:chgData name="John Hu" userId="213e45b8a479442b" providerId="LiveId" clId="{464149D3-95DE-448A-BFE1-A0D8B9969414}" dt="2025-03-29T02:54:00.845" v="13123" actId="14100"/>
          <ac:picMkLst>
            <pc:docMk/>
            <pc:sldMk cId="3595609592" sldId="684"/>
            <ac:picMk id="18" creationId="{21BF4BDB-9C58-4978-97D1-76E8DD5D0B6C}"/>
          </ac:picMkLst>
        </pc:picChg>
      </pc:sldChg>
      <pc:sldChg chg="addSp delSp modSp add mod">
        <pc:chgData name="John Hu" userId="213e45b8a479442b" providerId="LiveId" clId="{464149D3-95DE-448A-BFE1-A0D8B9969414}" dt="2025-03-29T03:10:43.872" v="13314" actId="20577"/>
        <pc:sldMkLst>
          <pc:docMk/>
          <pc:sldMk cId="777960044" sldId="685"/>
        </pc:sldMkLst>
        <pc:spChg chg="add mod">
          <ac:chgData name="John Hu" userId="213e45b8a479442b" providerId="LiveId" clId="{464149D3-95DE-448A-BFE1-A0D8B9969414}" dt="2025-03-29T02:59:29.751" v="13309" actId="207"/>
          <ac:spMkLst>
            <pc:docMk/>
            <pc:sldMk cId="777960044" sldId="685"/>
            <ac:spMk id="7" creationId="{ED54B18D-B3DC-48AD-9FD5-F00BBAEF7AE2}"/>
          </ac:spMkLst>
        </pc:spChg>
        <pc:spChg chg="mod">
          <ac:chgData name="John Hu" userId="213e45b8a479442b" providerId="LiveId" clId="{464149D3-95DE-448A-BFE1-A0D8B9969414}" dt="2025-03-29T03:10:43.872" v="13314" actId="20577"/>
          <ac:spMkLst>
            <pc:docMk/>
            <pc:sldMk cId="777960044" sldId="685"/>
            <ac:spMk id="14" creationId="{4F296092-AA43-47F9-AD4A-B947C824F423}"/>
          </ac:spMkLst>
        </pc:spChg>
        <pc:picChg chg="del">
          <ac:chgData name="John Hu" userId="213e45b8a479442b" providerId="LiveId" clId="{464149D3-95DE-448A-BFE1-A0D8B9969414}" dt="2025-03-29T02:55:20.031" v="13202" actId="478"/>
          <ac:picMkLst>
            <pc:docMk/>
            <pc:sldMk cId="777960044" sldId="685"/>
            <ac:picMk id="16" creationId="{C62345CE-9852-41CE-A95A-E386DCB44F1E}"/>
          </ac:picMkLst>
        </pc:picChg>
        <pc:picChg chg="del">
          <ac:chgData name="John Hu" userId="213e45b8a479442b" providerId="LiveId" clId="{464149D3-95DE-448A-BFE1-A0D8B9969414}" dt="2025-03-29T02:55:18.545" v="13201" actId="478"/>
          <ac:picMkLst>
            <pc:docMk/>
            <pc:sldMk cId="777960044" sldId="685"/>
            <ac:picMk id="18" creationId="{21BF4BDB-9C58-4978-97D1-76E8DD5D0B6C}"/>
          </ac:picMkLst>
        </pc:picChg>
      </pc:sldChg>
      <pc:sldChg chg="addSp modSp add mod">
        <pc:chgData name="John Hu" userId="213e45b8a479442b" providerId="LiveId" clId="{464149D3-95DE-448A-BFE1-A0D8B9969414}" dt="2025-03-30T03:56:51.017" v="13532" actId="20577"/>
        <pc:sldMkLst>
          <pc:docMk/>
          <pc:sldMk cId="1813746906" sldId="686"/>
        </pc:sldMkLst>
        <pc:spChg chg="mod">
          <ac:chgData name="John Hu" userId="213e45b8a479442b" providerId="LiveId" clId="{464149D3-95DE-448A-BFE1-A0D8B9969414}" dt="2025-03-30T03:56:51.017" v="13532" actId="20577"/>
          <ac:spMkLst>
            <pc:docMk/>
            <pc:sldMk cId="1813746906" sldId="686"/>
            <ac:spMk id="7" creationId="{ED54B18D-B3DC-48AD-9FD5-F00BBAEF7AE2}"/>
          </ac:spMkLst>
        </pc:spChg>
        <pc:spChg chg="add mod">
          <ac:chgData name="John Hu" userId="213e45b8a479442b" providerId="LiveId" clId="{464149D3-95DE-448A-BFE1-A0D8B9969414}" dt="2025-03-29T03:12:21.867" v="13409" actId="14100"/>
          <ac:spMkLst>
            <pc:docMk/>
            <pc:sldMk cId="1813746906" sldId="686"/>
            <ac:spMk id="9" creationId="{C0E28133-522F-4787-A0D5-128A45D0846D}"/>
          </ac:spMkLst>
        </pc:spChg>
        <pc:spChg chg="add mod">
          <ac:chgData name="John Hu" userId="213e45b8a479442b" providerId="LiveId" clId="{464149D3-95DE-448A-BFE1-A0D8B9969414}" dt="2025-03-29T03:12:41.907" v="13463" actId="20577"/>
          <ac:spMkLst>
            <pc:docMk/>
            <pc:sldMk cId="1813746906" sldId="686"/>
            <ac:spMk id="10" creationId="{0D9F29A9-792D-4011-9406-73F48D863EBF}"/>
          </ac:spMkLst>
        </pc:spChg>
        <pc:spChg chg="mod">
          <ac:chgData name="John Hu" userId="213e45b8a479442b" providerId="LiveId" clId="{464149D3-95DE-448A-BFE1-A0D8B9969414}" dt="2025-03-29T03:12:14.092" v="13405" actId="21"/>
          <ac:spMkLst>
            <pc:docMk/>
            <pc:sldMk cId="1813746906" sldId="686"/>
            <ac:spMk id="14" creationId="{4F296092-AA43-47F9-AD4A-B947C824F423}"/>
          </ac:spMkLst>
        </pc:spChg>
      </pc:sldChg>
      <pc:sldChg chg="addSp delSp modSp add mod">
        <pc:chgData name="John Hu" userId="213e45b8a479442b" providerId="LiveId" clId="{464149D3-95DE-448A-BFE1-A0D8B9969414}" dt="2025-03-30T03:58:37.632" v="13615" actId="1076"/>
        <pc:sldMkLst>
          <pc:docMk/>
          <pc:sldMk cId="3911317964" sldId="687"/>
        </pc:sldMkLst>
        <pc:spChg chg="mod">
          <ac:chgData name="John Hu" userId="213e45b8a479442b" providerId="LiveId" clId="{464149D3-95DE-448A-BFE1-A0D8B9969414}" dt="2025-03-29T03:15:07.001" v="13507" actId="207"/>
          <ac:spMkLst>
            <pc:docMk/>
            <pc:sldMk cId="3911317964" sldId="687"/>
            <ac:spMk id="7" creationId="{ED54B18D-B3DC-48AD-9FD5-F00BBAEF7AE2}"/>
          </ac:spMkLst>
        </pc:spChg>
        <pc:spChg chg="del">
          <ac:chgData name="John Hu" userId="213e45b8a479442b" providerId="LiveId" clId="{464149D3-95DE-448A-BFE1-A0D8B9969414}" dt="2025-03-29T03:13:33.641" v="13467" actId="478"/>
          <ac:spMkLst>
            <pc:docMk/>
            <pc:sldMk cId="3911317964" sldId="687"/>
            <ac:spMk id="9" creationId="{C0E28133-522F-4787-A0D5-128A45D0846D}"/>
          </ac:spMkLst>
        </pc:spChg>
        <pc:spChg chg="del">
          <ac:chgData name="John Hu" userId="213e45b8a479442b" providerId="LiveId" clId="{464149D3-95DE-448A-BFE1-A0D8B9969414}" dt="2025-03-29T03:13:35.898" v="13468" actId="478"/>
          <ac:spMkLst>
            <pc:docMk/>
            <pc:sldMk cId="3911317964" sldId="687"/>
            <ac:spMk id="10" creationId="{0D9F29A9-792D-4011-9406-73F48D863EBF}"/>
          </ac:spMkLst>
        </pc:spChg>
        <pc:spChg chg="add del">
          <ac:chgData name="John Hu" userId="213e45b8a479442b" providerId="LiveId" clId="{464149D3-95DE-448A-BFE1-A0D8B9969414}" dt="2025-03-29T03:14:06.069" v="13483" actId="22"/>
          <ac:spMkLst>
            <pc:docMk/>
            <pc:sldMk cId="3911317964" sldId="687"/>
            <ac:spMk id="11" creationId="{48E747DD-0EF1-4CCD-B1A6-5264CAA80404}"/>
          </ac:spMkLst>
        </pc:spChg>
        <pc:spChg chg="add mod">
          <ac:chgData name="John Hu" userId="213e45b8a479442b" providerId="LiveId" clId="{464149D3-95DE-448A-BFE1-A0D8B9969414}" dt="2025-03-30T03:58:37.632" v="13615" actId="1076"/>
          <ac:spMkLst>
            <pc:docMk/>
            <pc:sldMk cId="3911317964" sldId="687"/>
            <ac:spMk id="12" creationId="{09816958-B944-441F-AB9B-DBC178B0608A}"/>
          </ac:spMkLst>
        </pc:spChg>
      </pc:sldChg>
      <pc:sldChg chg="addSp delSp modSp add mod">
        <pc:chgData name="John Hu" userId="213e45b8a479442b" providerId="LiveId" clId="{464149D3-95DE-448A-BFE1-A0D8B9969414}" dt="2025-03-30T04:34:59.082" v="13726" actId="207"/>
        <pc:sldMkLst>
          <pc:docMk/>
          <pc:sldMk cId="2826608020" sldId="688"/>
        </pc:sldMkLst>
        <pc:spChg chg="del mod">
          <ac:chgData name="John Hu" userId="213e45b8a479442b" providerId="LiveId" clId="{464149D3-95DE-448A-BFE1-A0D8B9969414}" dt="2025-03-30T03:58:59.242" v="13633" actId="478"/>
          <ac:spMkLst>
            <pc:docMk/>
            <pc:sldMk cId="2826608020" sldId="688"/>
            <ac:spMk id="7" creationId="{ED54B18D-B3DC-48AD-9FD5-F00BBAEF7AE2}"/>
          </ac:spMkLst>
        </pc:spChg>
        <pc:spChg chg="add mod">
          <ac:chgData name="John Hu" userId="213e45b8a479442b" providerId="LiveId" clId="{464149D3-95DE-448A-BFE1-A0D8B9969414}" dt="2025-03-30T04:34:52.888" v="13725" actId="20577"/>
          <ac:spMkLst>
            <pc:docMk/>
            <pc:sldMk cId="2826608020" sldId="688"/>
            <ac:spMk id="9" creationId="{EB620A0F-32E2-4096-B8B2-CEC7BFB9DA34}"/>
          </ac:spMkLst>
        </pc:spChg>
        <pc:spChg chg="mod">
          <ac:chgData name="John Hu" userId="213e45b8a479442b" providerId="LiveId" clId="{464149D3-95DE-448A-BFE1-A0D8B9969414}" dt="2025-03-30T04:34:59.082" v="13726" actId="207"/>
          <ac:spMkLst>
            <pc:docMk/>
            <pc:sldMk cId="2826608020" sldId="688"/>
            <ac:spMk id="12" creationId="{09816958-B944-441F-AB9B-DBC178B0608A}"/>
          </ac:spMkLst>
        </pc:spChg>
        <pc:spChg chg="mod">
          <ac:chgData name="John Hu" userId="213e45b8a479442b" providerId="LiveId" clId="{464149D3-95DE-448A-BFE1-A0D8B9969414}" dt="2025-03-30T03:58:55.530" v="13631" actId="20577"/>
          <ac:spMkLst>
            <pc:docMk/>
            <pc:sldMk cId="2826608020" sldId="688"/>
            <ac:spMk id="14" creationId="{4F296092-AA43-47F9-AD4A-B947C824F423}"/>
          </ac:spMkLst>
        </pc:spChg>
      </pc:sldChg>
      <pc:sldChg chg="addSp modSp add mod">
        <pc:chgData name="John Hu" userId="213e45b8a479442b" providerId="LiveId" clId="{464149D3-95DE-448A-BFE1-A0D8B9969414}" dt="2025-03-30T04:35:06.319" v="13728" actId="207"/>
        <pc:sldMkLst>
          <pc:docMk/>
          <pc:sldMk cId="2379571271" sldId="689"/>
        </pc:sldMkLst>
        <pc:spChg chg="add mod">
          <ac:chgData name="John Hu" userId="213e45b8a479442b" providerId="LiveId" clId="{464149D3-95DE-448A-BFE1-A0D8B9969414}" dt="2025-03-30T04:33:07.058" v="13698" actId="207"/>
          <ac:spMkLst>
            <pc:docMk/>
            <pc:sldMk cId="2379571271" sldId="689"/>
            <ac:spMk id="6" creationId="{EFFF0140-48F4-433F-AF1F-E70927670C44}"/>
          </ac:spMkLst>
        </pc:spChg>
        <pc:spChg chg="mod">
          <ac:chgData name="John Hu" userId="213e45b8a479442b" providerId="LiveId" clId="{464149D3-95DE-448A-BFE1-A0D8B9969414}" dt="2025-03-30T04:35:06.319" v="13728" actId="207"/>
          <ac:spMkLst>
            <pc:docMk/>
            <pc:sldMk cId="2379571271" sldId="689"/>
            <ac:spMk id="12" creationId="{09816958-B944-441F-AB9B-DBC178B0608A}"/>
          </ac:spMkLst>
        </pc:spChg>
        <pc:spChg chg="mod">
          <ac:chgData name="John Hu" userId="213e45b8a479442b" providerId="LiveId" clId="{464149D3-95DE-448A-BFE1-A0D8B9969414}" dt="2025-03-30T03:59:56.328" v="13685" actId="20577"/>
          <ac:spMkLst>
            <pc:docMk/>
            <pc:sldMk cId="2379571271" sldId="689"/>
            <ac:spMk id="14" creationId="{4F296092-AA43-47F9-AD4A-B947C824F423}"/>
          </ac:spMkLst>
        </pc:spChg>
      </pc:sldChg>
      <pc:sldChg chg="modSp add mod">
        <pc:chgData name="John Hu" userId="213e45b8a479442b" providerId="LiveId" clId="{464149D3-95DE-448A-BFE1-A0D8B9969414}" dt="2025-03-30T04:35:14.773" v="13730" actId="207"/>
        <pc:sldMkLst>
          <pc:docMk/>
          <pc:sldMk cId="399089851" sldId="690"/>
        </pc:sldMkLst>
        <pc:spChg chg="mod">
          <ac:chgData name="John Hu" userId="213e45b8a479442b" providerId="LiveId" clId="{464149D3-95DE-448A-BFE1-A0D8B9969414}" dt="2025-03-30T04:35:14.773" v="13730" actId="207"/>
          <ac:spMkLst>
            <pc:docMk/>
            <pc:sldMk cId="399089851" sldId="690"/>
            <ac:spMk id="12" creationId="{09816958-B944-441F-AB9B-DBC178B0608A}"/>
          </ac:spMkLst>
        </pc:spChg>
        <pc:spChg chg="mod">
          <ac:chgData name="John Hu" userId="213e45b8a479442b" providerId="LiveId" clId="{464149D3-95DE-448A-BFE1-A0D8B9969414}" dt="2025-03-30T04:33:59.751" v="13719" actId="20577"/>
          <ac:spMkLst>
            <pc:docMk/>
            <pc:sldMk cId="399089851" sldId="690"/>
            <ac:spMk id="14" creationId="{4F296092-AA43-47F9-AD4A-B947C824F42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6041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41988"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042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042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6042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6D314487-0CE3-481E-A6CD-359E0D2485E7}" type="slidenum">
              <a:rPr lang="en-US" altLang="zh-CN"/>
              <a:pPr>
                <a:defRPr/>
              </a:pPr>
              <a:t>‹#›</a:t>
            </a:fld>
            <a:endParaRPr lang="en-US" altLang="zh-CN"/>
          </a:p>
        </p:txBody>
      </p:sp>
    </p:spTree>
    <p:extLst>
      <p:ext uri="{BB962C8B-B14F-4D97-AF65-F5344CB8AC3E}">
        <p14:creationId xmlns:p14="http://schemas.microsoft.com/office/powerpoint/2010/main" val="23433179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宋体" pitchFamily="2" charset="-122"/>
        <a:cs typeface="+mn-cs"/>
      </a:defRPr>
    </a:lvl1pPr>
    <a:lvl2pPr marL="492125" algn="l" rtl="0" eaLnBrk="0" fontAlgn="base" hangingPunct="0">
      <a:spcBef>
        <a:spcPct val="30000"/>
      </a:spcBef>
      <a:spcAft>
        <a:spcPct val="0"/>
      </a:spcAft>
      <a:defRPr sz="1300" kern="1200">
        <a:solidFill>
          <a:schemeClr val="tx1"/>
        </a:solidFill>
        <a:latin typeface="Arial" charset="0"/>
        <a:ea typeface="宋体" pitchFamily="2" charset="-122"/>
        <a:cs typeface="+mn-cs"/>
      </a:defRPr>
    </a:lvl2pPr>
    <a:lvl3pPr marL="985838" algn="l" rtl="0" eaLnBrk="0" fontAlgn="base" hangingPunct="0">
      <a:spcBef>
        <a:spcPct val="30000"/>
      </a:spcBef>
      <a:spcAft>
        <a:spcPct val="0"/>
      </a:spcAft>
      <a:defRPr sz="1300" kern="1200">
        <a:solidFill>
          <a:schemeClr val="tx1"/>
        </a:solidFill>
        <a:latin typeface="Arial" charset="0"/>
        <a:ea typeface="宋体" pitchFamily="2" charset="-122"/>
        <a:cs typeface="+mn-cs"/>
      </a:defRPr>
    </a:lvl3pPr>
    <a:lvl4pPr marL="1477963" algn="l" rtl="0" eaLnBrk="0" fontAlgn="base" hangingPunct="0">
      <a:spcBef>
        <a:spcPct val="30000"/>
      </a:spcBef>
      <a:spcAft>
        <a:spcPct val="0"/>
      </a:spcAft>
      <a:defRPr sz="1300" kern="1200">
        <a:solidFill>
          <a:schemeClr val="tx1"/>
        </a:solidFill>
        <a:latin typeface="Arial" charset="0"/>
        <a:ea typeface="宋体" pitchFamily="2" charset="-122"/>
        <a:cs typeface="+mn-cs"/>
      </a:defRPr>
    </a:lvl4pPr>
    <a:lvl5pPr marL="1971675" algn="l" rtl="0" eaLnBrk="0" fontAlgn="base" hangingPunct="0">
      <a:spcBef>
        <a:spcPct val="30000"/>
      </a:spcBef>
      <a:spcAft>
        <a:spcPct val="0"/>
      </a:spcAft>
      <a:defRPr sz="1300" kern="1200">
        <a:solidFill>
          <a:schemeClr val="tx1"/>
        </a:solidFill>
        <a:latin typeface="Arial" charset="0"/>
        <a:ea typeface="宋体" pitchFamily="2" charset="-122"/>
        <a:cs typeface="+mn-cs"/>
      </a:defRPr>
    </a:lvl5pPr>
    <a:lvl6pPr marL="2464677" algn="l" defTabSz="985871" rtl="0" eaLnBrk="1" latinLnBrk="0" hangingPunct="1">
      <a:defRPr sz="1300" kern="1200">
        <a:solidFill>
          <a:schemeClr val="tx1"/>
        </a:solidFill>
        <a:latin typeface="+mn-lt"/>
        <a:ea typeface="+mn-ea"/>
        <a:cs typeface="+mn-cs"/>
      </a:defRPr>
    </a:lvl6pPr>
    <a:lvl7pPr marL="2957612" algn="l" defTabSz="985871" rtl="0" eaLnBrk="1" latinLnBrk="0" hangingPunct="1">
      <a:defRPr sz="1300" kern="1200">
        <a:solidFill>
          <a:schemeClr val="tx1"/>
        </a:solidFill>
        <a:latin typeface="+mn-lt"/>
        <a:ea typeface="+mn-ea"/>
        <a:cs typeface="+mn-cs"/>
      </a:defRPr>
    </a:lvl7pPr>
    <a:lvl8pPr marL="3450547" algn="l" defTabSz="985871" rtl="0" eaLnBrk="1" latinLnBrk="0" hangingPunct="1">
      <a:defRPr sz="1300" kern="1200">
        <a:solidFill>
          <a:schemeClr val="tx1"/>
        </a:solidFill>
        <a:latin typeface="+mn-lt"/>
        <a:ea typeface="+mn-ea"/>
        <a:cs typeface="+mn-cs"/>
      </a:defRPr>
    </a:lvl8pPr>
    <a:lvl9pPr marL="3943482" algn="l" defTabSz="985871" rtl="0" eaLnBrk="1" latinLnBrk="0" hangingPunct="1">
      <a:defRPr sz="1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2026" y="2125012"/>
            <a:ext cx="10336213" cy="1466282"/>
          </a:xfrm>
        </p:spPr>
        <p:txBody>
          <a:bodyPr/>
          <a:lstStyle/>
          <a:p>
            <a:r>
              <a:rPr lang="zh-CN" altLang="en-US"/>
              <a:t>单击此处编辑母版标题样式</a:t>
            </a:r>
          </a:p>
        </p:txBody>
      </p:sp>
      <p:sp>
        <p:nvSpPr>
          <p:cNvPr id="3" name="副标题 2"/>
          <p:cNvSpPr>
            <a:spLocks noGrp="1"/>
          </p:cNvSpPr>
          <p:nvPr>
            <p:ph type="subTitle" idx="1"/>
          </p:nvPr>
        </p:nvSpPr>
        <p:spPr>
          <a:xfrm>
            <a:off x="1824038" y="3876308"/>
            <a:ext cx="8512175" cy="1748137"/>
          </a:xfrm>
        </p:spPr>
        <p:txBody>
          <a:bodyPr/>
          <a:lstStyle>
            <a:lvl1pPr marL="0" indent="0" algn="ctr">
              <a:buNone/>
              <a:defRPr/>
            </a:lvl1pPr>
            <a:lvl2pPr marL="492948" indent="0" algn="ctr">
              <a:buNone/>
              <a:defRPr/>
            </a:lvl2pPr>
            <a:lvl3pPr marL="985898" indent="0" algn="ctr">
              <a:buNone/>
              <a:defRPr/>
            </a:lvl3pPr>
            <a:lvl4pPr marL="1478845" indent="0" algn="ctr">
              <a:buNone/>
              <a:defRPr/>
            </a:lvl4pPr>
            <a:lvl5pPr marL="1971795" indent="0" algn="ctr">
              <a:buNone/>
              <a:defRPr/>
            </a:lvl5pPr>
            <a:lvl6pPr marL="2464745" indent="0" algn="ctr">
              <a:buNone/>
              <a:defRPr/>
            </a:lvl6pPr>
            <a:lvl7pPr marL="2957693" indent="0" algn="ctr">
              <a:buNone/>
              <a:defRPr/>
            </a:lvl7pPr>
            <a:lvl8pPr marL="3450642" indent="0" algn="ctr">
              <a:buNone/>
              <a:defRPr/>
            </a:lvl8pPr>
            <a:lvl9pPr marL="3943590" indent="0" algn="ctr">
              <a:buNone/>
              <a:defRPr/>
            </a:lvl9pPr>
          </a:lstStyle>
          <a:p>
            <a:r>
              <a:rPr lang="zh-CN" altLang="en-US"/>
              <a:t>单击此处编辑母版副标题样式</a:t>
            </a:r>
          </a:p>
        </p:txBody>
      </p:sp>
    </p:spTree>
    <p:extLst>
      <p:ext uri="{BB962C8B-B14F-4D97-AF65-F5344CB8AC3E}">
        <p14:creationId xmlns:p14="http://schemas.microsoft.com/office/powerpoint/2010/main" val="647947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78205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0580" y="4395683"/>
            <a:ext cx="10336213" cy="1358607"/>
          </a:xfrm>
        </p:spPr>
        <p:txBody>
          <a:bodyPr anchor="t"/>
          <a:lstStyle>
            <a:lvl1pPr algn="l">
              <a:defRPr sz="4400" b="1" cap="all"/>
            </a:lvl1pPr>
          </a:lstStyle>
          <a:p>
            <a:r>
              <a:rPr lang="zh-CN" altLang="en-US"/>
              <a:t>单击此处编辑母版标题样式</a:t>
            </a:r>
          </a:p>
        </p:txBody>
      </p:sp>
      <p:sp>
        <p:nvSpPr>
          <p:cNvPr id="3" name="文本占位符 2"/>
          <p:cNvSpPr>
            <a:spLocks noGrp="1"/>
          </p:cNvSpPr>
          <p:nvPr>
            <p:ph type="body" idx="1"/>
          </p:nvPr>
        </p:nvSpPr>
        <p:spPr>
          <a:xfrm>
            <a:off x="960580" y="2899314"/>
            <a:ext cx="10336213" cy="1496367"/>
          </a:xfrm>
        </p:spPr>
        <p:txBody>
          <a:bodyPr anchor="b"/>
          <a:lstStyle>
            <a:lvl1pPr marL="0" indent="0">
              <a:buNone/>
              <a:defRPr sz="2100"/>
            </a:lvl1pPr>
            <a:lvl2pPr marL="492948" indent="0">
              <a:buNone/>
              <a:defRPr sz="1900"/>
            </a:lvl2pPr>
            <a:lvl3pPr marL="985898" indent="0">
              <a:buNone/>
              <a:defRPr sz="1700"/>
            </a:lvl3pPr>
            <a:lvl4pPr marL="1478845" indent="0">
              <a:buNone/>
              <a:defRPr sz="1500"/>
            </a:lvl4pPr>
            <a:lvl5pPr marL="1971795" indent="0">
              <a:buNone/>
              <a:defRPr sz="1500"/>
            </a:lvl5pPr>
            <a:lvl6pPr marL="2464745" indent="0">
              <a:buNone/>
              <a:defRPr sz="1500"/>
            </a:lvl6pPr>
            <a:lvl7pPr marL="2957693" indent="0">
              <a:buNone/>
              <a:defRPr sz="1500"/>
            </a:lvl7pPr>
            <a:lvl8pPr marL="3450642" indent="0">
              <a:buNone/>
              <a:defRPr sz="1500"/>
            </a:lvl8pPr>
            <a:lvl9pPr marL="3943590" indent="0">
              <a:buNone/>
              <a:defRPr sz="1500"/>
            </a:lvl9pPr>
          </a:lstStyle>
          <a:p>
            <a:pPr lvl="0"/>
            <a:r>
              <a:rPr lang="zh-CN" altLang="en-US"/>
              <a:t>单击此处编辑母版文本样式</a:t>
            </a:r>
          </a:p>
        </p:txBody>
      </p:sp>
    </p:spTree>
    <p:extLst>
      <p:ext uri="{BB962C8B-B14F-4D97-AF65-F5344CB8AC3E}">
        <p14:creationId xmlns:p14="http://schemas.microsoft.com/office/powerpoint/2010/main" val="2105034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53691" y="1748139"/>
            <a:ext cx="5218773" cy="4256335"/>
          </a:xfrm>
        </p:spPr>
        <p:txBody>
          <a:bodyPr/>
          <a:lstStyle>
            <a:lvl1pPr>
              <a:defRPr sz="3000"/>
            </a:lvl1pPr>
            <a:lvl2pPr>
              <a:defRPr sz="26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5131" y="1748139"/>
            <a:ext cx="5218773" cy="4256335"/>
          </a:xfrm>
        </p:spPr>
        <p:txBody>
          <a:bodyPr/>
          <a:lstStyle>
            <a:lvl1pPr>
              <a:defRPr sz="3000"/>
            </a:lvl1pPr>
            <a:lvl2pPr>
              <a:defRPr sz="26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75862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8020" y="273940"/>
            <a:ext cx="10944225" cy="114009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8014" y="1531208"/>
            <a:ext cx="5372889" cy="638134"/>
          </a:xfrm>
        </p:spPr>
        <p:txBody>
          <a:bodyPr anchor="b"/>
          <a:lstStyle>
            <a:lvl1pPr marL="0" indent="0">
              <a:buNone/>
              <a:defRPr sz="2600" b="1"/>
            </a:lvl1pPr>
            <a:lvl2pPr marL="492948" indent="0">
              <a:buNone/>
              <a:defRPr sz="2100" b="1"/>
            </a:lvl2pPr>
            <a:lvl3pPr marL="985898" indent="0">
              <a:buNone/>
              <a:defRPr sz="1900" b="1"/>
            </a:lvl3pPr>
            <a:lvl4pPr marL="1478845" indent="0">
              <a:buNone/>
              <a:defRPr sz="1700" b="1"/>
            </a:lvl4pPr>
            <a:lvl5pPr marL="1971795" indent="0">
              <a:buNone/>
              <a:defRPr sz="1700" b="1"/>
            </a:lvl5pPr>
            <a:lvl6pPr marL="2464745" indent="0">
              <a:buNone/>
              <a:defRPr sz="1700" b="1"/>
            </a:lvl6pPr>
            <a:lvl7pPr marL="2957693" indent="0">
              <a:buNone/>
              <a:defRPr sz="1700" b="1"/>
            </a:lvl7pPr>
            <a:lvl8pPr marL="3450642" indent="0">
              <a:buNone/>
              <a:defRPr sz="1700" b="1"/>
            </a:lvl8pPr>
            <a:lvl9pPr marL="3943590" indent="0">
              <a:buNone/>
              <a:defRPr sz="1700" b="1"/>
            </a:lvl9pPr>
          </a:lstStyle>
          <a:p>
            <a:pPr lvl="0"/>
            <a:r>
              <a:rPr lang="zh-CN" altLang="en-US"/>
              <a:t>单击此处编辑母版文本样式</a:t>
            </a:r>
          </a:p>
        </p:txBody>
      </p:sp>
      <p:sp>
        <p:nvSpPr>
          <p:cNvPr id="4" name="内容占位符 3"/>
          <p:cNvSpPr>
            <a:spLocks noGrp="1"/>
          </p:cNvSpPr>
          <p:nvPr>
            <p:ph sz="half" idx="2"/>
          </p:nvPr>
        </p:nvSpPr>
        <p:spPr>
          <a:xfrm>
            <a:off x="608014" y="2169338"/>
            <a:ext cx="5372889" cy="3941227"/>
          </a:xfrm>
        </p:spPr>
        <p:txBody>
          <a:bodyPr/>
          <a:lstStyle>
            <a:lvl1pPr>
              <a:defRPr sz="26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7259" y="1531208"/>
            <a:ext cx="5374999" cy="638134"/>
          </a:xfrm>
        </p:spPr>
        <p:txBody>
          <a:bodyPr anchor="b"/>
          <a:lstStyle>
            <a:lvl1pPr marL="0" indent="0">
              <a:buNone/>
              <a:defRPr sz="2600" b="1"/>
            </a:lvl1pPr>
            <a:lvl2pPr marL="492948" indent="0">
              <a:buNone/>
              <a:defRPr sz="2100" b="1"/>
            </a:lvl2pPr>
            <a:lvl3pPr marL="985898" indent="0">
              <a:buNone/>
              <a:defRPr sz="1900" b="1"/>
            </a:lvl3pPr>
            <a:lvl4pPr marL="1478845" indent="0">
              <a:buNone/>
              <a:defRPr sz="1700" b="1"/>
            </a:lvl4pPr>
            <a:lvl5pPr marL="1971795" indent="0">
              <a:buNone/>
              <a:defRPr sz="1700" b="1"/>
            </a:lvl5pPr>
            <a:lvl6pPr marL="2464745" indent="0">
              <a:buNone/>
              <a:defRPr sz="1700" b="1"/>
            </a:lvl6pPr>
            <a:lvl7pPr marL="2957693" indent="0">
              <a:buNone/>
              <a:defRPr sz="1700" b="1"/>
            </a:lvl7pPr>
            <a:lvl8pPr marL="3450642" indent="0">
              <a:buNone/>
              <a:defRPr sz="1700" b="1"/>
            </a:lvl8pPr>
            <a:lvl9pPr marL="3943590" indent="0">
              <a:buNone/>
              <a:defRPr sz="1700" b="1"/>
            </a:lvl9pPr>
          </a:lstStyle>
          <a:p>
            <a:pPr lvl="0"/>
            <a:r>
              <a:rPr lang="zh-CN" altLang="en-US"/>
              <a:t>单击此处编辑母版文本样式</a:t>
            </a:r>
          </a:p>
        </p:txBody>
      </p:sp>
      <p:sp>
        <p:nvSpPr>
          <p:cNvPr id="6" name="内容占位符 5"/>
          <p:cNvSpPr>
            <a:spLocks noGrp="1"/>
          </p:cNvSpPr>
          <p:nvPr>
            <p:ph sz="quarter" idx="4"/>
          </p:nvPr>
        </p:nvSpPr>
        <p:spPr>
          <a:xfrm>
            <a:off x="6177259" y="2169338"/>
            <a:ext cx="5374999" cy="3941227"/>
          </a:xfrm>
        </p:spPr>
        <p:txBody>
          <a:bodyPr/>
          <a:lstStyle>
            <a:lvl1pPr>
              <a:defRPr sz="26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73633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679120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525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8027" y="272356"/>
            <a:ext cx="4000638" cy="1159092"/>
          </a:xfrm>
        </p:spPr>
        <p:txBody>
          <a:bodyPr/>
          <a:lstStyle>
            <a:lvl1pPr algn="l">
              <a:defRPr sz="2100" b="1"/>
            </a:lvl1pPr>
          </a:lstStyle>
          <a:p>
            <a:r>
              <a:rPr lang="zh-CN" altLang="en-US"/>
              <a:t>单击此处编辑母版标题样式</a:t>
            </a:r>
          </a:p>
        </p:txBody>
      </p:sp>
      <p:sp>
        <p:nvSpPr>
          <p:cNvPr id="3" name="内容占位符 2"/>
          <p:cNvSpPr>
            <a:spLocks noGrp="1"/>
          </p:cNvSpPr>
          <p:nvPr>
            <p:ph idx="1"/>
          </p:nvPr>
        </p:nvSpPr>
        <p:spPr>
          <a:xfrm>
            <a:off x="4754326" y="272361"/>
            <a:ext cx="6797918" cy="5838210"/>
          </a:xfrm>
        </p:spPr>
        <p:txBody>
          <a:bodyPr/>
          <a:lstStyle>
            <a:lvl1pPr>
              <a:defRPr sz="3500"/>
            </a:lvl1pPr>
            <a:lvl2pPr>
              <a:defRPr sz="3000"/>
            </a:lvl2pPr>
            <a:lvl3pPr>
              <a:defRPr sz="26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8027" y="1431451"/>
            <a:ext cx="4000638" cy="4679120"/>
          </a:xfrm>
        </p:spPr>
        <p:txBody>
          <a:bodyPr/>
          <a:lstStyle>
            <a:lvl1pPr marL="0" indent="0">
              <a:buNone/>
              <a:defRPr sz="1500"/>
            </a:lvl1pPr>
            <a:lvl2pPr marL="492948" indent="0">
              <a:buNone/>
              <a:defRPr sz="1300"/>
            </a:lvl2pPr>
            <a:lvl3pPr marL="985898" indent="0">
              <a:buNone/>
              <a:defRPr sz="1100"/>
            </a:lvl3pPr>
            <a:lvl4pPr marL="1478845" indent="0">
              <a:buNone/>
              <a:defRPr sz="1000"/>
            </a:lvl4pPr>
            <a:lvl5pPr marL="1971795" indent="0">
              <a:buNone/>
              <a:defRPr sz="1000"/>
            </a:lvl5pPr>
            <a:lvl6pPr marL="2464745" indent="0">
              <a:buNone/>
              <a:defRPr sz="1000"/>
            </a:lvl6pPr>
            <a:lvl7pPr marL="2957693" indent="0">
              <a:buNone/>
              <a:defRPr sz="1000"/>
            </a:lvl7pPr>
            <a:lvl8pPr marL="3450642" indent="0">
              <a:buNone/>
              <a:defRPr sz="1000"/>
            </a:lvl8pPr>
            <a:lvl9pPr marL="394359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791523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3494" y="4788380"/>
            <a:ext cx="7296150" cy="565296"/>
          </a:xfrm>
        </p:spPr>
        <p:txBody>
          <a:bodyPr/>
          <a:lstStyle>
            <a:lvl1pPr algn="l">
              <a:defRPr sz="2100" b="1"/>
            </a:lvl1pPr>
          </a:lstStyle>
          <a:p>
            <a:r>
              <a:rPr lang="zh-CN" altLang="en-US"/>
              <a:t>单击此处编辑母版标题样式</a:t>
            </a:r>
          </a:p>
        </p:txBody>
      </p:sp>
      <p:sp>
        <p:nvSpPr>
          <p:cNvPr id="3" name="图片占位符 2"/>
          <p:cNvSpPr>
            <a:spLocks noGrp="1"/>
          </p:cNvSpPr>
          <p:nvPr>
            <p:ph type="pic" idx="1"/>
          </p:nvPr>
        </p:nvSpPr>
        <p:spPr>
          <a:xfrm>
            <a:off x="2383494" y="611219"/>
            <a:ext cx="7296150" cy="4104323"/>
          </a:xfrm>
        </p:spPr>
        <p:txBody>
          <a:bodyPr/>
          <a:lstStyle>
            <a:lvl1pPr marL="0" indent="0">
              <a:buNone/>
              <a:defRPr sz="3500"/>
            </a:lvl1pPr>
            <a:lvl2pPr marL="492948" indent="0">
              <a:buNone/>
              <a:defRPr sz="3000"/>
            </a:lvl2pPr>
            <a:lvl3pPr marL="985898" indent="0">
              <a:buNone/>
              <a:defRPr sz="2600"/>
            </a:lvl3pPr>
            <a:lvl4pPr marL="1478845" indent="0">
              <a:buNone/>
              <a:defRPr sz="2100"/>
            </a:lvl4pPr>
            <a:lvl5pPr marL="1971795" indent="0">
              <a:buNone/>
              <a:defRPr sz="2100"/>
            </a:lvl5pPr>
            <a:lvl6pPr marL="2464745" indent="0">
              <a:buNone/>
              <a:defRPr sz="2100"/>
            </a:lvl6pPr>
            <a:lvl7pPr marL="2957693" indent="0">
              <a:buNone/>
              <a:defRPr sz="2100"/>
            </a:lvl7pPr>
            <a:lvl8pPr marL="3450642" indent="0">
              <a:buNone/>
              <a:defRPr sz="2100"/>
            </a:lvl8pPr>
            <a:lvl9pPr marL="3943590" indent="0">
              <a:buNone/>
              <a:defRPr sz="2100"/>
            </a:lvl9pPr>
          </a:lstStyle>
          <a:p>
            <a:pPr lvl="0"/>
            <a:endParaRPr lang="zh-CN" altLang="en-US" noProof="0"/>
          </a:p>
        </p:txBody>
      </p:sp>
      <p:sp>
        <p:nvSpPr>
          <p:cNvPr id="4" name="文本占位符 3"/>
          <p:cNvSpPr>
            <a:spLocks noGrp="1"/>
          </p:cNvSpPr>
          <p:nvPr>
            <p:ph type="body" sz="half" idx="2"/>
          </p:nvPr>
        </p:nvSpPr>
        <p:spPr>
          <a:xfrm>
            <a:off x="2383494" y="5353683"/>
            <a:ext cx="7296150" cy="802814"/>
          </a:xfrm>
        </p:spPr>
        <p:txBody>
          <a:bodyPr/>
          <a:lstStyle>
            <a:lvl1pPr marL="0" indent="0">
              <a:buNone/>
              <a:defRPr sz="1500"/>
            </a:lvl1pPr>
            <a:lvl2pPr marL="492948" indent="0">
              <a:buNone/>
              <a:defRPr sz="1300"/>
            </a:lvl2pPr>
            <a:lvl3pPr marL="985898" indent="0">
              <a:buNone/>
              <a:defRPr sz="1100"/>
            </a:lvl3pPr>
            <a:lvl4pPr marL="1478845" indent="0">
              <a:buNone/>
              <a:defRPr sz="1000"/>
            </a:lvl4pPr>
            <a:lvl5pPr marL="1971795" indent="0">
              <a:buNone/>
              <a:defRPr sz="1000"/>
            </a:lvl5pPr>
            <a:lvl6pPr marL="2464745" indent="0">
              <a:buNone/>
              <a:defRPr sz="1000"/>
            </a:lvl6pPr>
            <a:lvl7pPr marL="2957693" indent="0">
              <a:buNone/>
              <a:defRPr sz="1000"/>
            </a:lvl7pPr>
            <a:lvl8pPr marL="3450642" indent="0">
              <a:buNone/>
              <a:defRPr sz="1000"/>
            </a:lvl8pPr>
            <a:lvl9pPr marL="394359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081641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04169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42310" y="304024"/>
            <a:ext cx="2662166" cy="570044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53686" y="304024"/>
            <a:ext cx="7785939" cy="570044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792878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64238" y="304032"/>
            <a:ext cx="10640219" cy="1212929"/>
          </a:xfrm>
        </p:spPr>
        <p:txBody>
          <a:bodyPr/>
          <a:lstStyle/>
          <a:p>
            <a:r>
              <a:rPr lang="zh-CN" altLang="en-US"/>
              <a:t>单击此处编辑母版标题样式</a:t>
            </a:r>
          </a:p>
        </p:txBody>
      </p:sp>
      <p:sp>
        <p:nvSpPr>
          <p:cNvPr id="3" name="表格占位符 2"/>
          <p:cNvSpPr>
            <a:spLocks noGrp="1"/>
          </p:cNvSpPr>
          <p:nvPr>
            <p:ph type="tbl" idx="1"/>
          </p:nvPr>
        </p:nvSpPr>
        <p:spPr>
          <a:xfrm>
            <a:off x="753683" y="1748139"/>
            <a:ext cx="10640219" cy="4256335"/>
          </a:xfrm>
        </p:spPr>
        <p:txBody>
          <a:bodyPr/>
          <a:lstStyle/>
          <a:p>
            <a:pPr lvl="0"/>
            <a:endParaRPr lang="zh-CN" altLang="en-US" noProof="0"/>
          </a:p>
        </p:txBody>
      </p:sp>
    </p:spTree>
    <p:extLst>
      <p:ext uri="{BB962C8B-B14F-4D97-AF65-F5344CB8AC3E}">
        <p14:creationId xmlns:p14="http://schemas.microsoft.com/office/powerpoint/2010/main" val="3518206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4067" y="298329"/>
            <a:ext cx="10641057" cy="6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587" tIns="49294" rIns="98587" bIns="49294" numCol="1" anchor="b"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752895" y="1049338"/>
            <a:ext cx="10641055" cy="510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587" tIns="49294" rIns="98587" bIns="49294"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AutoShape 4"/>
          <p:cNvSpPr>
            <a:spLocks noChangeArrowheads="1"/>
          </p:cNvSpPr>
          <p:nvPr/>
        </p:nvSpPr>
        <p:spPr bwMode="auto">
          <a:xfrm>
            <a:off x="810984" y="906463"/>
            <a:ext cx="10582968" cy="107950"/>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33CCCC"/>
          </a:solidFill>
          <a:ln w="9525">
            <a:solidFill>
              <a:srgbClr val="33CCCC"/>
            </a:solidFill>
            <a:round/>
            <a:headEnd/>
            <a:tailEnd/>
          </a:ln>
        </p:spPr>
        <p:txBody>
          <a:bodyPr lIns="98587" tIns="49294" rIns="98587" bIns="49294"/>
          <a:lstStyle/>
          <a:p>
            <a:endParaRPr lang="zh-CN" altLang="en-US" dirty="0">
              <a:latin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Lst>
  <p:txStyles>
    <p:titleStyle>
      <a:lvl1pPr algn="l" rtl="0" eaLnBrk="0" fontAlgn="base" hangingPunct="0">
        <a:spcBef>
          <a:spcPct val="0"/>
        </a:spcBef>
        <a:spcAft>
          <a:spcPct val="0"/>
        </a:spcAft>
        <a:defRPr sz="4100">
          <a:solidFill>
            <a:schemeClr val="tx2"/>
          </a:solidFill>
          <a:latin typeface="宋体" panose="02010600030101010101" pitchFamily="2" charset="-122"/>
          <a:ea typeface="+mj-ea"/>
          <a:cs typeface="+mj-cs"/>
        </a:defRPr>
      </a:lvl1pPr>
      <a:lvl2pPr algn="l" rtl="0" eaLnBrk="0" fontAlgn="base" hangingPunct="0">
        <a:spcBef>
          <a:spcPct val="0"/>
        </a:spcBef>
        <a:spcAft>
          <a:spcPct val="0"/>
        </a:spcAft>
        <a:defRPr sz="4100">
          <a:solidFill>
            <a:schemeClr val="tx2"/>
          </a:solidFill>
          <a:latin typeface="Verdana" pitchFamily="34" charset="0"/>
          <a:ea typeface="宋体" pitchFamily="2" charset="-122"/>
        </a:defRPr>
      </a:lvl2pPr>
      <a:lvl3pPr algn="l" rtl="0" eaLnBrk="0" fontAlgn="base" hangingPunct="0">
        <a:spcBef>
          <a:spcPct val="0"/>
        </a:spcBef>
        <a:spcAft>
          <a:spcPct val="0"/>
        </a:spcAft>
        <a:defRPr sz="4100">
          <a:solidFill>
            <a:schemeClr val="tx2"/>
          </a:solidFill>
          <a:latin typeface="Verdana" pitchFamily="34" charset="0"/>
          <a:ea typeface="宋体" pitchFamily="2" charset="-122"/>
        </a:defRPr>
      </a:lvl3pPr>
      <a:lvl4pPr algn="l" rtl="0" eaLnBrk="0" fontAlgn="base" hangingPunct="0">
        <a:spcBef>
          <a:spcPct val="0"/>
        </a:spcBef>
        <a:spcAft>
          <a:spcPct val="0"/>
        </a:spcAft>
        <a:defRPr sz="4100">
          <a:solidFill>
            <a:schemeClr val="tx2"/>
          </a:solidFill>
          <a:latin typeface="Verdana" pitchFamily="34" charset="0"/>
          <a:ea typeface="宋体" pitchFamily="2" charset="-122"/>
        </a:defRPr>
      </a:lvl4pPr>
      <a:lvl5pPr algn="l" rtl="0" eaLnBrk="0" fontAlgn="base" hangingPunct="0">
        <a:spcBef>
          <a:spcPct val="0"/>
        </a:spcBef>
        <a:spcAft>
          <a:spcPct val="0"/>
        </a:spcAft>
        <a:defRPr sz="4100">
          <a:solidFill>
            <a:schemeClr val="tx2"/>
          </a:solidFill>
          <a:latin typeface="Verdana" pitchFamily="34" charset="0"/>
          <a:ea typeface="宋体" pitchFamily="2" charset="-122"/>
        </a:defRPr>
      </a:lvl5pPr>
      <a:lvl6pPr marL="492948" algn="l" rtl="0" fontAlgn="base">
        <a:spcBef>
          <a:spcPct val="0"/>
        </a:spcBef>
        <a:spcAft>
          <a:spcPct val="0"/>
        </a:spcAft>
        <a:defRPr sz="4100">
          <a:solidFill>
            <a:schemeClr val="tx2"/>
          </a:solidFill>
          <a:latin typeface="Verdana" pitchFamily="34" charset="0"/>
          <a:ea typeface="宋体" pitchFamily="2" charset="-122"/>
        </a:defRPr>
      </a:lvl6pPr>
      <a:lvl7pPr marL="985898" algn="l" rtl="0" fontAlgn="base">
        <a:spcBef>
          <a:spcPct val="0"/>
        </a:spcBef>
        <a:spcAft>
          <a:spcPct val="0"/>
        </a:spcAft>
        <a:defRPr sz="4100">
          <a:solidFill>
            <a:schemeClr val="tx2"/>
          </a:solidFill>
          <a:latin typeface="Verdana" pitchFamily="34" charset="0"/>
          <a:ea typeface="宋体" pitchFamily="2" charset="-122"/>
        </a:defRPr>
      </a:lvl7pPr>
      <a:lvl8pPr marL="1478845" algn="l" rtl="0" fontAlgn="base">
        <a:spcBef>
          <a:spcPct val="0"/>
        </a:spcBef>
        <a:spcAft>
          <a:spcPct val="0"/>
        </a:spcAft>
        <a:defRPr sz="4100">
          <a:solidFill>
            <a:schemeClr val="tx2"/>
          </a:solidFill>
          <a:latin typeface="Verdana" pitchFamily="34" charset="0"/>
          <a:ea typeface="宋体" pitchFamily="2" charset="-122"/>
        </a:defRPr>
      </a:lvl8pPr>
      <a:lvl9pPr marL="1971795" algn="l" rtl="0" fontAlgn="base">
        <a:spcBef>
          <a:spcPct val="0"/>
        </a:spcBef>
        <a:spcAft>
          <a:spcPct val="0"/>
        </a:spcAft>
        <a:defRPr sz="4100">
          <a:solidFill>
            <a:schemeClr val="tx2"/>
          </a:solidFill>
          <a:latin typeface="Verdana" pitchFamily="34" charset="0"/>
          <a:ea typeface="宋体" pitchFamily="2" charset="-122"/>
        </a:defRPr>
      </a:lvl9pPr>
    </p:titleStyle>
    <p:bodyStyle>
      <a:lvl1pPr marL="506427" indent="-506427" algn="l" rtl="0" eaLnBrk="0" fontAlgn="base" hangingPunct="0">
        <a:spcBef>
          <a:spcPct val="20000"/>
        </a:spcBef>
        <a:spcAft>
          <a:spcPct val="0"/>
        </a:spcAft>
        <a:buClr>
          <a:schemeClr val="accent2"/>
        </a:buClr>
        <a:buFont typeface="Wingdings" pitchFamily="2" charset="2"/>
        <a:buChar char="o"/>
        <a:defRPr sz="3200">
          <a:solidFill>
            <a:schemeClr val="tx1"/>
          </a:solidFill>
          <a:latin typeface="宋体" panose="02010600030101010101" pitchFamily="2" charset="-122"/>
          <a:ea typeface="+mn-ea"/>
          <a:cs typeface="+mn-cs"/>
        </a:defRPr>
      </a:lvl1pPr>
      <a:lvl2pPr marL="977927" indent="-469913" algn="l" rtl="0" eaLnBrk="0" fontAlgn="base" hangingPunct="0">
        <a:spcBef>
          <a:spcPct val="20000"/>
        </a:spcBef>
        <a:spcAft>
          <a:spcPct val="0"/>
        </a:spcAft>
        <a:buClr>
          <a:schemeClr val="accent2"/>
        </a:buClr>
        <a:buFont typeface="Wingdings" pitchFamily="2" charset="2"/>
        <a:buChar char="n"/>
        <a:defRPr sz="2800">
          <a:solidFill>
            <a:schemeClr val="tx1"/>
          </a:solidFill>
          <a:latin typeface="宋体" panose="02010600030101010101" pitchFamily="2" charset="-122"/>
          <a:ea typeface="+mn-ea"/>
        </a:defRPr>
      </a:lvl2pPr>
      <a:lvl3pPr marL="1406564" indent="-425462" algn="l" rtl="0" eaLnBrk="0" fontAlgn="base" hangingPunct="0">
        <a:spcBef>
          <a:spcPct val="20000"/>
        </a:spcBef>
        <a:spcAft>
          <a:spcPct val="0"/>
        </a:spcAft>
        <a:buClr>
          <a:schemeClr val="accent2"/>
        </a:buClr>
        <a:buFont typeface="Wingdings" pitchFamily="2" charset="2"/>
        <a:buChar char="o"/>
        <a:defRPr sz="2500">
          <a:solidFill>
            <a:schemeClr val="tx1"/>
          </a:solidFill>
          <a:latin typeface="宋体" panose="02010600030101010101" pitchFamily="2" charset="-122"/>
          <a:ea typeface="+mn-ea"/>
        </a:defRPr>
      </a:lvl3pPr>
      <a:lvl4pPr marL="1825675" indent="-417524" algn="l" rtl="0" eaLnBrk="0" fontAlgn="base" hangingPunct="0">
        <a:spcBef>
          <a:spcPct val="20000"/>
        </a:spcBef>
        <a:spcAft>
          <a:spcPct val="0"/>
        </a:spcAft>
        <a:buClr>
          <a:schemeClr val="accent2"/>
        </a:buClr>
        <a:buFont typeface="Wingdings" pitchFamily="2" charset="2"/>
        <a:buChar char="n"/>
        <a:defRPr sz="2100">
          <a:solidFill>
            <a:schemeClr val="tx1"/>
          </a:solidFill>
          <a:latin typeface="宋体" panose="02010600030101010101" pitchFamily="2" charset="-122"/>
          <a:ea typeface="+mn-ea"/>
        </a:defRPr>
      </a:lvl4pPr>
      <a:lvl5pPr marL="2257487" indent="-428637" algn="l" rtl="0" eaLnBrk="0" fontAlgn="base" hangingPunct="0">
        <a:spcBef>
          <a:spcPct val="25000"/>
        </a:spcBef>
        <a:spcAft>
          <a:spcPct val="0"/>
        </a:spcAft>
        <a:buClr>
          <a:schemeClr val="accent2"/>
        </a:buClr>
        <a:buFont typeface="Wingdings" pitchFamily="2" charset="2"/>
        <a:buChar char="§"/>
        <a:defRPr sz="2100">
          <a:solidFill>
            <a:schemeClr val="tx1"/>
          </a:solidFill>
          <a:latin typeface="宋体" panose="02010600030101010101" pitchFamily="2" charset="-122"/>
          <a:ea typeface="+mn-ea"/>
        </a:defRPr>
      </a:lvl5pPr>
      <a:lvl6pPr marL="2750588"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6pPr>
      <a:lvl7pPr marL="3243535"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7pPr>
      <a:lvl8pPr marL="3736483"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8pPr>
      <a:lvl9pPr marL="4229433"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9pPr>
    </p:bodyStyle>
    <p:otherStyle>
      <a:defPPr>
        <a:defRPr lang="zh-CN"/>
      </a:defPPr>
      <a:lvl1pPr marL="0" algn="l" defTabSz="985898" rtl="0" eaLnBrk="1" latinLnBrk="0" hangingPunct="1">
        <a:defRPr sz="1900" kern="1200">
          <a:solidFill>
            <a:schemeClr val="tx1"/>
          </a:solidFill>
          <a:latin typeface="+mn-lt"/>
          <a:ea typeface="+mn-ea"/>
          <a:cs typeface="+mn-cs"/>
        </a:defRPr>
      </a:lvl1pPr>
      <a:lvl2pPr marL="492948" algn="l" defTabSz="985898" rtl="0" eaLnBrk="1" latinLnBrk="0" hangingPunct="1">
        <a:defRPr sz="1900" kern="1200">
          <a:solidFill>
            <a:schemeClr val="tx1"/>
          </a:solidFill>
          <a:latin typeface="+mn-lt"/>
          <a:ea typeface="+mn-ea"/>
          <a:cs typeface="+mn-cs"/>
        </a:defRPr>
      </a:lvl2pPr>
      <a:lvl3pPr marL="985898" algn="l" defTabSz="985898" rtl="0" eaLnBrk="1" latinLnBrk="0" hangingPunct="1">
        <a:defRPr sz="1900" kern="1200">
          <a:solidFill>
            <a:schemeClr val="tx1"/>
          </a:solidFill>
          <a:latin typeface="+mn-lt"/>
          <a:ea typeface="+mn-ea"/>
          <a:cs typeface="+mn-cs"/>
        </a:defRPr>
      </a:lvl3pPr>
      <a:lvl4pPr marL="1478845" algn="l" defTabSz="985898" rtl="0" eaLnBrk="1" latinLnBrk="0" hangingPunct="1">
        <a:defRPr sz="1900" kern="1200">
          <a:solidFill>
            <a:schemeClr val="tx1"/>
          </a:solidFill>
          <a:latin typeface="+mn-lt"/>
          <a:ea typeface="+mn-ea"/>
          <a:cs typeface="+mn-cs"/>
        </a:defRPr>
      </a:lvl4pPr>
      <a:lvl5pPr marL="1971795" algn="l" defTabSz="985898" rtl="0" eaLnBrk="1" latinLnBrk="0" hangingPunct="1">
        <a:defRPr sz="1900" kern="1200">
          <a:solidFill>
            <a:schemeClr val="tx1"/>
          </a:solidFill>
          <a:latin typeface="+mn-lt"/>
          <a:ea typeface="+mn-ea"/>
          <a:cs typeface="+mn-cs"/>
        </a:defRPr>
      </a:lvl5pPr>
      <a:lvl6pPr marL="2464745" algn="l" defTabSz="985898" rtl="0" eaLnBrk="1" latinLnBrk="0" hangingPunct="1">
        <a:defRPr sz="1900" kern="1200">
          <a:solidFill>
            <a:schemeClr val="tx1"/>
          </a:solidFill>
          <a:latin typeface="+mn-lt"/>
          <a:ea typeface="+mn-ea"/>
          <a:cs typeface="+mn-cs"/>
        </a:defRPr>
      </a:lvl6pPr>
      <a:lvl7pPr marL="2957693" algn="l" defTabSz="985898" rtl="0" eaLnBrk="1" latinLnBrk="0" hangingPunct="1">
        <a:defRPr sz="1900" kern="1200">
          <a:solidFill>
            <a:schemeClr val="tx1"/>
          </a:solidFill>
          <a:latin typeface="+mn-lt"/>
          <a:ea typeface="+mn-ea"/>
          <a:cs typeface="+mn-cs"/>
        </a:defRPr>
      </a:lvl7pPr>
      <a:lvl8pPr marL="3450642" algn="l" defTabSz="985898" rtl="0" eaLnBrk="1" latinLnBrk="0" hangingPunct="1">
        <a:defRPr sz="1900" kern="1200">
          <a:solidFill>
            <a:schemeClr val="tx1"/>
          </a:solidFill>
          <a:latin typeface="+mn-lt"/>
          <a:ea typeface="+mn-ea"/>
          <a:cs typeface="+mn-cs"/>
        </a:defRPr>
      </a:lvl8pPr>
      <a:lvl9pPr marL="3943590" algn="l" defTabSz="985898"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hyperlink" Target="http://127.0.0.1:5500/flask/mock/mockjs_demo.html" TargetMode="Externa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hyperlink" Target="http://127.0.0.1:5500/flask/mock/mockjs_demo.html"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hyperlink" Target="http://127.0.0.1:5500/flask/mock/mockjs_demo.html"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912018" y="2772197"/>
            <a:ext cx="10336213" cy="1466282"/>
          </a:xfrm>
        </p:spPr>
        <p:txBody>
          <a:bodyPr/>
          <a:lstStyle/>
          <a:p>
            <a:pPr algn="ctr"/>
            <a:r>
              <a:rPr lang="en-US" altLang="zh-CN" sz="6000" b="1" dirty="0">
                <a:solidFill>
                  <a:schemeClr val="accent2"/>
                </a:solidFill>
              </a:rPr>
              <a:t>Web</a:t>
            </a:r>
            <a:r>
              <a:rPr lang="zh-CN" altLang="en-US" sz="6000" b="1" dirty="0">
                <a:solidFill>
                  <a:schemeClr val="accent2"/>
                </a:solidFill>
              </a:rPr>
              <a:t>应用设计</a:t>
            </a:r>
          </a:p>
        </p:txBody>
      </p:sp>
      <p:sp>
        <p:nvSpPr>
          <p:cNvPr id="4" name="矩形 3">
            <a:extLst>
              <a:ext uri="{FF2B5EF4-FFF2-40B4-BE49-F238E27FC236}">
                <a16:creationId xmlns:a16="http://schemas.microsoft.com/office/drawing/2014/main" id="{4BE336E7-1B7A-4CD3-8250-6D8126346509}"/>
              </a:ext>
            </a:extLst>
          </p:cNvPr>
          <p:cNvSpPr/>
          <p:nvPr/>
        </p:nvSpPr>
        <p:spPr>
          <a:xfrm>
            <a:off x="751533" y="323925"/>
            <a:ext cx="2704587" cy="461665"/>
          </a:xfrm>
          <a:prstGeom prst="rect">
            <a:avLst/>
          </a:prstGeom>
        </p:spPr>
        <p:txBody>
          <a:bodyPr wrap="none">
            <a:spAutoFit/>
          </a:bodyPr>
          <a:lstStyle/>
          <a:p>
            <a:r>
              <a:rPr lang="en-US" altLang="zh-CN" sz="2400" b="1" dirty="0">
                <a:effectLst>
                  <a:outerShdw blurRad="38100" dist="38100" dir="2700000" algn="tl">
                    <a:srgbClr val="000000">
                      <a:alpha val="43137"/>
                    </a:srgbClr>
                  </a:outerShdw>
                </a:effectLst>
              </a:rPr>
              <a:t>B/S</a:t>
            </a:r>
            <a:r>
              <a:rPr lang="zh-CN" altLang="en-US" sz="2400" b="1" dirty="0">
                <a:effectLst>
                  <a:outerShdw blurRad="38100" dist="38100" dir="2700000" algn="tl">
                    <a:srgbClr val="000000">
                      <a:alpha val="43137"/>
                    </a:srgbClr>
                  </a:outerShdw>
                </a:effectLst>
              </a:rPr>
              <a:t>体系软件设计</a:t>
            </a:r>
            <a:endParaRPr lang="en-US"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75978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67706" y="251917"/>
            <a:ext cx="7344649"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Web</a:t>
            </a:r>
            <a:r>
              <a:rPr lang="zh-CN" altLang="en-US" b="1" dirty="0">
                <a:solidFill>
                  <a:srgbClr val="C00000"/>
                </a:solidFill>
                <a:latin typeface="黑体" panose="02010609060101010101" pitchFamily="49" charset="-122"/>
                <a:ea typeface="黑体" panose="02010609060101010101" pitchFamily="49" charset="-122"/>
              </a:rPr>
              <a:t>应用设计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1  Web</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应用前后端开发方法</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30F0AC51-4500-404D-B030-4FE49D08C651}"/>
              </a:ext>
            </a:extLst>
          </p:cNvPr>
          <p:cNvSpPr/>
          <p:nvPr/>
        </p:nvSpPr>
        <p:spPr>
          <a:xfrm>
            <a:off x="767706" y="1971925"/>
            <a:ext cx="4316631" cy="523220"/>
          </a:xfrm>
          <a:prstGeom prst="rect">
            <a:avLst/>
          </a:prstGeom>
        </p:spPr>
        <p:txBody>
          <a:bodyPr wrap="none">
            <a:spAutoFit/>
          </a:bodyPr>
          <a:lstStyle/>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2  Web</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应用分层设计</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5" name="矩形 4">
            <a:extLst>
              <a:ext uri="{FF2B5EF4-FFF2-40B4-BE49-F238E27FC236}">
                <a16:creationId xmlns:a16="http://schemas.microsoft.com/office/drawing/2014/main" id="{1D1DB04B-4013-4417-8672-E23B01AD4889}"/>
              </a:ext>
            </a:extLst>
          </p:cNvPr>
          <p:cNvSpPr/>
          <p:nvPr/>
        </p:nvSpPr>
        <p:spPr>
          <a:xfrm>
            <a:off x="767705" y="2766741"/>
            <a:ext cx="4880371" cy="523220"/>
          </a:xfrm>
          <a:prstGeom prst="rect">
            <a:avLst/>
          </a:prstGeom>
        </p:spPr>
        <p:txBody>
          <a:bodyPr wrap="square">
            <a:spAutoFit/>
          </a:bodyPr>
          <a:lstStyle/>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3  RESTful API</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设计</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4" name="矩形 3">
            <a:extLst>
              <a:ext uri="{FF2B5EF4-FFF2-40B4-BE49-F238E27FC236}">
                <a16:creationId xmlns:a16="http://schemas.microsoft.com/office/drawing/2014/main" id="{316D88DD-8397-328E-97EA-F03B4144BFA9}"/>
              </a:ext>
            </a:extLst>
          </p:cNvPr>
          <p:cNvSpPr/>
          <p:nvPr/>
        </p:nvSpPr>
        <p:spPr>
          <a:xfrm>
            <a:off x="767706" y="3575557"/>
            <a:ext cx="4291559" cy="523220"/>
          </a:xfrm>
          <a:prstGeom prst="rect">
            <a:avLst/>
          </a:prstGeom>
        </p:spPr>
        <p:txBody>
          <a:bodyPr wrap="none">
            <a:spAutoFit/>
          </a:bodyPr>
          <a:lstStyle/>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4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前后端对接与集成</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1834125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67706" y="251917"/>
            <a:ext cx="891281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1 Web</a:t>
            </a:r>
            <a:r>
              <a:rPr lang="zh-CN" altLang="en-US" b="1" dirty="0">
                <a:solidFill>
                  <a:srgbClr val="C00000"/>
                </a:solidFill>
                <a:latin typeface="黑体" panose="02010609060101010101" pitchFamily="49" charset="-122"/>
                <a:ea typeface="黑体" panose="02010609060101010101" pitchFamily="49" charset="-122"/>
              </a:rPr>
              <a:t>应用前后端开发方法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全栈开发与前后端分离开发</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对话气泡: 圆角矩形 6">
            <a:extLst>
              <a:ext uri="{FF2B5EF4-FFF2-40B4-BE49-F238E27FC236}">
                <a16:creationId xmlns:a16="http://schemas.microsoft.com/office/drawing/2014/main" id="{D48B64D0-F7AF-4C89-C32B-704AA4DEBFCD}"/>
              </a:ext>
            </a:extLst>
          </p:cNvPr>
          <p:cNvSpPr/>
          <p:nvPr/>
        </p:nvSpPr>
        <p:spPr>
          <a:xfrm>
            <a:off x="8384381" y="1053297"/>
            <a:ext cx="2736304" cy="1080120"/>
          </a:xfrm>
          <a:prstGeom prst="wedgeRoundRectCallout">
            <a:avLst>
              <a:gd name="adj1" fmla="val -43767"/>
              <a:gd name="adj2" fmla="val 78992"/>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dirty="0"/>
              <a:t>回忆</a:t>
            </a:r>
            <a:endParaRPr lang="en-US" altLang="zh-CN" dirty="0"/>
          </a:p>
          <a:p>
            <a:pPr algn="ctr"/>
            <a:r>
              <a:rPr lang="en-US" altLang="zh-CN" dirty="0"/>
              <a:t>Flask</a:t>
            </a:r>
            <a:r>
              <a:rPr lang="zh-CN" altLang="en-US" dirty="0"/>
              <a:t>视图函数返回结果的几种方式</a:t>
            </a:r>
            <a:endParaRPr lang="en-US" altLang="zh-CN" dirty="0"/>
          </a:p>
        </p:txBody>
      </p:sp>
      <p:sp>
        <p:nvSpPr>
          <p:cNvPr id="4" name="文本框 3">
            <a:extLst>
              <a:ext uri="{FF2B5EF4-FFF2-40B4-BE49-F238E27FC236}">
                <a16:creationId xmlns:a16="http://schemas.microsoft.com/office/drawing/2014/main" id="{B513A904-8859-0C4F-9CF1-4F2B001F1A73}"/>
              </a:ext>
            </a:extLst>
          </p:cNvPr>
          <p:cNvSpPr txBox="1"/>
          <p:nvPr/>
        </p:nvSpPr>
        <p:spPr>
          <a:xfrm>
            <a:off x="823541" y="1764085"/>
            <a:ext cx="1512168" cy="369332"/>
          </a:xfrm>
          <a:prstGeom prst="rect">
            <a:avLst/>
          </a:prstGeom>
          <a:noFill/>
        </p:spPr>
        <p:txBody>
          <a:bodyPr wrap="square">
            <a:spAutoFit/>
          </a:bodyPr>
          <a:lstStyle/>
          <a:p>
            <a:pPr marL="285750" indent="-285750">
              <a:buFont typeface="Wingdings" panose="05000000000000000000" pitchFamily="2" charset="2"/>
              <a:buChar char="ü"/>
            </a:pPr>
            <a:r>
              <a:rPr lang="zh-CN" altLang="en-US" sz="1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全栈</a:t>
            </a:r>
            <a:endParaRPr lang="zh-CN" altLang="en-US" dirty="0"/>
          </a:p>
        </p:txBody>
      </p:sp>
      <p:sp>
        <p:nvSpPr>
          <p:cNvPr id="6" name="文本框 5">
            <a:extLst>
              <a:ext uri="{FF2B5EF4-FFF2-40B4-BE49-F238E27FC236}">
                <a16:creationId xmlns:a16="http://schemas.microsoft.com/office/drawing/2014/main" id="{945A8E12-C089-9F69-ABB0-65D33CC13269}"/>
              </a:ext>
            </a:extLst>
          </p:cNvPr>
          <p:cNvSpPr txBox="1"/>
          <p:nvPr/>
        </p:nvSpPr>
        <p:spPr>
          <a:xfrm>
            <a:off x="843410" y="2052117"/>
            <a:ext cx="11149384" cy="2113784"/>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dirty="0"/>
              <a:t>全栈开发是指同时开发应用程序的前端和后端部分</a:t>
            </a:r>
            <a:endParaRPr lang="en-US" altLang="zh-CN" dirty="0"/>
          </a:p>
          <a:p>
            <a:pPr marL="285750" indent="-285750">
              <a:lnSpc>
                <a:spcPct val="150000"/>
              </a:lnSpc>
              <a:buFont typeface="Wingdings" panose="05000000000000000000" pitchFamily="2" charset="2"/>
              <a:buChar char="l"/>
            </a:pPr>
            <a:r>
              <a:rPr lang="zh-CN" altLang="en-US" dirty="0"/>
              <a:t>面向开发人员的全栈开发是指开发人员同时掌握开发前端和后端的能力</a:t>
            </a:r>
            <a:endParaRPr lang="en-US" altLang="zh-CN" dirty="0"/>
          </a:p>
          <a:p>
            <a:pPr marL="285750" indent="-285750">
              <a:lnSpc>
                <a:spcPct val="150000"/>
              </a:lnSpc>
              <a:buFont typeface="Wingdings" panose="05000000000000000000" pitchFamily="2" charset="2"/>
              <a:buChar char="l"/>
            </a:pPr>
            <a:r>
              <a:rPr lang="zh-CN" altLang="en-US" dirty="0"/>
              <a:t>面向应用的全栈开发是指前端和后端采用同一套开发技术，例如</a:t>
            </a:r>
            <a:r>
              <a:rPr lang="en-US" altLang="zh-CN" dirty="0"/>
              <a:t>Flask+Jinjia2</a:t>
            </a:r>
            <a:r>
              <a:rPr lang="zh-CN" altLang="en-US" dirty="0"/>
              <a:t>、</a:t>
            </a:r>
            <a:r>
              <a:rPr lang="en-US" altLang="zh-CN" dirty="0"/>
              <a:t>Spring+Thymeleaf</a:t>
            </a:r>
          </a:p>
          <a:p>
            <a:pPr>
              <a:lnSpc>
                <a:spcPct val="150000"/>
              </a:lnSpc>
            </a:pPr>
            <a:r>
              <a:rPr lang="zh-CN" altLang="en-US" b="1" dirty="0">
                <a:solidFill>
                  <a:srgbClr val="00B050"/>
                </a:solidFill>
              </a:rPr>
              <a:t>优点：开发效率较高、软件结构简单</a:t>
            </a:r>
            <a:endParaRPr lang="en-US" altLang="zh-CN" b="1" dirty="0">
              <a:solidFill>
                <a:srgbClr val="00B050"/>
              </a:solidFill>
            </a:endParaRPr>
          </a:p>
          <a:p>
            <a:pPr>
              <a:lnSpc>
                <a:spcPct val="150000"/>
              </a:lnSpc>
            </a:pPr>
            <a:r>
              <a:rPr lang="zh-CN" altLang="en-US" b="1" dirty="0">
                <a:solidFill>
                  <a:schemeClr val="accent6"/>
                </a:solidFill>
              </a:rPr>
              <a:t>缺点：耦合度相对较高、影响用户体验、存在潜在性能问题</a:t>
            </a:r>
          </a:p>
        </p:txBody>
      </p:sp>
      <p:sp>
        <p:nvSpPr>
          <p:cNvPr id="9" name="文本框 8">
            <a:extLst>
              <a:ext uri="{FF2B5EF4-FFF2-40B4-BE49-F238E27FC236}">
                <a16:creationId xmlns:a16="http://schemas.microsoft.com/office/drawing/2014/main" id="{544CD475-3F0F-6BA0-1736-B0BDB9030682}"/>
              </a:ext>
            </a:extLst>
          </p:cNvPr>
          <p:cNvSpPr txBox="1"/>
          <p:nvPr/>
        </p:nvSpPr>
        <p:spPr>
          <a:xfrm>
            <a:off x="859417" y="4254680"/>
            <a:ext cx="2124363" cy="369332"/>
          </a:xfrm>
          <a:prstGeom prst="rect">
            <a:avLst/>
          </a:prstGeom>
          <a:noFill/>
        </p:spPr>
        <p:txBody>
          <a:bodyPr wrap="square">
            <a:spAutoFit/>
          </a:bodyPr>
          <a:lstStyle/>
          <a:p>
            <a:pPr marL="285750" indent="-285750">
              <a:buFont typeface="Wingdings" panose="05000000000000000000" pitchFamily="2" charset="2"/>
              <a:buChar char="ü"/>
            </a:pPr>
            <a:r>
              <a:rPr lang="zh-CN" altLang="en-US" sz="1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前后端分离</a:t>
            </a:r>
            <a:endParaRPr lang="zh-CN" altLang="en-US" dirty="0"/>
          </a:p>
        </p:txBody>
      </p:sp>
      <p:sp>
        <p:nvSpPr>
          <p:cNvPr id="10" name="文本框 9">
            <a:extLst>
              <a:ext uri="{FF2B5EF4-FFF2-40B4-BE49-F238E27FC236}">
                <a16:creationId xmlns:a16="http://schemas.microsoft.com/office/drawing/2014/main" id="{8501CCF4-1998-C58E-8FF1-1A051B26BB47}"/>
              </a:ext>
            </a:extLst>
          </p:cNvPr>
          <p:cNvSpPr txBox="1"/>
          <p:nvPr/>
        </p:nvSpPr>
        <p:spPr>
          <a:xfrm>
            <a:off x="879287" y="4618853"/>
            <a:ext cx="11149384" cy="1281313"/>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dirty="0"/>
              <a:t>前后端分离开发是指前端和后端作为两个独立的工程进行开发，使用不同的技术栈开发</a:t>
            </a:r>
            <a:endParaRPr lang="en-US" altLang="zh-CN" dirty="0"/>
          </a:p>
          <a:p>
            <a:pPr>
              <a:lnSpc>
                <a:spcPct val="150000"/>
              </a:lnSpc>
            </a:pPr>
            <a:r>
              <a:rPr lang="zh-CN" altLang="en-US" b="1" dirty="0">
                <a:solidFill>
                  <a:srgbClr val="00B050"/>
                </a:solidFill>
              </a:rPr>
              <a:t>优点：充分解耦、性能较高、用户体验较好</a:t>
            </a:r>
            <a:endParaRPr lang="en-US" altLang="zh-CN" b="1" dirty="0">
              <a:solidFill>
                <a:srgbClr val="00B050"/>
              </a:solidFill>
            </a:endParaRPr>
          </a:p>
          <a:p>
            <a:pPr>
              <a:lnSpc>
                <a:spcPct val="150000"/>
              </a:lnSpc>
            </a:pPr>
            <a:r>
              <a:rPr lang="zh-CN" altLang="en-US" b="1" dirty="0">
                <a:solidFill>
                  <a:schemeClr val="accent6"/>
                </a:solidFill>
              </a:rPr>
              <a:t>缺点：开发难度较高、软件部署结构复杂、测试更为复杂</a:t>
            </a:r>
          </a:p>
        </p:txBody>
      </p:sp>
    </p:spTree>
    <p:extLst>
      <p:ext uri="{BB962C8B-B14F-4D97-AF65-F5344CB8AC3E}">
        <p14:creationId xmlns:p14="http://schemas.microsoft.com/office/powerpoint/2010/main" val="2256634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67706" y="251917"/>
            <a:ext cx="891281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1 Web</a:t>
            </a:r>
            <a:r>
              <a:rPr lang="zh-CN" altLang="en-US" b="1" dirty="0">
                <a:solidFill>
                  <a:srgbClr val="C00000"/>
                </a:solidFill>
                <a:latin typeface="黑体" panose="02010609060101010101" pitchFamily="49" charset="-122"/>
                <a:ea typeface="黑体" panose="02010609060101010101" pitchFamily="49" charset="-122"/>
              </a:rPr>
              <a:t>应用前后端开发方法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单体架构、面向服务应用架构与微服务架构</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4" name="文本框 3">
            <a:extLst>
              <a:ext uri="{FF2B5EF4-FFF2-40B4-BE49-F238E27FC236}">
                <a16:creationId xmlns:a16="http://schemas.microsoft.com/office/drawing/2014/main" id="{B513A904-8859-0C4F-9CF1-4F2B001F1A73}"/>
              </a:ext>
            </a:extLst>
          </p:cNvPr>
          <p:cNvSpPr txBox="1"/>
          <p:nvPr/>
        </p:nvSpPr>
        <p:spPr>
          <a:xfrm>
            <a:off x="823541" y="1762707"/>
            <a:ext cx="5544616" cy="400110"/>
          </a:xfrm>
          <a:prstGeom prst="rect">
            <a:avLst/>
          </a:prstGeom>
          <a:noFill/>
        </p:spPr>
        <p:txBody>
          <a:bodyPr wrap="square">
            <a:spAutoFit/>
          </a:bodyPr>
          <a:lstStyle/>
          <a:p>
            <a:pPr marL="285750" indent="-285750">
              <a:buFont typeface="Wingdings" panose="05000000000000000000" pitchFamily="2" charset="2"/>
              <a:buChar char="ü"/>
            </a:pPr>
            <a:r>
              <a:rPr lang="zh-CN" altLang="en-US" sz="20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单体架构（</a:t>
            </a:r>
            <a:r>
              <a:rPr lang="en-US" altLang="zh-CN" sz="20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Monolith Architecture </a:t>
            </a:r>
            <a:r>
              <a:rPr lang="zh-CN" altLang="en-US" sz="20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a:t>
            </a:r>
            <a:endParaRPr lang="zh-CN" altLang="en-US" sz="2000" dirty="0"/>
          </a:p>
        </p:txBody>
      </p:sp>
      <p:sp>
        <p:nvSpPr>
          <p:cNvPr id="3" name="文本框 2">
            <a:extLst>
              <a:ext uri="{FF2B5EF4-FFF2-40B4-BE49-F238E27FC236}">
                <a16:creationId xmlns:a16="http://schemas.microsoft.com/office/drawing/2014/main" id="{984E96A6-D1AA-3298-DB6F-2C8A0029CF6E}"/>
              </a:ext>
            </a:extLst>
          </p:cNvPr>
          <p:cNvSpPr txBox="1"/>
          <p:nvPr/>
        </p:nvSpPr>
        <p:spPr>
          <a:xfrm>
            <a:off x="823541" y="4545706"/>
            <a:ext cx="7848872" cy="400110"/>
          </a:xfrm>
          <a:prstGeom prst="rect">
            <a:avLst/>
          </a:prstGeom>
          <a:noFill/>
        </p:spPr>
        <p:txBody>
          <a:bodyPr wrap="square">
            <a:spAutoFit/>
          </a:bodyPr>
          <a:lstStyle/>
          <a:p>
            <a:pPr marL="285750" indent="-285750">
              <a:buFont typeface="Wingdings" panose="05000000000000000000" pitchFamily="2" charset="2"/>
              <a:buChar char="ü"/>
            </a:pPr>
            <a:r>
              <a:rPr lang="zh-CN" altLang="en-US" sz="20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微服务架构（</a:t>
            </a:r>
            <a:r>
              <a:rPr lang="en-US" altLang="zh-CN" sz="2000" b="1" dirty="0" err="1">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MicroServices</a:t>
            </a:r>
            <a:r>
              <a:rPr lang="en-US" altLang="zh-CN" sz="20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 Architecture </a:t>
            </a:r>
            <a:r>
              <a:rPr lang="zh-CN" altLang="en-US" sz="20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a:t>
            </a:r>
            <a:endParaRPr lang="zh-CN" altLang="en-US" sz="2000" dirty="0"/>
          </a:p>
        </p:txBody>
      </p:sp>
      <p:sp>
        <p:nvSpPr>
          <p:cNvPr id="6" name="文本框 5">
            <a:extLst>
              <a:ext uri="{FF2B5EF4-FFF2-40B4-BE49-F238E27FC236}">
                <a16:creationId xmlns:a16="http://schemas.microsoft.com/office/drawing/2014/main" id="{A152C91A-E409-0E03-D0C6-2F198E6ADFE4}"/>
              </a:ext>
            </a:extLst>
          </p:cNvPr>
          <p:cNvSpPr txBox="1"/>
          <p:nvPr/>
        </p:nvSpPr>
        <p:spPr>
          <a:xfrm>
            <a:off x="823541" y="2162817"/>
            <a:ext cx="9649072" cy="865814"/>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dirty="0"/>
              <a:t>代码被部署并作为单个节点上的单个进程运行（如果前后端分离则为</a:t>
            </a:r>
            <a:r>
              <a:rPr lang="en-US" altLang="zh-CN" dirty="0"/>
              <a:t>2</a:t>
            </a:r>
            <a:r>
              <a:rPr lang="zh-CN" altLang="en-US" dirty="0"/>
              <a:t>个）</a:t>
            </a:r>
            <a:endParaRPr lang="en-US" altLang="zh-CN" dirty="0"/>
          </a:p>
          <a:p>
            <a:pPr marL="285750" indent="-285750">
              <a:lnSpc>
                <a:spcPct val="150000"/>
              </a:lnSpc>
              <a:buFont typeface="Wingdings" panose="05000000000000000000" pitchFamily="2" charset="2"/>
              <a:buChar char="l"/>
            </a:pPr>
            <a:r>
              <a:rPr lang="zh-CN" altLang="en-US" dirty="0"/>
              <a:t>构建简单、但不易扩展，项目规模较大时难以维护和调试，业务量大时对服务器要求较高</a:t>
            </a:r>
          </a:p>
        </p:txBody>
      </p:sp>
      <p:sp>
        <p:nvSpPr>
          <p:cNvPr id="9" name="文本框 8">
            <a:extLst>
              <a:ext uri="{FF2B5EF4-FFF2-40B4-BE49-F238E27FC236}">
                <a16:creationId xmlns:a16="http://schemas.microsoft.com/office/drawing/2014/main" id="{6FD29BEB-C411-F9A9-F5D4-4FB7A07E13F9}"/>
              </a:ext>
            </a:extLst>
          </p:cNvPr>
          <p:cNvSpPr txBox="1"/>
          <p:nvPr/>
        </p:nvSpPr>
        <p:spPr>
          <a:xfrm>
            <a:off x="823541" y="3149996"/>
            <a:ext cx="7200800" cy="400110"/>
          </a:xfrm>
          <a:prstGeom prst="rect">
            <a:avLst/>
          </a:prstGeom>
          <a:noFill/>
        </p:spPr>
        <p:txBody>
          <a:bodyPr wrap="square">
            <a:spAutoFit/>
          </a:bodyPr>
          <a:lstStyle/>
          <a:p>
            <a:pPr marL="285750" indent="-285750">
              <a:buFont typeface="Wingdings" panose="05000000000000000000" pitchFamily="2" charset="2"/>
              <a:buChar char="ü"/>
            </a:pPr>
            <a:r>
              <a:rPr lang="zh-CN" altLang="en-US" sz="20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面向服务架构（ </a:t>
            </a:r>
            <a:r>
              <a:rPr lang="en-US" altLang="zh-CN" sz="20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SOA, Service-Oriented Architecture</a:t>
            </a:r>
            <a:r>
              <a:rPr lang="zh-CN" altLang="en-US" sz="20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a:t>
            </a:r>
            <a:endParaRPr lang="zh-CN" altLang="en-US" sz="2000" dirty="0"/>
          </a:p>
        </p:txBody>
      </p:sp>
      <p:sp>
        <p:nvSpPr>
          <p:cNvPr id="10" name="文本框 9">
            <a:extLst>
              <a:ext uri="{FF2B5EF4-FFF2-40B4-BE49-F238E27FC236}">
                <a16:creationId xmlns:a16="http://schemas.microsoft.com/office/drawing/2014/main" id="{D279EFAD-5957-9807-7F80-84EB6306F81E}"/>
              </a:ext>
            </a:extLst>
          </p:cNvPr>
          <p:cNvSpPr txBox="1"/>
          <p:nvPr/>
        </p:nvSpPr>
        <p:spPr>
          <a:xfrm>
            <a:off x="823541" y="3566772"/>
            <a:ext cx="10225136" cy="865814"/>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dirty="0"/>
              <a:t>通过实现不同的服务来组成整个应用，且服务可以被复用组成更复杂的服务</a:t>
            </a:r>
            <a:endParaRPr lang="en-US" altLang="zh-CN" dirty="0"/>
          </a:p>
          <a:p>
            <a:pPr marL="285750" indent="-285750">
              <a:lnSpc>
                <a:spcPct val="150000"/>
              </a:lnSpc>
              <a:buFont typeface="Wingdings" panose="05000000000000000000" pitchFamily="2" charset="2"/>
              <a:buChar char="l"/>
            </a:pPr>
            <a:r>
              <a:rPr lang="zh-CN" altLang="en-US" dirty="0"/>
              <a:t>开发周期更短、可扩展性强，项目规模较大时也能很好的适应，不同服务可以部署在不同服务器</a:t>
            </a:r>
          </a:p>
        </p:txBody>
      </p:sp>
      <p:sp>
        <p:nvSpPr>
          <p:cNvPr id="11" name="文本框 10">
            <a:extLst>
              <a:ext uri="{FF2B5EF4-FFF2-40B4-BE49-F238E27FC236}">
                <a16:creationId xmlns:a16="http://schemas.microsoft.com/office/drawing/2014/main" id="{A8A3A89C-8DB3-B7B3-A145-74E2FC1E8CC5}"/>
              </a:ext>
            </a:extLst>
          </p:cNvPr>
          <p:cNvSpPr txBox="1"/>
          <p:nvPr/>
        </p:nvSpPr>
        <p:spPr>
          <a:xfrm>
            <a:off x="823541" y="4978926"/>
            <a:ext cx="10225136" cy="865814"/>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dirty="0"/>
              <a:t>和</a:t>
            </a:r>
            <a:r>
              <a:rPr lang="en-US" altLang="zh-CN" dirty="0"/>
              <a:t>SOA</a:t>
            </a:r>
            <a:r>
              <a:rPr lang="zh-CN" altLang="en-US" dirty="0"/>
              <a:t>有些类似，但对</a:t>
            </a:r>
            <a:r>
              <a:rPr lang="zh-CN" altLang="en-US"/>
              <a:t>服务的分割粒度更细，</a:t>
            </a:r>
            <a:r>
              <a:rPr lang="zh-CN" altLang="en-US" dirty="0"/>
              <a:t>每个服务都只实现简单的功能</a:t>
            </a:r>
            <a:endParaRPr lang="en-US" altLang="zh-CN" dirty="0"/>
          </a:p>
          <a:p>
            <a:pPr marL="285750" indent="-285750">
              <a:lnSpc>
                <a:spcPct val="150000"/>
              </a:lnSpc>
              <a:buFont typeface="Wingdings" panose="05000000000000000000" pitchFamily="2" charset="2"/>
              <a:buChar char="l"/>
            </a:pPr>
            <a:r>
              <a:rPr lang="zh-CN" altLang="en-US" dirty="0"/>
              <a:t>单个服务容易开发、理解和维护，单个服务故障不容易影响其他服务，服务器扩容简单</a:t>
            </a:r>
          </a:p>
        </p:txBody>
      </p:sp>
    </p:spTree>
    <p:extLst>
      <p:ext uri="{BB962C8B-B14F-4D97-AF65-F5344CB8AC3E}">
        <p14:creationId xmlns:p14="http://schemas.microsoft.com/office/powerpoint/2010/main" val="85880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67706" y="251917"/>
            <a:ext cx="891281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2 Web</a:t>
            </a:r>
            <a:r>
              <a:rPr lang="zh-CN" altLang="en-US" b="1" dirty="0">
                <a:solidFill>
                  <a:srgbClr val="C00000"/>
                </a:solidFill>
                <a:latin typeface="黑体" panose="02010609060101010101" pitchFamily="49" charset="-122"/>
                <a:ea typeface="黑体" panose="02010609060101010101" pitchFamily="49" charset="-122"/>
              </a:rPr>
              <a:t>应用分层设计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ts val="1800"/>
              </a:spcBef>
            </a:pP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2.1  MVC</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模式</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30F0AC51-4500-404D-B030-4FE49D08C651}"/>
              </a:ext>
            </a:extLst>
          </p:cNvPr>
          <p:cNvSpPr/>
          <p:nvPr/>
        </p:nvSpPr>
        <p:spPr>
          <a:xfrm>
            <a:off x="767706" y="1971925"/>
            <a:ext cx="5035802" cy="523220"/>
          </a:xfrm>
          <a:prstGeom prst="rect">
            <a:avLst/>
          </a:prstGeom>
        </p:spPr>
        <p:txBody>
          <a:bodyPr wrap="none">
            <a:spAutoFit/>
          </a:bodyPr>
          <a:lstStyle/>
          <a:p>
            <a:pPr eaLnBrk="1" hangingPunct="1">
              <a:spcBef>
                <a:spcPts val="1800"/>
              </a:spcBef>
            </a:pP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2.2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基于</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MVC</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模式的具体实现</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3908932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67706" y="251917"/>
            <a:ext cx="8912819"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2.1 MVC</a:t>
            </a:r>
            <a:r>
              <a:rPr lang="zh-CN" altLang="en-US" b="1" dirty="0">
                <a:solidFill>
                  <a:srgbClr val="C00000"/>
                </a:solidFill>
                <a:latin typeface="黑体" panose="02010609060101010101" pitchFamily="49" charset="-122"/>
                <a:ea typeface="黑体" panose="02010609060101010101" pitchFamily="49" charset="-122"/>
              </a:rPr>
              <a:t>模式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什么是</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MVC</a:t>
            </a:r>
          </a:p>
        </p:txBody>
      </p:sp>
      <p:sp>
        <p:nvSpPr>
          <p:cNvPr id="9" name="文本框 8">
            <a:extLst>
              <a:ext uri="{FF2B5EF4-FFF2-40B4-BE49-F238E27FC236}">
                <a16:creationId xmlns:a16="http://schemas.microsoft.com/office/drawing/2014/main" id="{9B3C3889-FD85-E15D-97A1-CF734A6B280E}"/>
              </a:ext>
            </a:extLst>
          </p:cNvPr>
          <p:cNvSpPr txBox="1"/>
          <p:nvPr/>
        </p:nvSpPr>
        <p:spPr>
          <a:xfrm>
            <a:off x="823540" y="2719291"/>
            <a:ext cx="10316024" cy="338554"/>
          </a:xfrm>
          <a:prstGeom prst="rect">
            <a:avLst/>
          </a:prstGeom>
          <a:noFill/>
        </p:spPr>
        <p:txBody>
          <a:bodyPr wrap="square">
            <a:spAutoFit/>
          </a:bodyPr>
          <a:lstStyle/>
          <a:p>
            <a:r>
              <a:rPr lang="en-US" altLang="zh-CN" sz="1600" b="1" dirty="0">
                <a:solidFill>
                  <a:srgbClr val="0000FF"/>
                </a:solidFill>
                <a:latin typeface="+mn-ea"/>
                <a:ea typeface="+mn-ea"/>
              </a:rPr>
              <a:t>Controller</a:t>
            </a:r>
            <a:r>
              <a:rPr lang="zh-CN" altLang="en-US" sz="1600" b="1" dirty="0">
                <a:solidFill>
                  <a:srgbClr val="0000FF"/>
                </a:solidFill>
                <a:latin typeface="+mn-ea"/>
                <a:ea typeface="+mn-ea"/>
              </a:rPr>
              <a:t>（控制器） </a:t>
            </a:r>
            <a:r>
              <a:rPr lang="zh-CN" altLang="en-US" sz="1600" dirty="0">
                <a:latin typeface="+mn-ea"/>
                <a:ea typeface="+mn-ea"/>
              </a:rPr>
              <a:t>接收请求，调用对应模型，并将模型结果传入视图，将视图结果返回给客户端完成响应</a:t>
            </a:r>
          </a:p>
        </p:txBody>
      </p:sp>
      <p:grpSp>
        <p:nvGrpSpPr>
          <p:cNvPr id="38" name="组合 37">
            <a:extLst>
              <a:ext uri="{FF2B5EF4-FFF2-40B4-BE49-F238E27FC236}">
                <a16:creationId xmlns:a16="http://schemas.microsoft.com/office/drawing/2014/main" id="{B0C84CD5-EF18-45BF-404B-78CC77633822}"/>
              </a:ext>
            </a:extLst>
          </p:cNvPr>
          <p:cNvGrpSpPr/>
          <p:nvPr/>
        </p:nvGrpSpPr>
        <p:grpSpPr>
          <a:xfrm>
            <a:off x="2623741" y="3780309"/>
            <a:ext cx="5716550" cy="2611302"/>
            <a:chOff x="2623741" y="3455389"/>
            <a:chExt cx="5716550" cy="2611302"/>
          </a:xfrm>
        </p:grpSpPr>
        <p:sp>
          <p:nvSpPr>
            <p:cNvPr id="4" name="矩形: 圆角 3">
              <a:extLst>
                <a:ext uri="{FF2B5EF4-FFF2-40B4-BE49-F238E27FC236}">
                  <a16:creationId xmlns:a16="http://schemas.microsoft.com/office/drawing/2014/main" id="{2F563916-B720-E03C-B147-B15D732BBF82}"/>
                </a:ext>
              </a:extLst>
            </p:cNvPr>
            <p:cNvSpPr/>
            <p:nvPr/>
          </p:nvSpPr>
          <p:spPr>
            <a:xfrm>
              <a:off x="4567957" y="3455389"/>
              <a:ext cx="1684102" cy="79208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Controller</a:t>
              </a:r>
              <a:endParaRPr lang="zh-CN" altLang="en-US" dirty="0"/>
            </a:p>
          </p:txBody>
        </p:sp>
        <p:sp>
          <p:nvSpPr>
            <p:cNvPr id="5" name="矩形: 圆角 4">
              <a:extLst>
                <a:ext uri="{FF2B5EF4-FFF2-40B4-BE49-F238E27FC236}">
                  <a16:creationId xmlns:a16="http://schemas.microsoft.com/office/drawing/2014/main" id="{D08F936E-9EB8-BBD1-9BAA-9271C7731AB9}"/>
                </a:ext>
              </a:extLst>
            </p:cNvPr>
            <p:cNvSpPr/>
            <p:nvPr/>
          </p:nvSpPr>
          <p:spPr>
            <a:xfrm>
              <a:off x="2623741" y="5274603"/>
              <a:ext cx="1684102" cy="792088"/>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View</a:t>
              </a:r>
              <a:endParaRPr lang="zh-CN" altLang="en-US" dirty="0"/>
            </a:p>
          </p:txBody>
        </p:sp>
        <p:sp>
          <p:nvSpPr>
            <p:cNvPr id="6" name="矩形: 圆角 5">
              <a:extLst>
                <a:ext uri="{FF2B5EF4-FFF2-40B4-BE49-F238E27FC236}">
                  <a16:creationId xmlns:a16="http://schemas.microsoft.com/office/drawing/2014/main" id="{AE976286-9C98-1A28-5E91-271DFC6F59DA}"/>
                </a:ext>
              </a:extLst>
            </p:cNvPr>
            <p:cNvSpPr/>
            <p:nvPr/>
          </p:nvSpPr>
          <p:spPr>
            <a:xfrm>
              <a:off x="6656189" y="5274603"/>
              <a:ext cx="1684102" cy="792088"/>
            </a:xfrm>
            <a:prstGeom prst="roundRect">
              <a:avLst/>
            </a:prstGeom>
            <a:ln>
              <a:solidFill>
                <a:srgbClr val="0000F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Model</a:t>
              </a:r>
              <a:endParaRPr lang="zh-CN" altLang="en-US" dirty="0"/>
            </a:p>
          </p:txBody>
        </p:sp>
        <p:cxnSp>
          <p:nvCxnSpPr>
            <p:cNvPr id="11" name="直接箭头连接符 10">
              <a:extLst>
                <a:ext uri="{FF2B5EF4-FFF2-40B4-BE49-F238E27FC236}">
                  <a16:creationId xmlns:a16="http://schemas.microsoft.com/office/drawing/2014/main" id="{60B89D77-89DA-F12F-DF89-F5E511B008F3}"/>
                </a:ext>
              </a:extLst>
            </p:cNvPr>
            <p:cNvCxnSpPr>
              <a:cxnSpLocks/>
            </p:cNvCxnSpPr>
            <p:nvPr/>
          </p:nvCxnSpPr>
          <p:spPr>
            <a:xfrm flipH="1">
              <a:off x="3631853" y="4317935"/>
              <a:ext cx="1008112" cy="88497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直接箭头连接符 11">
              <a:extLst>
                <a:ext uri="{FF2B5EF4-FFF2-40B4-BE49-F238E27FC236}">
                  <a16:creationId xmlns:a16="http://schemas.microsoft.com/office/drawing/2014/main" id="{F07DCBD8-F92F-375F-A10D-6985239C2415}"/>
                </a:ext>
              </a:extLst>
            </p:cNvPr>
            <p:cNvCxnSpPr>
              <a:cxnSpLocks/>
            </p:cNvCxnSpPr>
            <p:nvPr/>
          </p:nvCxnSpPr>
          <p:spPr>
            <a:xfrm>
              <a:off x="6290178" y="4364974"/>
              <a:ext cx="1008112" cy="82897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直接箭头连接符 18">
              <a:extLst>
                <a:ext uri="{FF2B5EF4-FFF2-40B4-BE49-F238E27FC236}">
                  <a16:creationId xmlns:a16="http://schemas.microsoft.com/office/drawing/2014/main" id="{EF2D13B9-D25C-C282-2478-AAB838C70198}"/>
                </a:ext>
              </a:extLst>
            </p:cNvPr>
            <p:cNvCxnSpPr>
              <a:cxnSpLocks/>
            </p:cNvCxnSpPr>
            <p:nvPr/>
          </p:nvCxnSpPr>
          <p:spPr>
            <a:xfrm flipH="1">
              <a:off x="4529837" y="5684692"/>
              <a:ext cx="1760341" cy="0"/>
            </a:xfrm>
            <a:prstGeom prst="straightConnector1">
              <a:avLst/>
            </a:prstGeom>
            <a:ln>
              <a:prstDash val="dash"/>
              <a:tailEnd type="triangle"/>
            </a:ln>
          </p:spPr>
          <p:style>
            <a:lnRef idx="1">
              <a:schemeClr val="accent2"/>
            </a:lnRef>
            <a:fillRef idx="0">
              <a:schemeClr val="accent2"/>
            </a:fillRef>
            <a:effectRef idx="0">
              <a:schemeClr val="accent2"/>
            </a:effectRef>
            <a:fontRef idx="minor">
              <a:schemeClr val="tx1"/>
            </a:fontRef>
          </p:style>
        </p:cxnSp>
        <p:cxnSp>
          <p:nvCxnSpPr>
            <p:cNvPr id="23" name="连接符: 肘形 22">
              <a:extLst>
                <a:ext uri="{FF2B5EF4-FFF2-40B4-BE49-F238E27FC236}">
                  <a16:creationId xmlns:a16="http://schemas.microsoft.com/office/drawing/2014/main" id="{B3757892-3DF5-719F-91EB-21151777D73B}"/>
                </a:ext>
              </a:extLst>
            </p:cNvPr>
            <p:cNvCxnSpPr>
              <a:cxnSpLocks/>
              <a:stCxn id="5" idx="0"/>
              <a:endCxn id="4" idx="1"/>
            </p:cNvCxnSpPr>
            <p:nvPr/>
          </p:nvCxnSpPr>
          <p:spPr>
            <a:xfrm rot="5400000" flipH="1" flipV="1">
              <a:off x="3305289" y="4011936"/>
              <a:ext cx="1423170" cy="1102165"/>
            </a:xfrm>
            <a:prstGeom prst="bentConnector2">
              <a:avLst/>
            </a:prstGeom>
            <a:ln>
              <a:prstDash val="dash"/>
              <a:tailEnd type="triangle"/>
            </a:ln>
          </p:spPr>
          <p:style>
            <a:lnRef idx="1">
              <a:schemeClr val="accent4"/>
            </a:lnRef>
            <a:fillRef idx="0">
              <a:schemeClr val="accent4"/>
            </a:fillRef>
            <a:effectRef idx="0">
              <a:schemeClr val="accent4"/>
            </a:effectRef>
            <a:fontRef idx="minor">
              <a:schemeClr val="tx1"/>
            </a:fontRef>
          </p:style>
        </p:cxnSp>
        <p:cxnSp>
          <p:nvCxnSpPr>
            <p:cNvPr id="29" name="直接箭头连接符 28">
              <a:extLst>
                <a:ext uri="{FF2B5EF4-FFF2-40B4-BE49-F238E27FC236}">
                  <a16:creationId xmlns:a16="http://schemas.microsoft.com/office/drawing/2014/main" id="{1760AA79-B19E-4B41-90B5-E8AFD3A932A6}"/>
                </a:ext>
              </a:extLst>
            </p:cNvPr>
            <p:cNvCxnSpPr>
              <a:cxnSpLocks/>
            </p:cNvCxnSpPr>
            <p:nvPr/>
          </p:nvCxnSpPr>
          <p:spPr>
            <a:xfrm flipH="1" flipV="1">
              <a:off x="6512175" y="4173038"/>
              <a:ext cx="1008112" cy="80933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35" name="文本框 34">
            <a:extLst>
              <a:ext uri="{FF2B5EF4-FFF2-40B4-BE49-F238E27FC236}">
                <a16:creationId xmlns:a16="http://schemas.microsoft.com/office/drawing/2014/main" id="{A27F6780-02DA-127A-073B-8BFD6C691D0E}"/>
              </a:ext>
            </a:extLst>
          </p:cNvPr>
          <p:cNvSpPr txBox="1"/>
          <p:nvPr/>
        </p:nvSpPr>
        <p:spPr>
          <a:xfrm>
            <a:off x="823541" y="1780982"/>
            <a:ext cx="10225136" cy="369332"/>
          </a:xfrm>
          <a:prstGeom prst="rect">
            <a:avLst/>
          </a:prstGeom>
          <a:noFill/>
        </p:spPr>
        <p:txBody>
          <a:bodyPr wrap="square">
            <a:spAutoFit/>
          </a:bodyPr>
          <a:lstStyle/>
          <a:p>
            <a:r>
              <a:rPr lang="en-US" altLang="zh-CN" sz="1800" b="1" dirty="0">
                <a:solidFill>
                  <a:schemeClr val="accent6"/>
                </a:solidFill>
                <a:latin typeface="+mn-ea"/>
                <a:ea typeface="+mn-ea"/>
              </a:rPr>
              <a:t>Model</a:t>
            </a:r>
            <a:r>
              <a:rPr lang="zh-CN" altLang="en-US" sz="1800" b="1" dirty="0">
                <a:solidFill>
                  <a:schemeClr val="accent6"/>
                </a:solidFill>
                <a:latin typeface="+mn-ea"/>
                <a:ea typeface="+mn-ea"/>
              </a:rPr>
              <a:t>（模型）      </a:t>
            </a:r>
            <a:r>
              <a:rPr lang="zh-CN" altLang="en-US" sz="1800" dirty="0"/>
              <a:t>描述对象的属性和方法，包括对象实体描述、业务逻辑和数据访问等功能</a:t>
            </a:r>
            <a:endParaRPr lang="en-US" altLang="zh-CN" sz="1800" dirty="0"/>
          </a:p>
        </p:txBody>
      </p:sp>
      <p:sp>
        <p:nvSpPr>
          <p:cNvPr id="37" name="文本框 36">
            <a:extLst>
              <a:ext uri="{FF2B5EF4-FFF2-40B4-BE49-F238E27FC236}">
                <a16:creationId xmlns:a16="http://schemas.microsoft.com/office/drawing/2014/main" id="{FE13B7E6-1B45-22BE-064B-AA52C57A0278}"/>
              </a:ext>
            </a:extLst>
          </p:cNvPr>
          <p:cNvSpPr txBox="1"/>
          <p:nvPr/>
        </p:nvSpPr>
        <p:spPr>
          <a:xfrm>
            <a:off x="823540" y="2258849"/>
            <a:ext cx="9793089" cy="369332"/>
          </a:xfrm>
          <a:prstGeom prst="rect">
            <a:avLst/>
          </a:prstGeom>
          <a:noFill/>
        </p:spPr>
        <p:txBody>
          <a:bodyPr wrap="square">
            <a:spAutoFit/>
          </a:bodyPr>
          <a:lstStyle/>
          <a:p>
            <a:r>
              <a:rPr lang="en-US" altLang="zh-CN" sz="1800" b="1" dirty="0">
                <a:solidFill>
                  <a:srgbClr val="00B050"/>
                </a:solidFill>
                <a:latin typeface="+mn-ea"/>
                <a:ea typeface="+mn-ea"/>
              </a:rPr>
              <a:t>View</a:t>
            </a:r>
            <a:r>
              <a:rPr lang="zh-CN" altLang="en-US" sz="1800" b="1" dirty="0">
                <a:solidFill>
                  <a:srgbClr val="00B050"/>
                </a:solidFill>
                <a:latin typeface="+mn-ea"/>
                <a:ea typeface="+mn-ea"/>
              </a:rPr>
              <a:t>（视图）       </a:t>
            </a:r>
            <a:r>
              <a:rPr lang="zh-CN" altLang="en-US" sz="1800" dirty="0">
                <a:latin typeface="+mn-ea"/>
                <a:ea typeface="+mn-ea"/>
              </a:rPr>
              <a:t>实现</a:t>
            </a:r>
            <a:r>
              <a:rPr lang="zh-CN" altLang="en-US" b="0" i="0" dirty="0">
                <a:solidFill>
                  <a:srgbClr val="191B1F"/>
                </a:solidFill>
                <a:effectLst/>
                <a:latin typeface="+mn-ea"/>
                <a:ea typeface="+mn-ea"/>
              </a:rPr>
              <a:t>界面以及与用户的交互功能（也可以是视图所需的数据）</a:t>
            </a:r>
            <a:endParaRPr lang="en-US" altLang="zh-CN" sz="1800" dirty="0">
              <a:latin typeface="+mn-ea"/>
              <a:ea typeface="+mn-ea"/>
            </a:endParaRPr>
          </a:p>
        </p:txBody>
      </p:sp>
      <p:sp>
        <p:nvSpPr>
          <p:cNvPr id="39" name="Text Box 7">
            <a:extLst>
              <a:ext uri="{FF2B5EF4-FFF2-40B4-BE49-F238E27FC236}">
                <a16:creationId xmlns:a16="http://schemas.microsoft.com/office/drawing/2014/main" id="{B231FFA9-AFEB-F5FE-4316-34FC738A9E89}"/>
              </a:ext>
            </a:extLst>
          </p:cNvPr>
          <p:cNvSpPr txBox="1">
            <a:spLocks noChangeArrowheads="1"/>
          </p:cNvSpPr>
          <p:nvPr/>
        </p:nvSpPr>
        <p:spPr bwMode="auto">
          <a:xfrm>
            <a:off x="751533" y="3188670"/>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三者之间的关系</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3027773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67706" y="251917"/>
            <a:ext cx="8912819"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2.2 </a:t>
            </a:r>
            <a:r>
              <a:rPr lang="zh-CN" altLang="en-US" b="1" dirty="0">
                <a:solidFill>
                  <a:srgbClr val="C00000"/>
                </a:solidFill>
                <a:latin typeface="黑体" panose="02010609060101010101" pitchFamily="49" charset="-122"/>
                <a:ea typeface="黑体" panose="02010609060101010101" pitchFamily="49" charset="-122"/>
              </a:rPr>
              <a:t>基于</a:t>
            </a:r>
            <a:r>
              <a:rPr lang="en-US" altLang="zh-CN" b="1" dirty="0">
                <a:solidFill>
                  <a:srgbClr val="C00000"/>
                </a:solidFill>
                <a:latin typeface="黑体" panose="02010609060101010101" pitchFamily="49" charset="-122"/>
                <a:ea typeface="黑体" panose="02010609060101010101" pitchFamily="49" charset="-122"/>
              </a:rPr>
              <a:t>MVC</a:t>
            </a:r>
            <a:r>
              <a:rPr lang="zh-CN" altLang="en-US" b="1" dirty="0">
                <a:solidFill>
                  <a:srgbClr val="C00000"/>
                </a:solidFill>
                <a:latin typeface="黑体" panose="02010609060101010101" pitchFamily="49" charset="-122"/>
                <a:ea typeface="黑体" panose="02010609060101010101" pitchFamily="49" charset="-122"/>
              </a:rPr>
              <a:t>模式的具体实现</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经典的服务器三层架构</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9" name="文本框 8">
            <a:extLst>
              <a:ext uri="{FF2B5EF4-FFF2-40B4-BE49-F238E27FC236}">
                <a16:creationId xmlns:a16="http://schemas.microsoft.com/office/drawing/2014/main" id="{9B3C3889-FD85-E15D-97A1-CF734A6B280E}"/>
              </a:ext>
            </a:extLst>
          </p:cNvPr>
          <p:cNvSpPr txBox="1"/>
          <p:nvPr/>
        </p:nvSpPr>
        <p:spPr>
          <a:xfrm>
            <a:off x="801818" y="2878755"/>
            <a:ext cx="10316024" cy="338554"/>
          </a:xfrm>
          <a:prstGeom prst="rect">
            <a:avLst/>
          </a:prstGeom>
          <a:noFill/>
        </p:spPr>
        <p:txBody>
          <a:bodyPr wrap="square">
            <a:spAutoFit/>
          </a:bodyPr>
          <a:lstStyle/>
          <a:p>
            <a:r>
              <a:rPr lang="en-US" altLang="zh-CN" sz="1600" b="1" dirty="0">
                <a:solidFill>
                  <a:srgbClr val="0000FF"/>
                </a:solidFill>
                <a:latin typeface="+mn-ea"/>
                <a:ea typeface="+mn-ea"/>
              </a:rPr>
              <a:t>Data Access Layer </a:t>
            </a:r>
            <a:r>
              <a:rPr lang="zh-CN" altLang="en-US" sz="1600" b="1" dirty="0">
                <a:solidFill>
                  <a:srgbClr val="0000FF"/>
                </a:solidFill>
                <a:latin typeface="+mn-ea"/>
                <a:ea typeface="+mn-ea"/>
              </a:rPr>
              <a:t>（数据访问层）</a:t>
            </a:r>
            <a:endParaRPr lang="zh-CN" altLang="en-US" sz="1600" dirty="0">
              <a:latin typeface="+mn-ea"/>
              <a:ea typeface="+mn-ea"/>
            </a:endParaRPr>
          </a:p>
        </p:txBody>
      </p:sp>
      <p:sp>
        <p:nvSpPr>
          <p:cNvPr id="35" name="文本框 34">
            <a:extLst>
              <a:ext uri="{FF2B5EF4-FFF2-40B4-BE49-F238E27FC236}">
                <a16:creationId xmlns:a16="http://schemas.microsoft.com/office/drawing/2014/main" id="{A27F6780-02DA-127A-073B-8BFD6C691D0E}"/>
              </a:ext>
            </a:extLst>
          </p:cNvPr>
          <p:cNvSpPr txBox="1"/>
          <p:nvPr/>
        </p:nvSpPr>
        <p:spPr>
          <a:xfrm>
            <a:off x="823541" y="1780982"/>
            <a:ext cx="10225136" cy="369332"/>
          </a:xfrm>
          <a:prstGeom prst="rect">
            <a:avLst/>
          </a:prstGeom>
          <a:noFill/>
        </p:spPr>
        <p:txBody>
          <a:bodyPr wrap="square">
            <a:spAutoFit/>
          </a:bodyPr>
          <a:lstStyle/>
          <a:p>
            <a:r>
              <a:rPr lang="en-US" altLang="zh-CN" b="1" dirty="0">
                <a:solidFill>
                  <a:schemeClr val="accent6"/>
                </a:solidFill>
                <a:latin typeface="+mn-ea"/>
                <a:ea typeface="+mn-ea"/>
              </a:rPr>
              <a:t>User Show Layer</a:t>
            </a:r>
            <a:r>
              <a:rPr lang="zh-CN" altLang="en-US" sz="1800" b="1" dirty="0">
                <a:solidFill>
                  <a:schemeClr val="accent6"/>
                </a:solidFill>
                <a:latin typeface="+mn-ea"/>
                <a:ea typeface="+mn-ea"/>
              </a:rPr>
              <a:t>（用户展示层）                     </a:t>
            </a:r>
            <a:endParaRPr lang="en-US" altLang="zh-CN" sz="1800" dirty="0"/>
          </a:p>
        </p:txBody>
      </p:sp>
      <p:sp>
        <p:nvSpPr>
          <p:cNvPr id="37" name="文本框 36">
            <a:extLst>
              <a:ext uri="{FF2B5EF4-FFF2-40B4-BE49-F238E27FC236}">
                <a16:creationId xmlns:a16="http://schemas.microsoft.com/office/drawing/2014/main" id="{FE13B7E6-1B45-22BE-064B-AA52C57A0278}"/>
              </a:ext>
            </a:extLst>
          </p:cNvPr>
          <p:cNvSpPr txBox="1"/>
          <p:nvPr/>
        </p:nvSpPr>
        <p:spPr>
          <a:xfrm>
            <a:off x="801818" y="2307966"/>
            <a:ext cx="9793089" cy="369332"/>
          </a:xfrm>
          <a:prstGeom prst="rect">
            <a:avLst/>
          </a:prstGeom>
          <a:noFill/>
        </p:spPr>
        <p:txBody>
          <a:bodyPr wrap="square">
            <a:spAutoFit/>
          </a:bodyPr>
          <a:lstStyle/>
          <a:p>
            <a:r>
              <a:rPr lang="en-US" altLang="zh-CN" sz="1800" b="1" dirty="0">
                <a:solidFill>
                  <a:srgbClr val="00B050"/>
                </a:solidFill>
                <a:latin typeface="+mn-ea"/>
                <a:ea typeface="+mn-ea"/>
              </a:rPr>
              <a:t>Business Logic Layer</a:t>
            </a:r>
            <a:r>
              <a:rPr lang="zh-CN" altLang="en-US" sz="1800" b="1" dirty="0">
                <a:solidFill>
                  <a:srgbClr val="00B050"/>
                </a:solidFill>
                <a:latin typeface="+mn-ea"/>
                <a:ea typeface="+mn-ea"/>
              </a:rPr>
              <a:t>（</a:t>
            </a:r>
            <a:r>
              <a:rPr lang="zh-CN" altLang="en-US" b="1" dirty="0">
                <a:solidFill>
                  <a:srgbClr val="00B050"/>
                </a:solidFill>
                <a:latin typeface="+mn-ea"/>
                <a:ea typeface="+mn-ea"/>
              </a:rPr>
              <a:t>业务逻辑层</a:t>
            </a:r>
            <a:r>
              <a:rPr lang="zh-CN" altLang="en-US" sz="1800" b="1" dirty="0">
                <a:solidFill>
                  <a:srgbClr val="00B050"/>
                </a:solidFill>
                <a:latin typeface="+mn-ea"/>
                <a:ea typeface="+mn-ea"/>
              </a:rPr>
              <a:t>）       </a:t>
            </a:r>
            <a:endParaRPr lang="en-US" altLang="zh-CN" sz="1800" dirty="0">
              <a:latin typeface="+mn-ea"/>
              <a:ea typeface="+mn-ea"/>
            </a:endParaRPr>
          </a:p>
        </p:txBody>
      </p:sp>
      <p:sp>
        <p:nvSpPr>
          <p:cNvPr id="7" name="文本框 6">
            <a:extLst>
              <a:ext uri="{FF2B5EF4-FFF2-40B4-BE49-F238E27FC236}">
                <a16:creationId xmlns:a16="http://schemas.microsoft.com/office/drawing/2014/main" id="{9FA3958C-70B2-039E-600D-D39983A7CB97}"/>
              </a:ext>
            </a:extLst>
          </p:cNvPr>
          <p:cNvSpPr txBox="1"/>
          <p:nvPr/>
        </p:nvSpPr>
        <p:spPr>
          <a:xfrm>
            <a:off x="4783981" y="1780982"/>
            <a:ext cx="6768752" cy="369332"/>
          </a:xfrm>
          <a:prstGeom prst="rect">
            <a:avLst/>
          </a:prstGeom>
          <a:noFill/>
        </p:spPr>
        <p:txBody>
          <a:bodyPr wrap="square">
            <a:spAutoFit/>
          </a:bodyPr>
          <a:lstStyle/>
          <a:p>
            <a:r>
              <a:rPr lang="zh-CN" altLang="en-US" dirty="0"/>
              <a:t>提供用户界面和交互（前端）、接收请求和返回响应（后端）</a:t>
            </a:r>
            <a:endParaRPr lang="en-US" altLang="zh-CN" dirty="0"/>
          </a:p>
        </p:txBody>
      </p:sp>
      <p:sp>
        <p:nvSpPr>
          <p:cNvPr id="10" name="文本框 9">
            <a:extLst>
              <a:ext uri="{FF2B5EF4-FFF2-40B4-BE49-F238E27FC236}">
                <a16:creationId xmlns:a16="http://schemas.microsoft.com/office/drawing/2014/main" id="{6BECC00F-BD7A-80D0-09EF-C22D3CCF007F}"/>
              </a:ext>
            </a:extLst>
          </p:cNvPr>
          <p:cNvSpPr txBox="1"/>
          <p:nvPr/>
        </p:nvSpPr>
        <p:spPr>
          <a:xfrm>
            <a:off x="4783981" y="2299499"/>
            <a:ext cx="7056784" cy="369332"/>
          </a:xfrm>
          <a:prstGeom prst="rect">
            <a:avLst/>
          </a:prstGeom>
          <a:noFill/>
        </p:spPr>
        <p:txBody>
          <a:bodyPr wrap="square">
            <a:spAutoFit/>
          </a:bodyPr>
          <a:lstStyle/>
          <a:p>
            <a:r>
              <a:rPr lang="zh-CN" altLang="en-US" dirty="0"/>
              <a:t>处理业务逻辑，调用数据访问层执行数据操作，向表示层提供数据</a:t>
            </a:r>
            <a:endParaRPr lang="en-US" altLang="zh-CN" dirty="0"/>
          </a:p>
        </p:txBody>
      </p:sp>
      <p:sp>
        <p:nvSpPr>
          <p:cNvPr id="13" name="文本框 12">
            <a:extLst>
              <a:ext uri="{FF2B5EF4-FFF2-40B4-BE49-F238E27FC236}">
                <a16:creationId xmlns:a16="http://schemas.microsoft.com/office/drawing/2014/main" id="{DECBFC9F-897B-67E7-3250-8927A29D355E}"/>
              </a:ext>
            </a:extLst>
          </p:cNvPr>
          <p:cNvSpPr txBox="1"/>
          <p:nvPr/>
        </p:nvSpPr>
        <p:spPr>
          <a:xfrm>
            <a:off x="4794585" y="2863366"/>
            <a:ext cx="7056784" cy="369332"/>
          </a:xfrm>
          <a:prstGeom prst="rect">
            <a:avLst/>
          </a:prstGeom>
          <a:noFill/>
        </p:spPr>
        <p:txBody>
          <a:bodyPr wrap="square">
            <a:spAutoFit/>
          </a:bodyPr>
          <a:lstStyle/>
          <a:p>
            <a:r>
              <a:rPr lang="zh-CN" altLang="en-US" dirty="0"/>
              <a:t>执行各类数据操作，例如访问数据库进行增删查改</a:t>
            </a:r>
            <a:endParaRPr lang="en-US" altLang="zh-CN" dirty="0"/>
          </a:p>
        </p:txBody>
      </p:sp>
      <p:sp>
        <p:nvSpPr>
          <p:cNvPr id="17" name="Text Box 7">
            <a:extLst>
              <a:ext uri="{FF2B5EF4-FFF2-40B4-BE49-F238E27FC236}">
                <a16:creationId xmlns:a16="http://schemas.microsoft.com/office/drawing/2014/main" id="{77762633-29A3-FED0-23FC-59A6C2B36ED3}"/>
              </a:ext>
            </a:extLst>
          </p:cNvPr>
          <p:cNvSpPr txBox="1">
            <a:spLocks noChangeArrowheads="1"/>
          </p:cNvSpPr>
          <p:nvPr/>
        </p:nvSpPr>
        <p:spPr bwMode="auto">
          <a:xfrm>
            <a:off x="791781" y="330908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三层之间的关系</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grpSp>
        <p:nvGrpSpPr>
          <p:cNvPr id="52" name="组合 51">
            <a:extLst>
              <a:ext uri="{FF2B5EF4-FFF2-40B4-BE49-F238E27FC236}">
                <a16:creationId xmlns:a16="http://schemas.microsoft.com/office/drawing/2014/main" id="{5430D1C6-6AFD-C032-D750-ABE3C2013708}"/>
              </a:ext>
            </a:extLst>
          </p:cNvPr>
          <p:cNvGrpSpPr/>
          <p:nvPr/>
        </p:nvGrpSpPr>
        <p:grpSpPr>
          <a:xfrm>
            <a:off x="4791444" y="4140349"/>
            <a:ext cx="2304256" cy="2388048"/>
            <a:chOff x="895549" y="3946802"/>
            <a:chExt cx="2304256" cy="2388048"/>
          </a:xfrm>
        </p:grpSpPr>
        <p:sp>
          <p:nvSpPr>
            <p:cNvPr id="14" name="矩形 13">
              <a:extLst>
                <a:ext uri="{FF2B5EF4-FFF2-40B4-BE49-F238E27FC236}">
                  <a16:creationId xmlns:a16="http://schemas.microsoft.com/office/drawing/2014/main" id="{C42FB9AF-F749-8BDD-652B-286466FF6F71}"/>
                </a:ext>
              </a:extLst>
            </p:cNvPr>
            <p:cNvSpPr/>
            <p:nvPr/>
          </p:nvSpPr>
          <p:spPr>
            <a:xfrm>
              <a:off x="895549" y="3946802"/>
              <a:ext cx="2304256" cy="43204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USL</a:t>
              </a:r>
              <a:endParaRPr lang="zh-CN" altLang="en-US" dirty="0"/>
            </a:p>
          </p:txBody>
        </p:sp>
        <p:sp>
          <p:nvSpPr>
            <p:cNvPr id="15" name="矩形 14">
              <a:extLst>
                <a:ext uri="{FF2B5EF4-FFF2-40B4-BE49-F238E27FC236}">
                  <a16:creationId xmlns:a16="http://schemas.microsoft.com/office/drawing/2014/main" id="{4D98B104-31CF-4944-C87F-A9057922EACD}"/>
                </a:ext>
              </a:extLst>
            </p:cNvPr>
            <p:cNvSpPr/>
            <p:nvPr/>
          </p:nvSpPr>
          <p:spPr>
            <a:xfrm>
              <a:off x="895549" y="4930098"/>
              <a:ext cx="2304256" cy="432048"/>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BLL</a:t>
              </a:r>
              <a:endParaRPr lang="zh-CN" altLang="en-US" dirty="0"/>
            </a:p>
          </p:txBody>
        </p:sp>
        <p:sp>
          <p:nvSpPr>
            <p:cNvPr id="16" name="矩形 15">
              <a:extLst>
                <a:ext uri="{FF2B5EF4-FFF2-40B4-BE49-F238E27FC236}">
                  <a16:creationId xmlns:a16="http://schemas.microsoft.com/office/drawing/2014/main" id="{3BA79ECA-C5B5-E14F-1A25-80BDA7824773}"/>
                </a:ext>
              </a:extLst>
            </p:cNvPr>
            <p:cNvSpPr/>
            <p:nvPr/>
          </p:nvSpPr>
          <p:spPr>
            <a:xfrm>
              <a:off x="895549" y="5902802"/>
              <a:ext cx="2304256" cy="432048"/>
            </a:xfrm>
            <a:prstGeom prst="rect">
              <a:avLst/>
            </a:prstGeom>
            <a:ln>
              <a:solidFill>
                <a:srgbClr val="0000FF"/>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DAL</a:t>
              </a:r>
              <a:endParaRPr lang="zh-CN" altLang="en-US" dirty="0"/>
            </a:p>
          </p:txBody>
        </p:sp>
        <p:cxnSp>
          <p:nvCxnSpPr>
            <p:cNvPr id="20" name="直接箭头连接符 19">
              <a:extLst>
                <a:ext uri="{FF2B5EF4-FFF2-40B4-BE49-F238E27FC236}">
                  <a16:creationId xmlns:a16="http://schemas.microsoft.com/office/drawing/2014/main" id="{18034789-9D8D-8B82-DF30-378FB78143B3}"/>
                </a:ext>
              </a:extLst>
            </p:cNvPr>
            <p:cNvCxnSpPr/>
            <p:nvPr/>
          </p:nvCxnSpPr>
          <p:spPr>
            <a:xfrm>
              <a:off x="1471613" y="4428381"/>
              <a:ext cx="0" cy="501717"/>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1" name="直接箭头连接符 20">
              <a:extLst>
                <a:ext uri="{FF2B5EF4-FFF2-40B4-BE49-F238E27FC236}">
                  <a16:creationId xmlns:a16="http://schemas.microsoft.com/office/drawing/2014/main" id="{927C4769-8BD2-1B4D-EF9D-C0F54D3D2D5F}"/>
                </a:ext>
              </a:extLst>
            </p:cNvPr>
            <p:cNvCxnSpPr>
              <a:cxnSpLocks/>
            </p:cNvCxnSpPr>
            <p:nvPr/>
          </p:nvCxnSpPr>
          <p:spPr>
            <a:xfrm flipV="1">
              <a:off x="2479725" y="4428381"/>
              <a:ext cx="0" cy="501717"/>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5" name="直接箭头连接符 24">
              <a:extLst>
                <a:ext uri="{FF2B5EF4-FFF2-40B4-BE49-F238E27FC236}">
                  <a16:creationId xmlns:a16="http://schemas.microsoft.com/office/drawing/2014/main" id="{F8939ED0-448D-C463-C6D9-709D9A40855B}"/>
                </a:ext>
              </a:extLst>
            </p:cNvPr>
            <p:cNvCxnSpPr/>
            <p:nvPr/>
          </p:nvCxnSpPr>
          <p:spPr>
            <a:xfrm>
              <a:off x="1471613" y="5362146"/>
              <a:ext cx="0" cy="501717"/>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6" name="直接箭头连接符 25">
              <a:extLst>
                <a:ext uri="{FF2B5EF4-FFF2-40B4-BE49-F238E27FC236}">
                  <a16:creationId xmlns:a16="http://schemas.microsoft.com/office/drawing/2014/main" id="{C814CD58-DC55-FCAC-3DCC-4303D51AE19A}"/>
                </a:ext>
              </a:extLst>
            </p:cNvPr>
            <p:cNvCxnSpPr>
              <a:cxnSpLocks/>
            </p:cNvCxnSpPr>
            <p:nvPr/>
          </p:nvCxnSpPr>
          <p:spPr>
            <a:xfrm flipV="1">
              <a:off x="2479725" y="5362146"/>
              <a:ext cx="0" cy="501717"/>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8" name="文本框 27">
              <a:extLst>
                <a:ext uri="{FF2B5EF4-FFF2-40B4-BE49-F238E27FC236}">
                  <a16:creationId xmlns:a16="http://schemas.microsoft.com/office/drawing/2014/main" id="{D52AB003-90C4-F9AA-4759-EF6B1711A1E4}"/>
                </a:ext>
              </a:extLst>
            </p:cNvPr>
            <p:cNvSpPr txBox="1"/>
            <p:nvPr/>
          </p:nvSpPr>
          <p:spPr>
            <a:xfrm>
              <a:off x="967557" y="4493693"/>
              <a:ext cx="648071" cy="276999"/>
            </a:xfrm>
            <a:prstGeom prst="rect">
              <a:avLst/>
            </a:prstGeom>
            <a:noFill/>
          </p:spPr>
          <p:txBody>
            <a:bodyPr wrap="square">
              <a:spAutoFit/>
            </a:bodyPr>
            <a:lstStyle/>
            <a:p>
              <a:r>
                <a:rPr lang="zh-CN" altLang="en-US" sz="1200" b="1" dirty="0">
                  <a:latin typeface="+mn-ea"/>
                  <a:ea typeface="+mn-ea"/>
                </a:rPr>
                <a:t>请求</a:t>
              </a:r>
              <a:endParaRPr lang="zh-CN" altLang="en-US" sz="1200" dirty="0"/>
            </a:p>
          </p:txBody>
        </p:sp>
        <p:sp>
          <p:nvSpPr>
            <p:cNvPr id="30" name="文本框 29">
              <a:extLst>
                <a:ext uri="{FF2B5EF4-FFF2-40B4-BE49-F238E27FC236}">
                  <a16:creationId xmlns:a16="http://schemas.microsoft.com/office/drawing/2014/main" id="{8E68B9D9-8472-5C04-CDD4-B71C6D8F865A}"/>
                </a:ext>
              </a:extLst>
            </p:cNvPr>
            <p:cNvSpPr txBox="1"/>
            <p:nvPr/>
          </p:nvSpPr>
          <p:spPr>
            <a:xfrm>
              <a:off x="2515730" y="4493693"/>
              <a:ext cx="648071" cy="276999"/>
            </a:xfrm>
            <a:prstGeom prst="rect">
              <a:avLst/>
            </a:prstGeom>
            <a:noFill/>
          </p:spPr>
          <p:txBody>
            <a:bodyPr wrap="square">
              <a:spAutoFit/>
            </a:bodyPr>
            <a:lstStyle/>
            <a:p>
              <a:r>
                <a:rPr lang="zh-CN" altLang="en-US" sz="1200" b="1" dirty="0"/>
                <a:t>响应</a:t>
              </a:r>
            </a:p>
          </p:txBody>
        </p:sp>
        <p:sp>
          <p:nvSpPr>
            <p:cNvPr id="31" name="文本框 30">
              <a:extLst>
                <a:ext uri="{FF2B5EF4-FFF2-40B4-BE49-F238E27FC236}">
                  <a16:creationId xmlns:a16="http://schemas.microsoft.com/office/drawing/2014/main" id="{55C94EFF-39D2-6585-9084-005E0C6DE555}"/>
                </a:ext>
              </a:extLst>
            </p:cNvPr>
            <p:cNvSpPr txBox="1"/>
            <p:nvPr/>
          </p:nvSpPr>
          <p:spPr>
            <a:xfrm>
              <a:off x="931552" y="5459731"/>
              <a:ext cx="648071" cy="276999"/>
            </a:xfrm>
            <a:prstGeom prst="rect">
              <a:avLst/>
            </a:prstGeom>
            <a:noFill/>
          </p:spPr>
          <p:txBody>
            <a:bodyPr wrap="square">
              <a:spAutoFit/>
            </a:bodyPr>
            <a:lstStyle/>
            <a:p>
              <a:r>
                <a:rPr lang="zh-CN" altLang="en-US" sz="1200" b="1" dirty="0">
                  <a:latin typeface="+mn-ea"/>
                  <a:ea typeface="+mn-ea"/>
                </a:rPr>
                <a:t>请求</a:t>
              </a:r>
              <a:endParaRPr lang="zh-CN" altLang="en-US" sz="1200" dirty="0"/>
            </a:p>
          </p:txBody>
        </p:sp>
        <p:sp>
          <p:nvSpPr>
            <p:cNvPr id="32" name="文本框 31">
              <a:extLst>
                <a:ext uri="{FF2B5EF4-FFF2-40B4-BE49-F238E27FC236}">
                  <a16:creationId xmlns:a16="http://schemas.microsoft.com/office/drawing/2014/main" id="{5328F815-9B62-74B6-A70A-1468D32D844E}"/>
                </a:ext>
              </a:extLst>
            </p:cNvPr>
            <p:cNvSpPr txBox="1"/>
            <p:nvPr/>
          </p:nvSpPr>
          <p:spPr>
            <a:xfrm>
              <a:off x="2479725" y="5459731"/>
              <a:ext cx="648071" cy="276999"/>
            </a:xfrm>
            <a:prstGeom prst="rect">
              <a:avLst/>
            </a:prstGeom>
            <a:noFill/>
          </p:spPr>
          <p:txBody>
            <a:bodyPr wrap="square">
              <a:spAutoFit/>
            </a:bodyPr>
            <a:lstStyle/>
            <a:p>
              <a:r>
                <a:rPr lang="zh-CN" altLang="en-US" sz="1200" b="1" dirty="0"/>
                <a:t>响应</a:t>
              </a:r>
            </a:p>
          </p:txBody>
        </p:sp>
      </p:grpSp>
    </p:spTree>
    <p:extLst>
      <p:ext uri="{BB962C8B-B14F-4D97-AF65-F5344CB8AC3E}">
        <p14:creationId xmlns:p14="http://schemas.microsoft.com/office/powerpoint/2010/main" val="3448634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67706" y="251917"/>
            <a:ext cx="8912819"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2.2 </a:t>
            </a:r>
            <a:r>
              <a:rPr lang="zh-CN" altLang="en-US" b="1" dirty="0">
                <a:solidFill>
                  <a:srgbClr val="C00000"/>
                </a:solidFill>
                <a:latin typeface="黑体" panose="02010609060101010101" pitchFamily="49" charset="-122"/>
                <a:ea typeface="黑体" panose="02010609060101010101" pitchFamily="49" charset="-122"/>
              </a:rPr>
              <a:t>基于</a:t>
            </a:r>
            <a:r>
              <a:rPr lang="en-US" altLang="zh-CN" b="1" dirty="0">
                <a:solidFill>
                  <a:srgbClr val="C00000"/>
                </a:solidFill>
                <a:latin typeface="黑体" panose="02010609060101010101" pitchFamily="49" charset="-122"/>
                <a:ea typeface="黑体" panose="02010609060101010101" pitchFamily="49" charset="-122"/>
              </a:rPr>
              <a:t>MVC</a:t>
            </a:r>
            <a:r>
              <a:rPr lang="zh-CN" altLang="en-US" b="1" dirty="0">
                <a:solidFill>
                  <a:srgbClr val="C00000"/>
                </a:solidFill>
                <a:latin typeface="黑体" panose="02010609060101010101" pitchFamily="49" charset="-122"/>
                <a:ea typeface="黑体" panose="02010609060101010101" pitchFamily="49" charset="-122"/>
              </a:rPr>
              <a:t>模式的具体实现</a:t>
            </a:r>
          </a:p>
        </p:txBody>
      </p:sp>
      <p:sp>
        <p:nvSpPr>
          <p:cNvPr id="17" name="Text Box 7">
            <a:extLst>
              <a:ext uri="{FF2B5EF4-FFF2-40B4-BE49-F238E27FC236}">
                <a16:creationId xmlns:a16="http://schemas.microsoft.com/office/drawing/2014/main" id="{77762633-29A3-FED0-23FC-59A6C2B36ED3}"/>
              </a:ext>
            </a:extLst>
          </p:cNvPr>
          <p:cNvSpPr txBox="1">
            <a:spLocks noChangeArrowheads="1"/>
          </p:cNvSpPr>
          <p:nvPr/>
        </p:nvSpPr>
        <p:spPr bwMode="auto">
          <a:xfrm>
            <a:off x="702519" y="110204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MVC</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与三层架构之间的关系</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grpSp>
        <p:nvGrpSpPr>
          <p:cNvPr id="51" name="组合 50">
            <a:extLst>
              <a:ext uri="{FF2B5EF4-FFF2-40B4-BE49-F238E27FC236}">
                <a16:creationId xmlns:a16="http://schemas.microsoft.com/office/drawing/2014/main" id="{83190731-A498-7BF0-3245-34EA983746AB}"/>
              </a:ext>
            </a:extLst>
          </p:cNvPr>
          <p:cNvGrpSpPr/>
          <p:nvPr/>
        </p:nvGrpSpPr>
        <p:grpSpPr>
          <a:xfrm>
            <a:off x="679525" y="1908101"/>
            <a:ext cx="7478124" cy="1594666"/>
            <a:chOff x="4259779" y="4295960"/>
            <a:chExt cx="7478124" cy="1594666"/>
          </a:xfrm>
        </p:grpSpPr>
        <p:sp>
          <p:nvSpPr>
            <p:cNvPr id="34" name="矩形 33">
              <a:extLst>
                <a:ext uri="{FF2B5EF4-FFF2-40B4-BE49-F238E27FC236}">
                  <a16:creationId xmlns:a16="http://schemas.microsoft.com/office/drawing/2014/main" id="{250FA48E-91AD-615F-E5C7-18EC55EFC7C2}"/>
                </a:ext>
              </a:extLst>
            </p:cNvPr>
            <p:cNvSpPr/>
            <p:nvPr/>
          </p:nvSpPr>
          <p:spPr>
            <a:xfrm>
              <a:off x="8456389" y="4295960"/>
              <a:ext cx="3168352" cy="43204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Model</a:t>
              </a:r>
              <a:endParaRPr lang="zh-CN" altLang="en-US" dirty="0"/>
            </a:p>
          </p:txBody>
        </p:sp>
        <p:sp>
          <p:nvSpPr>
            <p:cNvPr id="36" name="矩形 35">
              <a:extLst>
                <a:ext uri="{FF2B5EF4-FFF2-40B4-BE49-F238E27FC236}">
                  <a16:creationId xmlns:a16="http://schemas.microsoft.com/office/drawing/2014/main" id="{1B73D5C9-01B1-C615-E7DF-AD89F7B9EDC7}"/>
                </a:ext>
              </a:extLst>
            </p:cNvPr>
            <p:cNvSpPr/>
            <p:nvPr/>
          </p:nvSpPr>
          <p:spPr>
            <a:xfrm>
              <a:off x="5416223" y="4295960"/>
              <a:ext cx="1152126" cy="432048"/>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View</a:t>
              </a:r>
              <a:endParaRPr lang="zh-CN" altLang="en-US" dirty="0"/>
            </a:p>
          </p:txBody>
        </p:sp>
        <p:sp>
          <p:nvSpPr>
            <p:cNvPr id="38" name="矩形 37">
              <a:extLst>
                <a:ext uri="{FF2B5EF4-FFF2-40B4-BE49-F238E27FC236}">
                  <a16:creationId xmlns:a16="http://schemas.microsoft.com/office/drawing/2014/main" id="{B86E309C-ADFC-512E-04FF-448CCB315746}"/>
                </a:ext>
              </a:extLst>
            </p:cNvPr>
            <p:cNvSpPr/>
            <p:nvPr/>
          </p:nvSpPr>
          <p:spPr>
            <a:xfrm>
              <a:off x="6856347" y="4297865"/>
              <a:ext cx="1312043" cy="432048"/>
            </a:xfrm>
            <a:prstGeom prst="rect">
              <a:avLst/>
            </a:prstGeom>
            <a:ln>
              <a:solidFill>
                <a:srgbClr val="0000FF"/>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Controller</a:t>
              </a:r>
              <a:endParaRPr lang="zh-CN" altLang="en-US" dirty="0"/>
            </a:p>
          </p:txBody>
        </p:sp>
        <p:sp>
          <p:nvSpPr>
            <p:cNvPr id="39" name="矩形 38">
              <a:extLst>
                <a:ext uri="{FF2B5EF4-FFF2-40B4-BE49-F238E27FC236}">
                  <a16:creationId xmlns:a16="http://schemas.microsoft.com/office/drawing/2014/main" id="{36C6C91F-5483-5F8C-E8FA-635C862AD5EE}"/>
                </a:ext>
              </a:extLst>
            </p:cNvPr>
            <p:cNvSpPr/>
            <p:nvPr/>
          </p:nvSpPr>
          <p:spPr>
            <a:xfrm>
              <a:off x="5416222" y="5362146"/>
              <a:ext cx="2680125" cy="43204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USL</a:t>
              </a:r>
              <a:endParaRPr lang="zh-CN" altLang="en-US" dirty="0"/>
            </a:p>
          </p:txBody>
        </p:sp>
        <p:sp>
          <p:nvSpPr>
            <p:cNvPr id="40" name="矩形 39">
              <a:extLst>
                <a:ext uri="{FF2B5EF4-FFF2-40B4-BE49-F238E27FC236}">
                  <a16:creationId xmlns:a16="http://schemas.microsoft.com/office/drawing/2014/main" id="{AE02CA25-7092-5152-49D3-5C7867A37D5A}"/>
                </a:ext>
              </a:extLst>
            </p:cNvPr>
            <p:cNvSpPr/>
            <p:nvPr/>
          </p:nvSpPr>
          <p:spPr>
            <a:xfrm>
              <a:off x="8456389" y="5366794"/>
              <a:ext cx="1080119" cy="432048"/>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BLL</a:t>
              </a:r>
              <a:endParaRPr lang="zh-CN" altLang="en-US" dirty="0"/>
            </a:p>
          </p:txBody>
        </p:sp>
        <p:sp>
          <p:nvSpPr>
            <p:cNvPr id="41" name="椭圆 40">
              <a:extLst>
                <a:ext uri="{FF2B5EF4-FFF2-40B4-BE49-F238E27FC236}">
                  <a16:creationId xmlns:a16="http://schemas.microsoft.com/office/drawing/2014/main" id="{38DA1592-A902-9A16-AEED-0F4F2BF3B619}"/>
                </a:ext>
              </a:extLst>
            </p:cNvPr>
            <p:cNvSpPr/>
            <p:nvPr/>
          </p:nvSpPr>
          <p:spPr>
            <a:xfrm>
              <a:off x="10657783" y="5366794"/>
              <a:ext cx="1080120" cy="432048"/>
            </a:xfrm>
            <a:prstGeom prst="ellips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CN" sz="1400" dirty="0"/>
                <a:t>Entity</a:t>
              </a:r>
              <a:endParaRPr lang="zh-CN" altLang="en-US" sz="1400" dirty="0"/>
            </a:p>
          </p:txBody>
        </p:sp>
        <p:sp>
          <p:nvSpPr>
            <p:cNvPr id="42" name="矩形 41">
              <a:extLst>
                <a:ext uri="{FF2B5EF4-FFF2-40B4-BE49-F238E27FC236}">
                  <a16:creationId xmlns:a16="http://schemas.microsoft.com/office/drawing/2014/main" id="{7B008F4B-5F4D-A237-2B51-85D1DCD29AB3}"/>
                </a:ext>
              </a:extLst>
            </p:cNvPr>
            <p:cNvSpPr/>
            <p:nvPr/>
          </p:nvSpPr>
          <p:spPr>
            <a:xfrm>
              <a:off x="9693664" y="5363386"/>
              <a:ext cx="826955" cy="432048"/>
            </a:xfrm>
            <a:prstGeom prst="rect">
              <a:avLst/>
            </a:prstGeom>
            <a:ln>
              <a:solidFill>
                <a:srgbClr val="0000FF"/>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DAL</a:t>
              </a:r>
              <a:endParaRPr lang="zh-CN" altLang="en-US" dirty="0"/>
            </a:p>
          </p:txBody>
        </p:sp>
        <p:sp>
          <p:nvSpPr>
            <p:cNvPr id="44" name="文本框 43">
              <a:extLst>
                <a:ext uri="{FF2B5EF4-FFF2-40B4-BE49-F238E27FC236}">
                  <a16:creationId xmlns:a16="http://schemas.microsoft.com/office/drawing/2014/main" id="{D528BC57-9FE2-4F63-50D7-A95AF79C81F7}"/>
                </a:ext>
              </a:extLst>
            </p:cNvPr>
            <p:cNvSpPr txBox="1"/>
            <p:nvPr/>
          </p:nvSpPr>
          <p:spPr>
            <a:xfrm>
              <a:off x="4282914" y="4309027"/>
              <a:ext cx="879606" cy="369332"/>
            </a:xfrm>
            <a:prstGeom prst="rect">
              <a:avLst/>
            </a:prstGeom>
            <a:noFill/>
          </p:spPr>
          <p:txBody>
            <a:bodyPr wrap="square">
              <a:spAutoFit/>
            </a:bodyPr>
            <a:lstStyle/>
            <a:p>
              <a:pPr algn="ctr"/>
              <a:r>
                <a:rPr lang="en-US" altLang="zh-CN" dirty="0"/>
                <a:t>MVC</a:t>
              </a:r>
              <a:endParaRPr lang="zh-CN" altLang="en-US" dirty="0"/>
            </a:p>
          </p:txBody>
        </p:sp>
        <p:sp>
          <p:nvSpPr>
            <p:cNvPr id="45" name="文本框 44">
              <a:extLst>
                <a:ext uri="{FF2B5EF4-FFF2-40B4-BE49-F238E27FC236}">
                  <a16:creationId xmlns:a16="http://schemas.microsoft.com/office/drawing/2014/main" id="{19736B75-0AE2-8EC8-CB95-8782DF53D904}"/>
                </a:ext>
              </a:extLst>
            </p:cNvPr>
            <p:cNvSpPr txBox="1"/>
            <p:nvPr/>
          </p:nvSpPr>
          <p:spPr>
            <a:xfrm>
              <a:off x="4259779" y="5244295"/>
              <a:ext cx="879606" cy="646331"/>
            </a:xfrm>
            <a:prstGeom prst="rect">
              <a:avLst/>
            </a:prstGeom>
            <a:noFill/>
          </p:spPr>
          <p:txBody>
            <a:bodyPr wrap="square">
              <a:spAutoFit/>
            </a:bodyPr>
            <a:lstStyle/>
            <a:p>
              <a:pPr algn="ctr"/>
              <a:r>
                <a:rPr lang="zh-CN" altLang="en-US" dirty="0"/>
                <a:t>三层</a:t>
              </a:r>
              <a:endParaRPr lang="en-US" altLang="zh-CN" dirty="0"/>
            </a:p>
            <a:p>
              <a:pPr algn="ctr"/>
              <a:r>
                <a:rPr lang="zh-CN" altLang="en-US" dirty="0"/>
                <a:t>架构</a:t>
              </a:r>
            </a:p>
          </p:txBody>
        </p:sp>
        <p:sp>
          <p:nvSpPr>
            <p:cNvPr id="46" name="箭头: 上 45">
              <a:extLst>
                <a:ext uri="{FF2B5EF4-FFF2-40B4-BE49-F238E27FC236}">
                  <a16:creationId xmlns:a16="http://schemas.microsoft.com/office/drawing/2014/main" id="{F9E2BAFF-61AC-3E84-5E72-B0934CEB529C}"/>
                </a:ext>
              </a:extLst>
            </p:cNvPr>
            <p:cNvSpPr/>
            <p:nvPr/>
          </p:nvSpPr>
          <p:spPr>
            <a:xfrm>
              <a:off x="5864101" y="4930098"/>
              <a:ext cx="216024" cy="34496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上 46">
              <a:extLst>
                <a:ext uri="{FF2B5EF4-FFF2-40B4-BE49-F238E27FC236}">
                  <a16:creationId xmlns:a16="http://schemas.microsoft.com/office/drawing/2014/main" id="{A539ED39-7CF6-8DAA-BF59-27EEB8F76C38}"/>
                </a:ext>
              </a:extLst>
            </p:cNvPr>
            <p:cNvSpPr/>
            <p:nvPr/>
          </p:nvSpPr>
          <p:spPr>
            <a:xfrm>
              <a:off x="7448277" y="4918942"/>
              <a:ext cx="216024" cy="34496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箭头: 上 47">
              <a:extLst>
                <a:ext uri="{FF2B5EF4-FFF2-40B4-BE49-F238E27FC236}">
                  <a16:creationId xmlns:a16="http://schemas.microsoft.com/office/drawing/2014/main" id="{BC91E272-7AA3-50D8-809E-1C41ECEF19E2}"/>
                </a:ext>
              </a:extLst>
            </p:cNvPr>
            <p:cNvSpPr/>
            <p:nvPr/>
          </p:nvSpPr>
          <p:spPr>
            <a:xfrm>
              <a:off x="8816429" y="4918942"/>
              <a:ext cx="216024" cy="34496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上 48">
              <a:extLst>
                <a:ext uri="{FF2B5EF4-FFF2-40B4-BE49-F238E27FC236}">
                  <a16:creationId xmlns:a16="http://schemas.microsoft.com/office/drawing/2014/main" id="{044994DE-4314-24B9-1146-C09348E4FFD0}"/>
                </a:ext>
              </a:extLst>
            </p:cNvPr>
            <p:cNvSpPr/>
            <p:nvPr/>
          </p:nvSpPr>
          <p:spPr>
            <a:xfrm>
              <a:off x="9891117" y="4918942"/>
              <a:ext cx="216024" cy="34496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箭头: 上 49">
              <a:extLst>
                <a:ext uri="{FF2B5EF4-FFF2-40B4-BE49-F238E27FC236}">
                  <a16:creationId xmlns:a16="http://schemas.microsoft.com/office/drawing/2014/main" id="{F2D32BB3-A5B0-3CF9-2118-5980AF7DCA4A}"/>
                </a:ext>
              </a:extLst>
            </p:cNvPr>
            <p:cNvSpPr/>
            <p:nvPr/>
          </p:nvSpPr>
          <p:spPr>
            <a:xfrm>
              <a:off x="11048676" y="4901199"/>
              <a:ext cx="216024" cy="34496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Text Box 7">
            <a:extLst>
              <a:ext uri="{FF2B5EF4-FFF2-40B4-BE49-F238E27FC236}">
                <a16:creationId xmlns:a16="http://schemas.microsoft.com/office/drawing/2014/main" id="{8ECC63B1-92F6-E7F8-C6C4-2AF55E38EA99}"/>
              </a:ext>
            </a:extLst>
          </p:cNvPr>
          <p:cNvSpPr txBox="1">
            <a:spLocks noChangeArrowheads="1"/>
          </p:cNvSpPr>
          <p:nvPr/>
        </p:nvSpPr>
        <p:spPr bwMode="auto">
          <a:xfrm>
            <a:off x="736335" y="3688510"/>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实际应用中的进一步分层</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5" name="文本框 4">
            <a:extLst>
              <a:ext uri="{FF2B5EF4-FFF2-40B4-BE49-F238E27FC236}">
                <a16:creationId xmlns:a16="http://schemas.microsoft.com/office/drawing/2014/main" id="{F70A4617-96D6-518E-A2D1-96E4CC3F5559}"/>
              </a:ext>
            </a:extLst>
          </p:cNvPr>
          <p:cNvSpPr txBox="1"/>
          <p:nvPr/>
        </p:nvSpPr>
        <p:spPr>
          <a:xfrm>
            <a:off x="789169" y="4312672"/>
            <a:ext cx="8712968" cy="1281313"/>
          </a:xfrm>
          <a:prstGeom prst="rect">
            <a:avLst/>
          </a:prstGeom>
          <a:noFill/>
        </p:spPr>
        <p:txBody>
          <a:bodyPr wrap="square">
            <a:spAutoFit/>
          </a:bodyPr>
          <a:lstStyle/>
          <a:p>
            <a:pPr>
              <a:lnSpc>
                <a:spcPct val="150000"/>
              </a:lnSpc>
            </a:pPr>
            <a:r>
              <a:rPr lang="en-US" altLang="zh-CN" dirty="0"/>
              <a:t>Controller   </a:t>
            </a:r>
            <a:r>
              <a:rPr lang="zh-CN" altLang="en-US" dirty="0"/>
              <a:t>可以根据项目需求进一步细分为</a:t>
            </a:r>
            <a:r>
              <a:rPr lang="en-US" altLang="zh-CN" dirty="0"/>
              <a:t>API</a:t>
            </a:r>
            <a:r>
              <a:rPr lang="zh-CN" altLang="en-US" dirty="0"/>
              <a:t>网关、过滤器、拦截器、派发器等</a:t>
            </a:r>
            <a:endParaRPr lang="en-US" altLang="zh-CN" dirty="0"/>
          </a:p>
          <a:p>
            <a:pPr>
              <a:lnSpc>
                <a:spcPct val="150000"/>
              </a:lnSpc>
            </a:pPr>
            <a:r>
              <a:rPr lang="en-US" altLang="zh-CN" dirty="0"/>
              <a:t>Model         </a:t>
            </a:r>
            <a:r>
              <a:rPr lang="zh-CN" altLang="en-US" dirty="0"/>
              <a:t>可以分为</a:t>
            </a:r>
            <a:r>
              <a:rPr lang="en-US" altLang="zh-CN" dirty="0"/>
              <a:t>Entity</a:t>
            </a:r>
            <a:r>
              <a:rPr lang="zh-CN" altLang="en-US" dirty="0"/>
              <a:t>层（</a:t>
            </a:r>
            <a:r>
              <a:rPr lang="en-US" altLang="zh-CN" dirty="0"/>
              <a:t>Model</a:t>
            </a:r>
            <a:r>
              <a:rPr lang="zh-CN" altLang="en-US" dirty="0"/>
              <a:t>层）、</a:t>
            </a:r>
            <a:r>
              <a:rPr lang="en-US" altLang="zh-CN" dirty="0"/>
              <a:t>Service</a:t>
            </a:r>
            <a:r>
              <a:rPr lang="zh-CN" altLang="en-US" dirty="0"/>
              <a:t>层、</a:t>
            </a:r>
            <a:r>
              <a:rPr lang="en-US" altLang="zh-CN" dirty="0"/>
              <a:t>DAO</a:t>
            </a:r>
            <a:r>
              <a:rPr lang="zh-CN" altLang="en-US" dirty="0"/>
              <a:t>层等</a:t>
            </a:r>
            <a:endParaRPr lang="en-US" altLang="zh-CN" dirty="0"/>
          </a:p>
          <a:p>
            <a:pPr>
              <a:lnSpc>
                <a:spcPct val="150000"/>
              </a:lnSpc>
            </a:pPr>
            <a:r>
              <a:rPr lang="en-US" altLang="zh-CN" dirty="0"/>
              <a:t>View          </a:t>
            </a:r>
            <a:r>
              <a:rPr lang="zh-CN" altLang="en-US" dirty="0"/>
              <a:t>可以分为</a:t>
            </a:r>
            <a:r>
              <a:rPr lang="en-US" altLang="zh-CN" dirty="0"/>
              <a:t>Template</a:t>
            </a:r>
            <a:r>
              <a:rPr lang="zh-CN" altLang="en-US" dirty="0"/>
              <a:t>层、</a:t>
            </a:r>
            <a:r>
              <a:rPr lang="en-US" altLang="zh-CN" dirty="0"/>
              <a:t>Static</a:t>
            </a:r>
            <a:r>
              <a:rPr lang="zh-CN" altLang="en-US" dirty="0"/>
              <a:t>层、</a:t>
            </a:r>
            <a:r>
              <a:rPr lang="en-US" altLang="zh-CN" dirty="0"/>
              <a:t>JSON</a:t>
            </a:r>
            <a:r>
              <a:rPr lang="zh-CN" altLang="en-US" dirty="0"/>
              <a:t>（或</a:t>
            </a:r>
            <a:r>
              <a:rPr lang="en-US" altLang="zh-CN" dirty="0"/>
              <a:t>XML</a:t>
            </a:r>
            <a:r>
              <a:rPr lang="zh-CN" altLang="en-US" dirty="0"/>
              <a:t>）对象等</a:t>
            </a:r>
          </a:p>
        </p:txBody>
      </p:sp>
    </p:spTree>
    <p:extLst>
      <p:ext uri="{BB962C8B-B14F-4D97-AF65-F5344CB8AC3E}">
        <p14:creationId xmlns:p14="http://schemas.microsoft.com/office/powerpoint/2010/main" val="1387447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67706"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 RESTful API</a:t>
            </a:r>
            <a:r>
              <a:rPr lang="zh-CN" altLang="en-US" b="1" dirty="0">
                <a:solidFill>
                  <a:srgbClr val="C00000"/>
                </a:solidFill>
                <a:latin typeface="黑体" panose="02010609060101010101" pitchFamily="49" charset="-122"/>
                <a:ea typeface="黑体" panose="02010609060101010101" pitchFamily="49" charset="-122"/>
              </a:rPr>
              <a:t>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ts val="1800"/>
              </a:spcBef>
            </a:pP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3.1  REST</a:t>
            </a:r>
          </a:p>
        </p:txBody>
      </p:sp>
      <p:sp>
        <p:nvSpPr>
          <p:cNvPr id="3" name="矩形 2">
            <a:extLst>
              <a:ext uri="{FF2B5EF4-FFF2-40B4-BE49-F238E27FC236}">
                <a16:creationId xmlns:a16="http://schemas.microsoft.com/office/drawing/2014/main" id="{30F0AC51-4500-404D-B030-4FE49D08C651}"/>
              </a:ext>
            </a:extLst>
          </p:cNvPr>
          <p:cNvSpPr/>
          <p:nvPr/>
        </p:nvSpPr>
        <p:spPr>
          <a:xfrm>
            <a:off x="767706" y="1971925"/>
            <a:ext cx="5744470" cy="1184940"/>
          </a:xfrm>
          <a:prstGeom prst="rect">
            <a:avLst/>
          </a:prstGeom>
        </p:spPr>
        <p:txBody>
          <a:bodyPr wrap="square">
            <a:spAutoFit/>
          </a:bodyPr>
          <a:lstStyle/>
          <a:p>
            <a:pPr eaLnBrk="1" hangingPunct="1">
              <a:spcBef>
                <a:spcPts val="1800"/>
              </a:spcBef>
            </a:pP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3.2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设计</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RESTful API</a:t>
            </a:r>
          </a:p>
          <a:p>
            <a:pPr eaLnBrk="1" hangingPunct="1">
              <a:spcBef>
                <a:spcPts val="1800"/>
              </a:spcBef>
            </a:pP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1755375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3.1 REST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什么是</a:t>
            </a:r>
            <a:r>
              <a:rPr lang="en-US" altLang="zh-CN" sz="2800" b="1" dirty="0">
                <a:solidFill>
                  <a:srgbClr val="0000FF"/>
                </a:solidFill>
                <a:effectLst>
                  <a:outerShdw blurRad="38100" dist="38100" dir="2700000" algn="tl">
                    <a:srgbClr val="000000">
                      <a:alpha val="43137"/>
                    </a:srgbClr>
                  </a:outerShdw>
                </a:effectLst>
              </a:rPr>
              <a:t>REST</a:t>
            </a:r>
            <a:endParaRPr lang="zh-CN" altLang="en-US" sz="2800" b="1" dirty="0">
              <a:solidFill>
                <a:srgbClr val="0000FF"/>
              </a:solidFill>
              <a:effectLst>
                <a:outerShdw blurRad="38100" dist="38100" dir="2700000" algn="tl">
                  <a:srgbClr val="000000">
                    <a:alpha val="43137"/>
                  </a:srgbClr>
                </a:outerShdw>
              </a:effectLst>
            </a:endParaRP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1415067"/>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altLang="zh-CN" sz="2000" b="1" dirty="0"/>
              <a:t> Representational State Transfer </a:t>
            </a:r>
            <a:r>
              <a:rPr lang="zh-CN" altLang="en-US" sz="2000" b="1" dirty="0"/>
              <a:t>表述性状态转移</a:t>
            </a:r>
            <a:r>
              <a:rPr lang="en-US" altLang="zh-CN" sz="2000" b="1" dirty="0"/>
              <a:t> </a:t>
            </a:r>
          </a:p>
          <a:p>
            <a:pPr>
              <a:lnSpc>
                <a:spcPct val="150000"/>
              </a:lnSpc>
            </a:pPr>
            <a:r>
              <a:rPr lang="en-US" altLang="zh-CN" sz="2000" b="1" i="0" dirty="0">
                <a:solidFill>
                  <a:schemeClr val="accent6"/>
                </a:solidFill>
                <a:effectLst/>
                <a:latin typeface="Times New Roman" panose="02020603050405020304" pitchFamily="18" charset="0"/>
                <a:cs typeface="Times New Roman" panose="02020603050405020304" pitchFamily="18" charset="0"/>
              </a:rPr>
              <a:t>       2000 </a:t>
            </a:r>
            <a:r>
              <a:rPr lang="zh-CN" altLang="en-US" sz="2000" b="1" i="0" dirty="0">
                <a:solidFill>
                  <a:schemeClr val="accent6"/>
                </a:solidFill>
                <a:effectLst/>
                <a:latin typeface="Times New Roman" panose="02020603050405020304" pitchFamily="18" charset="0"/>
                <a:cs typeface="Times New Roman" panose="02020603050405020304" pitchFamily="18" charset="0"/>
              </a:rPr>
              <a:t>年 </a:t>
            </a:r>
            <a:r>
              <a:rPr lang="en-US" altLang="zh-CN" sz="2000" b="1" i="0" dirty="0">
                <a:solidFill>
                  <a:schemeClr val="accent6"/>
                </a:solidFill>
                <a:effectLst/>
                <a:latin typeface="Times New Roman" panose="02020603050405020304" pitchFamily="18" charset="0"/>
                <a:cs typeface="Times New Roman" panose="02020603050405020304" pitchFamily="18" charset="0"/>
              </a:rPr>
              <a:t>Roy Thomas Fielding </a:t>
            </a:r>
            <a:r>
              <a:rPr lang="zh-CN" altLang="en-US" sz="2000" b="1" i="0" dirty="0">
                <a:solidFill>
                  <a:schemeClr val="accent6"/>
                </a:solidFill>
                <a:effectLst/>
                <a:latin typeface="Times New Roman" panose="02020603050405020304" pitchFamily="18" charset="0"/>
                <a:cs typeface="Times New Roman" panose="02020603050405020304" pitchFamily="18" charset="0"/>
              </a:rPr>
              <a:t>的博士论文</a:t>
            </a:r>
            <a:r>
              <a:rPr lang="zh-CN" altLang="en-US" sz="2000" b="1" dirty="0">
                <a:solidFill>
                  <a:schemeClr val="accent6"/>
                </a:solidFill>
                <a:latin typeface="Times New Roman" panose="02020603050405020304" pitchFamily="18" charset="0"/>
                <a:cs typeface="Times New Roman" panose="02020603050405020304" pitchFamily="18" charset="0"/>
              </a:rPr>
              <a:t>首次提出了</a:t>
            </a:r>
            <a:r>
              <a:rPr lang="en-US" altLang="zh-CN" sz="2000" b="1" dirty="0">
                <a:solidFill>
                  <a:schemeClr val="accent6"/>
                </a:solidFill>
                <a:latin typeface="Times New Roman" panose="02020603050405020304" pitchFamily="18" charset="0"/>
                <a:cs typeface="Times New Roman" panose="02020603050405020304" pitchFamily="18" charset="0"/>
              </a:rPr>
              <a:t>REST</a:t>
            </a:r>
            <a:r>
              <a:rPr lang="zh-CN" altLang="en-US" sz="2000" b="1" dirty="0">
                <a:solidFill>
                  <a:schemeClr val="accent6"/>
                </a:solidFill>
                <a:latin typeface="Times New Roman" panose="02020603050405020304" pitchFamily="18" charset="0"/>
                <a:cs typeface="Times New Roman" panose="02020603050405020304" pitchFamily="18" charset="0"/>
              </a:rPr>
              <a:t>架构</a:t>
            </a:r>
            <a:endParaRPr lang="en-US" altLang="zh-CN" sz="2000" b="1" dirty="0">
              <a:solidFill>
                <a:schemeClr val="accent6"/>
              </a:solidFill>
              <a:latin typeface="Times New Roman" panose="02020603050405020304" pitchFamily="18" charset="0"/>
              <a:cs typeface="Times New Roman" panose="02020603050405020304" pitchFamily="18" charset="0"/>
            </a:endParaRPr>
          </a:p>
          <a:p>
            <a:pPr>
              <a:lnSpc>
                <a:spcPct val="150000"/>
              </a:lnSpc>
            </a:pPr>
            <a:endParaRPr lang="en-US" altLang="zh-CN" sz="2000" b="1" dirty="0"/>
          </a:p>
        </p:txBody>
      </p:sp>
      <p:sp>
        <p:nvSpPr>
          <p:cNvPr id="7" name="文本框 6">
            <a:extLst>
              <a:ext uri="{FF2B5EF4-FFF2-40B4-BE49-F238E27FC236}">
                <a16:creationId xmlns:a16="http://schemas.microsoft.com/office/drawing/2014/main" id="{BC83300B-F6BD-4485-BBD3-AFE075B141F4}"/>
              </a:ext>
            </a:extLst>
          </p:cNvPr>
          <p:cNvSpPr txBox="1"/>
          <p:nvPr/>
        </p:nvSpPr>
        <p:spPr>
          <a:xfrm>
            <a:off x="751533" y="6012557"/>
            <a:ext cx="10945216" cy="707886"/>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[1] Fielding , R. T. Architectural Styles and the Design of Network-based Software Architectures[D]. University of California, Irvine,2000.</a:t>
            </a:r>
            <a:endParaRPr lang="zh-CN" altLang="en-US" sz="2000" dirty="0">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29495510-F8F2-4F97-B8D5-1A9F8A0F2DBE}"/>
              </a:ext>
            </a:extLst>
          </p:cNvPr>
          <p:cNvPicPr>
            <a:picLocks noChangeAspect="1"/>
          </p:cNvPicPr>
          <p:nvPr/>
        </p:nvPicPr>
        <p:blipFill>
          <a:blip r:embed="rId2"/>
          <a:stretch>
            <a:fillRect/>
          </a:stretch>
        </p:blipFill>
        <p:spPr>
          <a:xfrm>
            <a:off x="3703861" y="2772197"/>
            <a:ext cx="4442682" cy="3104525"/>
          </a:xfrm>
          <a:prstGeom prst="rect">
            <a:avLst/>
          </a:prstGeom>
        </p:spPr>
      </p:pic>
    </p:spTree>
    <p:extLst>
      <p:ext uri="{BB962C8B-B14F-4D97-AF65-F5344CB8AC3E}">
        <p14:creationId xmlns:p14="http://schemas.microsoft.com/office/powerpoint/2010/main" val="2378383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3.1 REST</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REST</a:t>
            </a:r>
            <a:r>
              <a:rPr lang="zh-CN" altLang="en-US" sz="2800" b="1" dirty="0">
                <a:solidFill>
                  <a:srgbClr val="0000FF"/>
                </a:solidFill>
                <a:effectLst>
                  <a:outerShdw blurRad="38100" dist="38100" dir="2700000" algn="tl">
                    <a:srgbClr val="000000">
                      <a:alpha val="43137"/>
                    </a:srgbClr>
                  </a:outerShdw>
                </a:effectLst>
              </a:rPr>
              <a:t>架构限制条件</a:t>
            </a:r>
          </a:p>
        </p:txBody>
      </p:sp>
      <p:sp>
        <p:nvSpPr>
          <p:cNvPr id="9" name="文本框 8">
            <a:extLst>
              <a:ext uri="{FF2B5EF4-FFF2-40B4-BE49-F238E27FC236}">
                <a16:creationId xmlns:a16="http://schemas.microsoft.com/office/drawing/2014/main" id="{2FE0D947-2258-4B45-B2D3-78D165EED910}"/>
              </a:ext>
            </a:extLst>
          </p:cNvPr>
          <p:cNvSpPr txBox="1"/>
          <p:nvPr/>
        </p:nvSpPr>
        <p:spPr>
          <a:xfrm>
            <a:off x="767706" y="1770067"/>
            <a:ext cx="6079958" cy="2529282"/>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zh-CN" altLang="en-US" sz="1800" b="1" i="0" dirty="0">
                <a:solidFill>
                  <a:schemeClr val="accent6"/>
                </a:solidFill>
                <a:effectLst/>
                <a:latin typeface="Times New Roman" panose="02020603050405020304" pitchFamily="18" charset="0"/>
                <a:cs typeface="Times New Roman" panose="02020603050405020304" pitchFamily="18" charset="0"/>
              </a:rPr>
              <a:t>客户端</a:t>
            </a:r>
            <a:r>
              <a:rPr lang="en-US" altLang="zh-CN" sz="1800" b="1" i="0" dirty="0">
                <a:solidFill>
                  <a:schemeClr val="accent6"/>
                </a:solidFill>
                <a:effectLst/>
                <a:latin typeface="Times New Roman" panose="02020603050405020304" pitchFamily="18" charset="0"/>
                <a:cs typeface="Times New Roman" panose="02020603050405020304" pitchFamily="18" charset="0"/>
              </a:rPr>
              <a:t>-</a:t>
            </a:r>
            <a:r>
              <a:rPr lang="zh-CN" altLang="en-US" sz="1800" b="1" i="0" dirty="0">
                <a:solidFill>
                  <a:schemeClr val="accent6"/>
                </a:solidFill>
                <a:effectLst/>
                <a:latin typeface="Times New Roman" panose="02020603050405020304" pitchFamily="18" charset="0"/>
                <a:cs typeface="Times New Roman" panose="02020603050405020304" pitchFamily="18" charset="0"/>
              </a:rPr>
              <a:t>服务端（</a:t>
            </a:r>
            <a:r>
              <a:rPr lang="en-US" altLang="zh-CN" sz="1800" b="1" i="0" dirty="0">
                <a:solidFill>
                  <a:schemeClr val="accent6"/>
                </a:solidFill>
                <a:effectLst/>
                <a:latin typeface="Times New Roman" panose="02020603050405020304" pitchFamily="18" charset="0"/>
                <a:cs typeface="Times New Roman" panose="02020603050405020304" pitchFamily="18" charset="0"/>
              </a:rPr>
              <a:t>Client-Server</a:t>
            </a:r>
            <a:r>
              <a:rPr lang="zh-CN" altLang="en-US" sz="1800" b="1" i="0" dirty="0">
                <a:solidFill>
                  <a:schemeClr val="accent6"/>
                </a:solidFill>
                <a:effectLst/>
                <a:latin typeface="Times New Roman" panose="02020603050405020304" pitchFamily="18" charset="0"/>
                <a:cs typeface="Times New Roman" panose="02020603050405020304" pitchFamily="18" charset="0"/>
              </a:rPr>
              <a:t>）</a:t>
            </a:r>
            <a:endParaRPr lang="en-US" altLang="zh-CN" sz="1800" b="1" i="0" dirty="0">
              <a:solidFill>
                <a:schemeClr val="accent6"/>
              </a:solidFill>
              <a:effectLst/>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ü"/>
            </a:pPr>
            <a:r>
              <a:rPr lang="zh-CN" altLang="en-US" b="1" i="0" dirty="0">
                <a:solidFill>
                  <a:schemeClr val="accent6"/>
                </a:solidFill>
                <a:effectLst/>
                <a:latin typeface="-apple-system"/>
              </a:rPr>
              <a:t>无状态（</a:t>
            </a:r>
            <a:r>
              <a:rPr lang="en-US" altLang="zh-CN" b="1" i="0" dirty="0">
                <a:solidFill>
                  <a:schemeClr val="accent6"/>
                </a:solidFill>
                <a:effectLst/>
                <a:latin typeface="-apple-system"/>
              </a:rPr>
              <a:t>Stateless</a:t>
            </a:r>
            <a:r>
              <a:rPr lang="zh-CN" altLang="en-US" b="1" i="0" dirty="0">
                <a:solidFill>
                  <a:schemeClr val="accent6"/>
                </a:solidFill>
                <a:effectLst/>
                <a:latin typeface="-apple-system"/>
              </a:rPr>
              <a:t>）</a:t>
            </a:r>
            <a:endParaRPr lang="en-US" altLang="zh-CN" b="1" i="0" dirty="0">
              <a:solidFill>
                <a:schemeClr val="accent6"/>
              </a:solidFill>
              <a:effectLst/>
              <a:latin typeface="-apple-system"/>
            </a:endParaRPr>
          </a:p>
          <a:p>
            <a:pPr marL="285750" indent="-285750">
              <a:lnSpc>
                <a:spcPct val="150000"/>
              </a:lnSpc>
              <a:buFont typeface="Wingdings" panose="05000000000000000000" pitchFamily="2" charset="2"/>
              <a:buChar char="ü"/>
            </a:pPr>
            <a:r>
              <a:rPr lang="zh-CN" altLang="en-US" b="1" i="0" dirty="0">
                <a:solidFill>
                  <a:srgbClr val="191B1F"/>
                </a:solidFill>
                <a:effectLst/>
                <a:latin typeface="-apple-system"/>
              </a:rPr>
              <a:t>可缓存性（</a:t>
            </a:r>
            <a:r>
              <a:rPr lang="en-US" altLang="zh-CN" b="1" i="0" dirty="0" err="1">
                <a:solidFill>
                  <a:srgbClr val="191B1F"/>
                </a:solidFill>
                <a:effectLst/>
                <a:latin typeface="-apple-system"/>
              </a:rPr>
              <a:t>Cacheability</a:t>
            </a:r>
            <a:r>
              <a:rPr lang="zh-CN" altLang="en-US" b="1" i="0" dirty="0">
                <a:solidFill>
                  <a:srgbClr val="191B1F"/>
                </a:solidFill>
                <a:effectLst/>
                <a:latin typeface="-apple-system"/>
              </a:rPr>
              <a:t>）</a:t>
            </a:r>
            <a:endParaRPr lang="en-US" altLang="zh-CN" b="1" dirty="0">
              <a:solidFill>
                <a:srgbClr val="191B1F"/>
              </a:solidFill>
              <a:latin typeface="-apple-system"/>
            </a:endParaRPr>
          </a:p>
          <a:p>
            <a:pPr marL="285750" indent="-285750">
              <a:lnSpc>
                <a:spcPct val="150000"/>
              </a:lnSpc>
              <a:buFont typeface="Wingdings" panose="05000000000000000000" pitchFamily="2" charset="2"/>
              <a:buChar char="ü"/>
            </a:pPr>
            <a:r>
              <a:rPr lang="zh-CN" altLang="en-US" sz="1800" b="1" dirty="0">
                <a:solidFill>
                  <a:schemeClr val="accent6"/>
                </a:solidFill>
              </a:rPr>
              <a:t>统一接口（</a:t>
            </a:r>
            <a:r>
              <a:rPr lang="en-US" altLang="zh-CN" sz="1800" b="1" dirty="0">
                <a:solidFill>
                  <a:schemeClr val="accent6"/>
                </a:solidFill>
              </a:rPr>
              <a:t>Uniform Interface</a:t>
            </a:r>
            <a:r>
              <a:rPr lang="zh-CN" altLang="en-US" sz="1800" b="1" dirty="0">
                <a:solidFill>
                  <a:schemeClr val="accent6"/>
                </a:solidFill>
              </a:rPr>
              <a:t>）</a:t>
            </a:r>
            <a:endParaRPr lang="en-US" altLang="zh-CN" sz="1800" b="1" dirty="0">
              <a:solidFill>
                <a:schemeClr val="accent6"/>
              </a:solidFill>
            </a:endParaRPr>
          </a:p>
          <a:p>
            <a:pPr marL="285750" indent="-285750">
              <a:lnSpc>
                <a:spcPct val="150000"/>
              </a:lnSpc>
              <a:buFont typeface="Wingdings" panose="05000000000000000000" pitchFamily="2" charset="2"/>
              <a:buChar char="ü"/>
            </a:pPr>
            <a:r>
              <a:rPr lang="zh-CN" altLang="en-US" sz="1800" b="1" dirty="0"/>
              <a:t>分层系统（</a:t>
            </a:r>
            <a:r>
              <a:rPr lang="en-US" altLang="zh-CN" sz="1800" b="1" dirty="0"/>
              <a:t>Layered System</a:t>
            </a:r>
            <a:r>
              <a:rPr lang="zh-CN" altLang="en-US" sz="1800" b="1" dirty="0"/>
              <a:t>）</a:t>
            </a:r>
            <a:endParaRPr lang="en-US" altLang="zh-CN" sz="1800" b="1" dirty="0"/>
          </a:p>
          <a:p>
            <a:pPr marL="285750" indent="-285750">
              <a:lnSpc>
                <a:spcPct val="150000"/>
              </a:lnSpc>
              <a:buFont typeface="Wingdings" panose="05000000000000000000" pitchFamily="2" charset="2"/>
              <a:buChar char="ü"/>
            </a:pPr>
            <a:r>
              <a:rPr lang="zh-CN" altLang="en-US" sz="1800" b="1" dirty="0"/>
              <a:t>按需代码（</a:t>
            </a:r>
            <a:r>
              <a:rPr lang="en-US" altLang="zh-CN" sz="1800" b="1" dirty="0"/>
              <a:t>Code-On-Demand</a:t>
            </a:r>
            <a:r>
              <a:rPr lang="zh-CN" altLang="en-US" sz="1800" b="1" dirty="0"/>
              <a:t>，可选）</a:t>
            </a:r>
            <a:endParaRPr lang="en-US" altLang="zh-CN" sz="1800" b="1" dirty="0"/>
          </a:p>
        </p:txBody>
      </p:sp>
      <p:sp>
        <p:nvSpPr>
          <p:cNvPr id="11" name="文本框 10">
            <a:extLst>
              <a:ext uri="{FF2B5EF4-FFF2-40B4-BE49-F238E27FC236}">
                <a16:creationId xmlns:a16="http://schemas.microsoft.com/office/drawing/2014/main" id="{A32697F2-A3AB-4802-99CF-B40DE7DAA186}"/>
              </a:ext>
            </a:extLst>
          </p:cNvPr>
          <p:cNvSpPr txBox="1"/>
          <p:nvPr/>
        </p:nvSpPr>
        <p:spPr>
          <a:xfrm>
            <a:off x="5063020" y="3099079"/>
            <a:ext cx="6079958" cy="369332"/>
          </a:xfrm>
          <a:prstGeom prst="rect">
            <a:avLst/>
          </a:prstGeom>
          <a:noFill/>
        </p:spPr>
        <p:txBody>
          <a:bodyPr wrap="square">
            <a:spAutoFit/>
          </a:bodyPr>
          <a:lstStyle/>
          <a:p>
            <a:r>
              <a:rPr lang="zh-CN" altLang="en-US" b="0" i="0" dirty="0">
                <a:solidFill>
                  <a:srgbClr val="191B1F"/>
                </a:solidFill>
                <a:effectLst/>
                <a:latin typeface="-apple-system"/>
              </a:rPr>
              <a:t>通过一定原则设计接口降低耦合，简化系统架构</a:t>
            </a:r>
            <a:endParaRPr lang="zh-CN" altLang="en-US" dirty="0"/>
          </a:p>
        </p:txBody>
      </p:sp>
      <p:sp>
        <p:nvSpPr>
          <p:cNvPr id="12" name="文本框 11">
            <a:extLst>
              <a:ext uri="{FF2B5EF4-FFF2-40B4-BE49-F238E27FC236}">
                <a16:creationId xmlns:a16="http://schemas.microsoft.com/office/drawing/2014/main" id="{209ABE74-B426-44E4-B5C2-E91107464F59}"/>
              </a:ext>
            </a:extLst>
          </p:cNvPr>
          <p:cNvSpPr txBox="1"/>
          <p:nvPr/>
        </p:nvSpPr>
        <p:spPr>
          <a:xfrm>
            <a:off x="3703861" y="2247573"/>
            <a:ext cx="7344816" cy="369332"/>
          </a:xfrm>
          <a:prstGeom prst="rect">
            <a:avLst/>
          </a:prstGeom>
          <a:noFill/>
        </p:spPr>
        <p:txBody>
          <a:bodyPr wrap="square">
            <a:spAutoFit/>
          </a:bodyPr>
          <a:lstStyle/>
          <a:p>
            <a:r>
              <a:rPr lang="zh-CN" altLang="en-US" b="0" i="0" dirty="0">
                <a:solidFill>
                  <a:srgbClr val="191B1F"/>
                </a:solidFill>
                <a:effectLst/>
                <a:latin typeface="-apple-system"/>
              </a:rPr>
              <a:t>服务端不保存客户端状态，客户端保存状态信息每次请求携带状态信息</a:t>
            </a:r>
            <a:endParaRPr lang="zh-CN" altLang="en-US" dirty="0"/>
          </a:p>
        </p:txBody>
      </p:sp>
    </p:spTree>
    <p:extLst>
      <p:ext uri="{BB962C8B-B14F-4D97-AF65-F5344CB8AC3E}">
        <p14:creationId xmlns:p14="http://schemas.microsoft.com/office/powerpoint/2010/main" val="3984768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使用符合</a:t>
            </a:r>
            <a:r>
              <a:rPr lang="en-US" altLang="zh-CN" sz="2800" b="1" dirty="0">
                <a:solidFill>
                  <a:srgbClr val="0000FF"/>
                </a:solidFill>
                <a:effectLst>
                  <a:outerShdw blurRad="38100" dist="38100" dir="2700000" algn="tl">
                    <a:srgbClr val="000000">
                      <a:alpha val="43137"/>
                    </a:srgbClr>
                  </a:outerShdw>
                </a:effectLst>
              </a:rPr>
              <a:t>REST</a:t>
            </a:r>
            <a:r>
              <a:rPr lang="zh-CN" altLang="en-US" sz="2800" b="1" dirty="0">
                <a:solidFill>
                  <a:srgbClr val="0000FF"/>
                </a:solidFill>
                <a:effectLst>
                  <a:outerShdw blurRad="38100" dist="38100" dir="2700000" algn="tl">
                    <a:srgbClr val="000000">
                      <a:alpha val="43137"/>
                    </a:srgbClr>
                  </a:outerShdw>
                </a:effectLst>
              </a:rPr>
              <a:t>风格的</a:t>
            </a:r>
            <a:r>
              <a:rPr lang="en-US" altLang="zh-CN" sz="2800" b="1" dirty="0">
                <a:solidFill>
                  <a:srgbClr val="0000FF"/>
                </a:solidFill>
                <a:effectLst>
                  <a:outerShdw blurRad="38100" dist="38100" dir="2700000" algn="tl">
                    <a:srgbClr val="000000">
                      <a:alpha val="43137"/>
                    </a:srgbClr>
                  </a:outerShdw>
                </a:effectLst>
              </a:rPr>
              <a:t>URL</a:t>
            </a:r>
            <a:r>
              <a:rPr lang="zh-CN" altLang="en-US" sz="2800" b="1" dirty="0">
                <a:solidFill>
                  <a:srgbClr val="0000FF"/>
                </a:solidFill>
                <a:effectLst>
                  <a:outerShdw blurRad="38100" dist="38100" dir="2700000" algn="tl">
                    <a:srgbClr val="000000">
                      <a:alpha val="43137"/>
                    </a:srgbClr>
                  </a:outerShdw>
                </a:effectLst>
              </a:rPr>
              <a:t>规则</a:t>
            </a:r>
            <a:endParaRPr lang="en-US" altLang="zh-CN" sz="2800" b="1" dirty="0">
              <a:solidFill>
                <a:srgbClr val="0000FF"/>
              </a:solidFill>
              <a:effectLst>
                <a:outerShdw blurRad="38100" dist="38100" dir="2700000" algn="tl">
                  <a:srgbClr val="000000">
                    <a:alpha val="43137"/>
                  </a:srgbClr>
                </a:outerShdw>
              </a:effectLst>
            </a:endParaRPr>
          </a:p>
        </p:txBody>
      </p:sp>
      <p:sp>
        <p:nvSpPr>
          <p:cNvPr id="10" name="文本框 9">
            <a:extLst>
              <a:ext uri="{FF2B5EF4-FFF2-40B4-BE49-F238E27FC236}">
                <a16:creationId xmlns:a16="http://schemas.microsoft.com/office/drawing/2014/main" id="{00B134FD-CC68-4103-9DF2-AA2CDF00EA5A}"/>
              </a:ext>
            </a:extLst>
          </p:cNvPr>
          <p:cNvSpPr txBox="1"/>
          <p:nvPr/>
        </p:nvSpPr>
        <p:spPr>
          <a:xfrm>
            <a:off x="905163" y="2446813"/>
            <a:ext cx="10081120" cy="49558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50000"/>
              </a:lnSpc>
            </a:pPr>
            <a:r>
              <a:rPr lang="en-US" altLang="zh-CN" sz="2000" b="1" dirty="0">
                <a:latin typeface="+mn-ea"/>
              </a:rPr>
              <a:t>scheme </a:t>
            </a:r>
            <a:r>
              <a:rPr lang="en-US" altLang="zh-CN" sz="2000" dirty="0">
                <a:latin typeface="Times New Roman" panose="02020603050405020304" pitchFamily="18" charset="0"/>
                <a:cs typeface="Times New Roman" panose="02020603050405020304" pitchFamily="18" charset="0"/>
              </a:rPr>
              <a:t>"</a:t>
            </a:r>
            <a:r>
              <a:rPr lang="en-US" altLang="zh-CN" sz="2000" b="1" dirty="0">
                <a:latin typeface="+mn-ea"/>
              </a:rPr>
              <a:t>://</a:t>
            </a:r>
            <a:r>
              <a:rPr lang="en-US" altLang="zh-CN" sz="2000" dirty="0">
                <a:latin typeface="Times New Roman" panose="02020603050405020304" pitchFamily="18" charset="0"/>
                <a:cs typeface="Times New Roman" panose="02020603050405020304" pitchFamily="18" charset="0"/>
              </a:rPr>
              <a:t> "</a:t>
            </a:r>
            <a:r>
              <a:rPr lang="en-US" altLang="zh-CN" sz="2000" b="1" dirty="0">
                <a:latin typeface="+mn-ea"/>
              </a:rPr>
              <a:t> host </a:t>
            </a:r>
            <a:r>
              <a:rPr lang="en-US" altLang="zh-CN" sz="2000" dirty="0">
                <a:latin typeface="Times New Roman" panose="02020603050405020304" pitchFamily="18" charset="0"/>
                <a:cs typeface="Times New Roman" panose="02020603050405020304" pitchFamily="18" charset="0"/>
              </a:rPr>
              <a:t>" </a:t>
            </a:r>
            <a:r>
              <a:rPr lang="en-US" altLang="zh-CN" sz="2000" b="1" dirty="0">
                <a:latin typeface="+mn-ea"/>
              </a:rPr>
              <a:t>:</a:t>
            </a:r>
            <a:r>
              <a:rPr lang="en-US" altLang="zh-CN" sz="2000" dirty="0">
                <a:latin typeface="Times New Roman" panose="02020603050405020304" pitchFamily="18" charset="0"/>
                <a:cs typeface="Times New Roman" panose="02020603050405020304" pitchFamily="18" charset="0"/>
              </a:rPr>
              <a:t> " </a:t>
            </a:r>
            <a:r>
              <a:rPr lang="en-US" altLang="zh-CN" sz="2000" b="1" dirty="0">
                <a:latin typeface="+mn-ea"/>
              </a:rPr>
              <a:t>port </a:t>
            </a:r>
            <a:r>
              <a:rPr lang="en-US" altLang="zh-CN" sz="2000" dirty="0">
                <a:latin typeface="Times New Roman" panose="02020603050405020304" pitchFamily="18" charset="0"/>
                <a:cs typeface="Times New Roman" panose="02020603050405020304" pitchFamily="18" charset="0"/>
              </a:rPr>
              <a:t>" </a:t>
            </a:r>
            <a:r>
              <a:rPr lang="en-US" altLang="zh-CN" sz="2000" b="1" dirty="0">
                <a:latin typeface="+mn-ea"/>
              </a:rPr>
              <a:t>/</a:t>
            </a:r>
            <a:r>
              <a:rPr lang="en-US" altLang="zh-CN" sz="2000" dirty="0">
                <a:latin typeface="Times New Roman" panose="02020603050405020304" pitchFamily="18" charset="0"/>
                <a:cs typeface="Times New Roman" panose="02020603050405020304" pitchFamily="18" charset="0"/>
              </a:rPr>
              <a:t> "</a:t>
            </a:r>
            <a:r>
              <a:rPr lang="en-US" altLang="zh-CN" sz="2000" b="1" dirty="0">
                <a:latin typeface="+mn-ea"/>
              </a:rPr>
              <a:t> path [ </a:t>
            </a:r>
            <a:r>
              <a:rPr lang="en-US" altLang="zh-CN" sz="2000" dirty="0">
                <a:latin typeface="Times New Roman" panose="02020603050405020304" pitchFamily="18" charset="0"/>
                <a:cs typeface="Times New Roman" panose="02020603050405020304" pitchFamily="18" charset="0"/>
              </a:rPr>
              <a:t>"</a:t>
            </a:r>
            <a:r>
              <a:rPr lang="en-US" altLang="zh-CN" sz="2000" b="1" dirty="0">
                <a:latin typeface="+mn-ea"/>
              </a:rPr>
              <a:t>?</a:t>
            </a:r>
            <a:r>
              <a:rPr lang="en-US" altLang="zh-CN" sz="2000" dirty="0">
                <a:latin typeface="Times New Roman" panose="02020603050405020304" pitchFamily="18" charset="0"/>
                <a:cs typeface="Times New Roman" panose="02020603050405020304" pitchFamily="18" charset="0"/>
              </a:rPr>
              <a:t> "</a:t>
            </a:r>
            <a:r>
              <a:rPr lang="en-US" altLang="zh-CN" sz="2000" b="1" dirty="0">
                <a:latin typeface="+mn-ea"/>
              </a:rPr>
              <a:t> query ][ </a:t>
            </a:r>
            <a:r>
              <a:rPr lang="en-US" altLang="zh-CN" sz="2000" dirty="0">
                <a:latin typeface="Times New Roman" panose="02020603050405020304" pitchFamily="18" charset="0"/>
                <a:cs typeface="Times New Roman" panose="02020603050405020304" pitchFamily="18" charset="0"/>
              </a:rPr>
              <a:t>" </a:t>
            </a:r>
            <a:r>
              <a:rPr lang="en-US" altLang="zh-CN" sz="2000" b="1" dirty="0">
                <a:latin typeface="+mn-ea"/>
              </a:rPr>
              <a:t>#</a:t>
            </a:r>
            <a:r>
              <a:rPr lang="en-US" altLang="zh-CN" sz="2000" dirty="0">
                <a:latin typeface="Times New Roman" panose="02020603050405020304" pitchFamily="18" charset="0"/>
                <a:cs typeface="Times New Roman" panose="02020603050405020304" pitchFamily="18" charset="0"/>
              </a:rPr>
              <a:t> "</a:t>
            </a:r>
            <a:r>
              <a:rPr lang="en-US" altLang="zh-CN" sz="2000" b="1" dirty="0">
                <a:latin typeface="+mn-ea"/>
              </a:rPr>
              <a:t> fragment ]</a:t>
            </a:r>
          </a:p>
        </p:txBody>
      </p:sp>
      <p:sp>
        <p:nvSpPr>
          <p:cNvPr id="13" name="文本框 12">
            <a:extLst>
              <a:ext uri="{FF2B5EF4-FFF2-40B4-BE49-F238E27FC236}">
                <a16:creationId xmlns:a16="http://schemas.microsoft.com/office/drawing/2014/main" id="{00226B0F-8D5B-40FD-835A-2F052BAD181E}"/>
              </a:ext>
            </a:extLst>
          </p:cNvPr>
          <p:cNvSpPr txBox="1"/>
          <p:nvPr/>
        </p:nvSpPr>
        <p:spPr>
          <a:xfrm>
            <a:off x="930486" y="3199826"/>
            <a:ext cx="8352565" cy="2935868"/>
          </a:xfrm>
          <a:prstGeom prst="rect">
            <a:avLst/>
          </a:prstGeom>
          <a:noFill/>
        </p:spPr>
        <p:txBody>
          <a:bodyPr wrap="square">
            <a:spAutoFit/>
          </a:bodyPr>
          <a:lstStyle/>
          <a:p>
            <a:pPr>
              <a:lnSpc>
                <a:spcPct val="150000"/>
              </a:lnSpc>
              <a:spcBef>
                <a:spcPct val="0"/>
              </a:spcBef>
              <a:buClr>
                <a:srgbClr val="C00000"/>
              </a:buClr>
            </a:pPr>
            <a:r>
              <a:rPr lang="en-US" altLang="zh-CN" sz="1800" dirty="0">
                <a:solidFill>
                  <a:srgbClr val="040014"/>
                </a:solidFill>
                <a:latin typeface="宋体" panose="02010600030101010101" pitchFamily="2" charset="-122"/>
                <a:cs typeface="MS PGothic" panose="020B0600070205080204" pitchFamily="34" charset="-128"/>
              </a:rPr>
              <a:t>scheme:</a:t>
            </a:r>
            <a:r>
              <a:rPr lang="zh-CN" altLang="en-US" sz="1800" dirty="0">
                <a:solidFill>
                  <a:srgbClr val="040014"/>
                </a:solidFill>
                <a:latin typeface="宋体" panose="02010600030101010101" pitchFamily="2" charset="-122"/>
                <a:cs typeface="MS PGothic" panose="020B0600070205080204" pitchFamily="34" charset="-128"/>
              </a:rPr>
              <a:t>资源的协议类型，</a:t>
            </a:r>
            <a:r>
              <a:rPr lang="en-US" altLang="zh-CN" sz="1800" dirty="0">
                <a:solidFill>
                  <a:srgbClr val="040014"/>
                </a:solidFill>
                <a:latin typeface="宋体" panose="02010600030101010101" pitchFamily="2" charset="-122"/>
                <a:cs typeface="MS PGothic" panose="020B0600070205080204" pitchFamily="34" charset="-128"/>
              </a:rPr>
              <a:t>https</a:t>
            </a:r>
            <a:r>
              <a:rPr lang="zh-CN" altLang="en-US" sz="1800" dirty="0">
                <a:solidFill>
                  <a:srgbClr val="040014"/>
                </a:solidFill>
                <a:latin typeface="宋体" panose="02010600030101010101" pitchFamily="2" charset="-122"/>
                <a:cs typeface="MS PGothic" panose="020B0600070205080204" pitchFamily="34" charset="-128"/>
              </a:rPr>
              <a:t>、</a:t>
            </a:r>
            <a:r>
              <a:rPr lang="en-US" altLang="zh-CN" sz="1800" dirty="0">
                <a:solidFill>
                  <a:srgbClr val="040014"/>
                </a:solidFill>
                <a:latin typeface="宋体" panose="02010600030101010101" pitchFamily="2" charset="-122"/>
                <a:cs typeface="MS PGothic" panose="020B0600070205080204" pitchFamily="34" charset="-128"/>
              </a:rPr>
              <a:t>http</a:t>
            </a:r>
            <a:r>
              <a:rPr lang="zh-CN" altLang="en-US" sz="1800" dirty="0">
                <a:solidFill>
                  <a:srgbClr val="040014"/>
                </a:solidFill>
                <a:latin typeface="宋体" panose="02010600030101010101" pitchFamily="2" charset="-122"/>
                <a:cs typeface="MS PGothic" panose="020B0600070205080204" pitchFamily="34" charset="-128"/>
              </a:rPr>
              <a:t>、</a:t>
            </a:r>
            <a:r>
              <a:rPr lang="en-US" altLang="zh-CN" sz="1800" dirty="0">
                <a:solidFill>
                  <a:srgbClr val="040014"/>
                </a:solidFill>
                <a:latin typeface="宋体" panose="02010600030101010101" pitchFamily="2" charset="-122"/>
                <a:cs typeface="MS PGothic" panose="020B0600070205080204" pitchFamily="34" charset="-128"/>
              </a:rPr>
              <a:t>ftp</a:t>
            </a:r>
            <a:r>
              <a:rPr lang="zh-CN" altLang="en-US" sz="1800" dirty="0">
                <a:solidFill>
                  <a:srgbClr val="040014"/>
                </a:solidFill>
                <a:latin typeface="宋体" panose="02010600030101010101" pitchFamily="2" charset="-122"/>
                <a:cs typeface="MS PGothic" panose="020B0600070205080204" pitchFamily="34" charset="-128"/>
              </a:rPr>
              <a:t>、</a:t>
            </a:r>
            <a:r>
              <a:rPr lang="en-US" altLang="zh-CN" sz="1800" dirty="0" err="1">
                <a:solidFill>
                  <a:srgbClr val="040014"/>
                </a:solidFill>
                <a:latin typeface="宋体" panose="02010600030101010101" pitchFamily="2" charset="-122"/>
                <a:cs typeface="MS PGothic" panose="020B0600070205080204" pitchFamily="34" charset="-128"/>
              </a:rPr>
              <a:t>tel</a:t>
            </a:r>
            <a:r>
              <a:rPr lang="zh-CN" altLang="en-US" sz="1800" dirty="0">
                <a:solidFill>
                  <a:srgbClr val="040014"/>
                </a:solidFill>
                <a:latin typeface="宋体" panose="02010600030101010101" pitchFamily="2" charset="-122"/>
                <a:cs typeface="MS PGothic" panose="020B0600070205080204" pitchFamily="34" charset="-128"/>
              </a:rPr>
              <a:t>、</a:t>
            </a:r>
            <a:r>
              <a:rPr lang="en-US" altLang="zh-CN" sz="1800" dirty="0" err="1">
                <a:solidFill>
                  <a:srgbClr val="040014"/>
                </a:solidFill>
                <a:latin typeface="宋体" panose="02010600030101010101" pitchFamily="2" charset="-122"/>
                <a:cs typeface="MS PGothic" panose="020B0600070205080204" pitchFamily="34" charset="-128"/>
              </a:rPr>
              <a:t>smsto</a:t>
            </a:r>
            <a:r>
              <a:rPr lang="zh-CN" altLang="en-US" sz="1800" dirty="0">
                <a:solidFill>
                  <a:srgbClr val="040014"/>
                </a:solidFill>
                <a:latin typeface="宋体" panose="02010600030101010101" pitchFamily="2" charset="-122"/>
                <a:cs typeface="MS PGothic" panose="020B0600070205080204" pitchFamily="34" charset="-128"/>
              </a:rPr>
              <a:t>、</a:t>
            </a:r>
            <a:r>
              <a:rPr lang="en-US" altLang="zh-CN" sz="1800" dirty="0">
                <a:solidFill>
                  <a:srgbClr val="040014"/>
                </a:solidFill>
                <a:latin typeface="宋体" panose="02010600030101010101" pitchFamily="2" charset="-122"/>
                <a:cs typeface="MS PGothic" panose="020B0600070205080204" pitchFamily="34" charset="-128"/>
              </a:rPr>
              <a:t>content</a:t>
            </a:r>
            <a:r>
              <a:rPr lang="zh-CN" altLang="en-US" sz="1800" dirty="0">
                <a:solidFill>
                  <a:srgbClr val="040014"/>
                </a:solidFill>
                <a:latin typeface="宋体" panose="02010600030101010101" pitchFamily="2" charset="-122"/>
                <a:cs typeface="MS PGothic" panose="020B0600070205080204" pitchFamily="34" charset="-128"/>
              </a:rPr>
              <a:t>等</a:t>
            </a:r>
            <a:endParaRPr lang="en-US" altLang="zh-CN" sz="1800" dirty="0">
              <a:solidFill>
                <a:srgbClr val="040014"/>
              </a:solidFill>
              <a:latin typeface="宋体" panose="02010600030101010101" pitchFamily="2" charset="-122"/>
              <a:cs typeface="MS PGothic" panose="020B0600070205080204" pitchFamily="34" charset="-128"/>
            </a:endParaRPr>
          </a:p>
          <a:p>
            <a:pPr>
              <a:lnSpc>
                <a:spcPct val="150000"/>
              </a:lnSpc>
              <a:spcBef>
                <a:spcPct val="0"/>
              </a:spcBef>
              <a:buClr>
                <a:srgbClr val="C00000"/>
              </a:buClr>
            </a:pPr>
            <a:r>
              <a:rPr lang="en-US" altLang="zh-CN" sz="1800" dirty="0">
                <a:solidFill>
                  <a:srgbClr val="040014"/>
                </a:solidFill>
                <a:latin typeface="宋体" panose="02010600030101010101" pitchFamily="2" charset="-122"/>
                <a:cs typeface="MS PGothic" panose="020B0600070205080204" pitchFamily="34" charset="-128"/>
              </a:rPr>
              <a:t>scheme-specific-part</a:t>
            </a:r>
            <a:r>
              <a:rPr lang="zh-CN" altLang="en-US" sz="1800" dirty="0">
                <a:solidFill>
                  <a:srgbClr val="040014"/>
                </a:solidFill>
                <a:latin typeface="宋体" panose="02010600030101010101" pitchFamily="2" charset="-122"/>
                <a:cs typeface="MS PGothic" panose="020B0600070205080204" pitchFamily="34" charset="-128"/>
              </a:rPr>
              <a:t>：资源的具体描述</a:t>
            </a:r>
            <a:endParaRPr lang="en-US" altLang="zh-CN" sz="1800" dirty="0">
              <a:solidFill>
                <a:srgbClr val="040014"/>
              </a:solidFill>
              <a:latin typeface="宋体" panose="02010600030101010101" pitchFamily="2" charset="-122"/>
              <a:cs typeface="MS PGothic" panose="020B0600070205080204" pitchFamily="34" charset="-128"/>
            </a:endParaRPr>
          </a:p>
          <a:p>
            <a:pPr marL="0" indent="0">
              <a:lnSpc>
                <a:spcPct val="150000"/>
              </a:lnSpc>
              <a:spcBef>
                <a:spcPct val="0"/>
              </a:spcBef>
              <a:buClr>
                <a:srgbClr val="C00000"/>
              </a:buClr>
              <a:buNone/>
            </a:pPr>
            <a:r>
              <a:rPr lang="en-US" altLang="zh-CN" sz="1800" dirty="0">
                <a:solidFill>
                  <a:srgbClr val="040014"/>
                </a:solidFill>
                <a:latin typeface="宋体" panose="02010600030101010101" pitchFamily="2" charset="-122"/>
                <a:cs typeface="MS PGothic" panose="020B0600070205080204" pitchFamily="34" charset="-128"/>
              </a:rPr>
              <a:t>  [//authority][path][?query]</a:t>
            </a:r>
          </a:p>
          <a:p>
            <a:pPr marL="0" indent="0">
              <a:lnSpc>
                <a:spcPct val="150000"/>
              </a:lnSpc>
              <a:spcBef>
                <a:spcPct val="0"/>
              </a:spcBef>
              <a:buClr>
                <a:srgbClr val="C00000"/>
              </a:buClr>
              <a:buNone/>
            </a:pPr>
            <a:r>
              <a:rPr lang="en-US" altLang="zh-CN" sz="1800" dirty="0">
                <a:solidFill>
                  <a:srgbClr val="040014"/>
                </a:solidFill>
                <a:latin typeface="宋体" panose="02010600030101010101" pitchFamily="2" charset="-122"/>
                <a:cs typeface="MS PGothic" panose="020B0600070205080204" pitchFamily="34" charset="-128"/>
              </a:rPr>
              <a:t>  authority:  </a:t>
            </a:r>
            <a:r>
              <a:rPr lang="en-US" altLang="zh-CN" sz="1800" dirty="0" err="1">
                <a:solidFill>
                  <a:srgbClr val="040014"/>
                </a:solidFill>
                <a:latin typeface="宋体" panose="02010600030101010101" pitchFamily="2" charset="-122"/>
                <a:cs typeface="MS PGothic" panose="020B0600070205080204" pitchFamily="34" charset="-128"/>
              </a:rPr>
              <a:t>username:password</a:t>
            </a:r>
            <a:endParaRPr lang="en-US" altLang="zh-CN" sz="1800" dirty="0">
              <a:solidFill>
                <a:srgbClr val="040014"/>
              </a:solidFill>
              <a:latin typeface="宋体" panose="02010600030101010101" pitchFamily="2" charset="-122"/>
              <a:cs typeface="MS PGothic" panose="020B0600070205080204" pitchFamily="34" charset="-128"/>
            </a:endParaRPr>
          </a:p>
          <a:p>
            <a:pPr marL="0" indent="0">
              <a:lnSpc>
                <a:spcPct val="150000"/>
              </a:lnSpc>
              <a:spcBef>
                <a:spcPct val="0"/>
              </a:spcBef>
              <a:buClr>
                <a:srgbClr val="C00000"/>
              </a:buClr>
              <a:buNone/>
            </a:pPr>
            <a:r>
              <a:rPr lang="en-US" altLang="zh-CN" sz="1800" dirty="0">
                <a:solidFill>
                  <a:srgbClr val="040014"/>
                </a:solidFill>
                <a:latin typeface="宋体" panose="02010600030101010101" pitchFamily="2" charset="-122"/>
                <a:cs typeface="MS PGothic" panose="020B0600070205080204" pitchFamily="34" charset="-128"/>
              </a:rPr>
              <a:t>  path:       hostname[:port][/path1/path2/.../</a:t>
            </a:r>
            <a:r>
              <a:rPr lang="en-US" altLang="zh-CN" sz="1800" dirty="0" err="1">
                <a:solidFill>
                  <a:srgbClr val="040014"/>
                </a:solidFill>
                <a:latin typeface="宋体" panose="02010600030101010101" pitchFamily="2" charset="-122"/>
                <a:cs typeface="MS PGothic" panose="020B0600070205080204" pitchFamily="34" charset="-128"/>
              </a:rPr>
              <a:t>pathN</a:t>
            </a:r>
            <a:r>
              <a:rPr lang="en-US" altLang="zh-CN" sz="1800" dirty="0">
                <a:solidFill>
                  <a:srgbClr val="040014"/>
                </a:solidFill>
                <a:latin typeface="宋体" panose="02010600030101010101" pitchFamily="2" charset="-122"/>
                <a:cs typeface="MS PGothic" panose="020B0600070205080204" pitchFamily="34" charset="-128"/>
              </a:rPr>
              <a:t>/]</a:t>
            </a:r>
          </a:p>
          <a:p>
            <a:pPr marL="0" indent="0">
              <a:lnSpc>
                <a:spcPct val="150000"/>
              </a:lnSpc>
              <a:spcBef>
                <a:spcPct val="0"/>
              </a:spcBef>
              <a:buClr>
                <a:srgbClr val="C00000"/>
              </a:buClr>
              <a:buNone/>
            </a:pPr>
            <a:r>
              <a:rPr lang="en-US" altLang="zh-CN" sz="1800" dirty="0">
                <a:solidFill>
                  <a:srgbClr val="040014"/>
                </a:solidFill>
                <a:latin typeface="宋体" panose="02010600030101010101" pitchFamily="2" charset="-122"/>
                <a:cs typeface="MS PGothic" panose="020B0600070205080204" pitchFamily="34" charset="-128"/>
              </a:rPr>
              <a:t>  ?query:     ?key[=value][&amp;key2=value2] </a:t>
            </a:r>
          </a:p>
          <a:p>
            <a:pPr>
              <a:lnSpc>
                <a:spcPct val="150000"/>
              </a:lnSpc>
              <a:spcBef>
                <a:spcPct val="0"/>
              </a:spcBef>
              <a:buClr>
                <a:srgbClr val="C00000"/>
              </a:buClr>
            </a:pPr>
            <a:r>
              <a:rPr lang="en-US" altLang="zh-CN" sz="1800" dirty="0">
                <a:solidFill>
                  <a:srgbClr val="040014"/>
                </a:solidFill>
                <a:latin typeface="宋体" panose="02010600030101010101" pitchFamily="2" charset="-122"/>
                <a:cs typeface="MS PGothic" panose="020B0600070205080204" pitchFamily="34" charset="-128"/>
              </a:rPr>
              <a:t>  #fragment</a:t>
            </a:r>
            <a:r>
              <a:rPr lang="zh-CN" altLang="en-US" sz="1800" dirty="0">
                <a:solidFill>
                  <a:srgbClr val="040014"/>
                </a:solidFill>
                <a:latin typeface="宋体" panose="02010600030101010101" pitchFamily="2" charset="-122"/>
                <a:cs typeface="MS PGothic" panose="020B0600070205080204" pitchFamily="34" charset="-128"/>
              </a:rPr>
              <a:t>：资源内的标签，通常作为超链接的锚点</a:t>
            </a:r>
            <a:endParaRPr lang="en-US" altLang="zh-CN" sz="1800" dirty="0">
              <a:solidFill>
                <a:srgbClr val="040014"/>
              </a:solidFill>
              <a:latin typeface="宋体" panose="02010600030101010101" pitchFamily="2" charset="-122"/>
              <a:cs typeface="MS PGothic" panose="020B0600070205080204" pitchFamily="34" charset="-128"/>
            </a:endParaRPr>
          </a:p>
        </p:txBody>
      </p:sp>
      <p:sp>
        <p:nvSpPr>
          <p:cNvPr id="4" name="文本框 3">
            <a:extLst>
              <a:ext uri="{FF2B5EF4-FFF2-40B4-BE49-F238E27FC236}">
                <a16:creationId xmlns:a16="http://schemas.microsoft.com/office/drawing/2014/main" id="{A56C3EA0-0C6A-3F32-1B71-A6554AA96DA0}"/>
              </a:ext>
            </a:extLst>
          </p:cNvPr>
          <p:cNvSpPr txBox="1"/>
          <p:nvPr/>
        </p:nvSpPr>
        <p:spPr>
          <a:xfrm>
            <a:off x="823541" y="1764085"/>
            <a:ext cx="6080166" cy="461665"/>
          </a:xfrm>
          <a:prstGeom prst="rect">
            <a:avLst/>
          </a:prstGeom>
          <a:noFill/>
        </p:spPr>
        <p:txBody>
          <a:bodyPr wrap="square">
            <a:spAutoFit/>
          </a:bodyPr>
          <a:lstStyle/>
          <a:p>
            <a:pPr marL="285750" indent="-285750">
              <a:buFont typeface="Wingdings" panose="05000000000000000000" pitchFamily="2" charset="2"/>
              <a:buChar char="ü"/>
            </a:pPr>
            <a:r>
              <a:rPr lang="en-US" altLang="zh-CN" sz="2400" b="1" dirty="0">
                <a:latin typeface="+mj-ea"/>
                <a:ea typeface="+mj-ea"/>
              </a:rPr>
              <a:t>URL</a:t>
            </a:r>
            <a:r>
              <a:rPr lang="zh-CN" altLang="en-US" sz="2400" b="1" dirty="0">
                <a:latin typeface="+mj-ea"/>
                <a:ea typeface="+mj-ea"/>
              </a:rPr>
              <a:t>的结构</a:t>
            </a:r>
          </a:p>
        </p:txBody>
      </p:sp>
    </p:spTree>
    <p:extLst>
      <p:ext uri="{BB962C8B-B14F-4D97-AF65-F5344CB8AC3E}">
        <p14:creationId xmlns:p14="http://schemas.microsoft.com/office/powerpoint/2010/main" val="1108075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使用符合</a:t>
            </a:r>
            <a:r>
              <a:rPr lang="en-US" altLang="zh-CN" sz="2800" b="1" dirty="0">
                <a:solidFill>
                  <a:srgbClr val="0000FF"/>
                </a:solidFill>
                <a:effectLst>
                  <a:outerShdw blurRad="38100" dist="38100" dir="2700000" algn="tl">
                    <a:srgbClr val="000000">
                      <a:alpha val="43137"/>
                    </a:srgbClr>
                  </a:outerShdw>
                </a:effectLst>
              </a:rPr>
              <a:t>REST</a:t>
            </a:r>
            <a:r>
              <a:rPr lang="zh-CN" altLang="en-US" sz="2800" b="1" dirty="0">
                <a:solidFill>
                  <a:srgbClr val="0000FF"/>
                </a:solidFill>
                <a:effectLst>
                  <a:outerShdw blurRad="38100" dist="38100" dir="2700000" algn="tl">
                    <a:srgbClr val="000000">
                      <a:alpha val="43137"/>
                    </a:srgbClr>
                  </a:outerShdw>
                </a:effectLst>
              </a:rPr>
              <a:t>风格的</a:t>
            </a:r>
            <a:r>
              <a:rPr lang="en-US" altLang="zh-CN" sz="2800" b="1" dirty="0">
                <a:solidFill>
                  <a:srgbClr val="0000FF"/>
                </a:solidFill>
                <a:effectLst>
                  <a:outerShdw blurRad="38100" dist="38100" dir="2700000" algn="tl">
                    <a:srgbClr val="000000">
                      <a:alpha val="43137"/>
                    </a:srgbClr>
                  </a:outerShdw>
                </a:effectLst>
              </a:rPr>
              <a:t>URL</a:t>
            </a:r>
            <a:r>
              <a:rPr lang="zh-CN" altLang="en-US" sz="2800" b="1" dirty="0">
                <a:solidFill>
                  <a:srgbClr val="0000FF"/>
                </a:solidFill>
                <a:effectLst>
                  <a:outerShdw blurRad="38100" dist="38100" dir="2700000" algn="tl">
                    <a:srgbClr val="000000">
                      <a:alpha val="43137"/>
                    </a:srgbClr>
                  </a:outerShdw>
                </a:effectLst>
              </a:rPr>
              <a:t>规则</a:t>
            </a:r>
            <a:endParaRPr lang="en-US" altLang="zh-CN" sz="2800" b="1" dirty="0">
              <a:solidFill>
                <a:srgbClr val="0000FF"/>
              </a:solidFill>
              <a:effectLst>
                <a:outerShdw blurRad="38100" dist="38100" dir="2700000" algn="tl">
                  <a:srgbClr val="000000">
                    <a:alpha val="43137"/>
                  </a:srgbClr>
                </a:outerShdw>
              </a:effectLst>
            </a:endParaRPr>
          </a:p>
        </p:txBody>
      </p:sp>
      <p:sp>
        <p:nvSpPr>
          <p:cNvPr id="3" name="TextBox 27">
            <a:extLst>
              <a:ext uri="{FF2B5EF4-FFF2-40B4-BE49-F238E27FC236}">
                <a16:creationId xmlns:a16="http://schemas.microsoft.com/office/drawing/2014/main" id="{127F1668-6333-B6C5-7E09-F6E84CBFC333}"/>
              </a:ext>
            </a:extLst>
          </p:cNvPr>
          <p:cNvSpPr txBox="1">
            <a:spLocks noChangeArrowheads="1"/>
          </p:cNvSpPr>
          <p:nvPr/>
        </p:nvSpPr>
        <p:spPr bwMode="auto">
          <a:xfrm>
            <a:off x="823541" y="1764085"/>
            <a:ext cx="10425285" cy="4541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en-US" altLang="zh-CN" sz="2400" b="1" dirty="0">
                <a:solidFill>
                  <a:srgbClr val="040014"/>
                </a:solidFill>
                <a:latin typeface="宋体" panose="02010600030101010101" pitchFamily="2" charset="-122"/>
                <a:cs typeface="MS PGothic" panose="020B0600070205080204" pitchFamily="34" charset="-128"/>
              </a:rPr>
              <a:t>URL</a:t>
            </a:r>
            <a:r>
              <a:rPr lang="zh-CN" altLang="en-US" sz="2400" b="1" dirty="0">
                <a:solidFill>
                  <a:srgbClr val="040014"/>
                </a:solidFill>
                <a:latin typeface="宋体" panose="02010600030101010101" pitchFamily="2" charset="-122"/>
                <a:cs typeface="MS PGothic" panose="020B0600070205080204" pitchFamily="34" charset="-128"/>
              </a:rPr>
              <a:t>的常见形式</a:t>
            </a:r>
            <a:endParaRPr lang="en-US" altLang="zh-CN" sz="2400" b="1"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pPr>
            <a:r>
              <a:rPr lang="zh-CN" altLang="en-US" sz="1800" dirty="0">
                <a:solidFill>
                  <a:srgbClr val="040014"/>
                </a:solidFill>
                <a:latin typeface="宋体" panose="02010600030101010101" pitchFamily="2" charset="-122"/>
                <a:cs typeface="MS PGothic" panose="020B0600070205080204" pitchFamily="34" charset="-128"/>
              </a:rPr>
              <a:t>网址，例如</a:t>
            </a:r>
            <a:r>
              <a:rPr lang="en-US" altLang="zh-CN" sz="1800" dirty="0">
                <a:solidFill>
                  <a:srgbClr val="040014"/>
                </a:solidFill>
                <a:latin typeface="宋体" panose="02010600030101010101" pitchFamily="2" charset="-122"/>
                <a:cs typeface="MS PGothic" panose="020B0600070205080204" pitchFamily="34" charset="-128"/>
              </a:rPr>
              <a:t>http://www.baidu.com</a:t>
            </a:r>
          </a:p>
          <a:p>
            <a:pPr>
              <a:lnSpc>
                <a:spcPct val="120000"/>
              </a:lnSpc>
              <a:buClr>
                <a:srgbClr val="C00000"/>
              </a:buClr>
            </a:pPr>
            <a:r>
              <a:rPr lang="zh-CN" altLang="en-US" sz="1800" dirty="0">
                <a:solidFill>
                  <a:srgbClr val="040014"/>
                </a:solidFill>
                <a:latin typeface="宋体" panose="02010600030101010101" pitchFamily="2" charset="-122"/>
                <a:cs typeface="MS PGothic" panose="020B0600070205080204" pitchFamily="34" charset="-128"/>
              </a:rPr>
              <a:t>邮件，例如</a:t>
            </a:r>
            <a:r>
              <a:rPr lang="en-US" altLang="zh-CN" sz="1800" dirty="0">
                <a:solidFill>
                  <a:srgbClr val="040014"/>
                </a:solidFill>
                <a:latin typeface="宋体" panose="02010600030101010101" pitchFamily="2" charset="-122"/>
                <a:cs typeface="MS PGothic" panose="020B0600070205080204" pitchFamily="34" charset="-128"/>
              </a:rPr>
              <a:t>mailto:a@a.com</a:t>
            </a:r>
          </a:p>
          <a:p>
            <a:pPr>
              <a:lnSpc>
                <a:spcPct val="120000"/>
              </a:lnSpc>
              <a:buClr>
                <a:srgbClr val="C00000"/>
              </a:buClr>
            </a:pPr>
            <a:r>
              <a:rPr lang="zh-CN" altLang="en-US" sz="1800" dirty="0">
                <a:solidFill>
                  <a:srgbClr val="040014"/>
                </a:solidFill>
                <a:latin typeface="宋体" panose="02010600030101010101" pitchFamily="2" charset="-122"/>
                <a:cs typeface="MS PGothic" panose="020B0600070205080204" pitchFamily="34" charset="-128"/>
              </a:rPr>
              <a:t>电话，例如</a:t>
            </a:r>
            <a:r>
              <a:rPr lang="en-US" altLang="zh-CN" sz="1800" dirty="0">
                <a:solidFill>
                  <a:srgbClr val="040014"/>
                </a:solidFill>
                <a:latin typeface="宋体" panose="02010600030101010101" pitchFamily="2" charset="-122"/>
                <a:cs typeface="MS PGothic" panose="020B0600070205080204" pitchFamily="34" charset="-128"/>
              </a:rPr>
              <a:t>tel:100000000</a:t>
            </a:r>
          </a:p>
          <a:p>
            <a:pPr>
              <a:lnSpc>
                <a:spcPct val="120000"/>
              </a:lnSpc>
              <a:buClr>
                <a:srgbClr val="C00000"/>
              </a:buClr>
            </a:pPr>
            <a:r>
              <a:rPr lang="zh-CN" altLang="en-US" sz="1800" dirty="0">
                <a:solidFill>
                  <a:srgbClr val="040014"/>
                </a:solidFill>
                <a:latin typeface="宋体" panose="02010600030101010101" pitchFamily="2" charset="-122"/>
                <a:cs typeface="MS PGothic" panose="020B0600070205080204" pitchFamily="34" charset="-128"/>
              </a:rPr>
              <a:t>联系人，例如</a:t>
            </a:r>
            <a:r>
              <a:rPr lang="fr-FR" altLang="zh-CN" sz="1800" dirty="0">
                <a:solidFill>
                  <a:srgbClr val="040014"/>
                </a:solidFill>
                <a:latin typeface="宋体" panose="02010600030101010101" pitchFamily="2" charset="-122"/>
                <a:cs typeface="MS PGothic" panose="020B0600070205080204" pitchFamily="34" charset="-128"/>
              </a:rPr>
              <a:t>content://com.android.contacts/contacts/1</a:t>
            </a:r>
          </a:p>
          <a:p>
            <a:pPr>
              <a:lnSpc>
                <a:spcPct val="120000"/>
              </a:lnSpc>
              <a:buClr>
                <a:srgbClr val="C00000"/>
              </a:buClr>
            </a:pPr>
            <a:r>
              <a:rPr lang="zh-CN" altLang="en-US" sz="1800" dirty="0">
                <a:solidFill>
                  <a:srgbClr val="040014"/>
                </a:solidFill>
                <a:latin typeface="宋体" panose="02010600030101010101" pitchFamily="2" charset="-122"/>
                <a:cs typeface="MS PGothic" panose="020B0600070205080204" pitchFamily="34" charset="-128"/>
              </a:rPr>
              <a:t>文件，例如</a:t>
            </a:r>
            <a:r>
              <a:rPr lang="en-US" altLang="zh-CN" sz="1800" dirty="0">
                <a:solidFill>
                  <a:srgbClr val="040014"/>
                </a:solidFill>
                <a:latin typeface="宋体" panose="02010600030101010101" pitchFamily="2" charset="-122"/>
                <a:cs typeface="MS PGothic" panose="020B0600070205080204" pitchFamily="34" charset="-128"/>
              </a:rPr>
              <a:t>file:///sdcard/mypic.jpg</a:t>
            </a:r>
          </a:p>
          <a:p>
            <a:pPr>
              <a:lnSpc>
                <a:spcPct val="120000"/>
              </a:lnSpc>
              <a:buClr>
                <a:srgbClr val="C00000"/>
              </a:buClr>
            </a:pPr>
            <a:r>
              <a:rPr lang="en-US" altLang="zh-CN" sz="1800" dirty="0">
                <a:solidFill>
                  <a:srgbClr val="040014"/>
                </a:solidFill>
                <a:latin typeface="宋体" panose="02010600030101010101" pitchFamily="2" charset="-122"/>
                <a:cs typeface="MS PGothic" panose="020B0600070205080204" pitchFamily="34" charset="-128"/>
              </a:rPr>
              <a:t>GPS</a:t>
            </a:r>
            <a:r>
              <a:rPr lang="zh-CN" altLang="en-US" sz="1800" dirty="0">
                <a:solidFill>
                  <a:srgbClr val="040014"/>
                </a:solidFill>
                <a:latin typeface="宋体" panose="02010600030101010101" pitchFamily="2" charset="-122"/>
                <a:cs typeface="MS PGothic" panose="020B0600070205080204" pitchFamily="34" charset="-128"/>
              </a:rPr>
              <a:t>坐标，例如</a:t>
            </a:r>
            <a:r>
              <a:rPr lang="en-US" altLang="zh-CN" sz="1800" dirty="0">
                <a:solidFill>
                  <a:srgbClr val="040014"/>
                </a:solidFill>
                <a:latin typeface="宋体" panose="02010600030101010101" pitchFamily="2" charset="-122"/>
                <a:cs typeface="MS PGothic" panose="020B0600070205080204" pitchFamily="34" charset="-128"/>
              </a:rPr>
              <a:t>geo:31.899533,-27.036173</a:t>
            </a:r>
          </a:p>
        </p:txBody>
      </p:sp>
      <p:pic>
        <p:nvPicPr>
          <p:cNvPr id="4" name="图片 3">
            <a:extLst>
              <a:ext uri="{FF2B5EF4-FFF2-40B4-BE49-F238E27FC236}">
                <a16:creationId xmlns:a16="http://schemas.microsoft.com/office/drawing/2014/main" id="{0FAC7BA7-EC0B-1AB5-DBE0-23A3E2929E8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831653" y="2484165"/>
            <a:ext cx="8640960" cy="1370641"/>
          </a:xfrm>
          <a:prstGeom prst="rect">
            <a:avLst/>
          </a:prstGeom>
        </p:spPr>
      </p:pic>
    </p:spTree>
    <p:extLst>
      <p:ext uri="{BB962C8B-B14F-4D97-AF65-F5344CB8AC3E}">
        <p14:creationId xmlns:p14="http://schemas.microsoft.com/office/powerpoint/2010/main" val="97132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使用符合</a:t>
            </a:r>
            <a:r>
              <a:rPr lang="en-US" altLang="zh-CN" sz="2800" b="1" dirty="0">
                <a:solidFill>
                  <a:srgbClr val="0000FF"/>
                </a:solidFill>
                <a:effectLst>
                  <a:outerShdw blurRad="38100" dist="38100" dir="2700000" algn="tl">
                    <a:srgbClr val="000000">
                      <a:alpha val="43137"/>
                    </a:srgbClr>
                  </a:outerShdw>
                </a:effectLst>
              </a:rPr>
              <a:t>REST</a:t>
            </a:r>
            <a:r>
              <a:rPr lang="zh-CN" altLang="en-US" sz="2800" b="1" dirty="0">
                <a:solidFill>
                  <a:srgbClr val="0000FF"/>
                </a:solidFill>
                <a:effectLst>
                  <a:outerShdw blurRad="38100" dist="38100" dir="2700000" algn="tl">
                    <a:srgbClr val="000000">
                      <a:alpha val="43137"/>
                    </a:srgbClr>
                  </a:outerShdw>
                </a:effectLst>
              </a:rPr>
              <a:t>风格的</a:t>
            </a:r>
            <a:r>
              <a:rPr lang="en-US" altLang="zh-CN" sz="2800" b="1" dirty="0">
                <a:solidFill>
                  <a:srgbClr val="0000FF"/>
                </a:solidFill>
                <a:effectLst>
                  <a:outerShdw blurRad="38100" dist="38100" dir="2700000" algn="tl">
                    <a:srgbClr val="000000">
                      <a:alpha val="43137"/>
                    </a:srgbClr>
                  </a:outerShdw>
                </a:effectLst>
              </a:rPr>
              <a:t>URL</a:t>
            </a:r>
            <a:r>
              <a:rPr lang="zh-CN" altLang="en-US" sz="2800" b="1" dirty="0">
                <a:solidFill>
                  <a:srgbClr val="0000FF"/>
                </a:solidFill>
                <a:effectLst>
                  <a:outerShdw blurRad="38100" dist="38100" dir="2700000" algn="tl">
                    <a:srgbClr val="000000">
                      <a:alpha val="43137"/>
                    </a:srgbClr>
                  </a:outerShdw>
                </a:effectLst>
              </a:rPr>
              <a:t>规则</a:t>
            </a:r>
            <a:endParaRPr lang="en-US" altLang="zh-CN" sz="2800" b="1" dirty="0">
              <a:solidFill>
                <a:srgbClr val="0000FF"/>
              </a:solidFill>
              <a:effectLst>
                <a:outerShdw blurRad="38100" dist="38100" dir="2700000" algn="tl">
                  <a:srgbClr val="000000">
                    <a:alpha val="43137"/>
                  </a:srgbClr>
                </a:outerShdw>
              </a:effectLst>
            </a:endParaRPr>
          </a:p>
        </p:txBody>
      </p:sp>
      <p:sp>
        <p:nvSpPr>
          <p:cNvPr id="3" name="TextBox 27">
            <a:extLst>
              <a:ext uri="{FF2B5EF4-FFF2-40B4-BE49-F238E27FC236}">
                <a16:creationId xmlns:a16="http://schemas.microsoft.com/office/drawing/2014/main" id="{127F1668-6333-B6C5-7E09-F6E84CBFC333}"/>
              </a:ext>
            </a:extLst>
          </p:cNvPr>
          <p:cNvSpPr txBox="1">
            <a:spLocks noChangeArrowheads="1"/>
          </p:cNvSpPr>
          <p:nvPr/>
        </p:nvSpPr>
        <p:spPr bwMode="auto">
          <a:xfrm>
            <a:off x="823541" y="1764085"/>
            <a:ext cx="10425285" cy="1348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en-US" altLang="zh-CN" sz="2400" b="1" dirty="0">
                <a:solidFill>
                  <a:srgbClr val="040014"/>
                </a:solidFill>
                <a:latin typeface="宋体" panose="02010600030101010101" pitchFamily="2" charset="-122"/>
                <a:cs typeface="MS PGothic" panose="020B0600070205080204" pitchFamily="34" charset="-128"/>
              </a:rPr>
              <a:t>RESTful</a:t>
            </a:r>
            <a:r>
              <a:rPr lang="zh-CN" altLang="en-US" sz="2400" b="1" dirty="0">
                <a:solidFill>
                  <a:srgbClr val="040014"/>
                </a:solidFill>
                <a:latin typeface="宋体" panose="02010600030101010101" pitchFamily="2" charset="-122"/>
                <a:cs typeface="MS PGothic" panose="020B0600070205080204" pitchFamily="34" charset="-128"/>
              </a:rPr>
              <a:t>风格</a:t>
            </a:r>
            <a:endParaRPr lang="en-US" altLang="zh-CN" sz="2400" b="1"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p:txBody>
      </p:sp>
      <p:sp>
        <p:nvSpPr>
          <p:cNvPr id="5" name="文本框 4">
            <a:extLst>
              <a:ext uri="{FF2B5EF4-FFF2-40B4-BE49-F238E27FC236}">
                <a16:creationId xmlns:a16="http://schemas.microsoft.com/office/drawing/2014/main" id="{3867DDD4-52EC-17CC-2756-DBC4A6F6F0DD}"/>
              </a:ext>
            </a:extLst>
          </p:cNvPr>
          <p:cNvSpPr txBox="1"/>
          <p:nvPr/>
        </p:nvSpPr>
        <p:spPr>
          <a:xfrm>
            <a:off x="911424" y="2469839"/>
            <a:ext cx="10081120" cy="57996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50000"/>
              </a:lnSpc>
            </a:pPr>
            <a:r>
              <a:rPr lang="en-US" altLang="zh-CN" sz="2400" dirty="0">
                <a:latin typeface="Times New Roman" panose="02020603050405020304" pitchFamily="18" charset="0"/>
                <a:cs typeface="Times New Roman" panose="02020603050405020304" pitchFamily="18" charset="0"/>
              </a:rPr>
              <a:t>scheme "://" host  ":"  port "/ " </a:t>
            </a:r>
            <a:r>
              <a:rPr lang="en-US" altLang="zh-CN" sz="2400" b="1" dirty="0">
                <a:solidFill>
                  <a:schemeClr val="accent6"/>
                </a:solidFill>
                <a:latin typeface="Times New Roman" panose="02020603050405020304" pitchFamily="18" charset="0"/>
                <a:cs typeface="Times New Roman" panose="02020603050405020304" pitchFamily="18" charset="0"/>
              </a:rPr>
              <a:t>{version} </a:t>
            </a:r>
            <a:r>
              <a:rPr lang="en-US" altLang="zh-CN" sz="2400" dirty="0">
                <a:solidFill>
                  <a:schemeClr val="tx2"/>
                </a:solidFill>
                <a:latin typeface="Times New Roman" panose="02020603050405020304" pitchFamily="18" charset="0"/>
                <a:cs typeface="Times New Roman" panose="02020603050405020304" pitchFamily="18" charset="0"/>
              </a:rPr>
              <a:t>"/ "</a:t>
            </a:r>
            <a:r>
              <a:rPr lang="en-US" altLang="zh-CN" sz="2400" b="1" dirty="0">
                <a:solidFill>
                  <a:schemeClr val="accent6"/>
                </a:solidFill>
                <a:latin typeface="Times New Roman" panose="02020603050405020304" pitchFamily="18" charset="0"/>
                <a:cs typeface="Times New Roman" panose="02020603050405020304" pitchFamily="18" charset="0"/>
              </a:rPr>
              <a:t> {resources} </a:t>
            </a:r>
            <a:r>
              <a:rPr lang="en-US" altLang="zh-CN" sz="2400" dirty="0">
                <a:solidFill>
                  <a:schemeClr val="tx2"/>
                </a:solidFill>
                <a:latin typeface="Times New Roman" panose="02020603050405020304" pitchFamily="18" charset="0"/>
                <a:cs typeface="Times New Roman" panose="02020603050405020304" pitchFamily="18" charset="0"/>
              </a:rPr>
              <a:t>"/ "</a:t>
            </a:r>
            <a:r>
              <a:rPr lang="en-US" altLang="zh-CN" sz="2400" b="1" dirty="0">
                <a:solidFill>
                  <a:schemeClr val="accent6"/>
                </a:solidFill>
                <a:latin typeface="Times New Roman" panose="02020603050405020304" pitchFamily="18" charset="0"/>
                <a:cs typeface="Times New Roman" panose="02020603050405020304" pitchFamily="18" charset="0"/>
              </a:rPr>
              <a:t> {</a:t>
            </a:r>
            <a:r>
              <a:rPr lang="en-US" altLang="zh-CN" sz="2400" b="1" dirty="0" err="1">
                <a:solidFill>
                  <a:schemeClr val="accent6"/>
                </a:solidFill>
                <a:latin typeface="Times New Roman" panose="02020603050405020304" pitchFamily="18" charset="0"/>
                <a:cs typeface="Times New Roman" panose="02020603050405020304" pitchFamily="18" charset="0"/>
              </a:rPr>
              <a:t>resource_id</a:t>
            </a:r>
            <a:r>
              <a:rPr lang="en-US" altLang="zh-CN" sz="2400" b="1" dirty="0">
                <a:solidFill>
                  <a:schemeClr val="accent6"/>
                </a:solidFill>
                <a:latin typeface="Times New Roman" panose="02020603050405020304" pitchFamily="18" charset="0"/>
                <a:cs typeface="Times New Roman" panose="02020603050405020304" pitchFamily="18" charset="0"/>
              </a:rPr>
              <a:t>}</a:t>
            </a:r>
          </a:p>
        </p:txBody>
      </p:sp>
      <p:sp>
        <p:nvSpPr>
          <p:cNvPr id="6" name="文本框 5">
            <a:extLst>
              <a:ext uri="{FF2B5EF4-FFF2-40B4-BE49-F238E27FC236}">
                <a16:creationId xmlns:a16="http://schemas.microsoft.com/office/drawing/2014/main" id="{15A3658C-5A20-45A9-6E34-435F5FBD46F0}"/>
              </a:ext>
            </a:extLst>
          </p:cNvPr>
          <p:cNvSpPr txBox="1"/>
          <p:nvPr/>
        </p:nvSpPr>
        <p:spPr>
          <a:xfrm>
            <a:off x="823541" y="3343148"/>
            <a:ext cx="9649072" cy="1684244"/>
          </a:xfrm>
          <a:prstGeom prst="rect">
            <a:avLst/>
          </a:prstGeom>
          <a:noFill/>
        </p:spPr>
        <p:txBody>
          <a:bodyPr wrap="square">
            <a:spAutoFit/>
          </a:bodyPr>
          <a:lstStyle/>
          <a:p>
            <a:pPr>
              <a:lnSpc>
                <a:spcPct val="150000"/>
              </a:lnSpc>
            </a:pPr>
            <a:r>
              <a:rPr lang="en-US" altLang="zh-CN" sz="2400" dirty="0">
                <a:latin typeface="Times New Roman" panose="02020603050405020304" pitchFamily="18" charset="0"/>
                <a:cs typeface="Times New Roman" panose="02020603050405020304" pitchFamily="18" charset="0"/>
              </a:rPr>
              <a:t>version</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API</a:t>
            </a:r>
            <a:r>
              <a:rPr lang="zh-CN" altLang="en-US" sz="2400" dirty="0">
                <a:latin typeface="Times New Roman" panose="02020603050405020304" pitchFamily="18" charset="0"/>
                <a:cs typeface="Times New Roman" panose="02020603050405020304" pitchFamily="18" charset="0"/>
              </a:rPr>
              <a:t>的版本号</a:t>
            </a:r>
          </a:p>
          <a:p>
            <a:pPr>
              <a:lnSpc>
                <a:spcPct val="150000"/>
              </a:lnSpc>
            </a:pPr>
            <a:r>
              <a:rPr lang="en-US" altLang="zh-CN" sz="2400" dirty="0">
                <a:latin typeface="Times New Roman" panose="02020603050405020304" pitchFamily="18" charset="0"/>
                <a:cs typeface="Times New Roman" panose="02020603050405020304" pitchFamily="18" charset="0"/>
              </a:rPr>
              <a:t>resources</a:t>
            </a:r>
            <a:r>
              <a:rPr lang="zh-CN" altLang="en-US" sz="2400" dirty="0">
                <a:latin typeface="Times New Roman" panose="02020603050405020304" pitchFamily="18" charset="0"/>
                <a:cs typeface="Times New Roman" panose="02020603050405020304" pitchFamily="18" charset="0"/>
              </a:rPr>
              <a:t>：    资源对象</a:t>
            </a:r>
          </a:p>
          <a:p>
            <a:pPr>
              <a:lnSpc>
                <a:spcPct val="150000"/>
              </a:lnSpc>
            </a:pPr>
            <a:r>
              <a:rPr lang="en-US" altLang="zh-CN" sz="2400" dirty="0" err="1">
                <a:latin typeface="Times New Roman" panose="02020603050405020304" pitchFamily="18" charset="0"/>
                <a:cs typeface="Times New Roman" panose="02020603050405020304" pitchFamily="18" charset="0"/>
              </a:rPr>
              <a:t>resource_id</a:t>
            </a:r>
            <a:r>
              <a:rPr lang="zh-CN" altLang="en-US" sz="2400" dirty="0">
                <a:latin typeface="Times New Roman" panose="02020603050405020304" pitchFamily="18" charset="0"/>
                <a:cs typeface="Times New Roman" panose="02020603050405020304" pitchFamily="18" charset="0"/>
              </a:rPr>
              <a:t>：资源对象的</a:t>
            </a:r>
            <a:r>
              <a:rPr lang="en-US" altLang="zh-CN" sz="2400" dirty="0">
                <a:latin typeface="Times New Roman" panose="02020603050405020304" pitchFamily="18" charset="0"/>
                <a:cs typeface="Times New Roman" panose="02020603050405020304" pitchFamily="18" charset="0"/>
              </a:rPr>
              <a:t>id</a:t>
            </a:r>
            <a:endParaRPr lang="zh-CN" altLang="en-US" sz="24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35553C08-2650-9504-239C-586748299B5E}"/>
              </a:ext>
            </a:extLst>
          </p:cNvPr>
          <p:cNvSpPr txBox="1"/>
          <p:nvPr/>
        </p:nvSpPr>
        <p:spPr>
          <a:xfrm>
            <a:off x="885364" y="5343592"/>
            <a:ext cx="10081120" cy="57996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US" altLang="zh-CN" sz="2400" b="1" dirty="0">
                <a:solidFill>
                  <a:schemeClr val="accent6"/>
                </a:solidFill>
                <a:latin typeface="Times New Roman" panose="02020603050405020304" pitchFamily="18" charset="0"/>
                <a:cs typeface="Times New Roman" panose="02020603050405020304" pitchFamily="18" charset="0"/>
              </a:rPr>
              <a:t>https://127.0.0.1/v1/users/1</a:t>
            </a:r>
          </a:p>
        </p:txBody>
      </p:sp>
    </p:spTree>
    <p:extLst>
      <p:ext uri="{BB962C8B-B14F-4D97-AF65-F5344CB8AC3E}">
        <p14:creationId xmlns:p14="http://schemas.microsoft.com/office/powerpoint/2010/main" val="168919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使用符合</a:t>
            </a:r>
            <a:r>
              <a:rPr lang="en-US" altLang="zh-CN" sz="2800" b="1" dirty="0">
                <a:solidFill>
                  <a:srgbClr val="0000FF"/>
                </a:solidFill>
                <a:effectLst>
                  <a:outerShdw blurRad="38100" dist="38100" dir="2700000" algn="tl">
                    <a:srgbClr val="000000">
                      <a:alpha val="43137"/>
                    </a:srgbClr>
                  </a:outerShdw>
                </a:effectLst>
              </a:rPr>
              <a:t>REST</a:t>
            </a:r>
            <a:r>
              <a:rPr lang="zh-CN" altLang="en-US" sz="2800" b="1" dirty="0">
                <a:solidFill>
                  <a:srgbClr val="0000FF"/>
                </a:solidFill>
                <a:effectLst>
                  <a:outerShdw blurRad="38100" dist="38100" dir="2700000" algn="tl">
                    <a:srgbClr val="000000">
                      <a:alpha val="43137"/>
                    </a:srgbClr>
                  </a:outerShdw>
                </a:effectLst>
              </a:rPr>
              <a:t>风格的</a:t>
            </a:r>
            <a:r>
              <a:rPr lang="en-US" altLang="zh-CN" sz="2800" b="1" dirty="0">
                <a:solidFill>
                  <a:srgbClr val="0000FF"/>
                </a:solidFill>
                <a:effectLst>
                  <a:outerShdw blurRad="38100" dist="38100" dir="2700000" algn="tl">
                    <a:srgbClr val="000000">
                      <a:alpha val="43137"/>
                    </a:srgbClr>
                  </a:outerShdw>
                </a:effectLst>
              </a:rPr>
              <a:t>URL</a:t>
            </a:r>
            <a:r>
              <a:rPr lang="zh-CN" altLang="en-US" sz="2800" b="1" dirty="0">
                <a:solidFill>
                  <a:srgbClr val="0000FF"/>
                </a:solidFill>
                <a:effectLst>
                  <a:outerShdw blurRad="38100" dist="38100" dir="2700000" algn="tl">
                    <a:srgbClr val="000000">
                      <a:alpha val="43137"/>
                    </a:srgbClr>
                  </a:outerShdw>
                </a:effectLst>
              </a:rPr>
              <a:t>规则</a:t>
            </a:r>
            <a:endParaRPr lang="en-US" altLang="zh-CN" sz="2800" b="1" dirty="0">
              <a:solidFill>
                <a:srgbClr val="0000FF"/>
              </a:solidFill>
              <a:effectLst>
                <a:outerShdw blurRad="38100" dist="38100" dir="2700000" algn="tl">
                  <a:srgbClr val="000000">
                    <a:alpha val="43137"/>
                  </a:srgbClr>
                </a:outerShdw>
              </a:effectLst>
            </a:endParaRPr>
          </a:p>
        </p:txBody>
      </p:sp>
      <p:sp>
        <p:nvSpPr>
          <p:cNvPr id="3" name="TextBox 27">
            <a:extLst>
              <a:ext uri="{FF2B5EF4-FFF2-40B4-BE49-F238E27FC236}">
                <a16:creationId xmlns:a16="http://schemas.microsoft.com/office/drawing/2014/main" id="{127F1668-6333-B6C5-7E09-F6E84CBFC333}"/>
              </a:ext>
            </a:extLst>
          </p:cNvPr>
          <p:cNvSpPr txBox="1">
            <a:spLocks noChangeArrowheads="1"/>
          </p:cNvSpPr>
          <p:nvPr/>
        </p:nvSpPr>
        <p:spPr bwMode="auto">
          <a:xfrm>
            <a:off x="823541" y="1764085"/>
            <a:ext cx="10425285" cy="1348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en-US" altLang="zh-CN" sz="2400" b="1" dirty="0">
                <a:solidFill>
                  <a:srgbClr val="040014"/>
                </a:solidFill>
                <a:latin typeface="宋体" panose="02010600030101010101" pitchFamily="2" charset="-122"/>
                <a:cs typeface="MS PGothic" panose="020B0600070205080204" pitchFamily="34" charset="-128"/>
              </a:rPr>
              <a:t>RESTful</a:t>
            </a:r>
            <a:r>
              <a:rPr lang="zh-CN" altLang="en-US" sz="2400" b="1" dirty="0">
                <a:solidFill>
                  <a:srgbClr val="040014"/>
                </a:solidFill>
                <a:latin typeface="宋体" panose="02010600030101010101" pitchFamily="2" charset="-122"/>
                <a:cs typeface="MS PGothic" panose="020B0600070205080204" pitchFamily="34" charset="-128"/>
              </a:rPr>
              <a:t>风格</a:t>
            </a:r>
            <a:endParaRPr lang="en-US" altLang="zh-CN" sz="2400" b="1"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p:txBody>
      </p:sp>
      <p:sp>
        <p:nvSpPr>
          <p:cNvPr id="4" name="文本框 3">
            <a:extLst>
              <a:ext uri="{FF2B5EF4-FFF2-40B4-BE49-F238E27FC236}">
                <a16:creationId xmlns:a16="http://schemas.microsoft.com/office/drawing/2014/main" id="{D474EF22-79F7-6EC7-4717-4F9D59DD234E}"/>
              </a:ext>
            </a:extLst>
          </p:cNvPr>
          <p:cNvSpPr txBox="1"/>
          <p:nvPr/>
        </p:nvSpPr>
        <p:spPr>
          <a:xfrm>
            <a:off x="1153613" y="4684606"/>
            <a:ext cx="10081120" cy="11339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US" altLang="zh-CN" sz="2400" b="1" dirty="0">
                <a:solidFill>
                  <a:schemeClr val="accent6"/>
                </a:solidFill>
                <a:latin typeface="Times New Roman" panose="02020603050405020304" pitchFamily="18" charset="0"/>
                <a:cs typeface="Times New Roman" panose="02020603050405020304" pitchFamily="18" charset="0"/>
              </a:rPr>
              <a:t>https://127.0.0.1/</a:t>
            </a:r>
            <a:r>
              <a:rPr lang="en-US" altLang="zh-CN" sz="2400" b="1" dirty="0">
                <a:solidFill>
                  <a:srgbClr val="00B050"/>
                </a:solidFill>
                <a:latin typeface="Times New Roman" panose="02020603050405020304" pitchFamily="18" charset="0"/>
                <a:cs typeface="Times New Roman" panose="02020603050405020304" pitchFamily="18" charset="0"/>
              </a:rPr>
              <a:t>v1</a:t>
            </a:r>
            <a:r>
              <a:rPr lang="en-US" altLang="zh-CN" sz="2400" b="1" dirty="0">
                <a:solidFill>
                  <a:schemeClr val="accent6"/>
                </a:solidFill>
                <a:latin typeface="Times New Roman" panose="02020603050405020304" pitchFamily="18" charset="0"/>
                <a:cs typeface="Times New Roman" panose="02020603050405020304" pitchFamily="18" charset="0"/>
              </a:rPr>
              <a:t>/</a:t>
            </a:r>
            <a:r>
              <a:rPr lang="en-US" altLang="zh-CN" sz="2400" b="1" dirty="0">
                <a:solidFill>
                  <a:srgbClr val="00B050"/>
                </a:solidFill>
                <a:latin typeface="Times New Roman" panose="02020603050405020304" pitchFamily="18" charset="0"/>
                <a:cs typeface="Times New Roman" panose="02020603050405020304" pitchFamily="18" charset="0"/>
              </a:rPr>
              <a:t>users</a:t>
            </a:r>
            <a:r>
              <a:rPr lang="en-US" altLang="zh-CN" sz="2400" b="1" dirty="0">
                <a:solidFill>
                  <a:schemeClr val="accent6"/>
                </a:solidFill>
                <a:latin typeface="Times New Roman" panose="02020603050405020304" pitchFamily="18" charset="0"/>
                <a:cs typeface="Times New Roman" panose="02020603050405020304" pitchFamily="18" charset="0"/>
              </a:rPr>
              <a:t>/</a:t>
            </a:r>
            <a:r>
              <a:rPr lang="en-US" altLang="zh-CN" sz="2400" b="1" dirty="0">
                <a:solidFill>
                  <a:srgbClr val="00B050"/>
                </a:solidFill>
                <a:latin typeface="Times New Roman" panose="02020603050405020304" pitchFamily="18" charset="0"/>
                <a:cs typeface="Times New Roman" panose="02020603050405020304" pitchFamily="18" charset="0"/>
              </a:rPr>
              <a:t>1</a:t>
            </a:r>
          </a:p>
          <a:p>
            <a:pPr>
              <a:lnSpc>
                <a:spcPct val="150000"/>
              </a:lnSpc>
            </a:pPr>
            <a:r>
              <a:rPr lang="en-US" altLang="zh-CN" sz="2400" b="1" dirty="0">
                <a:solidFill>
                  <a:schemeClr val="accent6"/>
                </a:solidFill>
                <a:latin typeface="Times New Roman" panose="02020603050405020304" pitchFamily="18" charset="0"/>
                <a:cs typeface="Times New Roman" panose="02020603050405020304" pitchFamily="18" charset="0"/>
              </a:rPr>
              <a:t>https://127.0.0.1/</a:t>
            </a:r>
            <a:r>
              <a:rPr lang="en-US" altLang="zh-CN" sz="2400" b="1" dirty="0">
                <a:solidFill>
                  <a:srgbClr val="00B050"/>
                </a:solidFill>
                <a:latin typeface="Times New Roman" panose="02020603050405020304" pitchFamily="18" charset="0"/>
                <a:cs typeface="Times New Roman" panose="02020603050405020304" pitchFamily="18" charset="0"/>
              </a:rPr>
              <a:t>news</a:t>
            </a:r>
            <a:r>
              <a:rPr lang="en-US" altLang="zh-CN" sz="2400" b="1" dirty="0">
                <a:solidFill>
                  <a:schemeClr val="accent6"/>
                </a:solidFill>
                <a:latin typeface="Times New Roman" panose="02020603050405020304" pitchFamily="18" charset="0"/>
                <a:cs typeface="Times New Roman" panose="02020603050405020304" pitchFamily="18" charset="0"/>
              </a:rPr>
              <a:t>/</a:t>
            </a:r>
            <a:r>
              <a:rPr lang="en-US" altLang="zh-CN" sz="2400" b="1" dirty="0">
                <a:solidFill>
                  <a:srgbClr val="00B050"/>
                </a:solidFill>
                <a:latin typeface="Times New Roman" panose="02020603050405020304" pitchFamily="18" charset="0"/>
                <a:cs typeface="Times New Roman" panose="02020603050405020304" pitchFamily="18" charset="0"/>
              </a:rPr>
              <a:t>today</a:t>
            </a:r>
            <a:r>
              <a:rPr lang="en-US" altLang="zh-CN" sz="2400" b="1" dirty="0">
                <a:solidFill>
                  <a:schemeClr val="accent6"/>
                </a:solidFill>
                <a:latin typeface="Times New Roman" panose="02020603050405020304" pitchFamily="18" charset="0"/>
                <a:cs typeface="Times New Roman" panose="02020603050405020304" pitchFamily="18" charset="0"/>
              </a:rPr>
              <a:t>/</a:t>
            </a:r>
            <a:r>
              <a:rPr lang="en-US" altLang="zh-CN" sz="2400" b="1" dirty="0">
                <a:solidFill>
                  <a:srgbClr val="00B050"/>
                </a:solidFill>
                <a:latin typeface="Times New Roman" panose="02020603050405020304" pitchFamily="18" charset="0"/>
                <a:cs typeface="Times New Roman" panose="02020603050405020304" pitchFamily="18" charset="0"/>
              </a:rPr>
              <a:t>how-to-use-restful-api</a:t>
            </a:r>
          </a:p>
        </p:txBody>
      </p:sp>
      <p:sp>
        <p:nvSpPr>
          <p:cNvPr id="9" name="文本框 8">
            <a:extLst>
              <a:ext uri="{FF2B5EF4-FFF2-40B4-BE49-F238E27FC236}">
                <a16:creationId xmlns:a16="http://schemas.microsoft.com/office/drawing/2014/main" id="{B9B96CC2-80CD-A90E-D270-9EDD288A37DD}"/>
              </a:ext>
            </a:extLst>
          </p:cNvPr>
          <p:cNvSpPr txBox="1"/>
          <p:nvPr/>
        </p:nvSpPr>
        <p:spPr>
          <a:xfrm>
            <a:off x="1153613" y="2285118"/>
            <a:ext cx="8640959" cy="2270301"/>
          </a:xfrm>
          <a:prstGeom prst="rect">
            <a:avLst/>
          </a:prstGeom>
          <a:noFill/>
        </p:spPr>
        <p:txBody>
          <a:bodyPr wrap="square">
            <a:spAutoFit/>
          </a:bodyPr>
          <a:lstStyle/>
          <a:p>
            <a:pPr marL="285750" indent="-285750">
              <a:lnSpc>
                <a:spcPct val="114000"/>
              </a:lnSpc>
              <a:buFont typeface="Arial" panose="020B0604020202020204" pitchFamily="34" charset="0"/>
              <a:buChar char="•"/>
            </a:pPr>
            <a:r>
              <a:rPr lang="zh-CN" altLang="en-US" dirty="0"/>
              <a:t>不用大写字母，所有单词使用</a:t>
            </a:r>
            <a:r>
              <a:rPr lang="zh-CN" altLang="en-US" b="1" dirty="0">
                <a:solidFill>
                  <a:srgbClr val="FF0000"/>
                </a:solidFill>
              </a:rPr>
              <a:t>英文且小写</a:t>
            </a:r>
            <a:endParaRPr lang="en-US" altLang="zh-CN" b="1" dirty="0">
              <a:solidFill>
                <a:srgbClr val="FF0000"/>
              </a:solidFill>
            </a:endParaRPr>
          </a:p>
          <a:p>
            <a:pPr marL="285750" indent="-285750">
              <a:lnSpc>
                <a:spcPct val="114000"/>
              </a:lnSpc>
              <a:buFont typeface="Arial" panose="020B0604020202020204" pitchFamily="34" charset="0"/>
              <a:buChar char="•"/>
            </a:pPr>
            <a:r>
              <a:rPr lang="en-US" altLang="zh-CN" dirty="0"/>
              <a:t>URL</a:t>
            </a:r>
            <a:r>
              <a:rPr lang="zh-CN" altLang="en-US" dirty="0"/>
              <a:t>中</a:t>
            </a:r>
            <a:r>
              <a:rPr lang="zh-CN" altLang="en-US" b="1" dirty="0">
                <a:solidFill>
                  <a:srgbClr val="FF0000"/>
                </a:solidFill>
              </a:rPr>
              <a:t>不出现动词</a:t>
            </a:r>
            <a:r>
              <a:rPr lang="zh-CN" altLang="en-US" dirty="0"/>
              <a:t>，而是用请求方法表示动作</a:t>
            </a:r>
            <a:endParaRPr lang="en-US" altLang="zh-CN" dirty="0"/>
          </a:p>
          <a:p>
            <a:pPr marL="285750" indent="-285750">
              <a:lnSpc>
                <a:spcPct val="114000"/>
              </a:lnSpc>
              <a:buFont typeface="Arial" panose="020B0604020202020204" pitchFamily="34" charset="0"/>
              <a:buChar char="•"/>
            </a:pPr>
            <a:r>
              <a:rPr lang="zh-CN" altLang="en-US" dirty="0"/>
              <a:t>资源表示</a:t>
            </a:r>
            <a:r>
              <a:rPr lang="zh-CN" altLang="en-US" b="1" dirty="0">
                <a:solidFill>
                  <a:srgbClr val="FF0000"/>
                </a:solidFill>
              </a:rPr>
              <a:t>用复数</a:t>
            </a:r>
            <a:r>
              <a:rPr lang="zh-CN" altLang="en-US" dirty="0"/>
              <a:t>不要用单数</a:t>
            </a:r>
          </a:p>
          <a:p>
            <a:pPr marL="285750" indent="-285750">
              <a:lnSpc>
                <a:spcPct val="114000"/>
              </a:lnSpc>
              <a:buFont typeface="Arial" panose="020B0604020202020204" pitchFamily="34" charset="0"/>
              <a:buChar char="•"/>
            </a:pPr>
            <a:r>
              <a:rPr lang="zh-CN" altLang="en-US" dirty="0"/>
              <a:t>连字符用中杠</a:t>
            </a:r>
            <a:r>
              <a:rPr lang="en-US" altLang="zh-CN" dirty="0">
                <a:solidFill>
                  <a:srgbClr val="FF0000"/>
                </a:solidFill>
              </a:rPr>
              <a:t>"-"</a:t>
            </a:r>
            <a:r>
              <a:rPr lang="zh-CN" altLang="en-US" dirty="0"/>
              <a:t>而不用下杠</a:t>
            </a:r>
            <a:r>
              <a:rPr lang="en-US" altLang="zh-CN" dirty="0"/>
              <a:t>"_"</a:t>
            </a:r>
          </a:p>
          <a:p>
            <a:pPr marL="285750" indent="-285750">
              <a:lnSpc>
                <a:spcPct val="114000"/>
              </a:lnSpc>
              <a:buFont typeface="Arial" panose="020B0604020202020204" pitchFamily="34" charset="0"/>
              <a:buChar char="•"/>
            </a:pPr>
            <a:r>
              <a:rPr lang="en-US" altLang="zh-CN" dirty="0"/>
              <a:t>URL</a:t>
            </a:r>
            <a:r>
              <a:rPr lang="zh-CN" altLang="en-US" dirty="0"/>
              <a:t>的层级不要过深，并且越靠前的层级应该相对越稳定</a:t>
            </a:r>
          </a:p>
          <a:p>
            <a:pPr marL="285750" indent="-285750">
              <a:lnSpc>
                <a:spcPct val="114000"/>
              </a:lnSpc>
              <a:buFont typeface="Arial" panose="020B0604020202020204" pitchFamily="34" charset="0"/>
              <a:buChar char="•"/>
            </a:pPr>
            <a:r>
              <a:rPr lang="zh-CN" altLang="en-US" dirty="0"/>
              <a:t>结尾不要包含正斜杠分隔符</a:t>
            </a:r>
            <a:r>
              <a:rPr lang="en-US" altLang="zh-CN" dirty="0"/>
              <a:t>"/"</a:t>
            </a:r>
          </a:p>
          <a:p>
            <a:pPr marL="285750" indent="-285750">
              <a:lnSpc>
                <a:spcPct val="114000"/>
              </a:lnSpc>
              <a:buFont typeface="Arial" panose="020B0604020202020204" pitchFamily="34" charset="0"/>
              <a:buChar char="•"/>
            </a:pPr>
            <a:r>
              <a:rPr lang="zh-CN" altLang="en-US" dirty="0"/>
              <a:t>不要使用文件扩展名</a:t>
            </a:r>
          </a:p>
        </p:txBody>
      </p:sp>
    </p:spTree>
    <p:extLst>
      <p:ext uri="{BB962C8B-B14F-4D97-AF65-F5344CB8AC3E}">
        <p14:creationId xmlns:p14="http://schemas.microsoft.com/office/powerpoint/2010/main" val="368574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a:solidFill>
                  <a:srgbClr val="0000FF"/>
                </a:solidFill>
                <a:effectLst>
                  <a:outerShdw blurRad="38100" dist="38100" dir="2700000" algn="tl">
                    <a:srgbClr val="000000">
                      <a:alpha val="43137"/>
                    </a:srgbClr>
                  </a:outerShdw>
                </a:effectLst>
              </a:rPr>
              <a:t>HTTP</a:t>
            </a:r>
            <a:r>
              <a:rPr lang="zh-CN" altLang="en-US" sz="2800" b="1" dirty="0">
                <a:solidFill>
                  <a:srgbClr val="0000FF"/>
                </a:solidFill>
                <a:effectLst>
                  <a:outerShdw blurRad="38100" dist="38100" dir="2700000" algn="tl">
                    <a:srgbClr val="000000">
                      <a:alpha val="43137"/>
                    </a:srgbClr>
                  </a:outerShdw>
                </a:effectLst>
              </a:rPr>
              <a:t>请求方法来代替在</a:t>
            </a:r>
            <a:r>
              <a:rPr lang="en-US" altLang="zh-CN" sz="2800" b="1" dirty="0">
                <a:solidFill>
                  <a:srgbClr val="0000FF"/>
                </a:solidFill>
                <a:effectLst>
                  <a:outerShdw blurRad="38100" dist="38100" dir="2700000" algn="tl">
                    <a:srgbClr val="000000">
                      <a:alpha val="43137"/>
                    </a:srgbClr>
                  </a:outerShdw>
                </a:effectLst>
              </a:rPr>
              <a:t>URL</a:t>
            </a:r>
            <a:r>
              <a:rPr lang="zh-CN" altLang="en-US" sz="2800" b="1" dirty="0">
                <a:solidFill>
                  <a:srgbClr val="0000FF"/>
                </a:solidFill>
                <a:effectLst>
                  <a:outerShdw blurRad="38100" dist="38100" dir="2700000" algn="tl">
                    <a:srgbClr val="000000">
                      <a:alpha val="43137"/>
                    </a:srgbClr>
                  </a:outerShdw>
                </a:effectLst>
              </a:rPr>
              <a:t>中的动词</a:t>
            </a:r>
            <a:endParaRPr lang="en-US" altLang="zh-CN" sz="2800" b="1" dirty="0">
              <a:solidFill>
                <a:srgbClr val="0000FF"/>
              </a:solidFill>
              <a:effectLst>
                <a:outerShdw blurRad="38100" dist="38100" dir="2700000" algn="tl">
                  <a:srgbClr val="000000">
                    <a:alpha val="43137"/>
                  </a:srgbClr>
                </a:outerShdw>
              </a:effectLst>
            </a:endParaRPr>
          </a:p>
        </p:txBody>
      </p:sp>
      <p:sp>
        <p:nvSpPr>
          <p:cNvPr id="5" name="文本框 4">
            <a:extLst>
              <a:ext uri="{FF2B5EF4-FFF2-40B4-BE49-F238E27FC236}">
                <a16:creationId xmlns:a16="http://schemas.microsoft.com/office/drawing/2014/main" id="{ADCD7DA6-9B15-4A31-3A4A-86C575809D04}"/>
              </a:ext>
            </a:extLst>
          </p:cNvPr>
          <p:cNvSpPr txBox="1"/>
          <p:nvPr/>
        </p:nvSpPr>
        <p:spPr>
          <a:xfrm>
            <a:off x="895549" y="2412157"/>
            <a:ext cx="10081120" cy="232852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50000"/>
              </a:lnSpc>
            </a:pPr>
            <a:r>
              <a:rPr lang="en-US" altLang="zh-CN" sz="2000" b="1" dirty="0">
                <a:solidFill>
                  <a:schemeClr val="accent6"/>
                </a:solidFill>
                <a:latin typeface="+mj-ea"/>
                <a:ea typeface="+mj-ea"/>
                <a:cs typeface="Times New Roman" panose="02020603050405020304" pitchFamily="18" charset="0"/>
              </a:rPr>
              <a:t>GET      /resources</a:t>
            </a:r>
            <a:r>
              <a:rPr lang="zh-CN" altLang="en-US" sz="2000" b="1" dirty="0">
                <a:solidFill>
                  <a:schemeClr val="accent6"/>
                </a:solidFill>
                <a:latin typeface="+mj-ea"/>
                <a:ea typeface="+mj-ea"/>
                <a:cs typeface="Times New Roman" panose="02020603050405020304" pitchFamily="18" charset="0"/>
              </a:rPr>
              <a:t>：从服务器查询资源的列表（数组）</a:t>
            </a:r>
          </a:p>
          <a:p>
            <a:pPr>
              <a:lnSpc>
                <a:spcPct val="150000"/>
              </a:lnSpc>
            </a:pPr>
            <a:r>
              <a:rPr lang="en-US" altLang="zh-CN" sz="2000" b="1" dirty="0">
                <a:solidFill>
                  <a:schemeClr val="accent6"/>
                </a:solidFill>
                <a:latin typeface="+mj-ea"/>
                <a:ea typeface="+mj-ea"/>
                <a:cs typeface="Times New Roman" panose="02020603050405020304" pitchFamily="18" charset="0"/>
              </a:rPr>
              <a:t>GET      /resources/resource</a:t>
            </a:r>
            <a:r>
              <a:rPr lang="zh-CN" altLang="en-US" sz="2000" b="1" dirty="0">
                <a:solidFill>
                  <a:schemeClr val="accent6"/>
                </a:solidFill>
                <a:latin typeface="+mj-ea"/>
                <a:ea typeface="+mj-ea"/>
                <a:cs typeface="Times New Roman" panose="02020603050405020304" pitchFamily="18" charset="0"/>
              </a:rPr>
              <a:t>：从服务器查询单个资源</a:t>
            </a:r>
          </a:p>
          <a:p>
            <a:pPr>
              <a:lnSpc>
                <a:spcPct val="150000"/>
              </a:lnSpc>
            </a:pPr>
            <a:r>
              <a:rPr lang="en-US" altLang="zh-CN" sz="2000" b="1" dirty="0">
                <a:solidFill>
                  <a:schemeClr val="accent6"/>
                </a:solidFill>
                <a:latin typeface="+mj-ea"/>
                <a:ea typeface="+mj-ea"/>
                <a:cs typeface="Times New Roman" panose="02020603050405020304" pitchFamily="18" charset="0"/>
              </a:rPr>
              <a:t>POST     /resources</a:t>
            </a:r>
            <a:r>
              <a:rPr lang="zh-CN" altLang="en-US" sz="2000" b="1" dirty="0">
                <a:solidFill>
                  <a:schemeClr val="accent6"/>
                </a:solidFill>
                <a:latin typeface="+mj-ea"/>
                <a:ea typeface="+mj-ea"/>
                <a:cs typeface="Times New Roman" panose="02020603050405020304" pitchFamily="18" charset="0"/>
              </a:rPr>
              <a:t>：在服务器创建新的资源</a:t>
            </a:r>
          </a:p>
          <a:p>
            <a:pPr>
              <a:lnSpc>
                <a:spcPct val="150000"/>
              </a:lnSpc>
            </a:pPr>
            <a:r>
              <a:rPr lang="en-US" altLang="zh-CN" sz="2000" b="1" dirty="0">
                <a:solidFill>
                  <a:schemeClr val="accent6"/>
                </a:solidFill>
                <a:latin typeface="+mj-ea"/>
                <a:ea typeface="+mj-ea"/>
                <a:cs typeface="Times New Roman" panose="02020603050405020304" pitchFamily="18" charset="0"/>
              </a:rPr>
              <a:t>PUT      /resources/resource</a:t>
            </a:r>
            <a:r>
              <a:rPr lang="zh-CN" altLang="en-US" sz="2000" b="1" dirty="0">
                <a:solidFill>
                  <a:schemeClr val="accent6"/>
                </a:solidFill>
                <a:latin typeface="+mj-ea"/>
                <a:ea typeface="+mj-ea"/>
                <a:cs typeface="Times New Roman" panose="02020603050405020304" pitchFamily="18" charset="0"/>
              </a:rPr>
              <a:t>：更新服务器资源</a:t>
            </a:r>
          </a:p>
          <a:p>
            <a:pPr>
              <a:lnSpc>
                <a:spcPct val="150000"/>
              </a:lnSpc>
            </a:pPr>
            <a:r>
              <a:rPr lang="en-US" altLang="zh-CN" sz="2000" b="1" dirty="0">
                <a:solidFill>
                  <a:schemeClr val="accent6"/>
                </a:solidFill>
                <a:latin typeface="+mj-ea"/>
                <a:ea typeface="+mj-ea"/>
                <a:cs typeface="Times New Roman" panose="02020603050405020304" pitchFamily="18" charset="0"/>
              </a:rPr>
              <a:t>DELETE   /resources/resource</a:t>
            </a:r>
            <a:r>
              <a:rPr lang="zh-CN" altLang="en-US" sz="2000" b="1" dirty="0">
                <a:solidFill>
                  <a:schemeClr val="accent6"/>
                </a:solidFill>
                <a:latin typeface="+mj-ea"/>
                <a:ea typeface="+mj-ea"/>
                <a:cs typeface="Times New Roman" panose="02020603050405020304" pitchFamily="18" charset="0"/>
              </a:rPr>
              <a:t>：从服务器删除资源</a:t>
            </a:r>
            <a:endParaRPr lang="en-US" altLang="zh-CN" sz="2000" b="1" dirty="0">
              <a:solidFill>
                <a:schemeClr val="accent6"/>
              </a:solidFill>
              <a:latin typeface="+mj-ea"/>
              <a:ea typeface="+mj-ea"/>
              <a:cs typeface="Times New Roman" panose="02020603050405020304" pitchFamily="18" charset="0"/>
            </a:endParaRPr>
          </a:p>
        </p:txBody>
      </p:sp>
      <p:sp>
        <p:nvSpPr>
          <p:cNvPr id="11" name="TextBox 27">
            <a:extLst>
              <a:ext uri="{FF2B5EF4-FFF2-40B4-BE49-F238E27FC236}">
                <a16:creationId xmlns:a16="http://schemas.microsoft.com/office/drawing/2014/main" id="{94820E93-D032-43E9-DAF8-D1E49816440A}"/>
              </a:ext>
            </a:extLst>
          </p:cNvPr>
          <p:cNvSpPr txBox="1">
            <a:spLocks noChangeArrowheads="1"/>
          </p:cNvSpPr>
          <p:nvPr/>
        </p:nvSpPr>
        <p:spPr bwMode="auto">
          <a:xfrm>
            <a:off x="823541" y="1764085"/>
            <a:ext cx="10425285" cy="1348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zh-CN" altLang="en-US" sz="2400" b="1" dirty="0">
                <a:solidFill>
                  <a:srgbClr val="040014"/>
                </a:solidFill>
                <a:latin typeface="宋体" panose="02010600030101010101" pitchFamily="2" charset="-122"/>
                <a:cs typeface="MS PGothic" panose="020B0600070205080204" pitchFamily="34" charset="-128"/>
              </a:rPr>
              <a:t>一般方法</a:t>
            </a:r>
            <a:endParaRPr lang="en-US" altLang="zh-CN" sz="2400" b="1"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p:txBody>
      </p:sp>
    </p:spTree>
    <p:extLst>
      <p:ext uri="{BB962C8B-B14F-4D97-AF65-F5344CB8AC3E}">
        <p14:creationId xmlns:p14="http://schemas.microsoft.com/office/powerpoint/2010/main" val="6073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lide(from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a:solidFill>
                  <a:srgbClr val="0000FF"/>
                </a:solidFill>
                <a:effectLst>
                  <a:outerShdw blurRad="38100" dist="38100" dir="2700000" algn="tl">
                    <a:srgbClr val="000000">
                      <a:alpha val="43137"/>
                    </a:srgbClr>
                  </a:outerShdw>
                </a:effectLst>
              </a:rPr>
              <a:t>HTTP</a:t>
            </a:r>
            <a:r>
              <a:rPr lang="zh-CN" altLang="en-US" sz="2800" b="1" dirty="0">
                <a:solidFill>
                  <a:srgbClr val="0000FF"/>
                </a:solidFill>
                <a:effectLst>
                  <a:outerShdw blurRad="38100" dist="38100" dir="2700000" algn="tl">
                    <a:srgbClr val="000000">
                      <a:alpha val="43137"/>
                    </a:srgbClr>
                  </a:outerShdw>
                </a:effectLst>
              </a:rPr>
              <a:t>请求方法来代替在</a:t>
            </a:r>
            <a:r>
              <a:rPr lang="en-US" altLang="zh-CN" sz="2800" b="1" dirty="0">
                <a:solidFill>
                  <a:srgbClr val="0000FF"/>
                </a:solidFill>
                <a:effectLst>
                  <a:outerShdw blurRad="38100" dist="38100" dir="2700000" algn="tl">
                    <a:srgbClr val="000000">
                      <a:alpha val="43137"/>
                    </a:srgbClr>
                  </a:outerShdw>
                </a:effectLst>
              </a:rPr>
              <a:t>URL</a:t>
            </a:r>
            <a:r>
              <a:rPr lang="zh-CN" altLang="en-US" sz="2800" b="1" dirty="0">
                <a:solidFill>
                  <a:srgbClr val="0000FF"/>
                </a:solidFill>
                <a:effectLst>
                  <a:outerShdw blurRad="38100" dist="38100" dir="2700000" algn="tl">
                    <a:srgbClr val="000000">
                      <a:alpha val="43137"/>
                    </a:srgbClr>
                  </a:outerShdw>
                </a:effectLst>
              </a:rPr>
              <a:t>中的动词</a:t>
            </a:r>
            <a:endParaRPr lang="en-US" altLang="zh-CN" sz="2800" b="1" dirty="0">
              <a:solidFill>
                <a:srgbClr val="0000FF"/>
              </a:solidFill>
              <a:effectLst>
                <a:outerShdw blurRad="38100" dist="38100" dir="2700000" algn="tl">
                  <a:srgbClr val="000000">
                    <a:alpha val="43137"/>
                  </a:srgbClr>
                </a:outerShdw>
              </a:effectLst>
            </a:endParaRPr>
          </a:p>
        </p:txBody>
      </p:sp>
      <p:sp>
        <p:nvSpPr>
          <p:cNvPr id="3" name="文本框 2">
            <a:extLst>
              <a:ext uri="{FF2B5EF4-FFF2-40B4-BE49-F238E27FC236}">
                <a16:creationId xmlns:a16="http://schemas.microsoft.com/office/drawing/2014/main" id="{3AB87D1C-0E9E-1D4A-EF87-B4C18C852988}"/>
              </a:ext>
            </a:extLst>
          </p:cNvPr>
          <p:cNvSpPr txBox="1"/>
          <p:nvPr/>
        </p:nvSpPr>
        <p:spPr>
          <a:xfrm>
            <a:off x="895549" y="2484165"/>
            <a:ext cx="10081120" cy="27959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zh-CN" altLang="en-US" sz="2400" b="1" dirty="0">
                <a:solidFill>
                  <a:schemeClr val="accent6"/>
                </a:solidFill>
                <a:latin typeface="Times New Roman" panose="02020603050405020304" pitchFamily="18" charset="0"/>
                <a:cs typeface="Times New Roman" panose="02020603050405020304" pitchFamily="18" charset="0"/>
              </a:rPr>
              <a:t>例：获取列表</a:t>
            </a:r>
            <a:endParaRPr lang="en-US" altLang="zh-CN" sz="2400" b="1" dirty="0">
              <a:solidFill>
                <a:schemeClr val="accent6"/>
              </a:solidFill>
              <a:latin typeface="Times New Roman" panose="02020603050405020304" pitchFamily="18" charset="0"/>
              <a:cs typeface="Times New Roman" panose="02020603050405020304" pitchFamily="18" charset="0"/>
            </a:endParaRPr>
          </a:p>
          <a:p>
            <a:pPr>
              <a:lnSpc>
                <a:spcPct val="150000"/>
              </a:lnSpc>
            </a:pPr>
            <a:r>
              <a:rPr lang="zh-CN" altLang="en-US" sz="2400" b="1" dirty="0">
                <a:solidFill>
                  <a:schemeClr val="accent6"/>
                </a:solidFill>
                <a:latin typeface="Times New Roman" panose="02020603050405020304" pitchFamily="18" charset="0"/>
                <a:cs typeface="Times New Roman" panose="02020603050405020304" pitchFamily="18" charset="0"/>
              </a:rPr>
              <a:t>传统</a:t>
            </a:r>
            <a:r>
              <a:rPr lang="en-US" altLang="zh-CN" sz="2400" b="1" dirty="0">
                <a:solidFill>
                  <a:schemeClr val="accent6"/>
                </a:solidFill>
                <a:latin typeface="Times New Roman" panose="02020603050405020304" pitchFamily="18" charset="0"/>
                <a:cs typeface="Times New Roman" panose="02020603050405020304" pitchFamily="18" charset="0"/>
              </a:rPr>
              <a:t>URL</a:t>
            </a:r>
          </a:p>
          <a:p>
            <a:pPr>
              <a:lnSpc>
                <a:spcPct val="150000"/>
              </a:lnSpc>
            </a:pPr>
            <a:r>
              <a:rPr lang="en-US" altLang="zh-CN" sz="2400" b="1" dirty="0">
                <a:solidFill>
                  <a:schemeClr val="accent6"/>
                </a:solidFill>
                <a:latin typeface="Times New Roman" panose="02020603050405020304" pitchFamily="18" charset="0"/>
                <a:cs typeface="Times New Roman" panose="02020603050405020304" pitchFamily="18" charset="0"/>
              </a:rPr>
              <a:t>GET      https://127.0.0.1/user/all</a:t>
            </a:r>
          </a:p>
          <a:p>
            <a:pPr>
              <a:lnSpc>
                <a:spcPct val="150000"/>
              </a:lnSpc>
            </a:pPr>
            <a:r>
              <a:rPr lang="en-US" altLang="zh-CN" sz="2400" b="1" dirty="0">
                <a:solidFill>
                  <a:srgbClr val="00B050"/>
                </a:solidFill>
                <a:latin typeface="Times New Roman" panose="02020603050405020304" pitchFamily="18" charset="0"/>
                <a:cs typeface="Times New Roman" panose="02020603050405020304" pitchFamily="18" charset="0"/>
              </a:rPr>
              <a:t>RESTful API</a:t>
            </a:r>
          </a:p>
          <a:p>
            <a:pPr>
              <a:lnSpc>
                <a:spcPct val="150000"/>
              </a:lnSpc>
            </a:pPr>
            <a:r>
              <a:rPr lang="en-US" altLang="zh-CN" sz="2400" b="1" dirty="0">
                <a:solidFill>
                  <a:srgbClr val="00B050"/>
                </a:solidFill>
                <a:latin typeface="Times New Roman" panose="02020603050405020304" pitchFamily="18" charset="0"/>
                <a:cs typeface="Times New Roman" panose="02020603050405020304" pitchFamily="18" charset="0"/>
              </a:rPr>
              <a:t>GET      https://127.0.0.1/users</a:t>
            </a:r>
          </a:p>
        </p:txBody>
      </p:sp>
      <p:sp>
        <p:nvSpPr>
          <p:cNvPr id="4" name="TextBox 27">
            <a:extLst>
              <a:ext uri="{FF2B5EF4-FFF2-40B4-BE49-F238E27FC236}">
                <a16:creationId xmlns:a16="http://schemas.microsoft.com/office/drawing/2014/main" id="{FE138F83-A5A1-D879-1C86-519416EAF4A1}"/>
              </a:ext>
            </a:extLst>
          </p:cNvPr>
          <p:cNvSpPr txBox="1">
            <a:spLocks noChangeArrowheads="1"/>
          </p:cNvSpPr>
          <p:nvPr/>
        </p:nvSpPr>
        <p:spPr bwMode="auto">
          <a:xfrm>
            <a:off x="823541" y="1764085"/>
            <a:ext cx="10425285"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zh-CN" altLang="en-US" sz="2400" b="1" dirty="0">
                <a:solidFill>
                  <a:srgbClr val="040014"/>
                </a:solidFill>
                <a:latin typeface="宋体" panose="02010600030101010101" pitchFamily="2" charset="-122"/>
                <a:cs typeface="MS PGothic" panose="020B0600070205080204" pitchFamily="34" charset="-128"/>
              </a:rPr>
              <a:t>实例</a:t>
            </a:r>
            <a:endParaRPr lang="en-US" altLang="zh-CN" sz="2000" dirty="0">
              <a:solidFill>
                <a:srgbClr val="040014"/>
              </a:solidFill>
              <a:latin typeface="宋体" panose="02010600030101010101" pitchFamily="2" charset="-122"/>
              <a:cs typeface="MS PGothic" panose="020B0600070205080204" pitchFamily="34" charset="-128"/>
            </a:endParaRPr>
          </a:p>
        </p:txBody>
      </p:sp>
    </p:spTree>
    <p:extLst>
      <p:ext uri="{BB962C8B-B14F-4D97-AF65-F5344CB8AC3E}">
        <p14:creationId xmlns:p14="http://schemas.microsoft.com/office/powerpoint/2010/main" val="1320412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a:solidFill>
                  <a:srgbClr val="0000FF"/>
                </a:solidFill>
                <a:effectLst>
                  <a:outerShdw blurRad="38100" dist="38100" dir="2700000" algn="tl">
                    <a:srgbClr val="000000">
                      <a:alpha val="43137"/>
                    </a:srgbClr>
                  </a:outerShdw>
                </a:effectLst>
              </a:rPr>
              <a:t>HTTP</a:t>
            </a:r>
            <a:r>
              <a:rPr lang="zh-CN" altLang="en-US" sz="2800" b="1" dirty="0">
                <a:solidFill>
                  <a:srgbClr val="0000FF"/>
                </a:solidFill>
                <a:effectLst>
                  <a:outerShdw blurRad="38100" dist="38100" dir="2700000" algn="tl">
                    <a:srgbClr val="000000">
                      <a:alpha val="43137"/>
                    </a:srgbClr>
                  </a:outerShdw>
                </a:effectLst>
              </a:rPr>
              <a:t>请求方法来代替在</a:t>
            </a:r>
            <a:r>
              <a:rPr lang="en-US" altLang="zh-CN" sz="2800" b="1" dirty="0">
                <a:solidFill>
                  <a:srgbClr val="0000FF"/>
                </a:solidFill>
                <a:effectLst>
                  <a:outerShdw blurRad="38100" dist="38100" dir="2700000" algn="tl">
                    <a:srgbClr val="000000">
                      <a:alpha val="43137"/>
                    </a:srgbClr>
                  </a:outerShdw>
                </a:effectLst>
              </a:rPr>
              <a:t>URL</a:t>
            </a:r>
            <a:r>
              <a:rPr lang="zh-CN" altLang="en-US" sz="2800" b="1" dirty="0">
                <a:solidFill>
                  <a:srgbClr val="0000FF"/>
                </a:solidFill>
                <a:effectLst>
                  <a:outerShdw blurRad="38100" dist="38100" dir="2700000" algn="tl">
                    <a:srgbClr val="000000">
                      <a:alpha val="43137"/>
                    </a:srgbClr>
                  </a:outerShdw>
                </a:effectLst>
              </a:rPr>
              <a:t>中的动词</a:t>
            </a:r>
            <a:endParaRPr lang="en-US" altLang="zh-CN" sz="2800" b="1" dirty="0">
              <a:solidFill>
                <a:srgbClr val="0000FF"/>
              </a:solidFill>
              <a:effectLst>
                <a:outerShdw blurRad="38100" dist="38100" dir="2700000" algn="tl">
                  <a:srgbClr val="000000">
                    <a:alpha val="43137"/>
                  </a:srgbClr>
                </a:outerShdw>
              </a:effectLst>
            </a:endParaRPr>
          </a:p>
        </p:txBody>
      </p:sp>
      <p:sp>
        <p:nvSpPr>
          <p:cNvPr id="4" name="TextBox 27">
            <a:extLst>
              <a:ext uri="{FF2B5EF4-FFF2-40B4-BE49-F238E27FC236}">
                <a16:creationId xmlns:a16="http://schemas.microsoft.com/office/drawing/2014/main" id="{FE138F83-A5A1-D879-1C86-519416EAF4A1}"/>
              </a:ext>
            </a:extLst>
          </p:cNvPr>
          <p:cNvSpPr txBox="1">
            <a:spLocks noChangeArrowheads="1"/>
          </p:cNvSpPr>
          <p:nvPr/>
        </p:nvSpPr>
        <p:spPr bwMode="auto">
          <a:xfrm>
            <a:off x="823541" y="1764085"/>
            <a:ext cx="10425285"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zh-CN" altLang="en-US" sz="2400" b="1" dirty="0">
                <a:solidFill>
                  <a:srgbClr val="040014"/>
                </a:solidFill>
                <a:latin typeface="宋体" panose="02010600030101010101" pitchFamily="2" charset="-122"/>
                <a:cs typeface="MS PGothic" panose="020B0600070205080204" pitchFamily="34" charset="-128"/>
              </a:rPr>
              <a:t>实例</a:t>
            </a:r>
            <a:endParaRPr lang="en-US" altLang="zh-CN" sz="2000" dirty="0">
              <a:solidFill>
                <a:srgbClr val="040014"/>
              </a:solidFill>
              <a:latin typeface="宋体" panose="02010600030101010101" pitchFamily="2" charset="-122"/>
              <a:cs typeface="MS PGothic" panose="020B0600070205080204" pitchFamily="34" charset="-128"/>
            </a:endParaRPr>
          </a:p>
        </p:txBody>
      </p:sp>
      <p:sp>
        <p:nvSpPr>
          <p:cNvPr id="6" name="文本框 5">
            <a:extLst>
              <a:ext uri="{FF2B5EF4-FFF2-40B4-BE49-F238E27FC236}">
                <a16:creationId xmlns:a16="http://schemas.microsoft.com/office/drawing/2014/main" id="{AC244963-6C92-9249-F80A-9F1AE5AE927A}"/>
              </a:ext>
            </a:extLst>
          </p:cNvPr>
          <p:cNvSpPr txBox="1"/>
          <p:nvPr/>
        </p:nvSpPr>
        <p:spPr>
          <a:xfrm>
            <a:off x="895549" y="2484165"/>
            <a:ext cx="10081120" cy="27959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zh-CN" altLang="en-US" sz="2400" b="1" dirty="0">
                <a:solidFill>
                  <a:schemeClr val="accent6"/>
                </a:solidFill>
                <a:latin typeface="Times New Roman" panose="02020603050405020304" pitchFamily="18" charset="0"/>
                <a:cs typeface="Times New Roman" panose="02020603050405020304" pitchFamily="18" charset="0"/>
              </a:rPr>
              <a:t>例：获取指定记录</a:t>
            </a:r>
            <a:endParaRPr lang="en-US" altLang="zh-CN" sz="2400" b="1" dirty="0">
              <a:solidFill>
                <a:schemeClr val="accent6"/>
              </a:solidFill>
              <a:latin typeface="Times New Roman" panose="02020603050405020304" pitchFamily="18" charset="0"/>
              <a:cs typeface="Times New Roman" panose="02020603050405020304" pitchFamily="18" charset="0"/>
            </a:endParaRPr>
          </a:p>
          <a:p>
            <a:pPr>
              <a:lnSpc>
                <a:spcPct val="150000"/>
              </a:lnSpc>
            </a:pPr>
            <a:r>
              <a:rPr lang="zh-CN" altLang="en-US" sz="2400" b="1" dirty="0">
                <a:solidFill>
                  <a:schemeClr val="accent6"/>
                </a:solidFill>
                <a:latin typeface="Times New Roman" panose="02020603050405020304" pitchFamily="18" charset="0"/>
                <a:cs typeface="Times New Roman" panose="02020603050405020304" pitchFamily="18" charset="0"/>
              </a:rPr>
              <a:t>传统</a:t>
            </a:r>
            <a:r>
              <a:rPr lang="en-US" altLang="zh-CN" sz="2400" b="1" dirty="0">
                <a:solidFill>
                  <a:schemeClr val="accent6"/>
                </a:solidFill>
                <a:latin typeface="Times New Roman" panose="02020603050405020304" pitchFamily="18" charset="0"/>
                <a:cs typeface="Times New Roman" panose="02020603050405020304" pitchFamily="18" charset="0"/>
              </a:rPr>
              <a:t>URL</a:t>
            </a:r>
          </a:p>
          <a:p>
            <a:pPr>
              <a:lnSpc>
                <a:spcPct val="150000"/>
              </a:lnSpc>
            </a:pPr>
            <a:r>
              <a:rPr lang="en-US" altLang="zh-CN" sz="2400" b="1" dirty="0">
                <a:solidFill>
                  <a:schemeClr val="accent6"/>
                </a:solidFill>
                <a:latin typeface="Times New Roman" panose="02020603050405020304" pitchFamily="18" charset="0"/>
                <a:cs typeface="Times New Roman" panose="02020603050405020304" pitchFamily="18" charset="0"/>
              </a:rPr>
              <a:t>GET      https://127.0.0.1/user/get_user?id=1</a:t>
            </a:r>
          </a:p>
          <a:p>
            <a:pPr>
              <a:lnSpc>
                <a:spcPct val="150000"/>
              </a:lnSpc>
            </a:pPr>
            <a:r>
              <a:rPr lang="en-US" altLang="zh-CN" sz="2400" b="1" dirty="0">
                <a:solidFill>
                  <a:srgbClr val="00B050"/>
                </a:solidFill>
                <a:latin typeface="Times New Roman" panose="02020603050405020304" pitchFamily="18" charset="0"/>
                <a:cs typeface="Times New Roman" panose="02020603050405020304" pitchFamily="18" charset="0"/>
              </a:rPr>
              <a:t>RESTful API</a:t>
            </a:r>
          </a:p>
          <a:p>
            <a:pPr>
              <a:lnSpc>
                <a:spcPct val="150000"/>
              </a:lnSpc>
            </a:pPr>
            <a:r>
              <a:rPr lang="en-US" altLang="zh-CN" sz="2400" b="1" dirty="0">
                <a:solidFill>
                  <a:srgbClr val="00B050"/>
                </a:solidFill>
                <a:latin typeface="Times New Roman" panose="02020603050405020304" pitchFamily="18" charset="0"/>
                <a:cs typeface="Times New Roman" panose="02020603050405020304" pitchFamily="18" charset="0"/>
              </a:rPr>
              <a:t>GET      https://127.0.0.1/users/1</a:t>
            </a:r>
          </a:p>
        </p:txBody>
      </p:sp>
    </p:spTree>
    <p:extLst>
      <p:ext uri="{BB962C8B-B14F-4D97-AF65-F5344CB8AC3E}">
        <p14:creationId xmlns:p14="http://schemas.microsoft.com/office/powerpoint/2010/main" val="267012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a:solidFill>
                  <a:srgbClr val="0000FF"/>
                </a:solidFill>
                <a:effectLst>
                  <a:outerShdw blurRad="38100" dist="38100" dir="2700000" algn="tl">
                    <a:srgbClr val="000000">
                      <a:alpha val="43137"/>
                    </a:srgbClr>
                  </a:outerShdw>
                </a:effectLst>
              </a:rPr>
              <a:t>HTTP</a:t>
            </a:r>
            <a:r>
              <a:rPr lang="zh-CN" altLang="en-US" sz="2800" b="1" dirty="0">
                <a:solidFill>
                  <a:srgbClr val="0000FF"/>
                </a:solidFill>
                <a:effectLst>
                  <a:outerShdw blurRad="38100" dist="38100" dir="2700000" algn="tl">
                    <a:srgbClr val="000000">
                      <a:alpha val="43137"/>
                    </a:srgbClr>
                  </a:outerShdw>
                </a:effectLst>
              </a:rPr>
              <a:t>请求方法来代替在</a:t>
            </a:r>
            <a:r>
              <a:rPr lang="en-US" altLang="zh-CN" sz="2800" b="1" dirty="0">
                <a:solidFill>
                  <a:srgbClr val="0000FF"/>
                </a:solidFill>
                <a:effectLst>
                  <a:outerShdw blurRad="38100" dist="38100" dir="2700000" algn="tl">
                    <a:srgbClr val="000000">
                      <a:alpha val="43137"/>
                    </a:srgbClr>
                  </a:outerShdw>
                </a:effectLst>
              </a:rPr>
              <a:t>URL</a:t>
            </a:r>
            <a:r>
              <a:rPr lang="zh-CN" altLang="en-US" sz="2800" b="1" dirty="0">
                <a:solidFill>
                  <a:srgbClr val="0000FF"/>
                </a:solidFill>
                <a:effectLst>
                  <a:outerShdw blurRad="38100" dist="38100" dir="2700000" algn="tl">
                    <a:srgbClr val="000000">
                      <a:alpha val="43137"/>
                    </a:srgbClr>
                  </a:outerShdw>
                </a:effectLst>
              </a:rPr>
              <a:t>中的动词</a:t>
            </a:r>
            <a:endParaRPr lang="en-US" altLang="zh-CN" sz="2800" b="1" dirty="0">
              <a:solidFill>
                <a:srgbClr val="0000FF"/>
              </a:solidFill>
              <a:effectLst>
                <a:outerShdw blurRad="38100" dist="38100" dir="2700000" algn="tl">
                  <a:srgbClr val="000000">
                    <a:alpha val="43137"/>
                  </a:srgbClr>
                </a:outerShdw>
              </a:effectLst>
            </a:endParaRPr>
          </a:p>
        </p:txBody>
      </p:sp>
      <p:sp>
        <p:nvSpPr>
          <p:cNvPr id="4" name="TextBox 27">
            <a:extLst>
              <a:ext uri="{FF2B5EF4-FFF2-40B4-BE49-F238E27FC236}">
                <a16:creationId xmlns:a16="http://schemas.microsoft.com/office/drawing/2014/main" id="{FE138F83-A5A1-D879-1C86-519416EAF4A1}"/>
              </a:ext>
            </a:extLst>
          </p:cNvPr>
          <p:cNvSpPr txBox="1">
            <a:spLocks noChangeArrowheads="1"/>
          </p:cNvSpPr>
          <p:nvPr/>
        </p:nvSpPr>
        <p:spPr bwMode="auto">
          <a:xfrm>
            <a:off x="823541" y="1764085"/>
            <a:ext cx="10425285"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zh-CN" altLang="en-US" sz="2400" b="1" dirty="0">
                <a:solidFill>
                  <a:srgbClr val="040014"/>
                </a:solidFill>
                <a:latin typeface="宋体" panose="02010600030101010101" pitchFamily="2" charset="-122"/>
                <a:cs typeface="MS PGothic" panose="020B0600070205080204" pitchFamily="34" charset="-128"/>
              </a:rPr>
              <a:t>实例</a:t>
            </a:r>
            <a:endParaRPr lang="en-US" altLang="zh-CN" sz="2000" dirty="0">
              <a:solidFill>
                <a:srgbClr val="040014"/>
              </a:solidFill>
              <a:latin typeface="宋体" panose="02010600030101010101" pitchFamily="2" charset="-122"/>
              <a:cs typeface="MS PGothic" panose="020B0600070205080204" pitchFamily="34" charset="-128"/>
            </a:endParaRPr>
          </a:p>
        </p:txBody>
      </p:sp>
      <p:sp>
        <p:nvSpPr>
          <p:cNvPr id="3" name="文本框 2">
            <a:extLst>
              <a:ext uri="{FF2B5EF4-FFF2-40B4-BE49-F238E27FC236}">
                <a16:creationId xmlns:a16="http://schemas.microsoft.com/office/drawing/2014/main" id="{8142C015-B100-A557-3B7E-C282338D57B4}"/>
              </a:ext>
            </a:extLst>
          </p:cNvPr>
          <p:cNvSpPr txBox="1"/>
          <p:nvPr/>
        </p:nvSpPr>
        <p:spPr>
          <a:xfrm>
            <a:off x="895549" y="2484165"/>
            <a:ext cx="10081120" cy="27959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zh-CN" altLang="en-US" sz="2400" b="1" dirty="0">
                <a:solidFill>
                  <a:schemeClr val="accent6"/>
                </a:solidFill>
                <a:latin typeface="Times New Roman" panose="02020603050405020304" pitchFamily="18" charset="0"/>
                <a:cs typeface="Times New Roman" panose="02020603050405020304" pitchFamily="18" charset="0"/>
              </a:rPr>
              <a:t>例：新增记录</a:t>
            </a:r>
            <a:endParaRPr lang="en-US" altLang="zh-CN" sz="2400" b="1" dirty="0">
              <a:solidFill>
                <a:schemeClr val="accent6"/>
              </a:solidFill>
              <a:latin typeface="Times New Roman" panose="02020603050405020304" pitchFamily="18" charset="0"/>
              <a:cs typeface="Times New Roman" panose="02020603050405020304" pitchFamily="18" charset="0"/>
            </a:endParaRPr>
          </a:p>
          <a:p>
            <a:pPr>
              <a:lnSpc>
                <a:spcPct val="150000"/>
              </a:lnSpc>
            </a:pPr>
            <a:r>
              <a:rPr lang="zh-CN" altLang="en-US" sz="2400" b="1" dirty="0">
                <a:solidFill>
                  <a:schemeClr val="accent6"/>
                </a:solidFill>
                <a:latin typeface="Times New Roman" panose="02020603050405020304" pitchFamily="18" charset="0"/>
                <a:cs typeface="Times New Roman" panose="02020603050405020304" pitchFamily="18" charset="0"/>
              </a:rPr>
              <a:t>传统</a:t>
            </a:r>
            <a:r>
              <a:rPr lang="en-US" altLang="zh-CN" sz="2400" b="1" dirty="0">
                <a:solidFill>
                  <a:schemeClr val="accent6"/>
                </a:solidFill>
                <a:latin typeface="Times New Roman" panose="02020603050405020304" pitchFamily="18" charset="0"/>
                <a:cs typeface="Times New Roman" panose="02020603050405020304" pitchFamily="18" charset="0"/>
              </a:rPr>
              <a:t>URL</a:t>
            </a:r>
          </a:p>
          <a:p>
            <a:pPr>
              <a:lnSpc>
                <a:spcPct val="150000"/>
              </a:lnSpc>
            </a:pPr>
            <a:r>
              <a:rPr lang="en-US" altLang="zh-CN" sz="2400" b="1" dirty="0">
                <a:solidFill>
                  <a:schemeClr val="accent6"/>
                </a:solidFill>
                <a:latin typeface="Times New Roman" panose="02020603050405020304" pitchFamily="18" charset="0"/>
                <a:cs typeface="Times New Roman" panose="02020603050405020304" pitchFamily="18" charset="0"/>
              </a:rPr>
              <a:t>POST      https://127.0.0.1/user/add</a:t>
            </a:r>
          </a:p>
          <a:p>
            <a:pPr>
              <a:lnSpc>
                <a:spcPct val="150000"/>
              </a:lnSpc>
            </a:pPr>
            <a:r>
              <a:rPr lang="en-US" altLang="zh-CN" sz="2400" b="1" dirty="0">
                <a:solidFill>
                  <a:srgbClr val="00B050"/>
                </a:solidFill>
                <a:latin typeface="Times New Roman" panose="02020603050405020304" pitchFamily="18" charset="0"/>
                <a:cs typeface="Times New Roman" panose="02020603050405020304" pitchFamily="18" charset="0"/>
              </a:rPr>
              <a:t>RESTful API</a:t>
            </a:r>
          </a:p>
          <a:p>
            <a:pPr>
              <a:lnSpc>
                <a:spcPct val="150000"/>
              </a:lnSpc>
            </a:pPr>
            <a:r>
              <a:rPr lang="en-US" altLang="zh-CN" sz="2400" b="1" dirty="0">
                <a:solidFill>
                  <a:srgbClr val="00B050"/>
                </a:solidFill>
                <a:latin typeface="Times New Roman" panose="02020603050405020304" pitchFamily="18" charset="0"/>
                <a:cs typeface="Times New Roman" panose="02020603050405020304" pitchFamily="18" charset="0"/>
              </a:rPr>
              <a:t>POST      https://127.0.0.1/users</a:t>
            </a:r>
          </a:p>
        </p:txBody>
      </p:sp>
    </p:spTree>
    <p:extLst>
      <p:ext uri="{BB962C8B-B14F-4D97-AF65-F5344CB8AC3E}">
        <p14:creationId xmlns:p14="http://schemas.microsoft.com/office/powerpoint/2010/main" val="415609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a:solidFill>
                  <a:srgbClr val="0000FF"/>
                </a:solidFill>
                <a:effectLst>
                  <a:outerShdw blurRad="38100" dist="38100" dir="2700000" algn="tl">
                    <a:srgbClr val="000000">
                      <a:alpha val="43137"/>
                    </a:srgbClr>
                  </a:outerShdw>
                </a:effectLst>
              </a:rPr>
              <a:t>HTTP</a:t>
            </a:r>
            <a:r>
              <a:rPr lang="zh-CN" altLang="en-US" sz="2800" b="1" dirty="0">
                <a:solidFill>
                  <a:srgbClr val="0000FF"/>
                </a:solidFill>
                <a:effectLst>
                  <a:outerShdw blurRad="38100" dist="38100" dir="2700000" algn="tl">
                    <a:srgbClr val="000000">
                      <a:alpha val="43137"/>
                    </a:srgbClr>
                  </a:outerShdw>
                </a:effectLst>
              </a:rPr>
              <a:t>请求方法来代替在</a:t>
            </a:r>
            <a:r>
              <a:rPr lang="en-US" altLang="zh-CN" sz="2800" b="1" dirty="0">
                <a:solidFill>
                  <a:srgbClr val="0000FF"/>
                </a:solidFill>
                <a:effectLst>
                  <a:outerShdw blurRad="38100" dist="38100" dir="2700000" algn="tl">
                    <a:srgbClr val="000000">
                      <a:alpha val="43137"/>
                    </a:srgbClr>
                  </a:outerShdw>
                </a:effectLst>
              </a:rPr>
              <a:t>URL</a:t>
            </a:r>
            <a:r>
              <a:rPr lang="zh-CN" altLang="en-US" sz="2800" b="1" dirty="0">
                <a:solidFill>
                  <a:srgbClr val="0000FF"/>
                </a:solidFill>
                <a:effectLst>
                  <a:outerShdw blurRad="38100" dist="38100" dir="2700000" algn="tl">
                    <a:srgbClr val="000000">
                      <a:alpha val="43137"/>
                    </a:srgbClr>
                  </a:outerShdw>
                </a:effectLst>
              </a:rPr>
              <a:t>中的动词</a:t>
            </a:r>
            <a:endParaRPr lang="en-US" altLang="zh-CN" sz="2800" b="1" dirty="0">
              <a:solidFill>
                <a:srgbClr val="0000FF"/>
              </a:solidFill>
              <a:effectLst>
                <a:outerShdw blurRad="38100" dist="38100" dir="2700000" algn="tl">
                  <a:srgbClr val="000000">
                    <a:alpha val="43137"/>
                  </a:srgbClr>
                </a:outerShdw>
              </a:effectLst>
            </a:endParaRPr>
          </a:p>
        </p:txBody>
      </p:sp>
      <p:sp>
        <p:nvSpPr>
          <p:cNvPr id="4" name="TextBox 27">
            <a:extLst>
              <a:ext uri="{FF2B5EF4-FFF2-40B4-BE49-F238E27FC236}">
                <a16:creationId xmlns:a16="http://schemas.microsoft.com/office/drawing/2014/main" id="{FE138F83-A5A1-D879-1C86-519416EAF4A1}"/>
              </a:ext>
            </a:extLst>
          </p:cNvPr>
          <p:cNvSpPr txBox="1">
            <a:spLocks noChangeArrowheads="1"/>
          </p:cNvSpPr>
          <p:nvPr/>
        </p:nvSpPr>
        <p:spPr bwMode="auto">
          <a:xfrm>
            <a:off x="823541" y="1764085"/>
            <a:ext cx="10425285"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zh-CN" altLang="en-US" sz="2400" b="1" dirty="0">
                <a:solidFill>
                  <a:srgbClr val="040014"/>
                </a:solidFill>
                <a:latin typeface="宋体" panose="02010600030101010101" pitchFamily="2" charset="-122"/>
                <a:cs typeface="MS PGothic" panose="020B0600070205080204" pitchFamily="34" charset="-128"/>
              </a:rPr>
              <a:t>实例</a:t>
            </a:r>
            <a:endParaRPr lang="en-US" altLang="zh-CN" sz="2000" dirty="0">
              <a:solidFill>
                <a:srgbClr val="040014"/>
              </a:solidFill>
              <a:latin typeface="宋体" panose="02010600030101010101" pitchFamily="2" charset="-122"/>
              <a:cs typeface="MS PGothic" panose="020B0600070205080204" pitchFamily="34" charset="-128"/>
            </a:endParaRPr>
          </a:p>
        </p:txBody>
      </p:sp>
      <p:sp>
        <p:nvSpPr>
          <p:cNvPr id="3" name="文本框 2">
            <a:extLst>
              <a:ext uri="{FF2B5EF4-FFF2-40B4-BE49-F238E27FC236}">
                <a16:creationId xmlns:a16="http://schemas.microsoft.com/office/drawing/2014/main" id="{8142C015-B100-A557-3B7E-C282338D57B4}"/>
              </a:ext>
            </a:extLst>
          </p:cNvPr>
          <p:cNvSpPr txBox="1"/>
          <p:nvPr/>
        </p:nvSpPr>
        <p:spPr>
          <a:xfrm>
            <a:off x="895549" y="2484165"/>
            <a:ext cx="10081120" cy="27959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zh-CN" altLang="en-US" sz="2400" b="1" dirty="0">
                <a:solidFill>
                  <a:schemeClr val="accent6"/>
                </a:solidFill>
                <a:latin typeface="Times New Roman" panose="02020603050405020304" pitchFamily="18" charset="0"/>
                <a:cs typeface="Times New Roman" panose="02020603050405020304" pitchFamily="18" charset="0"/>
              </a:rPr>
              <a:t>例：修改记录</a:t>
            </a:r>
            <a:endParaRPr lang="en-US" altLang="zh-CN" sz="2400" b="1" dirty="0">
              <a:solidFill>
                <a:schemeClr val="accent6"/>
              </a:solidFill>
              <a:latin typeface="Times New Roman" panose="02020603050405020304" pitchFamily="18" charset="0"/>
              <a:cs typeface="Times New Roman" panose="02020603050405020304" pitchFamily="18" charset="0"/>
            </a:endParaRPr>
          </a:p>
          <a:p>
            <a:pPr>
              <a:lnSpc>
                <a:spcPct val="150000"/>
              </a:lnSpc>
            </a:pPr>
            <a:r>
              <a:rPr lang="zh-CN" altLang="en-US" sz="2400" b="1" dirty="0">
                <a:solidFill>
                  <a:schemeClr val="accent6"/>
                </a:solidFill>
                <a:latin typeface="Times New Roman" panose="02020603050405020304" pitchFamily="18" charset="0"/>
                <a:cs typeface="Times New Roman" panose="02020603050405020304" pitchFamily="18" charset="0"/>
              </a:rPr>
              <a:t>传统</a:t>
            </a:r>
            <a:r>
              <a:rPr lang="en-US" altLang="zh-CN" sz="2400" b="1" dirty="0">
                <a:solidFill>
                  <a:schemeClr val="accent6"/>
                </a:solidFill>
                <a:latin typeface="Times New Roman" panose="02020603050405020304" pitchFamily="18" charset="0"/>
                <a:cs typeface="Times New Roman" panose="02020603050405020304" pitchFamily="18" charset="0"/>
              </a:rPr>
              <a:t>URL</a:t>
            </a:r>
          </a:p>
          <a:p>
            <a:pPr>
              <a:lnSpc>
                <a:spcPct val="150000"/>
              </a:lnSpc>
            </a:pPr>
            <a:r>
              <a:rPr lang="en-US" altLang="zh-CN" sz="2400" b="1" dirty="0">
                <a:solidFill>
                  <a:schemeClr val="accent6"/>
                </a:solidFill>
                <a:latin typeface="Times New Roman" panose="02020603050405020304" pitchFamily="18" charset="0"/>
                <a:cs typeface="Times New Roman" panose="02020603050405020304" pitchFamily="18" charset="0"/>
              </a:rPr>
              <a:t>POST      https://127.0.0.1/user/edit?id=1</a:t>
            </a:r>
          </a:p>
          <a:p>
            <a:pPr>
              <a:lnSpc>
                <a:spcPct val="150000"/>
              </a:lnSpc>
            </a:pPr>
            <a:r>
              <a:rPr lang="en-US" altLang="zh-CN" sz="2400" b="1" dirty="0">
                <a:solidFill>
                  <a:srgbClr val="00B050"/>
                </a:solidFill>
                <a:latin typeface="Times New Roman" panose="02020603050405020304" pitchFamily="18" charset="0"/>
                <a:cs typeface="Times New Roman" panose="02020603050405020304" pitchFamily="18" charset="0"/>
              </a:rPr>
              <a:t>RESTful API</a:t>
            </a:r>
          </a:p>
          <a:p>
            <a:pPr>
              <a:lnSpc>
                <a:spcPct val="150000"/>
              </a:lnSpc>
            </a:pPr>
            <a:r>
              <a:rPr lang="en-US" altLang="zh-CN" sz="2400" b="1" dirty="0">
                <a:solidFill>
                  <a:srgbClr val="00B050"/>
                </a:solidFill>
                <a:latin typeface="Times New Roman" panose="02020603050405020304" pitchFamily="18" charset="0"/>
                <a:cs typeface="Times New Roman" panose="02020603050405020304" pitchFamily="18" charset="0"/>
              </a:rPr>
              <a:t>PUT        https://127.0.0.1/users/1</a:t>
            </a:r>
          </a:p>
        </p:txBody>
      </p:sp>
    </p:spTree>
    <p:extLst>
      <p:ext uri="{BB962C8B-B14F-4D97-AF65-F5344CB8AC3E}">
        <p14:creationId xmlns:p14="http://schemas.microsoft.com/office/powerpoint/2010/main" val="500155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a:solidFill>
                  <a:srgbClr val="0000FF"/>
                </a:solidFill>
                <a:effectLst>
                  <a:outerShdw blurRad="38100" dist="38100" dir="2700000" algn="tl">
                    <a:srgbClr val="000000">
                      <a:alpha val="43137"/>
                    </a:srgbClr>
                  </a:outerShdw>
                </a:effectLst>
              </a:rPr>
              <a:t>HTTP</a:t>
            </a:r>
            <a:r>
              <a:rPr lang="zh-CN" altLang="en-US" sz="2800" b="1" dirty="0">
                <a:solidFill>
                  <a:srgbClr val="0000FF"/>
                </a:solidFill>
                <a:effectLst>
                  <a:outerShdw blurRad="38100" dist="38100" dir="2700000" algn="tl">
                    <a:srgbClr val="000000">
                      <a:alpha val="43137"/>
                    </a:srgbClr>
                  </a:outerShdw>
                </a:effectLst>
              </a:rPr>
              <a:t>请求方法来代替在</a:t>
            </a:r>
            <a:r>
              <a:rPr lang="en-US" altLang="zh-CN" sz="2800" b="1" dirty="0">
                <a:solidFill>
                  <a:srgbClr val="0000FF"/>
                </a:solidFill>
                <a:effectLst>
                  <a:outerShdw blurRad="38100" dist="38100" dir="2700000" algn="tl">
                    <a:srgbClr val="000000">
                      <a:alpha val="43137"/>
                    </a:srgbClr>
                  </a:outerShdw>
                </a:effectLst>
              </a:rPr>
              <a:t>URL</a:t>
            </a:r>
            <a:r>
              <a:rPr lang="zh-CN" altLang="en-US" sz="2800" b="1" dirty="0">
                <a:solidFill>
                  <a:srgbClr val="0000FF"/>
                </a:solidFill>
                <a:effectLst>
                  <a:outerShdw blurRad="38100" dist="38100" dir="2700000" algn="tl">
                    <a:srgbClr val="000000">
                      <a:alpha val="43137"/>
                    </a:srgbClr>
                  </a:outerShdw>
                </a:effectLst>
              </a:rPr>
              <a:t>中的动词</a:t>
            </a:r>
            <a:endParaRPr lang="en-US" altLang="zh-CN" sz="2800" b="1" dirty="0">
              <a:solidFill>
                <a:srgbClr val="0000FF"/>
              </a:solidFill>
              <a:effectLst>
                <a:outerShdw blurRad="38100" dist="38100" dir="2700000" algn="tl">
                  <a:srgbClr val="000000">
                    <a:alpha val="43137"/>
                  </a:srgbClr>
                </a:outerShdw>
              </a:effectLst>
            </a:endParaRPr>
          </a:p>
        </p:txBody>
      </p:sp>
      <p:sp>
        <p:nvSpPr>
          <p:cNvPr id="4" name="TextBox 27">
            <a:extLst>
              <a:ext uri="{FF2B5EF4-FFF2-40B4-BE49-F238E27FC236}">
                <a16:creationId xmlns:a16="http://schemas.microsoft.com/office/drawing/2014/main" id="{FE138F83-A5A1-D879-1C86-519416EAF4A1}"/>
              </a:ext>
            </a:extLst>
          </p:cNvPr>
          <p:cNvSpPr txBox="1">
            <a:spLocks noChangeArrowheads="1"/>
          </p:cNvSpPr>
          <p:nvPr/>
        </p:nvSpPr>
        <p:spPr bwMode="auto">
          <a:xfrm>
            <a:off x="823541" y="1764085"/>
            <a:ext cx="10425285"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zh-CN" altLang="en-US" sz="2400" b="1" dirty="0">
                <a:solidFill>
                  <a:srgbClr val="040014"/>
                </a:solidFill>
                <a:latin typeface="宋体" panose="02010600030101010101" pitchFamily="2" charset="-122"/>
                <a:cs typeface="MS PGothic" panose="020B0600070205080204" pitchFamily="34" charset="-128"/>
              </a:rPr>
              <a:t>实例</a:t>
            </a:r>
            <a:endParaRPr lang="en-US" altLang="zh-CN" sz="2000" dirty="0">
              <a:solidFill>
                <a:srgbClr val="040014"/>
              </a:solidFill>
              <a:latin typeface="宋体" panose="02010600030101010101" pitchFamily="2" charset="-122"/>
              <a:cs typeface="MS PGothic" panose="020B0600070205080204" pitchFamily="34" charset="-128"/>
            </a:endParaRPr>
          </a:p>
        </p:txBody>
      </p:sp>
      <p:sp>
        <p:nvSpPr>
          <p:cNvPr id="3" name="文本框 2">
            <a:extLst>
              <a:ext uri="{FF2B5EF4-FFF2-40B4-BE49-F238E27FC236}">
                <a16:creationId xmlns:a16="http://schemas.microsoft.com/office/drawing/2014/main" id="{8142C015-B100-A557-3B7E-C282338D57B4}"/>
              </a:ext>
            </a:extLst>
          </p:cNvPr>
          <p:cNvSpPr txBox="1"/>
          <p:nvPr/>
        </p:nvSpPr>
        <p:spPr>
          <a:xfrm>
            <a:off x="895549" y="2484165"/>
            <a:ext cx="10081120" cy="27959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zh-CN" altLang="en-US" sz="2400" b="1" dirty="0">
                <a:solidFill>
                  <a:schemeClr val="accent6"/>
                </a:solidFill>
                <a:latin typeface="Times New Roman" panose="02020603050405020304" pitchFamily="18" charset="0"/>
                <a:cs typeface="Times New Roman" panose="02020603050405020304" pitchFamily="18" charset="0"/>
              </a:rPr>
              <a:t>例：删除记录</a:t>
            </a:r>
            <a:endParaRPr lang="en-US" altLang="zh-CN" sz="2400" b="1" dirty="0">
              <a:solidFill>
                <a:schemeClr val="accent6"/>
              </a:solidFill>
              <a:latin typeface="Times New Roman" panose="02020603050405020304" pitchFamily="18" charset="0"/>
              <a:cs typeface="Times New Roman" panose="02020603050405020304" pitchFamily="18" charset="0"/>
            </a:endParaRPr>
          </a:p>
          <a:p>
            <a:pPr>
              <a:lnSpc>
                <a:spcPct val="150000"/>
              </a:lnSpc>
            </a:pPr>
            <a:r>
              <a:rPr lang="zh-CN" altLang="en-US" sz="2400" b="1" dirty="0">
                <a:solidFill>
                  <a:schemeClr val="accent6"/>
                </a:solidFill>
                <a:latin typeface="Times New Roman" panose="02020603050405020304" pitchFamily="18" charset="0"/>
                <a:cs typeface="Times New Roman" panose="02020603050405020304" pitchFamily="18" charset="0"/>
              </a:rPr>
              <a:t>传统</a:t>
            </a:r>
            <a:r>
              <a:rPr lang="en-US" altLang="zh-CN" sz="2400" b="1" dirty="0">
                <a:solidFill>
                  <a:schemeClr val="accent6"/>
                </a:solidFill>
                <a:latin typeface="Times New Roman" panose="02020603050405020304" pitchFamily="18" charset="0"/>
                <a:cs typeface="Times New Roman" panose="02020603050405020304" pitchFamily="18" charset="0"/>
              </a:rPr>
              <a:t>URL</a:t>
            </a:r>
          </a:p>
          <a:p>
            <a:pPr>
              <a:lnSpc>
                <a:spcPct val="150000"/>
              </a:lnSpc>
            </a:pPr>
            <a:r>
              <a:rPr lang="en-US" altLang="zh-CN" sz="2400" b="1" dirty="0">
                <a:solidFill>
                  <a:schemeClr val="accent6"/>
                </a:solidFill>
                <a:latin typeface="Times New Roman" panose="02020603050405020304" pitchFamily="18" charset="0"/>
                <a:cs typeface="Times New Roman" panose="02020603050405020304" pitchFamily="18" charset="0"/>
              </a:rPr>
              <a:t>GET              https://127.0.0.1/user/delete?id=1</a:t>
            </a:r>
          </a:p>
          <a:p>
            <a:pPr>
              <a:lnSpc>
                <a:spcPct val="150000"/>
              </a:lnSpc>
            </a:pPr>
            <a:r>
              <a:rPr lang="en-US" altLang="zh-CN" sz="2400" b="1" dirty="0">
                <a:solidFill>
                  <a:srgbClr val="00B050"/>
                </a:solidFill>
                <a:latin typeface="Times New Roman" panose="02020603050405020304" pitchFamily="18" charset="0"/>
                <a:cs typeface="Times New Roman" panose="02020603050405020304" pitchFamily="18" charset="0"/>
              </a:rPr>
              <a:t>RESTful API</a:t>
            </a:r>
          </a:p>
          <a:p>
            <a:pPr>
              <a:lnSpc>
                <a:spcPct val="150000"/>
              </a:lnSpc>
            </a:pPr>
            <a:r>
              <a:rPr lang="en-US" altLang="zh-CN" sz="2400" b="1" dirty="0">
                <a:solidFill>
                  <a:srgbClr val="00B050"/>
                </a:solidFill>
                <a:latin typeface="Times New Roman" panose="02020603050405020304" pitchFamily="18" charset="0"/>
                <a:cs typeface="Times New Roman" panose="02020603050405020304" pitchFamily="18" charset="0"/>
              </a:rPr>
              <a:t>DELETE      https://127.0.0.1/users/1</a:t>
            </a:r>
          </a:p>
        </p:txBody>
      </p:sp>
    </p:spTree>
    <p:extLst>
      <p:ext uri="{BB962C8B-B14F-4D97-AF65-F5344CB8AC3E}">
        <p14:creationId xmlns:p14="http://schemas.microsoft.com/office/powerpoint/2010/main" val="404191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0569003" cy="46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400" b="1" dirty="0">
                <a:solidFill>
                  <a:srgbClr val="0000FF"/>
                </a:solidFill>
                <a:effectLst>
                  <a:outerShdw blurRad="38100" dist="38100" dir="2700000" algn="tl">
                    <a:srgbClr val="000000">
                      <a:alpha val="43137"/>
                    </a:srgbClr>
                  </a:outerShdw>
                </a:effectLst>
              </a:rPr>
              <a:t>利用</a:t>
            </a:r>
            <a:r>
              <a:rPr lang="en-US" altLang="zh-CN" sz="2400" b="1" dirty="0">
                <a:solidFill>
                  <a:srgbClr val="0000FF"/>
                </a:solidFill>
                <a:effectLst>
                  <a:outerShdw blurRad="38100" dist="38100" dir="2700000" algn="tl">
                    <a:srgbClr val="000000">
                      <a:alpha val="43137"/>
                    </a:srgbClr>
                  </a:outerShdw>
                </a:effectLst>
              </a:rPr>
              <a:t>HTTP</a:t>
            </a:r>
            <a:r>
              <a:rPr lang="zh-CN" altLang="en-US" sz="2400" b="1" dirty="0">
                <a:solidFill>
                  <a:srgbClr val="0000FF"/>
                </a:solidFill>
                <a:effectLst>
                  <a:outerShdw blurRad="38100" dist="38100" dir="2700000" algn="tl">
                    <a:srgbClr val="000000">
                      <a:alpha val="43137"/>
                    </a:srgbClr>
                  </a:outerShdw>
                </a:effectLst>
              </a:rPr>
              <a:t>状态码（</a:t>
            </a:r>
            <a:r>
              <a:rPr lang="en-US" altLang="zh-CN" sz="2400" b="1" dirty="0">
                <a:solidFill>
                  <a:srgbClr val="0000FF"/>
                </a:solidFill>
                <a:effectLst>
                  <a:outerShdw blurRad="38100" dist="38100" dir="2700000" algn="tl">
                    <a:srgbClr val="000000">
                      <a:alpha val="43137"/>
                    </a:srgbClr>
                  </a:outerShdw>
                </a:effectLst>
              </a:rPr>
              <a:t>HTTP Status Code</a:t>
            </a:r>
            <a:r>
              <a:rPr lang="zh-CN" altLang="en-US" sz="2400" b="1" dirty="0">
                <a:solidFill>
                  <a:srgbClr val="0000FF"/>
                </a:solidFill>
                <a:effectLst>
                  <a:outerShdw blurRad="38100" dist="38100" dir="2700000" algn="tl">
                    <a:srgbClr val="000000">
                      <a:alpha val="43137"/>
                    </a:srgbClr>
                  </a:outerShdw>
                </a:effectLst>
              </a:rPr>
              <a:t>）表示请求的处理执行结果</a:t>
            </a:r>
            <a:endParaRPr lang="en-US" altLang="zh-CN" sz="2400" b="1" dirty="0">
              <a:solidFill>
                <a:srgbClr val="0000FF"/>
              </a:solidFill>
              <a:effectLst>
                <a:outerShdw blurRad="38100" dist="38100" dir="2700000" algn="tl">
                  <a:srgbClr val="000000">
                    <a:alpha val="43137"/>
                  </a:srgbClr>
                </a:outerShdw>
              </a:effectLst>
            </a:endParaRPr>
          </a:p>
        </p:txBody>
      </p:sp>
      <p:sp>
        <p:nvSpPr>
          <p:cNvPr id="4" name="TextBox 27">
            <a:extLst>
              <a:ext uri="{FF2B5EF4-FFF2-40B4-BE49-F238E27FC236}">
                <a16:creationId xmlns:a16="http://schemas.microsoft.com/office/drawing/2014/main" id="{FE138F83-A5A1-D879-1C86-519416EAF4A1}"/>
              </a:ext>
            </a:extLst>
          </p:cNvPr>
          <p:cNvSpPr txBox="1">
            <a:spLocks noChangeArrowheads="1"/>
          </p:cNvSpPr>
          <p:nvPr/>
        </p:nvSpPr>
        <p:spPr bwMode="auto">
          <a:xfrm>
            <a:off x="823541" y="1764085"/>
            <a:ext cx="10425285"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zh-CN" altLang="en-US" sz="2400" b="1" dirty="0">
                <a:solidFill>
                  <a:srgbClr val="040014"/>
                </a:solidFill>
                <a:latin typeface="宋体" panose="02010600030101010101" pitchFamily="2" charset="-122"/>
                <a:cs typeface="MS PGothic" panose="020B0600070205080204" pitchFamily="34" charset="-128"/>
              </a:rPr>
              <a:t>响应状态码</a:t>
            </a:r>
            <a:endParaRPr lang="en-US" altLang="zh-CN" sz="2000" dirty="0">
              <a:solidFill>
                <a:srgbClr val="040014"/>
              </a:solidFill>
              <a:latin typeface="宋体" panose="02010600030101010101" pitchFamily="2" charset="-122"/>
              <a:cs typeface="MS PGothic" panose="020B0600070205080204" pitchFamily="34" charset="-128"/>
            </a:endParaRPr>
          </a:p>
        </p:txBody>
      </p:sp>
      <p:sp>
        <p:nvSpPr>
          <p:cNvPr id="5" name="文本框 4">
            <a:extLst>
              <a:ext uri="{FF2B5EF4-FFF2-40B4-BE49-F238E27FC236}">
                <a16:creationId xmlns:a16="http://schemas.microsoft.com/office/drawing/2014/main" id="{38455012-ADE3-5C13-0B45-E516301AD910}"/>
              </a:ext>
            </a:extLst>
          </p:cNvPr>
          <p:cNvSpPr txBox="1"/>
          <p:nvPr/>
        </p:nvSpPr>
        <p:spPr>
          <a:xfrm>
            <a:off x="1111573" y="2366065"/>
            <a:ext cx="6080760" cy="2336730"/>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sz="2000" dirty="0"/>
              <a:t>信息响应 </a:t>
            </a:r>
            <a:r>
              <a:rPr lang="en-US" altLang="zh-CN" sz="2000" dirty="0"/>
              <a:t>(100–199)</a:t>
            </a:r>
          </a:p>
          <a:p>
            <a:pPr marL="285750" indent="-285750">
              <a:lnSpc>
                <a:spcPct val="150000"/>
              </a:lnSpc>
              <a:buFont typeface="Wingdings" panose="05000000000000000000" pitchFamily="2" charset="2"/>
              <a:buChar char="l"/>
            </a:pPr>
            <a:r>
              <a:rPr lang="zh-CN" altLang="en-US" sz="2000" dirty="0"/>
              <a:t>成功响应 </a:t>
            </a:r>
            <a:r>
              <a:rPr lang="en-US" altLang="zh-CN" sz="2000" dirty="0"/>
              <a:t>(200–299)</a:t>
            </a:r>
          </a:p>
          <a:p>
            <a:pPr marL="285750" indent="-285750">
              <a:lnSpc>
                <a:spcPct val="150000"/>
              </a:lnSpc>
              <a:buFont typeface="Wingdings" panose="05000000000000000000" pitchFamily="2" charset="2"/>
              <a:buChar char="l"/>
            </a:pPr>
            <a:r>
              <a:rPr lang="zh-CN" altLang="en-US" sz="2000" dirty="0"/>
              <a:t>重定向消息 </a:t>
            </a:r>
            <a:r>
              <a:rPr lang="en-US" altLang="zh-CN" sz="2000" dirty="0"/>
              <a:t>(300–399)</a:t>
            </a:r>
          </a:p>
          <a:p>
            <a:pPr marL="285750" indent="-285750">
              <a:lnSpc>
                <a:spcPct val="150000"/>
              </a:lnSpc>
              <a:buFont typeface="Wingdings" panose="05000000000000000000" pitchFamily="2" charset="2"/>
              <a:buChar char="l"/>
            </a:pPr>
            <a:r>
              <a:rPr lang="zh-CN" altLang="en-US" sz="2000" dirty="0"/>
              <a:t>客户端错误响应 </a:t>
            </a:r>
            <a:r>
              <a:rPr lang="en-US" altLang="zh-CN" sz="2000" dirty="0"/>
              <a:t>(400–499)</a:t>
            </a:r>
          </a:p>
          <a:p>
            <a:pPr marL="285750" indent="-285750">
              <a:lnSpc>
                <a:spcPct val="150000"/>
              </a:lnSpc>
              <a:buFont typeface="Wingdings" panose="05000000000000000000" pitchFamily="2" charset="2"/>
              <a:buChar char="l"/>
            </a:pPr>
            <a:r>
              <a:rPr lang="zh-CN" altLang="en-US" sz="2000" dirty="0"/>
              <a:t>服务端错误响应 </a:t>
            </a:r>
            <a:r>
              <a:rPr lang="en-US" altLang="zh-CN" sz="2000" dirty="0"/>
              <a:t>(500–599)</a:t>
            </a:r>
            <a:endParaRPr lang="zh-CN" altLang="en-US" sz="2000" dirty="0"/>
          </a:p>
        </p:txBody>
      </p:sp>
    </p:spTree>
    <p:extLst>
      <p:ext uri="{BB962C8B-B14F-4D97-AF65-F5344CB8AC3E}">
        <p14:creationId xmlns:p14="http://schemas.microsoft.com/office/powerpoint/2010/main" val="2993556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0569003" cy="46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400" b="1" dirty="0">
                <a:solidFill>
                  <a:srgbClr val="0000FF"/>
                </a:solidFill>
                <a:effectLst>
                  <a:outerShdw blurRad="38100" dist="38100" dir="2700000" algn="tl">
                    <a:srgbClr val="000000">
                      <a:alpha val="43137"/>
                    </a:srgbClr>
                  </a:outerShdw>
                </a:effectLst>
              </a:rPr>
              <a:t>利用</a:t>
            </a:r>
            <a:r>
              <a:rPr lang="en-US" altLang="zh-CN" sz="2400" b="1" dirty="0">
                <a:solidFill>
                  <a:srgbClr val="0000FF"/>
                </a:solidFill>
                <a:effectLst>
                  <a:outerShdw blurRad="38100" dist="38100" dir="2700000" algn="tl">
                    <a:srgbClr val="000000">
                      <a:alpha val="43137"/>
                    </a:srgbClr>
                  </a:outerShdw>
                </a:effectLst>
              </a:rPr>
              <a:t>HTTP</a:t>
            </a:r>
            <a:r>
              <a:rPr lang="zh-CN" altLang="en-US" sz="2400" b="1" dirty="0">
                <a:solidFill>
                  <a:srgbClr val="0000FF"/>
                </a:solidFill>
                <a:effectLst>
                  <a:outerShdw blurRad="38100" dist="38100" dir="2700000" algn="tl">
                    <a:srgbClr val="000000">
                      <a:alpha val="43137"/>
                    </a:srgbClr>
                  </a:outerShdw>
                </a:effectLst>
              </a:rPr>
              <a:t>状态码（</a:t>
            </a:r>
            <a:r>
              <a:rPr lang="en-US" altLang="zh-CN" sz="2400" b="1" dirty="0">
                <a:solidFill>
                  <a:srgbClr val="0000FF"/>
                </a:solidFill>
                <a:effectLst>
                  <a:outerShdw blurRad="38100" dist="38100" dir="2700000" algn="tl">
                    <a:srgbClr val="000000">
                      <a:alpha val="43137"/>
                    </a:srgbClr>
                  </a:outerShdw>
                </a:effectLst>
              </a:rPr>
              <a:t>HTTP Status Code</a:t>
            </a:r>
            <a:r>
              <a:rPr lang="zh-CN" altLang="en-US" sz="2400" b="1" dirty="0">
                <a:solidFill>
                  <a:srgbClr val="0000FF"/>
                </a:solidFill>
                <a:effectLst>
                  <a:outerShdw blurRad="38100" dist="38100" dir="2700000" algn="tl">
                    <a:srgbClr val="000000">
                      <a:alpha val="43137"/>
                    </a:srgbClr>
                  </a:outerShdw>
                </a:effectLst>
              </a:rPr>
              <a:t>）表示请求的处理执行结果</a:t>
            </a:r>
            <a:endParaRPr lang="en-US" altLang="zh-CN" sz="2400" b="1" dirty="0">
              <a:solidFill>
                <a:srgbClr val="0000FF"/>
              </a:solidFill>
              <a:effectLst>
                <a:outerShdw blurRad="38100" dist="38100" dir="2700000" algn="tl">
                  <a:srgbClr val="000000">
                    <a:alpha val="43137"/>
                  </a:srgbClr>
                </a:outerShdw>
              </a:effectLst>
            </a:endParaRPr>
          </a:p>
        </p:txBody>
      </p:sp>
      <p:sp>
        <p:nvSpPr>
          <p:cNvPr id="4" name="TextBox 27">
            <a:extLst>
              <a:ext uri="{FF2B5EF4-FFF2-40B4-BE49-F238E27FC236}">
                <a16:creationId xmlns:a16="http://schemas.microsoft.com/office/drawing/2014/main" id="{FE138F83-A5A1-D879-1C86-519416EAF4A1}"/>
              </a:ext>
            </a:extLst>
          </p:cNvPr>
          <p:cNvSpPr txBox="1">
            <a:spLocks noChangeArrowheads="1"/>
          </p:cNvSpPr>
          <p:nvPr/>
        </p:nvSpPr>
        <p:spPr bwMode="auto">
          <a:xfrm>
            <a:off x="823541" y="1764085"/>
            <a:ext cx="10425285"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zh-CN" altLang="en-US" sz="2400" b="1" dirty="0">
                <a:solidFill>
                  <a:srgbClr val="040014"/>
                </a:solidFill>
                <a:latin typeface="宋体" panose="02010600030101010101" pitchFamily="2" charset="-122"/>
                <a:cs typeface="MS PGothic" panose="020B0600070205080204" pitchFamily="34" charset="-128"/>
              </a:rPr>
              <a:t>响应状态码</a:t>
            </a:r>
            <a:endParaRPr lang="en-US" altLang="zh-CN" sz="2000" dirty="0">
              <a:solidFill>
                <a:srgbClr val="040014"/>
              </a:solidFill>
              <a:latin typeface="宋体" panose="02010600030101010101" pitchFamily="2" charset="-122"/>
              <a:cs typeface="MS PGothic" panose="020B0600070205080204" pitchFamily="34" charset="-128"/>
            </a:endParaRPr>
          </a:p>
        </p:txBody>
      </p:sp>
      <p:graphicFrame>
        <p:nvGraphicFramePr>
          <p:cNvPr id="3" name="表格 3">
            <a:extLst>
              <a:ext uri="{FF2B5EF4-FFF2-40B4-BE49-F238E27FC236}">
                <a16:creationId xmlns:a16="http://schemas.microsoft.com/office/drawing/2014/main" id="{7B14D50B-B5B5-A325-74F8-F24023CB44DC}"/>
              </a:ext>
            </a:extLst>
          </p:cNvPr>
          <p:cNvGraphicFramePr>
            <a:graphicFrameLocks noGrp="1"/>
          </p:cNvGraphicFramePr>
          <p:nvPr>
            <p:extLst>
              <p:ext uri="{D42A27DB-BD31-4B8C-83A1-F6EECF244321}">
                <p14:modId xmlns:p14="http://schemas.microsoft.com/office/powerpoint/2010/main" val="3725505620"/>
              </p:ext>
            </p:extLst>
          </p:nvPr>
        </p:nvGraphicFramePr>
        <p:xfrm>
          <a:off x="895549" y="2877310"/>
          <a:ext cx="9416875" cy="2743200"/>
        </p:xfrm>
        <a:graphic>
          <a:graphicData uri="http://schemas.openxmlformats.org/drawingml/2006/table">
            <a:tbl>
              <a:tblPr firstRow="1" bandRow="1">
                <a:tableStyleId>{5C22544A-7EE6-4342-B048-85BDC9FD1C3A}</a:tableStyleId>
              </a:tblPr>
              <a:tblGrid>
                <a:gridCol w="1222523">
                  <a:extLst>
                    <a:ext uri="{9D8B030D-6E8A-4147-A177-3AD203B41FA5}">
                      <a16:colId xmlns:a16="http://schemas.microsoft.com/office/drawing/2014/main" val="197667495"/>
                    </a:ext>
                  </a:extLst>
                </a:gridCol>
                <a:gridCol w="2374181">
                  <a:extLst>
                    <a:ext uri="{9D8B030D-6E8A-4147-A177-3AD203B41FA5}">
                      <a16:colId xmlns:a16="http://schemas.microsoft.com/office/drawing/2014/main" val="1658503879"/>
                    </a:ext>
                  </a:extLst>
                </a:gridCol>
                <a:gridCol w="2676617">
                  <a:extLst>
                    <a:ext uri="{9D8B030D-6E8A-4147-A177-3AD203B41FA5}">
                      <a16:colId xmlns:a16="http://schemas.microsoft.com/office/drawing/2014/main" val="3224920961"/>
                    </a:ext>
                  </a:extLst>
                </a:gridCol>
                <a:gridCol w="3143554">
                  <a:extLst>
                    <a:ext uri="{9D8B030D-6E8A-4147-A177-3AD203B41FA5}">
                      <a16:colId xmlns:a16="http://schemas.microsoft.com/office/drawing/2014/main" val="190464974"/>
                    </a:ext>
                  </a:extLst>
                </a:gridCol>
              </a:tblGrid>
              <a:tr h="0">
                <a:tc>
                  <a:txBody>
                    <a:bodyPr/>
                    <a:lstStyle/>
                    <a:p>
                      <a:pPr algn="ctr"/>
                      <a:r>
                        <a:rPr lang="zh-CN" altLang="en-US" sz="1400" dirty="0">
                          <a:latin typeface="+mj-ea"/>
                          <a:ea typeface="+mj-ea"/>
                        </a:rPr>
                        <a:t>状态码</a:t>
                      </a:r>
                    </a:p>
                  </a:txBody>
                  <a:tcPr/>
                </a:tc>
                <a:tc>
                  <a:txBody>
                    <a:bodyPr/>
                    <a:lstStyle/>
                    <a:p>
                      <a:pPr algn="ctr"/>
                      <a:r>
                        <a:rPr lang="zh-CN" altLang="en-US" sz="1400" dirty="0">
                          <a:latin typeface="+mj-ea"/>
                          <a:ea typeface="+mj-ea"/>
                        </a:rPr>
                        <a:t>状态说明</a:t>
                      </a:r>
                    </a:p>
                  </a:txBody>
                  <a:tcPr/>
                </a:tc>
                <a:tc>
                  <a:txBody>
                    <a:bodyPr/>
                    <a:lstStyle/>
                    <a:p>
                      <a:pPr marL="0" marR="0" lvl="0" indent="0" algn="ctr" defTabSz="985898" rtl="0" eaLnBrk="1" fontAlgn="auto" latinLnBrk="0" hangingPunct="1">
                        <a:lnSpc>
                          <a:spcPct val="100000"/>
                        </a:lnSpc>
                        <a:spcBef>
                          <a:spcPts val="0"/>
                        </a:spcBef>
                        <a:spcAft>
                          <a:spcPts val="0"/>
                        </a:spcAft>
                        <a:buClrTx/>
                        <a:buSzTx/>
                        <a:buFontTx/>
                        <a:buNone/>
                        <a:tabLst/>
                        <a:defRPr/>
                      </a:pPr>
                      <a:r>
                        <a:rPr lang="zh-CN" altLang="en-US" sz="1400" dirty="0">
                          <a:latin typeface="+mj-ea"/>
                          <a:ea typeface="+mj-ea"/>
                        </a:rPr>
                        <a:t>对应</a:t>
                      </a:r>
                      <a:r>
                        <a:rPr lang="en-US" altLang="zh-CN" sz="1400" dirty="0">
                          <a:latin typeface="+mj-ea"/>
                          <a:ea typeface="+mj-ea"/>
                        </a:rPr>
                        <a:t>HTTP</a:t>
                      </a:r>
                      <a:r>
                        <a:rPr lang="zh-CN" altLang="en-US" sz="1400" dirty="0">
                          <a:latin typeface="+mj-ea"/>
                          <a:ea typeface="+mj-ea"/>
                        </a:rPr>
                        <a:t>请求方法</a:t>
                      </a:r>
                    </a:p>
                  </a:txBody>
                  <a:tcPr/>
                </a:tc>
                <a:tc>
                  <a:txBody>
                    <a:bodyPr/>
                    <a:lstStyle/>
                    <a:p>
                      <a:pPr marL="0" marR="0" lvl="0" indent="0" algn="ctr" defTabSz="985898" rtl="0" eaLnBrk="1" fontAlgn="auto" latinLnBrk="0" hangingPunct="1">
                        <a:lnSpc>
                          <a:spcPct val="100000"/>
                        </a:lnSpc>
                        <a:spcBef>
                          <a:spcPts val="0"/>
                        </a:spcBef>
                        <a:spcAft>
                          <a:spcPts val="0"/>
                        </a:spcAft>
                        <a:buClrTx/>
                        <a:buSzTx/>
                        <a:buFontTx/>
                        <a:buNone/>
                        <a:tabLst/>
                        <a:defRPr/>
                      </a:pPr>
                      <a:r>
                        <a:rPr lang="zh-CN" altLang="en-US" sz="1400" dirty="0">
                          <a:latin typeface="+mj-ea"/>
                          <a:ea typeface="+mj-ea"/>
                        </a:rPr>
                        <a:t>适用场景</a:t>
                      </a:r>
                    </a:p>
                  </a:txBody>
                  <a:tcPr/>
                </a:tc>
                <a:extLst>
                  <a:ext uri="{0D108BD9-81ED-4DB2-BD59-A6C34878D82A}">
                    <a16:rowId xmlns:a16="http://schemas.microsoft.com/office/drawing/2014/main" val="715998936"/>
                  </a:ext>
                </a:extLst>
              </a:tr>
              <a:tr h="0">
                <a:tc>
                  <a:txBody>
                    <a:bodyPr/>
                    <a:lstStyle/>
                    <a:p>
                      <a:pPr algn="ctr"/>
                      <a:r>
                        <a:rPr lang="en-US" altLang="zh-CN" sz="1400" b="1" dirty="0">
                          <a:solidFill>
                            <a:schemeClr val="accent6"/>
                          </a:solidFill>
                          <a:latin typeface="+mj-ea"/>
                          <a:ea typeface="+mj-ea"/>
                        </a:rPr>
                        <a:t>200</a:t>
                      </a:r>
                      <a:endParaRPr lang="zh-CN" altLang="en-US" sz="1400" b="1" dirty="0">
                        <a:solidFill>
                          <a:schemeClr val="accent6"/>
                        </a:solidFill>
                        <a:latin typeface="+mj-ea"/>
                        <a:ea typeface="+mj-ea"/>
                      </a:endParaRPr>
                    </a:p>
                  </a:txBody>
                  <a:tcPr/>
                </a:tc>
                <a:tc>
                  <a:txBody>
                    <a:bodyPr/>
                    <a:lstStyle/>
                    <a:p>
                      <a:pPr algn="ctr"/>
                      <a:r>
                        <a:rPr lang="en-US" altLang="zh-CN" sz="1400" kern="1200" dirty="0">
                          <a:solidFill>
                            <a:schemeClr val="dk1"/>
                          </a:solidFill>
                          <a:latin typeface="+mj-ea"/>
                          <a:ea typeface="+mj-ea"/>
                          <a:cs typeface="+mn-cs"/>
                        </a:rPr>
                        <a:t>OK</a:t>
                      </a:r>
                      <a:endParaRPr lang="zh-CN" altLang="en-US" sz="1400" kern="1200" dirty="0">
                        <a:solidFill>
                          <a:schemeClr val="dk1"/>
                        </a:solidFill>
                        <a:latin typeface="+mj-ea"/>
                        <a:ea typeface="+mj-ea"/>
                        <a:cs typeface="+mn-cs"/>
                      </a:endParaRPr>
                    </a:p>
                  </a:txBody>
                  <a:tcPr/>
                </a:tc>
                <a:tc>
                  <a:txBody>
                    <a:bodyPr/>
                    <a:lstStyle/>
                    <a:p>
                      <a:pPr algn="ctr"/>
                      <a:r>
                        <a:rPr lang="en-US" altLang="zh-CN" sz="1400" b="1" dirty="0">
                          <a:solidFill>
                            <a:schemeClr val="accent6"/>
                          </a:solidFill>
                        </a:rPr>
                        <a:t>GET</a:t>
                      </a:r>
                      <a:endParaRPr lang="zh-CN" altLang="en-US" sz="1400" dirty="0">
                        <a:latin typeface="+mj-ea"/>
                        <a:ea typeface="+mj-ea"/>
                      </a:endParaRPr>
                    </a:p>
                  </a:txBody>
                  <a:tcPr/>
                </a:tc>
                <a:tc>
                  <a:txBody>
                    <a:bodyPr/>
                    <a:lstStyle/>
                    <a:p>
                      <a:pPr algn="ctr"/>
                      <a:r>
                        <a:rPr lang="zh-CN" altLang="en-US" sz="1400" dirty="0">
                          <a:latin typeface="+mj-ea"/>
                          <a:ea typeface="+mj-ea"/>
                        </a:rPr>
                        <a:t>访问资源成功</a:t>
                      </a:r>
                    </a:p>
                  </a:txBody>
                  <a:tcPr/>
                </a:tc>
                <a:extLst>
                  <a:ext uri="{0D108BD9-81ED-4DB2-BD59-A6C34878D82A}">
                    <a16:rowId xmlns:a16="http://schemas.microsoft.com/office/drawing/2014/main" val="140781896"/>
                  </a:ext>
                </a:extLst>
              </a:tr>
              <a:tr h="0">
                <a:tc>
                  <a:txBody>
                    <a:bodyPr/>
                    <a:lstStyle/>
                    <a:p>
                      <a:pPr algn="ctr"/>
                      <a:r>
                        <a:rPr lang="en-US" altLang="zh-CN" sz="1400" b="1" dirty="0">
                          <a:solidFill>
                            <a:schemeClr val="accent6"/>
                          </a:solidFill>
                          <a:latin typeface="+mj-ea"/>
                          <a:ea typeface="+mj-ea"/>
                        </a:rPr>
                        <a:t>201</a:t>
                      </a:r>
                      <a:endParaRPr lang="zh-CN" altLang="en-US" sz="1400" b="1" dirty="0">
                        <a:solidFill>
                          <a:schemeClr val="accent6"/>
                        </a:solidFill>
                        <a:latin typeface="+mj-ea"/>
                        <a:ea typeface="+mj-ea"/>
                      </a:endParaRPr>
                    </a:p>
                  </a:txBody>
                  <a:tcPr/>
                </a:tc>
                <a:tc>
                  <a:txBody>
                    <a:bodyPr/>
                    <a:lstStyle/>
                    <a:p>
                      <a:pPr algn="ctr"/>
                      <a:r>
                        <a:rPr lang="en-US" altLang="zh-CN" sz="1400" kern="1200" dirty="0">
                          <a:solidFill>
                            <a:schemeClr val="dk1"/>
                          </a:solidFill>
                          <a:latin typeface="+mj-ea"/>
                          <a:ea typeface="+mj-ea"/>
                          <a:cs typeface="+mn-cs"/>
                        </a:rPr>
                        <a:t>CREATED</a:t>
                      </a:r>
                      <a:endParaRPr lang="zh-CN" altLang="en-US" sz="1400" kern="1200" dirty="0">
                        <a:solidFill>
                          <a:schemeClr val="dk1"/>
                        </a:solidFill>
                        <a:latin typeface="+mj-ea"/>
                        <a:ea typeface="+mj-ea"/>
                        <a:cs typeface="+mn-cs"/>
                      </a:endParaRPr>
                    </a:p>
                  </a:txBody>
                  <a:tcPr/>
                </a:tc>
                <a:tc>
                  <a:txBody>
                    <a:bodyPr/>
                    <a:lstStyle/>
                    <a:p>
                      <a:pPr algn="ctr"/>
                      <a:r>
                        <a:rPr lang="en-US" altLang="zh-CN" sz="1400" b="1" dirty="0">
                          <a:solidFill>
                            <a:schemeClr val="accent6"/>
                          </a:solidFill>
                        </a:rPr>
                        <a:t>POST/PUT/PATCH</a:t>
                      </a:r>
                      <a:endParaRPr lang="zh-CN" altLang="en-US" sz="1400" dirty="0">
                        <a:latin typeface="+mj-ea"/>
                        <a:ea typeface="+mj-ea"/>
                      </a:endParaRPr>
                    </a:p>
                  </a:txBody>
                  <a:tcPr/>
                </a:tc>
                <a:tc>
                  <a:txBody>
                    <a:bodyPr/>
                    <a:lstStyle/>
                    <a:p>
                      <a:pPr algn="ctr"/>
                      <a:r>
                        <a:rPr lang="zh-CN" altLang="en-US" sz="1400" dirty="0">
                          <a:latin typeface="+mj-ea"/>
                          <a:ea typeface="+mj-ea"/>
                        </a:rPr>
                        <a:t>新建或修改数据成功</a:t>
                      </a:r>
                    </a:p>
                  </a:txBody>
                  <a:tcPr/>
                </a:tc>
                <a:extLst>
                  <a:ext uri="{0D108BD9-81ED-4DB2-BD59-A6C34878D82A}">
                    <a16:rowId xmlns:a16="http://schemas.microsoft.com/office/drawing/2014/main" val="2315590639"/>
                  </a:ext>
                </a:extLst>
              </a:tr>
              <a:tr h="0">
                <a:tc>
                  <a:txBody>
                    <a:bodyPr/>
                    <a:lstStyle/>
                    <a:p>
                      <a:pPr algn="ctr"/>
                      <a:r>
                        <a:rPr lang="en-US" altLang="zh-CN" sz="1400" b="1" dirty="0">
                          <a:solidFill>
                            <a:schemeClr val="accent6"/>
                          </a:solidFill>
                          <a:latin typeface="+mj-ea"/>
                          <a:ea typeface="+mj-ea"/>
                        </a:rPr>
                        <a:t>204</a:t>
                      </a:r>
                      <a:endParaRPr lang="zh-CN" altLang="en-US" sz="1400" b="1" dirty="0">
                        <a:solidFill>
                          <a:schemeClr val="accent6"/>
                        </a:solidFill>
                        <a:latin typeface="+mj-ea"/>
                        <a:ea typeface="+mj-ea"/>
                      </a:endParaRPr>
                    </a:p>
                  </a:txBody>
                  <a:tcPr/>
                </a:tc>
                <a:tc>
                  <a:txBody>
                    <a:bodyPr/>
                    <a:lstStyle/>
                    <a:p>
                      <a:pPr algn="ctr"/>
                      <a:r>
                        <a:rPr lang="en-US" altLang="zh-CN" sz="1400" kern="1200" dirty="0">
                          <a:solidFill>
                            <a:schemeClr val="dk1"/>
                          </a:solidFill>
                          <a:latin typeface="+mj-ea"/>
                          <a:ea typeface="+mj-ea"/>
                          <a:cs typeface="+mn-cs"/>
                        </a:rPr>
                        <a:t>NO CONTENT </a:t>
                      </a:r>
                      <a:endParaRPr lang="zh-CN" altLang="en-US" sz="1400" kern="1200" dirty="0">
                        <a:solidFill>
                          <a:schemeClr val="dk1"/>
                        </a:solidFill>
                        <a:latin typeface="+mj-ea"/>
                        <a:ea typeface="+mj-ea"/>
                        <a:cs typeface="+mn-cs"/>
                      </a:endParaRPr>
                    </a:p>
                  </a:txBody>
                  <a:tcPr/>
                </a:tc>
                <a:tc>
                  <a:txBody>
                    <a:bodyPr/>
                    <a:lstStyle/>
                    <a:p>
                      <a:pPr algn="ctr"/>
                      <a:r>
                        <a:rPr lang="en-US" altLang="zh-CN" sz="1400" b="1" dirty="0">
                          <a:solidFill>
                            <a:schemeClr val="accent6"/>
                          </a:solidFill>
                        </a:rPr>
                        <a:t>DELETE</a:t>
                      </a:r>
                      <a:endParaRPr lang="zh-CN" altLang="en-US" sz="1400" dirty="0">
                        <a:latin typeface="+mj-ea"/>
                        <a:ea typeface="+mj-ea"/>
                      </a:endParaRPr>
                    </a:p>
                  </a:txBody>
                  <a:tcPr/>
                </a:tc>
                <a:tc>
                  <a:txBody>
                    <a:bodyPr/>
                    <a:lstStyle/>
                    <a:p>
                      <a:pPr algn="ctr"/>
                      <a:r>
                        <a:rPr lang="zh-CN" altLang="en-US" sz="1400" dirty="0">
                          <a:latin typeface="+mj-ea"/>
                          <a:ea typeface="+mj-ea"/>
                        </a:rPr>
                        <a:t>删除数据成功</a:t>
                      </a:r>
                    </a:p>
                  </a:txBody>
                  <a:tcPr/>
                </a:tc>
                <a:extLst>
                  <a:ext uri="{0D108BD9-81ED-4DB2-BD59-A6C34878D82A}">
                    <a16:rowId xmlns:a16="http://schemas.microsoft.com/office/drawing/2014/main" val="3609088270"/>
                  </a:ext>
                </a:extLst>
              </a:tr>
              <a:tr h="0">
                <a:tc>
                  <a:txBody>
                    <a:bodyPr/>
                    <a:lstStyle/>
                    <a:p>
                      <a:pPr algn="ctr"/>
                      <a:r>
                        <a:rPr lang="en-US" altLang="zh-CN" sz="1400" b="1" dirty="0">
                          <a:solidFill>
                            <a:schemeClr val="accent6"/>
                          </a:solidFill>
                          <a:latin typeface="+mj-ea"/>
                          <a:ea typeface="+mj-ea"/>
                        </a:rPr>
                        <a:t>400</a:t>
                      </a:r>
                      <a:endParaRPr lang="zh-CN" altLang="en-US" sz="1400" b="1" dirty="0">
                        <a:solidFill>
                          <a:schemeClr val="accent6"/>
                        </a:solidFill>
                        <a:latin typeface="+mj-ea"/>
                        <a:ea typeface="+mj-ea"/>
                      </a:endParaRPr>
                    </a:p>
                  </a:txBody>
                  <a:tcPr/>
                </a:tc>
                <a:tc>
                  <a:txBody>
                    <a:bodyPr/>
                    <a:lstStyle/>
                    <a:p>
                      <a:pPr algn="ctr"/>
                      <a:r>
                        <a:rPr lang="en-US" altLang="zh-CN" sz="1400" kern="1200" dirty="0">
                          <a:solidFill>
                            <a:schemeClr val="dk1"/>
                          </a:solidFill>
                          <a:latin typeface="+mj-ea"/>
                          <a:ea typeface="+mj-ea"/>
                          <a:cs typeface="+mn-cs"/>
                        </a:rPr>
                        <a:t>INVALID REQUEST </a:t>
                      </a:r>
                      <a:endParaRPr lang="zh-CN" altLang="en-US" sz="1400" kern="1200" dirty="0">
                        <a:solidFill>
                          <a:schemeClr val="dk1"/>
                        </a:solidFill>
                        <a:latin typeface="+mj-ea"/>
                        <a:ea typeface="+mj-ea"/>
                        <a:cs typeface="+mn-cs"/>
                      </a:endParaRPr>
                    </a:p>
                  </a:txBody>
                  <a:tcPr/>
                </a:tc>
                <a:tc>
                  <a:txBody>
                    <a:bodyPr/>
                    <a:lstStyle/>
                    <a:p>
                      <a:pPr algn="ctr"/>
                      <a:r>
                        <a:rPr lang="en-US" altLang="zh-CN" sz="1400" b="1" dirty="0">
                          <a:solidFill>
                            <a:schemeClr val="accent6"/>
                          </a:solidFill>
                        </a:rPr>
                        <a:t>POST/PUT/PATCH</a:t>
                      </a:r>
                      <a:endParaRPr lang="zh-CN" altLang="en-US" sz="1400" dirty="0">
                        <a:latin typeface="+mj-ea"/>
                        <a:ea typeface="+mj-ea"/>
                      </a:endParaRPr>
                    </a:p>
                  </a:txBody>
                  <a:tcPr/>
                </a:tc>
                <a:tc>
                  <a:txBody>
                    <a:bodyPr/>
                    <a:lstStyle/>
                    <a:p>
                      <a:pPr algn="ctr"/>
                      <a:r>
                        <a:rPr lang="zh-CN" altLang="en-US" sz="1400" dirty="0">
                          <a:latin typeface="+mj-ea"/>
                          <a:ea typeface="+mj-ea"/>
                        </a:rPr>
                        <a:t>发出的请求有错误</a:t>
                      </a:r>
                    </a:p>
                  </a:txBody>
                  <a:tcPr/>
                </a:tc>
                <a:extLst>
                  <a:ext uri="{0D108BD9-81ED-4DB2-BD59-A6C34878D82A}">
                    <a16:rowId xmlns:a16="http://schemas.microsoft.com/office/drawing/2014/main" val="1462420323"/>
                  </a:ext>
                </a:extLst>
              </a:tr>
              <a:tr h="0">
                <a:tc>
                  <a:txBody>
                    <a:bodyPr/>
                    <a:lstStyle/>
                    <a:p>
                      <a:pPr algn="ctr"/>
                      <a:r>
                        <a:rPr lang="en-US" altLang="zh-CN" sz="1400" b="1" dirty="0">
                          <a:solidFill>
                            <a:schemeClr val="accent6"/>
                          </a:solidFill>
                          <a:latin typeface="+mj-ea"/>
                          <a:ea typeface="+mj-ea"/>
                        </a:rPr>
                        <a:t>401</a:t>
                      </a:r>
                      <a:endParaRPr lang="zh-CN" altLang="en-US" sz="1400" b="1" dirty="0">
                        <a:solidFill>
                          <a:schemeClr val="accent6"/>
                        </a:solidFill>
                        <a:latin typeface="+mj-ea"/>
                        <a:ea typeface="+mj-ea"/>
                      </a:endParaRPr>
                    </a:p>
                  </a:txBody>
                  <a:tcPr/>
                </a:tc>
                <a:tc>
                  <a:txBody>
                    <a:bodyPr/>
                    <a:lstStyle/>
                    <a:p>
                      <a:pPr algn="ctr"/>
                      <a:r>
                        <a:rPr lang="en-US" altLang="zh-CN" sz="1400" kern="1200" dirty="0">
                          <a:solidFill>
                            <a:schemeClr val="dk1"/>
                          </a:solidFill>
                          <a:latin typeface="+mj-ea"/>
                          <a:ea typeface="+mj-ea"/>
                          <a:cs typeface="+mn-cs"/>
                        </a:rPr>
                        <a:t>Unauthorized</a:t>
                      </a:r>
                      <a:endParaRPr lang="zh-CN" altLang="en-US" sz="1400" kern="1200" dirty="0">
                        <a:solidFill>
                          <a:schemeClr val="dk1"/>
                        </a:solidFill>
                        <a:latin typeface="+mj-ea"/>
                        <a:ea typeface="+mj-ea"/>
                        <a:cs typeface="+mn-cs"/>
                      </a:endParaRPr>
                    </a:p>
                  </a:txBody>
                  <a:tcPr/>
                </a:tc>
                <a:tc>
                  <a:txBody>
                    <a:bodyPr/>
                    <a:lstStyle/>
                    <a:p>
                      <a:pPr algn="ctr"/>
                      <a:r>
                        <a:rPr lang="zh-CN" altLang="en-US" sz="1400" dirty="0">
                          <a:latin typeface="+mj-ea"/>
                          <a:ea typeface="+mj-ea"/>
                        </a:rPr>
                        <a:t>任意</a:t>
                      </a:r>
                    </a:p>
                  </a:txBody>
                  <a:tcPr/>
                </a:tc>
                <a:tc>
                  <a:txBody>
                    <a:bodyPr/>
                    <a:lstStyle/>
                    <a:p>
                      <a:pPr algn="ctr"/>
                      <a:r>
                        <a:rPr lang="zh-CN" altLang="en-US" sz="1400" dirty="0">
                          <a:latin typeface="+mj-ea"/>
                          <a:ea typeface="+mj-ea"/>
                        </a:rPr>
                        <a:t>用户没有权限</a:t>
                      </a:r>
                    </a:p>
                  </a:txBody>
                  <a:tcPr/>
                </a:tc>
                <a:extLst>
                  <a:ext uri="{0D108BD9-81ED-4DB2-BD59-A6C34878D82A}">
                    <a16:rowId xmlns:a16="http://schemas.microsoft.com/office/drawing/2014/main" val="1317963087"/>
                  </a:ext>
                </a:extLst>
              </a:tr>
              <a:tr h="0">
                <a:tc>
                  <a:txBody>
                    <a:bodyPr/>
                    <a:lstStyle/>
                    <a:p>
                      <a:pPr algn="ctr"/>
                      <a:r>
                        <a:rPr lang="en-US" altLang="zh-CN" sz="1400" b="1" dirty="0">
                          <a:solidFill>
                            <a:schemeClr val="accent6"/>
                          </a:solidFill>
                          <a:latin typeface="+mj-ea"/>
                          <a:ea typeface="+mj-ea"/>
                        </a:rPr>
                        <a:t>403</a:t>
                      </a:r>
                      <a:endParaRPr lang="zh-CN" altLang="en-US" sz="1400" b="1" dirty="0">
                        <a:solidFill>
                          <a:schemeClr val="accent6"/>
                        </a:solidFill>
                        <a:latin typeface="+mj-ea"/>
                        <a:ea typeface="+mj-ea"/>
                      </a:endParaRPr>
                    </a:p>
                  </a:txBody>
                  <a:tcPr/>
                </a:tc>
                <a:tc>
                  <a:txBody>
                    <a:bodyPr/>
                    <a:lstStyle/>
                    <a:p>
                      <a:pPr algn="ctr"/>
                      <a:r>
                        <a:rPr lang="en-US" altLang="zh-CN" sz="1400" kern="1200" dirty="0">
                          <a:solidFill>
                            <a:schemeClr val="dk1"/>
                          </a:solidFill>
                          <a:latin typeface="+mj-ea"/>
                          <a:ea typeface="+mj-ea"/>
                          <a:cs typeface="+mn-cs"/>
                        </a:rPr>
                        <a:t>Forbidden</a:t>
                      </a:r>
                      <a:endParaRPr lang="zh-CN" altLang="en-US" sz="1400" kern="1200" dirty="0">
                        <a:solidFill>
                          <a:schemeClr val="dk1"/>
                        </a:solidFill>
                        <a:latin typeface="+mj-ea"/>
                        <a:ea typeface="+mj-ea"/>
                        <a:cs typeface="+mn-cs"/>
                      </a:endParaRPr>
                    </a:p>
                  </a:txBody>
                  <a:tcPr/>
                </a:tc>
                <a:tc>
                  <a:txBody>
                    <a:bodyPr/>
                    <a:lstStyle/>
                    <a:p>
                      <a:pPr marL="0" marR="0" lvl="0" indent="0" algn="ctr" defTabSz="985898"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mj-ea"/>
                          <a:ea typeface="+mn-ea"/>
                          <a:cs typeface="+mn-cs"/>
                        </a:rPr>
                        <a:t>任意</a:t>
                      </a:r>
                    </a:p>
                  </a:txBody>
                  <a:tcPr/>
                </a:tc>
                <a:tc>
                  <a:txBody>
                    <a:bodyPr/>
                    <a:lstStyle/>
                    <a:p>
                      <a:pPr algn="ctr"/>
                      <a:r>
                        <a:rPr lang="zh-CN" altLang="en-US" sz="1400" dirty="0">
                          <a:latin typeface="+mj-ea"/>
                          <a:ea typeface="+mj-ea"/>
                        </a:rPr>
                        <a:t>用户无访问权限</a:t>
                      </a:r>
                    </a:p>
                  </a:txBody>
                  <a:tcPr/>
                </a:tc>
                <a:extLst>
                  <a:ext uri="{0D108BD9-81ED-4DB2-BD59-A6C34878D82A}">
                    <a16:rowId xmlns:a16="http://schemas.microsoft.com/office/drawing/2014/main" val="2985868101"/>
                  </a:ext>
                </a:extLst>
              </a:tr>
              <a:tr h="0">
                <a:tc>
                  <a:txBody>
                    <a:bodyPr/>
                    <a:lstStyle/>
                    <a:p>
                      <a:pPr algn="ctr"/>
                      <a:r>
                        <a:rPr lang="en-US" altLang="zh-CN" sz="1400" b="1" dirty="0">
                          <a:solidFill>
                            <a:schemeClr val="accent6"/>
                          </a:solidFill>
                          <a:latin typeface="+mj-ea"/>
                          <a:ea typeface="+mj-ea"/>
                        </a:rPr>
                        <a:t>404</a:t>
                      </a:r>
                      <a:endParaRPr lang="zh-CN" altLang="en-US" sz="1400" b="1" dirty="0">
                        <a:solidFill>
                          <a:schemeClr val="accent6"/>
                        </a:solidFill>
                        <a:latin typeface="+mj-ea"/>
                        <a:ea typeface="+mj-ea"/>
                      </a:endParaRPr>
                    </a:p>
                  </a:txBody>
                  <a:tcPr/>
                </a:tc>
                <a:tc>
                  <a:txBody>
                    <a:bodyPr/>
                    <a:lstStyle/>
                    <a:p>
                      <a:pPr algn="ctr"/>
                      <a:r>
                        <a:rPr lang="en-US" altLang="zh-CN" sz="1400" kern="1200" dirty="0">
                          <a:solidFill>
                            <a:schemeClr val="dk1"/>
                          </a:solidFill>
                          <a:latin typeface="+mj-ea"/>
                          <a:ea typeface="+mj-ea"/>
                          <a:cs typeface="+mn-cs"/>
                        </a:rPr>
                        <a:t>NOT FOUND </a:t>
                      </a:r>
                      <a:endParaRPr lang="zh-CN" altLang="en-US" sz="1400" kern="1200" dirty="0">
                        <a:solidFill>
                          <a:schemeClr val="dk1"/>
                        </a:solidFill>
                        <a:latin typeface="+mj-ea"/>
                        <a:ea typeface="+mj-ea"/>
                        <a:cs typeface="+mn-cs"/>
                      </a:endParaRPr>
                    </a:p>
                  </a:txBody>
                  <a:tcPr/>
                </a:tc>
                <a:tc>
                  <a:txBody>
                    <a:bodyPr/>
                    <a:lstStyle/>
                    <a:p>
                      <a:pPr marL="0" marR="0" lvl="0" indent="0" algn="ctr" defTabSz="985898"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mj-ea"/>
                          <a:ea typeface="+mn-ea"/>
                          <a:cs typeface="+mn-cs"/>
                        </a:rPr>
                        <a:t>任意</a:t>
                      </a:r>
                    </a:p>
                  </a:txBody>
                  <a:tcPr/>
                </a:tc>
                <a:tc>
                  <a:txBody>
                    <a:bodyPr/>
                    <a:lstStyle/>
                    <a:p>
                      <a:pPr algn="ctr"/>
                      <a:r>
                        <a:rPr lang="zh-CN" altLang="en-US" sz="1400" dirty="0">
                          <a:latin typeface="+mj-ea"/>
                          <a:ea typeface="+mj-ea"/>
                        </a:rPr>
                        <a:t>没有找到请求的资源</a:t>
                      </a:r>
                    </a:p>
                  </a:txBody>
                  <a:tcPr/>
                </a:tc>
                <a:extLst>
                  <a:ext uri="{0D108BD9-81ED-4DB2-BD59-A6C34878D82A}">
                    <a16:rowId xmlns:a16="http://schemas.microsoft.com/office/drawing/2014/main" val="2901734420"/>
                  </a:ext>
                </a:extLst>
              </a:tr>
              <a:tr h="0">
                <a:tc>
                  <a:txBody>
                    <a:bodyPr/>
                    <a:lstStyle/>
                    <a:p>
                      <a:pPr algn="ctr"/>
                      <a:r>
                        <a:rPr lang="en-US" altLang="zh-CN" sz="1400" b="1" dirty="0">
                          <a:solidFill>
                            <a:schemeClr val="accent6"/>
                          </a:solidFill>
                          <a:latin typeface="+mj-ea"/>
                          <a:ea typeface="+mj-ea"/>
                        </a:rPr>
                        <a:t>500</a:t>
                      </a:r>
                      <a:endParaRPr lang="zh-CN" altLang="en-US" sz="1400" b="1" dirty="0">
                        <a:solidFill>
                          <a:schemeClr val="accent6"/>
                        </a:solidFill>
                        <a:latin typeface="+mj-ea"/>
                        <a:ea typeface="+mj-ea"/>
                      </a:endParaRPr>
                    </a:p>
                  </a:txBody>
                  <a:tcPr/>
                </a:tc>
                <a:tc>
                  <a:txBody>
                    <a:bodyPr/>
                    <a:lstStyle/>
                    <a:p>
                      <a:pPr algn="ctr"/>
                      <a:r>
                        <a:rPr lang="en-US" altLang="zh-CN" sz="1400" dirty="0">
                          <a:latin typeface="+mj-ea"/>
                          <a:ea typeface="+mj-ea"/>
                        </a:rPr>
                        <a:t>INTERNAL SERVER ERROR </a:t>
                      </a:r>
                      <a:endParaRPr lang="zh-CN" altLang="en-US" sz="1400" dirty="0">
                        <a:latin typeface="+mj-ea"/>
                        <a:ea typeface="+mj-ea"/>
                      </a:endParaRPr>
                    </a:p>
                  </a:txBody>
                  <a:tcPr/>
                </a:tc>
                <a:tc>
                  <a:txBody>
                    <a:bodyPr/>
                    <a:lstStyle/>
                    <a:p>
                      <a:pPr marL="0" marR="0" lvl="0" indent="0" algn="ctr" defTabSz="985898"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mj-ea"/>
                          <a:ea typeface="+mn-ea"/>
                          <a:cs typeface="+mn-cs"/>
                        </a:rPr>
                        <a:t>任意</a:t>
                      </a:r>
                    </a:p>
                  </a:txBody>
                  <a:tcPr/>
                </a:tc>
                <a:tc>
                  <a:txBody>
                    <a:bodyPr/>
                    <a:lstStyle/>
                    <a:p>
                      <a:pPr algn="ctr"/>
                      <a:r>
                        <a:rPr lang="zh-CN" altLang="en-US" sz="1400" dirty="0">
                          <a:latin typeface="+mj-ea"/>
                          <a:ea typeface="+mj-ea"/>
                        </a:rPr>
                        <a:t>服务器发生错误</a:t>
                      </a:r>
                    </a:p>
                  </a:txBody>
                  <a:tcPr/>
                </a:tc>
                <a:extLst>
                  <a:ext uri="{0D108BD9-81ED-4DB2-BD59-A6C34878D82A}">
                    <a16:rowId xmlns:a16="http://schemas.microsoft.com/office/drawing/2014/main" val="1281277653"/>
                  </a:ext>
                </a:extLst>
              </a:tr>
            </a:tbl>
          </a:graphicData>
        </a:graphic>
      </p:graphicFrame>
      <p:sp>
        <p:nvSpPr>
          <p:cNvPr id="6" name="文本框 5">
            <a:extLst>
              <a:ext uri="{FF2B5EF4-FFF2-40B4-BE49-F238E27FC236}">
                <a16:creationId xmlns:a16="http://schemas.microsoft.com/office/drawing/2014/main" id="{03E9FDA7-3851-F3BC-D622-8CFC7468F738}"/>
              </a:ext>
            </a:extLst>
          </p:cNvPr>
          <p:cNvSpPr txBox="1"/>
          <p:nvPr/>
        </p:nvSpPr>
        <p:spPr>
          <a:xfrm>
            <a:off x="4351933" y="2395818"/>
            <a:ext cx="2376264" cy="369332"/>
          </a:xfrm>
          <a:prstGeom prst="rect">
            <a:avLst/>
          </a:prstGeom>
          <a:noFill/>
        </p:spPr>
        <p:txBody>
          <a:bodyPr wrap="square">
            <a:spAutoFit/>
          </a:bodyPr>
          <a:lstStyle/>
          <a:p>
            <a:r>
              <a:rPr lang="zh-CN" altLang="en-US" sz="1800" b="1" dirty="0">
                <a:latin typeface="+mn-ea"/>
                <a:ea typeface="+mn-ea"/>
              </a:rPr>
              <a:t>常见</a:t>
            </a:r>
            <a:r>
              <a:rPr lang="en-US" altLang="zh-CN" sz="1800" b="1" dirty="0">
                <a:latin typeface="+mn-ea"/>
                <a:ea typeface="+mn-ea"/>
              </a:rPr>
              <a:t>HTTP</a:t>
            </a:r>
            <a:r>
              <a:rPr lang="zh-CN" altLang="en-US" sz="1800" b="1" dirty="0">
                <a:latin typeface="+mn-ea"/>
                <a:ea typeface="+mn-ea"/>
              </a:rPr>
              <a:t>状态码</a:t>
            </a:r>
            <a:endParaRPr lang="zh-CN" altLang="en-US" dirty="0">
              <a:latin typeface="+mn-ea"/>
              <a:ea typeface="+mn-ea"/>
            </a:endParaRPr>
          </a:p>
        </p:txBody>
      </p:sp>
    </p:spTree>
    <p:extLst>
      <p:ext uri="{BB962C8B-B14F-4D97-AF65-F5344CB8AC3E}">
        <p14:creationId xmlns:p14="http://schemas.microsoft.com/office/powerpoint/2010/main" val="109883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3.2 </a:t>
            </a:r>
            <a:r>
              <a:rPr lang="zh-CN" altLang="en-US" b="1" dirty="0">
                <a:solidFill>
                  <a:srgbClr val="C00000"/>
                </a:solidFill>
                <a:latin typeface="黑体" panose="02010609060101010101" pitchFamily="49" charset="-122"/>
                <a:ea typeface="黑体" panose="02010609060101010101" pitchFamily="49" charset="-122"/>
              </a:rPr>
              <a:t>设计</a:t>
            </a:r>
            <a:r>
              <a:rPr lang="en-US" altLang="zh-CN" b="1" dirty="0">
                <a:solidFill>
                  <a:srgbClr val="C00000"/>
                </a:solidFill>
                <a:latin typeface="黑体" panose="02010609060101010101" pitchFamily="49" charset="-122"/>
                <a:ea typeface="黑体" panose="02010609060101010101" pitchFamily="49" charset="-122"/>
              </a:rPr>
              <a:t>RESTful API</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返回结果格式</a:t>
            </a:r>
            <a:endParaRPr lang="en-US" altLang="zh-CN" sz="2800" b="1" dirty="0">
              <a:solidFill>
                <a:srgbClr val="0000FF"/>
              </a:solidFill>
              <a:effectLst>
                <a:outerShdw blurRad="38100" dist="38100" dir="2700000" algn="tl">
                  <a:srgbClr val="000000">
                    <a:alpha val="43137"/>
                  </a:srgbClr>
                </a:outerShdw>
              </a:effectLst>
            </a:endParaRPr>
          </a:p>
        </p:txBody>
      </p:sp>
      <p:sp>
        <p:nvSpPr>
          <p:cNvPr id="4" name="TextBox 27">
            <a:extLst>
              <a:ext uri="{FF2B5EF4-FFF2-40B4-BE49-F238E27FC236}">
                <a16:creationId xmlns:a16="http://schemas.microsoft.com/office/drawing/2014/main" id="{FE138F83-A5A1-D879-1C86-519416EAF4A1}"/>
              </a:ext>
            </a:extLst>
          </p:cNvPr>
          <p:cNvSpPr txBox="1">
            <a:spLocks noChangeArrowheads="1"/>
          </p:cNvSpPr>
          <p:nvPr/>
        </p:nvSpPr>
        <p:spPr bwMode="auto">
          <a:xfrm>
            <a:off x="823541" y="1764085"/>
            <a:ext cx="10425285" cy="195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宋体" panose="02010600030101010101" pitchFamily="2" charset="-122"/>
              </a:defRPr>
            </a:lvl9pPr>
          </a:lstStyle>
          <a:p>
            <a:pPr>
              <a:lnSpc>
                <a:spcPct val="120000"/>
              </a:lnSpc>
              <a:buClr>
                <a:srgbClr val="C00000"/>
              </a:buClr>
              <a:buFont typeface="Wingdings" panose="05000000000000000000" pitchFamily="2" charset="2"/>
              <a:buChar char="ü"/>
            </a:pPr>
            <a:r>
              <a:rPr lang="zh-CN" altLang="en-US" sz="2400" b="1" dirty="0">
                <a:solidFill>
                  <a:srgbClr val="040014"/>
                </a:solidFill>
                <a:latin typeface="宋体" panose="02010600030101010101" pitchFamily="2" charset="-122"/>
                <a:cs typeface="MS PGothic" panose="020B0600070205080204" pitchFamily="34" charset="-128"/>
              </a:rPr>
              <a:t>数据交互通常使用</a:t>
            </a:r>
            <a:r>
              <a:rPr lang="en-US" altLang="zh-CN" sz="2400" b="1" dirty="0">
                <a:solidFill>
                  <a:schemeClr val="accent6"/>
                </a:solidFill>
                <a:latin typeface="宋体" panose="02010600030101010101" pitchFamily="2" charset="-122"/>
                <a:cs typeface="MS PGothic" panose="020B0600070205080204" pitchFamily="34" charset="-128"/>
              </a:rPr>
              <a:t>JSON</a:t>
            </a:r>
          </a:p>
          <a:p>
            <a:pPr>
              <a:lnSpc>
                <a:spcPct val="120000"/>
              </a:lnSpc>
              <a:buClr>
                <a:srgbClr val="C00000"/>
              </a:buClr>
              <a:buFont typeface="Wingdings" panose="05000000000000000000" pitchFamily="2" charset="2"/>
              <a:buChar char="ü"/>
            </a:pPr>
            <a:endParaRPr lang="en-US" altLang="zh-CN" sz="2400" b="1" dirty="0">
              <a:solidFill>
                <a:schemeClr val="accent6"/>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r>
              <a:rPr lang="zh-CN" altLang="en-US" sz="2400" b="1" dirty="0">
                <a:solidFill>
                  <a:srgbClr val="040014"/>
                </a:solidFill>
                <a:latin typeface="宋体" panose="02010600030101010101" pitchFamily="2" charset="-122"/>
                <a:cs typeface="MS PGothic" panose="020B0600070205080204" pitchFamily="34" charset="-128"/>
              </a:rPr>
              <a:t>部分应用可能采用</a:t>
            </a:r>
            <a:r>
              <a:rPr lang="en-US" altLang="zh-CN" sz="2400" b="1" dirty="0">
                <a:solidFill>
                  <a:srgbClr val="040014"/>
                </a:solidFill>
                <a:latin typeface="宋体" panose="02010600030101010101" pitchFamily="2" charset="-122"/>
                <a:cs typeface="MS PGothic" panose="020B0600070205080204" pitchFamily="34" charset="-128"/>
              </a:rPr>
              <a:t>XML</a:t>
            </a:r>
            <a:endParaRPr lang="zh-CN" altLang="en-US" sz="2400" b="1" dirty="0">
              <a:solidFill>
                <a:srgbClr val="040014"/>
              </a:solidFill>
              <a:latin typeface="宋体" panose="02010600030101010101" pitchFamily="2" charset="-122"/>
              <a:cs typeface="MS PGothic" panose="020B0600070205080204" pitchFamily="34" charset="-128"/>
            </a:endParaRPr>
          </a:p>
          <a:p>
            <a:pPr>
              <a:lnSpc>
                <a:spcPct val="120000"/>
              </a:lnSpc>
              <a:buClr>
                <a:srgbClr val="C00000"/>
              </a:buClr>
              <a:buFont typeface="Wingdings" panose="05000000000000000000" pitchFamily="2" charset="2"/>
              <a:buChar char="ü"/>
            </a:pPr>
            <a:endParaRPr lang="en-US" altLang="zh-CN" sz="2000" dirty="0">
              <a:solidFill>
                <a:srgbClr val="040014"/>
              </a:solidFill>
              <a:latin typeface="宋体" panose="02010600030101010101" pitchFamily="2" charset="-122"/>
              <a:cs typeface="MS PGothic" panose="020B0600070205080204" pitchFamily="34" charset="-128"/>
            </a:endParaRPr>
          </a:p>
        </p:txBody>
      </p:sp>
      <p:sp>
        <p:nvSpPr>
          <p:cNvPr id="6" name="文本框 5">
            <a:extLst>
              <a:ext uri="{FF2B5EF4-FFF2-40B4-BE49-F238E27FC236}">
                <a16:creationId xmlns:a16="http://schemas.microsoft.com/office/drawing/2014/main" id="{AB85BB65-8ABA-3AB2-0E81-1CF0BF19208C}"/>
              </a:ext>
            </a:extLst>
          </p:cNvPr>
          <p:cNvSpPr txBox="1"/>
          <p:nvPr/>
        </p:nvSpPr>
        <p:spPr>
          <a:xfrm>
            <a:off x="1183581" y="2339723"/>
            <a:ext cx="3916350" cy="400110"/>
          </a:xfrm>
          <a:prstGeom prst="rect">
            <a:avLst/>
          </a:prstGeom>
          <a:noFill/>
        </p:spPr>
        <p:txBody>
          <a:bodyPr wrap="square">
            <a:spAutoFit/>
          </a:bodyPr>
          <a:lstStyle/>
          <a:p>
            <a:r>
              <a:rPr lang="en-US" altLang="zh-CN" sz="2000" b="1" dirty="0">
                <a:solidFill>
                  <a:schemeClr val="accent6"/>
                </a:solidFill>
                <a:latin typeface="宋体" panose="02010600030101010101" pitchFamily="2" charset="-122"/>
              </a:rPr>
              <a:t>JavaScript Object Notation</a:t>
            </a:r>
            <a:endParaRPr lang="zh-CN" altLang="en-US" sz="2000" b="1" dirty="0">
              <a:solidFill>
                <a:schemeClr val="accent6"/>
              </a:solidFill>
              <a:latin typeface="宋体" panose="02010600030101010101" pitchFamily="2" charset="-122"/>
            </a:endParaRPr>
          </a:p>
        </p:txBody>
      </p:sp>
      <p:sp>
        <p:nvSpPr>
          <p:cNvPr id="7" name="文本框 6">
            <a:extLst>
              <a:ext uri="{FF2B5EF4-FFF2-40B4-BE49-F238E27FC236}">
                <a16:creationId xmlns:a16="http://schemas.microsoft.com/office/drawing/2014/main" id="{C5E08B6B-5BF8-2BF5-E058-E2CC668BE1E1}"/>
              </a:ext>
            </a:extLst>
          </p:cNvPr>
          <p:cNvSpPr txBox="1"/>
          <p:nvPr/>
        </p:nvSpPr>
        <p:spPr>
          <a:xfrm>
            <a:off x="5367236" y="1700329"/>
            <a:ext cx="5614285" cy="48320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accent6"/>
                </a:solidFill>
                <a:latin typeface="Times New Roman" panose="02020603050405020304" pitchFamily="18" charset="0"/>
                <a:cs typeface="Times New Roman" panose="02020603050405020304" pitchFamily="18" charset="0"/>
              </a:rPr>
              <a:t>{</a:t>
            </a:r>
          </a:p>
          <a:p>
            <a:r>
              <a:rPr lang="en-US" altLang="zh-CN" sz="1400" b="1" dirty="0">
                <a:solidFill>
                  <a:schemeClr val="accent6"/>
                </a:solidFill>
                <a:latin typeface="Times New Roman" panose="02020603050405020304" pitchFamily="18" charset="0"/>
                <a:cs typeface="Times New Roman" panose="02020603050405020304" pitchFamily="18" charset="0"/>
              </a:rPr>
              <a:t>    "data": [</a:t>
            </a:r>
          </a:p>
          <a:p>
            <a:r>
              <a:rPr lang="en-US" altLang="zh-CN" sz="1400" b="1" dirty="0">
                <a:solidFill>
                  <a:schemeClr val="accent6"/>
                </a:solidFill>
                <a:latin typeface="Times New Roman" panose="02020603050405020304" pitchFamily="18" charset="0"/>
                <a:cs typeface="Times New Roman" panose="02020603050405020304" pitchFamily="18" charset="0"/>
              </a:rPr>
              <a:t>        {</a:t>
            </a:r>
          </a:p>
          <a:p>
            <a:r>
              <a:rPr lang="en-US" altLang="zh-CN" sz="1400" b="1" dirty="0">
                <a:solidFill>
                  <a:schemeClr val="accent6"/>
                </a:solidFill>
                <a:latin typeface="Times New Roman" panose="02020603050405020304" pitchFamily="18" charset="0"/>
                <a:cs typeface="Times New Roman" panose="02020603050405020304" pitchFamily="18" charset="0"/>
              </a:rPr>
              <a:t>            "name": "Tom",</a:t>
            </a:r>
          </a:p>
          <a:p>
            <a:r>
              <a:rPr lang="en-US" altLang="zh-CN" sz="1400" b="1" dirty="0">
                <a:solidFill>
                  <a:schemeClr val="accent6"/>
                </a:solidFill>
                <a:latin typeface="Times New Roman" panose="02020603050405020304" pitchFamily="18" charset="0"/>
                <a:cs typeface="Times New Roman" panose="02020603050405020304" pitchFamily="18" charset="0"/>
              </a:rPr>
              <a:t>            "age": 20,</a:t>
            </a:r>
          </a:p>
          <a:p>
            <a:r>
              <a:rPr lang="en-US" altLang="zh-CN" sz="1400" b="1" dirty="0">
                <a:solidFill>
                  <a:schemeClr val="accent6"/>
                </a:solidFill>
                <a:latin typeface="Times New Roman" panose="02020603050405020304" pitchFamily="18" charset="0"/>
                <a:cs typeface="Times New Roman" panose="02020603050405020304" pitchFamily="18" charset="0"/>
              </a:rPr>
              <a:t>            "email": "tom@example.com"</a:t>
            </a:r>
          </a:p>
          <a:p>
            <a:r>
              <a:rPr lang="en-US" altLang="zh-CN" sz="1400" b="1" dirty="0">
                <a:solidFill>
                  <a:schemeClr val="accent6"/>
                </a:solidFill>
                <a:latin typeface="Times New Roman" panose="02020603050405020304" pitchFamily="18" charset="0"/>
                <a:cs typeface="Times New Roman" panose="02020603050405020304" pitchFamily="18" charset="0"/>
              </a:rPr>
              <a:t>        },</a:t>
            </a:r>
          </a:p>
          <a:p>
            <a:r>
              <a:rPr lang="en-US" altLang="zh-CN" sz="1400" b="1" dirty="0">
                <a:solidFill>
                  <a:schemeClr val="accent6"/>
                </a:solidFill>
                <a:latin typeface="Times New Roman" panose="02020603050405020304" pitchFamily="18" charset="0"/>
                <a:cs typeface="Times New Roman" panose="02020603050405020304" pitchFamily="18" charset="0"/>
              </a:rPr>
              <a:t>        {</a:t>
            </a:r>
          </a:p>
          <a:p>
            <a:r>
              <a:rPr lang="en-US" altLang="zh-CN" sz="1400" b="1" dirty="0">
                <a:solidFill>
                  <a:schemeClr val="accent6"/>
                </a:solidFill>
                <a:latin typeface="Times New Roman" panose="02020603050405020304" pitchFamily="18" charset="0"/>
                <a:cs typeface="Times New Roman" panose="02020603050405020304" pitchFamily="18" charset="0"/>
              </a:rPr>
              <a:t>            "name": "Jim",</a:t>
            </a:r>
          </a:p>
          <a:p>
            <a:r>
              <a:rPr lang="en-US" altLang="zh-CN" sz="1400" b="1" dirty="0">
                <a:solidFill>
                  <a:schemeClr val="accent6"/>
                </a:solidFill>
                <a:latin typeface="Times New Roman" panose="02020603050405020304" pitchFamily="18" charset="0"/>
                <a:cs typeface="Times New Roman" panose="02020603050405020304" pitchFamily="18" charset="0"/>
              </a:rPr>
              <a:t>            "age": 30,</a:t>
            </a:r>
          </a:p>
          <a:p>
            <a:r>
              <a:rPr lang="en-US" altLang="zh-CN" sz="1400" b="1" dirty="0">
                <a:solidFill>
                  <a:schemeClr val="accent6"/>
                </a:solidFill>
                <a:latin typeface="Times New Roman" panose="02020603050405020304" pitchFamily="18" charset="0"/>
                <a:cs typeface="Times New Roman" panose="02020603050405020304" pitchFamily="18" charset="0"/>
              </a:rPr>
              <a:t>            "email": "jim@example.com"</a:t>
            </a:r>
          </a:p>
          <a:p>
            <a:r>
              <a:rPr lang="en-US" altLang="zh-CN" sz="1400" b="1" dirty="0">
                <a:solidFill>
                  <a:schemeClr val="accent6"/>
                </a:solidFill>
                <a:latin typeface="Times New Roman" panose="02020603050405020304" pitchFamily="18" charset="0"/>
                <a:cs typeface="Times New Roman" panose="02020603050405020304" pitchFamily="18" charset="0"/>
              </a:rPr>
              <a:t>        },</a:t>
            </a:r>
          </a:p>
          <a:p>
            <a:r>
              <a:rPr lang="en-US" altLang="zh-CN" sz="1400" b="1" dirty="0">
                <a:solidFill>
                  <a:schemeClr val="accent6"/>
                </a:solidFill>
                <a:latin typeface="Times New Roman" panose="02020603050405020304" pitchFamily="18" charset="0"/>
                <a:cs typeface="Times New Roman" panose="02020603050405020304" pitchFamily="18" charset="0"/>
              </a:rPr>
              <a:t>        {</a:t>
            </a:r>
          </a:p>
          <a:p>
            <a:r>
              <a:rPr lang="en-US" altLang="zh-CN" sz="1400" b="1" dirty="0">
                <a:solidFill>
                  <a:schemeClr val="accent6"/>
                </a:solidFill>
                <a:latin typeface="Times New Roman" panose="02020603050405020304" pitchFamily="18" charset="0"/>
                <a:cs typeface="Times New Roman" panose="02020603050405020304" pitchFamily="18" charset="0"/>
              </a:rPr>
              <a:t>            "name": "Lisa",</a:t>
            </a:r>
          </a:p>
          <a:p>
            <a:r>
              <a:rPr lang="en-US" altLang="zh-CN" sz="1400" b="1" dirty="0">
                <a:solidFill>
                  <a:schemeClr val="accent6"/>
                </a:solidFill>
                <a:latin typeface="Times New Roman" panose="02020603050405020304" pitchFamily="18" charset="0"/>
                <a:cs typeface="Times New Roman" panose="02020603050405020304" pitchFamily="18" charset="0"/>
              </a:rPr>
              <a:t>            "age": 20,</a:t>
            </a:r>
          </a:p>
          <a:p>
            <a:r>
              <a:rPr lang="en-US" altLang="zh-CN" sz="1400" b="1" dirty="0">
                <a:solidFill>
                  <a:schemeClr val="accent6"/>
                </a:solidFill>
                <a:latin typeface="Times New Roman" panose="02020603050405020304" pitchFamily="18" charset="0"/>
                <a:cs typeface="Times New Roman" panose="02020603050405020304" pitchFamily="18" charset="0"/>
              </a:rPr>
              <a:t>            "email": "lisa@example.com"</a:t>
            </a:r>
          </a:p>
          <a:p>
            <a:r>
              <a:rPr lang="en-US" altLang="zh-CN" sz="1400" b="1" dirty="0">
                <a:solidFill>
                  <a:schemeClr val="accent6"/>
                </a:solidFill>
                <a:latin typeface="Times New Roman" panose="02020603050405020304" pitchFamily="18" charset="0"/>
                <a:cs typeface="Times New Roman" panose="02020603050405020304" pitchFamily="18" charset="0"/>
              </a:rPr>
              <a:t>        }</a:t>
            </a:r>
          </a:p>
          <a:p>
            <a:r>
              <a:rPr lang="en-US" altLang="zh-CN" sz="1400" b="1" dirty="0">
                <a:solidFill>
                  <a:schemeClr val="accent6"/>
                </a:solidFill>
                <a:latin typeface="Times New Roman" panose="02020603050405020304" pitchFamily="18" charset="0"/>
                <a:cs typeface="Times New Roman" panose="02020603050405020304" pitchFamily="18" charset="0"/>
              </a:rPr>
              <a:t>    ],</a:t>
            </a:r>
          </a:p>
          <a:p>
            <a:r>
              <a:rPr lang="en-US" altLang="zh-CN" sz="1400" b="1" dirty="0">
                <a:solidFill>
                  <a:schemeClr val="accent6"/>
                </a:solidFill>
                <a:latin typeface="Times New Roman" panose="02020603050405020304" pitchFamily="18" charset="0"/>
                <a:cs typeface="Times New Roman" panose="02020603050405020304" pitchFamily="18" charset="0"/>
              </a:rPr>
              <a:t>    "total": 3,</a:t>
            </a:r>
          </a:p>
          <a:p>
            <a:r>
              <a:rPr lang="en-US" altLang="zh-CN" sz="1400" b="1" dirty="0">
                <a:solidFill>
                  <a:schemeClr val="accent6"/>
                </a:solidFill>
                <a:latin typeface="Times New Roman" panose="02020603050405020304" pitchFamily="18" charset="0"/>
                <a:cs typeface="Times New Roman" panose="02020603050405020304" pitchFamily="18" charset="0"/>
              </a:rPr>
              <a:t>    "</a:t>
            </a:r>
            <a:r>
              <a:rPr lang="en-US" altLang="zh-CN" sz="1400" b="1" dirty="0" err="1">
                <a:solidFill>
                  <a:schemeClr val="accent6"/>
                </a:solidFill>
                <a:latin typeface="Times New Roman" panose="02020603050405020304" pitchFamily="18" charset="0"/>
                <a:cs typeface="Times New Roman" panose="02020603050405020304" pitchFamily="18" charset="0"/>
              </a:rPr>
              <a:t>currentPage</a:t>
            </a:r>
            <a:r>
              <a:rPr lang="en-US" altLang="zh-CN" sz="1400" b="1" dirty="0">
                <a:solidFill>
                  <a:schemeClr val="accent6"/>
                </a:solidFill>
                <a:latin typeface="Times New Roman" panose="02020603050405020304" pitchFamily="18" charset="0"/>
                <a:cs typeface="Times New Roman" panose="02020603050405020304" pitchFamily="18" charset="0"/>
              </a:rPr>
              <a:t>": 1,</a:t>
            </a:r>
          </a:p>
          <a:p>
            <a:r>
              <a:rPr lang="en-US" altLang="zh-CN" sz="1400" b="1" dirty="0">
                <a:solidFill>
                  <a:schemeClr val="accent6"/>
                </a:solidFill>
                <a:latin typeface="Times New Roman" panose="02020603050405020304" pitchFamily="18" charset="0"/>
                <a:cs typeface="Times New Roman" panose="02020603050405020304" pitchFamily="18" charset="0"/>
              </a:rPr>
              <a:t>    "</a:t>
            </a:r>
            <a:r>
              <a:rPr lang="en-US" altLang="zh-CN" sz="1400" b="1" dirty="0" err="1">
                <a:solidFill>
                  <a:schemeClr val="accent6"/>
                </a:solidFill>
                <a:latin typeface="Times New Roman" panose="02020603050405020304" pitchFamily="18" charset="0"/>
                <a:cs typeface="Times New Roman" panose="02020603050405020304" pitchFamily="18" charset="0"/>
              </a:rPr>
              <a:t>pageSize</a:t>
            </a:r>
            <a:r>
              <a:rPr lang="en-US" altLang="zh-CN" sz="1400" b="1" dirty="0">
                <a:solidFill>
                  <a:schemeClr val="accent6"/>
                </a:solidFill>
                <a:latin typeface="Times New Roman" panose="02020603050405020304" pitchFamily="18" charset="0"/>
                <a:cs typeface="Times New Roman" panose="02020603050405020304" pitchFamily="18" charset="0"/>
              </a:rPr>
              <a:t>": 10</a:t>
            </a:r>
          </a:p>
          <a:p>
            <a:r>
              <a:rPr lang="en-US" altLang="zh-CN" sz="1400" b="1" dirty="0">
                <a:solidFill>
                  <a:schemeClr val="accent6"/>
                </a:solidFill>
                <a:latin typeface="Times New Roman" panose="02020603050405020304" pitchFamily="18" charset="0"/>
                <a:cs typeface="Times New Roman" panose="02020603050405020304" pitchFamily="18" charset="0"/>
              </a:rPr>
              <a:t>}</a:t>
            </a:r>
          </a:p>
        </p:txBody>
      </p:sp>
      <p:sp>
        <p:nvSpPr>
          <p:cNvPr id="10" name="文本框 9">
            <a:extLst>
              <a:ext uri="{FF2B5EF4-FFF2-40B4-BE49-F238E27FC236}">
                <a16:creationId xmlns:a16="http://schemas.microsoft.com/office/drawing/2014/main" id="{8A0E8DB9-6C0E-CCC2-82AC-007FB84B7AE5}"/>
              </a:ext>
            </a:extLst>
          </p:cNvPr>
          <p:cNvSpPr txBox="1"/>
          <p:nvPr/>
        </p:nvSpPr>
        <p:spPr>
          <a:xfrm>
            <a:off x="7448277" y="1250444"/>
            <a:ext cx="1152128" cy="369332"/>
          </a:xfrm>
          <a:prstGeom prst="rect">
            <a:avLst/>
          </a:prstGeom>
          <a:noFill/>
        </p:spPr>
        <p:txBody>
          <a:bodyPr wrap="square">
            <a:spAutoFit/>
          </a:bodyPr>
          <a:lstStyle/>
          <a:p>
            <a:r>
              <a:rPr lang="en-US" altLang="zh-CN" sz="1800" b="1" dirty="0">
                <a:solidFill>
                  <a:schemeClr val="accent6"/>
                </a:solidFill>
                <a:latin typeface="宋体" panose="02010600030101010101" pitchFamily="2" charset="-122"/>
                <a:cs typeface="MS PGothic" panose="020B0600070205080204" pitchFamily="34" charset="-128"/>
              </a:rPr>
              <a:t>JSON</a:t>
            </a:r>
            <a:r>
              <a:rPr lang="zh-CN" altLang="en-US" sz="1800" b="1" dirty="0">
                <a:solidFill>
                  <a:schemeClr val="accent6"/>
                </a:solidFill>
                <a:latin typeface="宋体" panose="02010600030101010101" pitchFamily="2" charset="-122"/>
                <a:cs typeface="MS PGothic" panose="020B0600070205080204" pitchFamily="34" charset="-128"/>
              </a:rPr>
              <a:t>结构</a:t>
            </a:r>
            <a:endParaRPr lang="zh-CN" altLang="en-US" dirty="0"/>
          </a:p>
        </p:txBody>
      </p:sp>
    </p:spTree>
    <p:extLst>
      <p:ext uri="{BB962C8B-B14F-4D97-AF65-F5344CB8AC3E}">
        <p14:creationId xmlns:p14="http://schemas.microsoft.com/office/powerpoint/2010/main" val="3433957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67706"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4 </a:t>
            </a:r>
            <a:r>
              <a:rPr lang="zh-CN" altLang="en-US" b="1" dirty="0">
                <a:solidFill>
                  <a:srgbClr val="C00000"/>
                </a:solidFill>
                <a:latin typeface="黑体" panose="02010609060101010101" pitchFamily="49" charset="-122"/>
                <a:ea typeface="黑体" panose="02010609060101010101" pitchFamily="49" charset="-122"/>
              </a:rPr>
              <a:t>前后端对接与集成</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ts val="1800"/>
              </a:spcBef>
            </a:pP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4.1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前端模拟对接测试</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30F0AC51-4500-404D-B030-4FE49D08C651}"/>
              </a:ext>
            </a:extLst>
          </p:cNvPr>
          <p:cNvSpPr/>
          <p:nvPr/>
        </p:nvSpPr>
        <p:spPr>
          <a:xfrm>
            <a:off x="767705" y="1971925"/>
            <a:ext cx="6752579" cy="523220"/>
          </a:xfrm>
          <a:prstGeom prst="rect">
            <a:avLst/>
          </a:prstGeom>
        </p:spPr>
        <p:txBody>
          <a:bodyPr wrap="square">
            <a:spAutoFit/>
          </a:bodyPr>
          <a:lstStyle/>
          <a:p>
            <a:pPr eaLnBrk="1" hangingPunct="1">
              <a:spcBef>
                <a:spcPts val="1800"/>
              </a:spcBef>
            </a:pP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4.2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使用</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AJAX</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实现接口通讯</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7995449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4.1 </a:t>
            </a:r>
            <a:r>
              <a:rPr lang="zh-CN" altLang="en-US" b="1" dirty="0">
                <a:solidFill>
                  <a:srgbClr val="C00000"/>
                </a:solidFill>
                <a:latin typeface="黑体" panose="02010609060101010101" pitchFamily="49" charset="-122"/>
                <a:ea typeface="黑体" panose="02010609060101010101" pitchFamily="49" charset="-122"/>
              </a:rPr>
              <a:t>前端模拟对接测试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Mock</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t>为什么需要模拟数据</a:t>
            </a:r>
            <a:endParaRPr lang="en-US" altLang="zh-CN" sz="2000" b="1" dirty="0"/>
          </a:p>
        </p:txBody>
      </p:sp>
      <p:pic>
        <p:nvPicPr>
          <p:cNvPr id="4" name="图形 3" descr="男人 纯色填充">
            <a:extLst>
              <a:ext uri="{FF2B5EF4-FFF2-40B4-BE49-F238E27FC236}">
                <a16:creationId xmlns:a16="http://schemas.microsoft.com/office/drawing/2014/main" id="{B531C538-CD74-4CFD-AF23-2BF9F1AFB2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15932" y="4393096"/>
            <a:ext cx="914400" cy="914400"/>
          </a:xfrm>
          <a:prstGeom prst="rect">
            <a:avLst/>
          </a:prstGeom>
        </p:spPr>
      </p:pic>
      <p:pic>
        <p:nvPicPr>
          <p:cNvPr id="7" name="图形 6" descr="困惑的人 纯色填充">
            <a:extLst>
              <a:ext uri="{FF2B5EF4-FFF2-40B4-BE49-F238E27FC236}">
                <a16:creationId xmlns:a16="http://schemas.microsoft.com/office/drawing/2014/main" id="{026CDDFD-43A4-4923-A100-62EA1F5DD6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64390" y="2735960"/>
            <a:ext cx="914400" cy="914400"/>
          </a:xfrm>
          <a:prstGeom prst="rect">
            <a:avLst/>
          </a:prstGeom>
        </p:spPr>
      </p:pic>
      <p:sp>
        <p:nvSpPr>
          <p:cNvPr id="16" name="文本框 15">
            <a:extLst>
              <a:ext uri="{FF2B5EF4-FFF2-40B4-BE49-F238E27FC236}">
                <a16:creationId xmlns:a16="http://schemas.microsoft.com/office/drawing/2014/main" id="{BF262BB7-F733-4882-924A-CD527D907285}"/>
              </a:ext>
            </a:extLst>
          </p:cNvPr>
          <p:cNvSpPr txBox="1"/>
          <p:nvPr/>
        </p:nvSpPr>
        <p:spPr>
          <a:xfrm>
            <a:off x="1183581" y="3914358"/>
            <a:ext cx="1815609" cy="369332"/>
          </a:xfrm>
          <a:prstGeom prst="rect">
            <a:avLst/>
          </a:prstGeom>
          <a:noFill/>
        </p:spPr>
        <p:txBody>
          <a:bodyPr wrap="square">
            <a:spAutoFit/>
          </a:bodyPr>
          <a:lstStyle/>
          <a:p>
            <a:r>
              <a:rPr lang="zh-CN" altLang="en-US" sz="1800" b="1" dirty="0"/>
              <a:t>前端开发人员</a:t>
            </a:r>
            <a:endParaRPr lang="zh-CN" altLang="en-US" dirty="0"/>
          </a:p>
        </p:txBody>
      </p:sp>
      <p:sp>
        <p:nvSpPr>
          <p:cNvPr id="17" name="文本框 16">
            <a:extLst>
              <a:ext uri="{FF2B5EF4-FFF2-40B4-BE49-F238E27FC236}">
                <a16:creationId xmlns:a16="http://schemas.microsoft.com/office/drawing/2014/main" id="{05660627-0849-4D67-9441-498B77145F87}"/>
              </a:ext>
            </a:extLst>
          </p:cNvPr>
          <p:cNvSpPr txBox="1"/>
          <p:nvPr/>
        </p:nvSpPr>
        <p:spPr>
          <a:xfrm>
            <a:off x="3905740" y="2446118"/>
            <a:ext cx="1815609" cy="369332"/>
          </a:xfrm>
          <a:prstGeom prst="rect">
            <a:avLst/>
          </a:prstGeom>
          <a:noFill/>
        </p:spPr>
        <p:txBody>
          <a:bodyPr wrap="square">
            <a:spAutoFit/>
          </a:bodyPr>
          <a:lstStyle/>
          <a:p>
            <a:r>
              <a:rPr lang="zh-CN" altLang="en-US" sz="1800" b="1" dirty="0"/>
              <a:t>开发进度</a:t>
            </a:r>
            <a:endParaRPr lang="zh-CN" altLang="en-US" dirty="0"/>
          </a:p>
        </p:txBody>
      </p:sp>
      <p:sp>
        <p:nvSpPr>
          <p:cNvPr id="18" name="矩形 17">
            <a:extLst>
              <a:ext uri="{FF2B5EF4-FFF2-40B4-BE49-F238E27FC236}">
                <a16:creationId xmlns:a16="http://schemas.microsoft.com/office/drawing/2014/main" id="{FBC915E8-C0D0-43A3-B3DF-129F39B6B42D}"/>
              </a:ext>
            </a:extLst>
          </p:cNvPr>
          <p:cNvSpPr/>
          <p:nvPr/>
        </p:nvSpPr>
        <p:spPr>
          <a:xfrm>
            <a:off x="2891942" y="3241459"/>
            <a:ext cx="2952328" cy="1667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06D3CDAC-66FF-4402-9E03-E619F1C26989}"/>
              </a:ext>
            </a:extLst>
          </p:cNvPr>
          <p:cNvSpPr/>
          <p:nvPr/>
        </p:nvSpPr>
        <p:spPr>
          <a:xfrm>
            <a:off x="2891942" y="4789846"/>
            <a:ext cx="1815609" cy="1667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171E41A4-775C-4715-A74B-1F614AD144D7}"/>
              </a:ext>
            </a:extLst>
          </p:cNvPr>
          <p:cNvSpPr txBox="1"/>
          <p:nvPr/>
        </p:nvSpPr>
        <p:spPr>
          <a:xfrm>
            <a:off x="1183581" y="5523195"/>
            <a:ext cx="1815609" cy="369332"/>
          </a:xfrm>
          <a:prstGeom prst="rect">
            <a:avLst/>
          </a:prstGeom>
          <a:noFill/>
        </p:spPr>
        <p:txBody>
          <a:bodyPr wrap="square">
            <a:spAutoFit/>
          </a:bodyPr>
          <a:lstStyle/>
          <a:p>
            <a:r>
              <a:rPr lang="zh-CN" altLang="en-US" b="1" dirty="0"/>
              <a:t>后</a:t>
            </a:r>
            <a:r>
              <a:rPr lang="zh-CN" altLang="en-US" sz="1800" b="1" dirty="0"/>
              <a:t>端开发人员</a:t>
            </a:r>
            <a:endParaRPr lang="zh-CN" altLang="en-US" dirty="0"/>
          </a:p>
        </p:txBody>
      </p:sp>
      <p:sp>
        <p:nvSpPr>
          <p:cNvPr id="21" name="对话气泡: 矩形 20">
            <a:extLst>
              <a:ext uri="{FF2B5EF4-FFF2-40B4-BE49-F238E27FC236}">
                <a16:creationId xmlns:a16="http://schemas.microsoft.com/office/drawing/2014/main" id="{CC326B70-88F3-4093-A811-3298FE813FC6}"/>
              </a:ext>
            </a:extLst>
          </p:cNvPr>
          <p:cNvSpPr/>
          <p:nvPr/>
        </p:nvSpPr>
        <p:spPr>
          <a:xfrm>
            <a:off x="6879903" y="1700329"/>
            <a:ext cx="2751955" cy="738740"/>
          </a:xfrm>
          <a:prstGeom prst="wedgeRectCallout">
            <a:avLst>
              <a:gd name="adj1" fmla="val -52996"/>
              <a:gd name="adj2" fmla="val 142956"/>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前端进度比后端快</a:t>
            </a:r>
            <a:endParaRPr lang="en-US" altLang="zh-CN" b="1" dirty="0">
              <a:solidFill>
                <a:schemeClr val="bg1"/>
              </a:solidFill>
            </a:endParaRPr>
          </a:p>
          <a:p>
            <a:pPr algn="ctr"/>
            <a:r>
              <a:rPr lang="zh-CN" altLang="en-US" b="1" dirty="0">
                <a:solidFill>
                  <a:schemeClr val="bg1"/>
                </a:solidFill>
              </a:rPr>
              <a:t>离对接节点还有一段时间</a:t>
            </a:r>
          </a:p>
        </p:txBody>
      </p:sp>
      <p:cxnSp>
        <p:nvCxnSpPr>
          <p:cNvPr id="23" name="直接连接符 22">
            <a:extLst>
              <a:ext uri="{FF2B5EF4-FFF2-40B4-BE49-F238E27FC236}">
                <a16:creationId xmlns:a16="http://schemas.microsoft.com/office/drawing/2014/main" id="{454E1EAA-D14B-4425-8ED8-1FE0CC7CBE75}"/>
              </a:ext>
            </a:extLst>
          </p:cNvPr>
          <p:cNvCxnSpPr>
            <a:cxnSpLocks/>
          </p:cNvCxnSpPr>
          <p:nvPr/>
        </p:nvCxnSpPr>
        <p:spPr>
          <a:xfrm>
            <a:off x="6053090" y="2550637"/>
            <a:ext cx="27035" cy="2972558"/>
          </a:xfrm>
          <a:prstGeom prst="line">
            <a:avLst/>
          </a:prstGeom>
        </p:spPr>
        <p:style>
          <a:lnRef idx="1">
            <a:schemeClr val="accent2"/>
          </a:lnRef>
          <a:fillRef idx="0">
            <a:schemeClr val="accent2"/>
          </a:fillRef>
          <a:effectRef idx="0">
            <a:schemeClr val="accent2"/>
          </a:effectRef>
          <a:fontRef idx="minor">
            <a:schemeClr val="tx1"/>
          </a:fontRef>
        </p:style>
      </p:cxnSp>
      <p:sp>
        <p:nvSpPr>
          <p:cNvPr id="25" name="文本框 24">
            <a:extLst>
              <a:ext uri="{FF2B5EF4-FFF2-40B4-BE49-F238E27FC236}">
                <a16:creationId xmlns:a16="http://schemas.microsoft.com/office/drawing/2014/main" id="{7DD1CAE1-6603-495E-97A3-29F2C7E4CEA0}"/>
              </a:ext>
            </a:extLst>
          </p:cNvPr>
          <p:cNvSpPr txBox="1"/>
          <p:nvPr/>
        </p:nvSpPr>
        <p:spPr>
          <a:xfrm>
            <a:off x="5504061" y="5523195"/>
            <a:ext cx="1815609" cy="369332"/>
          </a:xfrm>
          <a:prstGeom prst="rect">
            <a:avLst/>
          </a:prstGeom>
          <a:noFill/>
        </p:spPr>
        <p:txBody>
          <a:bodyPr wrap="square">
            <a:spAutoFit/>
          </a:bodyPr>
          <a:lstStyle/>
          <a:p>
            <a:r>
              <a:rPr lang="zh-CN" altLang="en-US" dirty="0"/>
              <a:t>对接节点</a:t>
            </a:r>
          </a:p>
        </p:txBody>
      </p:sp>
      <p:sp>
        <p:nvSpPr>
          <p:cNvPr id="29" name="文本框 28">
            <a:extLst>
              <a:ext uri="{FF2B5EF4-FFF2-40B4-BE49-F238E27FC236}">
                <a16:creationId xmlns:a16="http://schemas.microsoft.com/office/drawing/2014/main" id="{D176A9C5-662E-4FFB-829E-182F5D5EEE23}"/>
              </a:ext>
            </a:extLst>
          </p:cNvPr>
          <p:cNvSpPr txBox="1"/>
          <p:nvPr/>
        </p:nvSpPr>
        <p:spPr>
          <a:xfrm>
            <a:off x="6661653" y="3235603"/>
            <a:ext cx="3085549" cy="86581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1" dirty="0"/>
              <a:t>严重依赖接口开发</a:t>
            </a:r>
            <a:endParaRPr lang="en-US" altLang="zh-CN" b="1" dirty="0"/>
          </a:p>
          <a:p>
            <a:pPr marL="285750" indent="-285750">
              <a:lnSpc>
                <a:spcPct val="150000"/>
              </a:lnSpc>
              <a:buFont typeface="Arial" panose="020B0604020202020204" pitchFamily="34" charset="0"/>
              <a:buChar char="•"/>
            </a:pPr>
            <a:r>
              <a:rPr lang="zh-CN" altLang="en-US" b="1" dirty="0"/>
              <a:t>无法提前覆盖测试</a:t>
            </a:r>
          </a:p>
        </p:txBody>
      </p:sp>
    </p:spTree>
    <p:extLst>
      <p:ext uri="{BB962C8B-B14F-4D97-AF65-F5344CB8AC3E}">
        <p14:creationId xmlns:p14="http://schemas.microsoft.com/office/powerpoint/2010/main" val="194010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4.1 </a:t>
            </a:r>
            <a:r>
              <a:rPr lang="zh-CN" altLang="en-US" b="1" dirty="0">
                <a:solidFill>
                  <a:srgbClr val="C00000"/>
                </a:solidFill>
                <a:latin typeface="黑体" panose="02010609060101010101" pitchFamily="49" charset="-122"/>
                <a:ea typeface="黑体" panose="02010609060101010101" pitchFamily="49" charset="-122"/>
              </a:rPr>
              <a:t>前端模拟对接测试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Mock</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1875065"/>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t>前端常用的模拟数据方法</a:t>
            </a:r>
            <a:endParaRPr lang="en-US" altLang="zh-CN" sz="2000" b="1" dirty="0"/>
          </a:p>
          <a:p>
            <a:pPr marL="342900" indent="-342900">
              <a:lnSpc>
                <a:spcPct val="150000"/>
              </a:lnSpc>
              <a:buFont typeface="Wingdings" panose="05000000000000000000" pitchFamily="2" charset="2"/>
              <a:buChar char="l"/>
            </a:pPr>
            <a:r>
              <a:rPr lang="zh-CN" altLang="en-US" sz="2000" dirty="0">
                <a:latin typeface="+mn-ea"/>
                <a:ea typeface="+mn-ea"/>
              </a:rPr>
              <a:t>使用</a:t>
            </a:r>
            <a:r>
              <a:rPr lang="en-US" altLang="zh-CN" sz="2000" b="1" dirty="0">
                <a:latin typeface="+mn-ea"/>
                <a:ea typeface="+mn-ea"/>
              </a:rPr>
              <a:t>JavaScript</a:t>
            </a:r>
            <a:r>
              <a:rPr lang="zh-CN" altLang="en-US" sz="2000" dirty="0">
                <a:latin typeface="+mn-ea"/>
                <a:ea typeface="+mn-ea"/>
              </a:rPr>
              <a:t>对象模拟</a:t>
            </a:r>
            <a:endParaRPr lang="en-US" altLang="zh-CN" sz="2000" dirty="0">
              <a:latin typeface="+mn-ea"/>
              <a:ea typeface="+mn-ea"/>
            </a:endParaRPr>
          </a:p>
          <a:p>
            <a:pPr marL="342900" indent="-342900">
              <a:lnSpc>
                <a:spcPct val="150000"/>
              </a:lnSpc>
              <a:buFont typeface="Wingdings" panose="05000000000000000000" pitchFamily="2" charset="2"/>
              <a:buChar char="l"/>
            </a:pPr>
            <a:r>
              <a:rPr lang="zh-CN" altLang="en-US" sz="2000" dirty="0">
                <a:latin typeface="+mn-ea"/>
                <a:ea typeface="+mn-ea"/>
              </a:rPr>
              <a:t>使用</a:t>
            </a:r>
            <a:r>
              <a:rPr lang="en-US" altLang="zh-CN" sz="2000" b="1" dirty="0">
                <a:latin typeface="+mn-ea"/>
                <a:ea typeface="+mn-ea"/>
              </a:rPr>
              <a:t>JSON</a:t>
            </a:r>
            <a:r>
              <a:rPr lang="zh-CN" altLang="en-US" sz="2000" dirty="0">
                <a:latin typeface="+mn-ea"/>
                <a:ea typeface="+mn-ea"/>
              </a:rPr>
              <a:t>文件模拟</a:t>
            </a:r>
            <a:endParaRPr lang="en-US" altLang="zh-CN" sz="2000" dirty="0">
              <a:latin typeface="+mn-ea"/>
              <a:ea typeface="+mn-ea"/>
            </a:endParaRPr>
          </a:p>
          <a:p>
            <a:pPr marL="342900" indent="-342900">
              <a:lnSpc>
                <a:spcPct val="150000"/>
              </a:lnSpc>
              <a:buFont typeface="Wingdings" panose="05000000000000000000" pitchFamily="2" charset="2"/>
              <a:buChar char="l"/>
            </a:pPr>
            <a:r>
              <a:rPr lang="zh-CN" altLang="en-US" sz="2000" dirty="0">
                <a:latin typeface="+mn-ea"/>
                <a:ea typeface="+mn-ea"/>
              </a:rPr>
              <a:t>利用第三方库模拟</a:t>
            </a:r>
            <a:endParaRPr lang="en-US" altLang="zh-CN" sz="2000" dirty="0">
              <a:latin typeface="+mn-ea"/>
              <a:ea typeface="+mn-ea"/>
            </a:endParaRPr>
          </a:p>
        </p:txBody>
      </p:sp>
    </p:spTree>
    <p:extLst>
      <p:ext uri="{BB962C8B-B14F-4D97-AF65-F5344CB8AC3E}">
        <p14:creationId xmlns:p14="http://schemas.microsoft.com/office/powerpoint/2010/main" val="3783011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4.1 </a:t>
            </a:r>
            <a:r>
              <a:rPr lang="zh-CN" altLang="en-US" b="1" dirty="0">
                <a:solidFill>
                  <a:srgbClr val="C00000"/>
                </a:solidFill>
                <a:latin typeface="黑体" panose="02010609060101010101" pitchFamily="49" charset="-122"/>
                <a:ea typeface="黑体" panose="02010609060101010101" pitchFamily="49" charset="-122"/>
              </a:rPr>
              <a:t>前端模拟对接测试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Mock</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t>前端常用的模拟数据方法</a:t>
            </a:r>
            <a:endParaRPr lang="en-US" altLang="zh-CN" sz="2000" b="1" dirty="0"/>
          </a:p>
        </p:txBody>
      </p:sp>
      <p:grpSp>
        <p:nvGrpSpPr>
          <p:cNvPr id="17" name="组合 16">
            <a:extLst>
              <a:ext uri="{FF2B5EF4-FFF2-40B4-BE49-F238E27FC236}">
                <a16:creationId xmlns:a16="http://schemas.microsoft.com/office/drawing/2014/main" id="{D62EFE4E-7283-406C-816D-C8D221F2DA62}"/>
              </a:ext>
            </a:extLst>
          </p:cNvPr>
          <p:cNvGrpSpPr/>
          <p:nvPr/>
        </p:nvGrpSpPr>
        <p:grpSpPr>
          <a:xfrm>
            <a:off x="575804" y="2222570"/>
            <a:ext cx="5282222" cy="3673861"/>
            <a:chOff x="6486535" y="2169084"/>
            <a:chExt cx="5282222" cy="3673861"/>
          </a:xfrm>
        </p:grpSpPr>
        <p:sp>
          <p:nvSpPr>
            <p:cNvPr id="7" name="文本框 6">
              <a:extLst>
                <a:ext uri="{FF2B5EF4-FFF2-40B4-BE49-F238E27FC236}">
                  <a16:creationId xmlns:a16="http://schemas.microsoft.com/office/drawing/2014/main" id="{C9067B27-72D5-4456-810A-DB77B729CAB5}"/>
                </a:ext>
              </a:extLst>
            </p:cNvPr>
            <p:cNvSpPr txBox="1"/>
            <p:nvPr/>
          </p:nvSpPr>
          <p:spPr>
            <a:xfrm>
              <a:off x="6512173" y="2169084"/>
              <a:ext cx="5256584" cy="450316"/>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1800" b="1" dirty="0">
                  <a:latin typeface="+mn-ea"/>
                  <a:ea typeface="+mn-ea"/>
                </a:rPr>
                <a:t>使用</a:t>
              </a:r>
              <a:r>
                <a:rPr lang="en-US" altLang="zh-CN" sz="1800" b="1" dirty="0">
                  <a:latin typeface="+mn-ea"/>
                  <a:ea typeface="+mn-ea"/>
                </a:rPr>
                <a:t>JSON</a:t>
              </a:r>
              <a:r>
                <a:rPr lang="zh-CN" altLang="en-US" sz="1800" b="1" dirty="0">
                  <a:latin typeface="+mn-ea"/>
                  <a:ea typeface="+mn-ea"/>
                </a:rPr>
                <a:t>文件模拟</a:t>
              </a:r>
              <a:endParaRPr lang="en-US" altLang="zh-CN" sz="1800" b="1" dirty="0">
                <a:latin typeface="+mn-ea"/>
                <a:ea typeface="+mn-ea"/>
              </a:endParaRPr>
            </a:p>
          </p:txBody>
        </p:sp>
        <p:sp>
          <p:nvSpPr>
            <p:cNvPr id="12" name="文本框 11">
              <a:extLst>
                <a:ext uri="{FF2B5EF4-FFF2-40B4-BE49-F238E27FC236}">
                  <a16:creationId xmlns:a16="http://schemas.microsoft.com/office/drawing/2014/main" id="{8159EA2E-66C4-4EA1-83FE-35CCBE339047}"/>
                </a:ext>
              </a:extLst>
            </p:cNvPr>
            <p:cNvSpPr txBox="1"/>
            <p:nvPr/>
          </p:nvSpPr>
          <p:spPr>
            <a:xfrm>
              <a:off x="6486535" y="4457950"/>
              <a:ext cx="5256584" cy="138499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rgbClr val="C00000"/>
                  </a:solidFill>
                  <a:latin typeface="+mj-ea"/>
                  <a:ea typeface="+mj-ea"/>
                  <a:cs typeface="Times New Roman" panose="02020603050405020304" pitchFamily="18" charset="0"/>
                </a:rPr>
                <a:t>{</a:t>
              </a:r>
            </a:p>
            <a:p>
              <a:r>
                <a:rPr lang="en-US" altLang="zh-CN" sz="1400" b="1" dirty="0">
                  <a:solidFill>
                    <a:srgbClr val="C00000"/>
                  </a:solidFill>
                  <a:latin typeface="+mj-ea"/>
                  <a:ea typeface="+mj-ea"/>
                  <a:cs typeface="Times New Roman" panose="02020603050405020304" pitchFamily="18" charset="0"/>
                </a:rPr>
                <a:t>  "code": 200,</a:t>
              </a:r>
            </a:p>
            <a:p>
              <a:r>
                <a:rPr lang="en-US" altLang="zh-CN" sz="1400" b="1" dirty="0">
                  <a:solidFill>
                    <a:srgbClr val="C00000"/>
                  </a:solidFill>
                  <a:latin typeface="+mj-ea"/>
                  <a:ea typeface="+mj-ea"/>
                  <a:cs typeface="Times New Roman" panose="02020603050405020304" pitchFamily="18" charset="0"/>
                </a:rPr>
                <a:t>  "data": {</a:t>
              </a:r>
            </a:p>
            <a:p>
              <a:r>
                <a:rPr lang="en-US" altLang="zh-CN" sz="1400" b="1" dirty="0">
                  <a:solidFill>
                    <a:srgbClr val="C00000"/>
                  </a:solidFill>
                  <a:latin typeface="+mj-ea"/>
                  <a:ea typeface="+mj-ea"/>
                  <a:cs typeface="Times New Roman" panose="02020603050405020304" pitchFamily="18" charset="0"/>
                </a:rPr>
                <a:t>    "token": "xxx"</a:t>
              </a:r>
            </a:p>
            <a:p>
              <a:r>
                <a:rPr lang="en-US" altLang="zh-CN" sz="1400" b="1" dirty="0">
                  <a:solidFill>
                    <a:srgbClr val="C00000"/>
                  </a:solidFill>
                  <a:latin typeface="+mj-ea"/>
                  <a:ea typeface="+mj-ea"/>
                  <a:cs typeface="Times New Roman" panose="02020603050405020304" pitchFamily="18" charset="0"/>
                </a:rPr>
                <a:t>  }</a:t>
              </a:r>
            </a:p>
            <a:p>
              <a:r>
                <a:rPr lang="en-US" altLang="zh-CN" sz="1400" b="1" dirty="0">
                  <a:solidFill>
                    <a:srgbClr val="C00000"/>
                  </a:solidFill>
                  <a:latin typeface="+mj-ea"/>
                  <a:ea typeface="+mj-ea"/>
                  <a:cs typeface="Times New Roman" panose="02020603050405020304" pitchFamily="18" charset="0"/>
                </a:rPr>
                <a:t>}</a:t>
              </a:r>
            </a:p>
          </p:txBody>
        </p:sp>
        <p:sp>
          <p:nvSpPr>
            <p:cNvPr id="13" name="文本框 12">
              <a:extLst>
                <a:ext uri="{FF2B5EF4-FFF2-40B4-BE49-F238E27FC236}">
                  <a16:creationId xmlns:a16="http://schemas.microsoft.com/office/drawing/2014/main" id="{69A060F7-7778-4730-8EE5-EFA5013AA92F}"/>
                </a:ext>
              </a:extLst>
            </p:cNvPr>
            <p:cNvSpPr txBox="1"/>
            <p:nvPr/>
          </p:nvSpPr>
          <p:spPr>
            <a:xfrm>
              <a:off x="6491544" y="2709466"/>
              <a:ext cx="5277213" cy="865814"/>
            </a:xfrm>
            <a:prstGeom prst="rect">
              <a:avLst/>
            </a:prstGeom>
            <a:noFill/>
          </p:spPr>
          <p:txBody>
            <a:bodyPr wrap="square">
              <a:spAutoFit/>
            </a:bodyPr>
            <a:lstStyle/>
            <a:p>
              <a:pPr>
                <a:lnSpc>
                  <a:spcPct val="150000"/>
                </a:lnSpc>
              </a:pPr>
              <a:r>
                <a:rPr lang="zh-CN" altLang="en-US" b="1" dirty="0">
                  <a:solidFill>
                    <a:srgbClr val="00B050"/>
                  </a:solidFill>
                </a:rPr>
                <a:t>优点</a:t>
              </a:r>
              <a:r>
                <a:rPr lang="zh-CN" altLang="en-US" b="1" dirty="0"/>
                <a:t>：  简单、直观</a:t>
              </a:r>
            </a:p>
            <a:p>
              <a:pPr>
                <a:lnSpc>
                  <a:spcPct val="150000"/>
                </a:lnSpc>
              </a:pPr>
              <a:r>
                <a:rPr lang="zh-CN" altLang="en-US" b="1" dirty="0">
                  <a:solidFill>
                    <a:srgbClr val="C00000"/>
                  </a:solidFill>
                </a:rPr>
                <a:t>缺点</a:t>
              </a:r>
              <a:r>
                <a:rPr lang="zh-CN" altLang="en-US" b="1" dirty="0"/>
                <a:t>：  不适合模拟复杂情况，对接需修改代码</a:t>
              </a:r>
            </a:p>
          </p:txBody>
        </p:sp>
      </p:grpSp>
      <p:grpSp>
        <p:nvGrpSpPr>
          <p:cNvPr id="16" name="组合 15">
            <a:extLst>
              <a:ext uri="{FF2B5EF4-FFF2-40B4-BE49-F238E27FC236}">
                <a16:creationId xmlns:a16="http://schemas.microsoft.com/office/drawing/2014/main" id="{C3835758-AF2C-4926-AED1-FA42FA6D907C}"/>
              </a:ext>
            </a:extLst>
          </p:cNvPr>
          <p:cNvGrpSpPr/>
          <p:nvPr/>
        </p:nvGrpSpPr>
        <p:grpSpPr>
          <a:xfrm>
            <a:off x="5936109" y="2222570"/>
            <a:ext cx="6094243" cy="4120137"/>
            <a:chOff x="751533" y="2271679"/>
            <a:chExt cx="6094243" cy="4120137"/>
          </a:xfrm>
        </p:grpSpPr>
        <p:sp>
          <p:nvSpPr>
            <p:cNvPr id="9" name="文本框 8">
              <a:extLst>
                <a:ext uri="{FF2B5EF4-FFF2-40B4-BE49-F238E27FC236}">
                  <a16:creationId xmlns:a16="http://schemas.microsoft.com/office/drawing/2014/main" id="{2281C2C3-F835-4A66-BB93-9373CA01E285}"/>
                </a:ext>
              </a:extLst>
            </p:cNvPr>
            <p:cNvSpPr txBox="1"/>
            <p:nvPr/>
          </p:nvSpPr>
          <p:spPr>
            <a:xfrm>
              <a:off x="860792" y="3929603"/>
              <a:ext cx="5614285" cy="24622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1"/>
                  </a:solidFill>
                  <a:latin typeface="+mj-ea"/>
                  <a:ea typeface="+mj-ea"/>
                  <a:cs typeface="Times New Roman" panose="02020603050405020304" pitchFamily="18" charset="0"/>
                </a:rPr>
                <a:t> </a:t>
              </a:r>
              <a:r>
                <a:rPr lang="en-US" altLang="zh-CN" sz="1400" b="1" dirty="0">
                  <a:solidFill>
                    <a:schemeClr val="accent6"/>
                  </a:solidFill>
                  <a:latin typeface="+mj-ea"/>
                  <a:ea typeface="+mj-ea"/>
                  <a:cs typeface="Times New Roman" panose="02020603050405020304" pitchFamily="18" charset="0"/>
                </a:rPr>
                <a:t>if (</a:t>
              </a:r>
              <a:r>
                <a:rPr lang="en-US" altLang="zh-CN" sz="1400" b="1" dirty="0" err="1">
                  <a:solidFill>
                    <a:schemeClr val="accent6"/>
                  </a:solidFill>
                  <a:latin typeface="+mj-ea"/>
                  <a:ea typeface="+mj-ea"/>
                  <a:cs typeface="Times New Roman" panose="02020603050405020304" pitchFamily="18" charset="0"/>
                </a:rPr>
                <a:t>form.username</a:t>
              </a:r>
              <a:r>
                <a:rPr lang="en-US" altLang="zh-CN" sz="1400" b="1" dirty="0">
                  <a:solidFill>
                    <a:schemeClr val="accent6"/>
                  </a:solidFill>
                  <a:latin typeface="+mj-ea"/>
                  <a:ea typeface="+mj-ea"/>
                  <a:cs typeface="Times New Roman" panose="02020603050405020304" pitchFamily="18" charset="0"/>
                </a:rPr>
                <a:t> == 'admin' &amp;&amp; </a:t>
              </a:r>
              <a:r>
                <a:rPr lang="en-US" altLang="zh-CN" sz="1400" b="1" dirty="0" err="1">
                  <a:solidFill>
                    <a:schemeClr val="accent6"/>
                  </a:solidFill>
                  <a:latin typeface="+mj-ea"/>
                  <a:ea typeface="+mj-ea"/>
                  <a:cs typeface="Times New Roman" panose="02020603050405020304" pitchFamily="18" charset="0"/>
                </a:rPr>
                <a:t>form.password</a:t>
              </a:r>
              <a:r>
                <a:rPr lang="en-US" altLang="zh-CN" sz="1400" b="1" dirty="0">
                  <a:solidFill>
                    <a:schemeClr val="accent6"/>
                  </a:solidFill>
                  <a:latin typeface="+mj-ea"/>
                  <a:ea typeface="+mj-ea"/>
                  <a:cs typeface="Times New Roman" panose="02020603050405020304" pitchFamily="18" charset="0"/>
                </a:rPr>
                <a:t> == '123456') </a:t>
              </a:r>
              <a:r>
                <a:rPr lang="en-US" altLang="zh-CN" sz="1400" b="1" dirty="0">
                  <a:solidFill>
                    <a:schemeClr val="tx1"/>
                  </a:solidFill>
                  <a:latin typeface="+mj-ea"/>
                  <a:ea typeface="+mj-ea"/>
                  <a:cs typeface="Times New Roman" panose="02020603050405020304" pitchFamily="18" charset="0"/>
                </a:rPr>
                <a:t>{</a:t>
              </a:r>
            </a:p>
            <a:p>
              <a:r>
                <a:rPr lang="en-US" altLang="zh-CN" sz="1400" b="1" dirty="0">
                  <a:solidFill>
                    <a:schemeClr val="tx1"/>
                  </a:solidFill>
                  <a:latin typeface="+mj-ea"/>
                  <a:ea typeface="+mj-ea"/>
                  <a:cs typeface="Times New Roman" panose="02020603050405020304" pitchFamily="18" charset="0"/>
                </a:rPr>
                <a:t>     return </a:t>
              </a:r>
              <a:r>
                <a:rPr lang="en-US" altLang="zh-CN" sz="1400" b="1" dirty="0">
                  <a:solidFill>
                    <a:schemeClr val="accent6"/>
                  </a:solidFill>
                  <a:latin typeface="+mj-ea"/>
                  <a:ea typeface="+mj-ea"/>
                  <a:cs typeface="Times New Roman" panose="02020603050405020304" pitchFamily="18" charset="0"/>
                </a:rPr>
                <a:t>{</a:t>
              </a:r>
            </a:p>
            <a:p>
              <a:r>
                <a:rPr lang="en-US" altLang="zh-CN" sz="1400" b="1" dirty="0">
                  <a:solidFill>
                    <a:schemeClr val="accent6"/>
                  </a:solidFill>
                  <a:latin typeface="+mj-ea"/>
                  <a:ea typeface="+mj-ea"/>
                  <a:cs typeface="Times New Roman" panose="02020603050405020304" pitchFamily="18" charset="0"/>
                </a:rPr>
                <a:t>         code: 200,</a:t>
              </a:r>
            </a:p>
            <a:p>
              <a:r>
                <a:rPr lang="en-US" altLang="zh-CN" sz="1400" b="1" dirty="0">
                  <a:solidFill>
                    <a:schemeClr val="accent6"/>
                  </a:solidFill>
                  <a:latin typeface="+mj-ea"/>
                  <a:ea typeface="+mj-ea"/>
                  <a:cs typeface="Times New Roman" panose="02020603050405020304" pitchFamily="18" charset="0"/>
                </a:rPr>
                <a:t>         token: 'xxx',         </a:t>
              </a:r>
            </a:p>
            <a:p>
              <a:r>
                <a:rPr lang="en-US" altLang="zh-CN" sz="1400" b="1" dirty="0">
                  <a:solidFill>
                    <a:schemeClr val="accent6"/>
                  </a:solidFill>
                  <a:latin typeface="+mj-ea"/>
                  <a:ea typeface="+mj-ea"/>
                  <a:cs typeface="Times New Roman" panose="02020603050405020304" pitchFamily="18" charset="0"/>
                </a:rPr>
                <a:t>      };</a:t>
              </a:r>
            </a:p>
            <a:p>
              <a:r>
                <a:rPr lang="en-US" altLang="zh-CN" sz="1400" b="1" dirty="0">
                  <a:solidFill>
                    <a:schemeClr val="tx1"/>
                  </a:solidFill>
                  <a:latin typeface="+mj-ea"/>
                  <a:ea typeface="+mj-ea"/>
                  <a:cs typeface="Times New Roman" panose="02020603050405020304" pitchFamily="18" charset="0"/>
                </a:rPr>
                <a:t> } else {</a:t>
              </a:r>
            </a:p>
            <a:p>
              <a:r>
                <a:rPr lang="en-US" altLang="zh-CN" sz="1400" b="1" dirty="0">
                  <a:solidFill>
                    <a:schemeClr val="tx1"/>
                  </a:solidFill>
                  <a:latin typeface="+mj-ea"/>
                  <a:ea typeface="+mj-ea"/>
                  <a:cs typeface="Times New Roman" panose="02020603050405020304" pitchFamily="18" charset="0"/>
                </a:rPr>
                <a:t>     </a:t>
              </a:r>
              <a:r>
                <a:rPr lang="en-US" altLang="zh-CN" sz="1400" b="1" dirty="0">
                  <a:solidFill>
                    <a:schemeClr val="accent6"/>
                  </a:solidFill>
                  <a:latin typeface="+mj-ea"/>
                  <a:ea typeface="+mj-ea"/>
                  <a:cs typeface="Times New Roman" panose="02020603050405020304" pitchFamily="18" charset="0"/>
                </a:rPr>
                <a:t>return {</a:t>
              </a:r>
            </a:p>
            <a:p>
              <a:r>
                <a:rPr lang="en-US" altLang="zh-CN" sz="1400" b="1" dirty="0">
                  <a:solidFill>
                    <a:schemeClr val="accent6"/>
                  </a:solidFill>
                  <a:latin typeface="+mj-ea"/>
                  <a:ea typeface="+mj-ea"/>
                  <a:cs typeface="Times New Roman" panose="02020603050405020304" pitchFamily="18" charset="0"/>
                </a:rPr>
                <a:t>         code: 401,</a:t>
              </a:r>
            </a:p>
            <a:p>
              <a:r>
                <a:rPr lang="en-US" altLang="zh-CN" sz="1400" b="1" dirty="0">
                  <a:solidFill>
                    <a:schemeClr val="accent6"/>
                  </a:solidFill>
                  <a:latin typeface="+mj-ea"/>
                  <a:ea typeface="+mj-ea"/>
                  <a:cs typeface="Times New Roman" panose="02020603050405020304" pitchFamily="18" charset="0"/>
                </a:rPr>
                <a:t>         message: '</a:t>
              </a:r>
              <a:r>
                <a:rPr lang="zh-CN" altLang="en-US" sz="1400" b="1" dirty="0">
                  <a:solidFill>
                    <a:schemeClr val="accent6"/>
                  </a:solidFill>
                  <a:latin typeface="+mj-ea"/>
                  <a:ea typeface="+mj-ea"/>
                  <a:cs typeface="Times New Roman" panose="02020603050405020304" pitchFamily="18" charset="0"/>
                </a:rPr>
                <a:t>用户名或密码错误</a:t>
              </a:r>
              <a:r>
                <a:rPr lang="en-US" altLang="zh-CN" sz="1400" b="1" dirty="0">
                  <a:solidFill>
                    <a:schemeClr val="accent6"/>
                  </a:solidFill>
                  <a:latin typeface="+mj-ea"/>
                  <a:ea typeface="+mj-ea"/>
                  <a:cs typeface="Times New Roman" panose="02020603050405020304" pitchFamily="18" charset="0"/>
                </a:rPr>
                <a:t>'</a:t>
              </a:r>
            </a:p>
            <a:p>
              <a:r>
                <a:rPr lang="en-US" altLang="zh-CN" sz="1400" b="1" dirty="0">
                  <a:solidFill>
                    <a:schemeClr val="accent6"/>
                  </a:solidFill>
                  <a:latin typeface="+mj-ea"/>
                  <a:ea typeface="+mj-ea"/>
                  <a:cs typeface="Times New Roman" panose="02020603050405020304" pitchFamily="18" charset="0"/>
                </a:rPr>
                <a:t>     }</a:t>
              </a:r>
            </a:p>
            <a:p>
              <a:r>
                <a:rPr lang="en-US" altLang="zh-CN" sz="1400" b="1" dirty="0">
                  <a:solidFill>
                    <a:schemeClr val="tx1"/>
                  </a:solidFill>
                  <a:latin typeface="+mj-ea"/>
                  <a:ea typeface="+mj-ea"/>
                  <a:cs typeface="Times New Roman" panose="02020603050405020304" pitchFamily="18" charset="0"/>
                </a:rPr>
                <a:t> }</a:t>
              </a:r>
            </a:p>
          </p:txBody>
        </p:sp>
        <p:sp>
          <p:nvSpPr>
            <p:cNvPr id="11" name="文本框 10">
              <a:extLst>
                <a:ext uri="{FF2B5EF4-FFF2-40B4-BE49-F238E27FC236}">
                  <a16:creationId xmlns:a16="http://schemas.microsoft.com/office/drawing/2014/main" id="{191745A9-FFBC-4760-901C-91E08D63D9AD}"/>
                </a:ext>
              </a:extLst>
            </p:cNvPr>
            <p:cNvSpPr txBox="1"/>
            <p:nvPr/>
          </p:nvSpPr>
          <p:spPr>
            <a:xfrm>
              <a:off x="751533" y="2718793"/>
              <a:ext cx="6079880" cy="865814"/>
            </a:xfrm>
            <a:prstGeom prst="rect">
              <a:avLst/>
            </a:prstGeom>
            <a:noFill/>
          </p:spPr>
          <p:txBody>
            <a:bodyPr wrap="square">
              <a:spAutoFit/>
            </a:bodyPr>
            <a:lstStyle/>
            <a:p>
              <a:pPr>
                <a:lnSpc>
                  <a:spcPct val="150000"/>
                </a:lnSpc>
              </a:pPr>
              <a:r>
                <a:rPr lang="zh-CN" altLang="en-US" b="1" dirty="0">
                  <a:solidFill>
                    <a:srgbClr val="00B050"/>
                  </a:solidFill>
                </a:rPr>
                <a:t>优点</a:t>
              </a:r>
              <a:r>
                <a:rPr lang="zh-CN" altLang="en-US" b="1" dirty="0"/>
                <a:t>：  灵活方便，还可以根据请求动态生成数据</a:t>
              </a:r>
            </a:p>
            <a:p>
              <a:pPr>
                <a:lnSpc>
                  <a:spcPct val="150000"/>
                </a:lnSpc>
              </a:pPr>
              <a:r>
                <a:rPr lang="zh-CN" altLang="en-US" b="1" dirty="0">
                  <a:solidFill>
                    <a:srgbClr val="C00000"/>
                  </a:solidFill>
                </a:rPr>
                <a:t>缺点</a:t>
              </a:r>
              <a:r>
                <a:rPr lang="zh-CN" altLang="en-US" b="1" dirty="0"/>
                <a:t>：  需要编写较多代码，对接时需要做少量修改</a:t>
              </a:r>
            </a:p>
          </p:txBody>
        </p:sp>
        <p:sp>
          <p:nvSpPr>
            <p:cNvPr id="15" name="文本框 14">
              <a:extLst>
                <a:ext uri="{FF2B5EF4-FFF2-40B4-BE49-F238E27FC236}">
                  <a16:creationId xmlns:a16="http://schemas.microsoft.com/office/drawing/2014/main" id="{C32E30C1-6AFA-41B6-B6A3-3B214AC1875E}"/>
                </a:ext>
              </a:extLst>
            </p:cNvPr>
            <p:cNvSpPr txBox="1"/>
            <p:nvPr/>
          </p:nvSpPr>
          <p:spPr>
            <a:xfrm>
              <a:off x="767706" y="2271679"/>
              <a:ext cx="6078070" cy="450316"/>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1800" b="1" dirty="0">
                  <a:latin typeface="+mn-ea"/>
                  <a:ea typeface="+mn-ea"/>
                </a:rPr>
                <a:t>使用</a:t>
              </a:r>
              <a:r>
                <a:rPr lang="en-US" altLang="zh-CN" sz="1800" b="1" dirty="0">
                  <a:latin typeface="+mn-ea"/>
                  <a:ea typeface="+mn-ea"/>
                </a:rPr>
                <a:t>JavaScript</a:t>
              </a:r>
              <a:r>
                <a:rPr lang="zh-CN" altLang="en-US" sz="1800" b="1" dirty="0">
                  <a:latin typeface="+mn-ea"/>
                  <a:ea typeface="+mn-ea"/>
                </a:rPr>
                <a:t>对象模拟</a:t>
              </a:r>
              <a:endParaRPr lang="en-US" altLang="zh-CN" sz="1800" b="1" dirty="0">
                <a:latin typeface="+mn-ea"/>
                <a:ea typeface="+mn-ea"/>
              </a:endParaRPr>
            </a:p>
          </p:txBody>
        </p:sp>
      </p:grpSp>
      <p:sp>
        <p:nvSpPr>
          <p:cNvPr id="14" name="文本框 13">
            <a:extLst>
              <a:ext uri="{FF2B5EF4-FFF2-40B4-BE49-F238E27FC236}">
                <a16:creationId xmlns:a16="http://schemas.microsoft.com/office/drawing/2014/main" id="{2613E093-21B5-4BA7-8C98-D051531137B8}"/>
              </a:ext>
            </a:extLst>
          </p:cNvPr>
          <p:cNvSpPr txBox="1"/>
          <p:nvPr/>
        </p:nvSpPr>
        <p:spPr>
          <a:xfrm>
            <a:off x="575804" y="3880494"/>
            <a:ext cx="6079880" cy="369332"/>
          </a:xfrm>
          <a:prstGeom prst="rect">
            <a:avLst/>
          </a:prstGeom>
          <a:noFill/>
        </p:spPr>
        <p:txBody>
          <a:bodyPr wrap="square">
            <a:spAutoFit/>
          </a:bodyPr>
          <a:lstStyle/>
          <a:p>
            <a:r>
              <a:rPr lang="zh-CN" altLang="en-US" dirty="0"/>
              <a:t>例：登录接口模拟</a:t>
            </a:r>
          </a:p>
        </p:txBody>
      </p:sp>
      <p:sp>
        <p:nvSpPr>
          <p:cNvPr id="18" name="文本框 17">
            <a:extLst>
              <a:ext uri="{FF2B5EF4-FFF2-40B4-BE49-F238E27FC236}">
                <a16:creationId xmlns:a16="http://schemas.microsoft.com/office/drawing/2014/main" id="{98157816-B786-4DD5-8F72-9181B66D3E71}"/>
              </a:ext>
            </a:extLst>
          </p:cNvPr>
          <p:cNvSpPr txBox="1"/>
          <p:nvPr/>
        </p:nvSpPr>
        <p:spPr>
          <a:xfrm>
            <a:off x="3487837" y="5619432"/>
            <a:ext cx="2159671" cy="276999"/>
          </a:xfrm>
          <a:prstGeom prst="rect">
            <a:avLst/>
          </a:prstGeom>
          <a:noFill/>
        </p:spPr>
        <p:txBody>
          <a:bodyPr wrap="square">
            <a:spAutoFit/>
          </a:bodyPr>
          <a:lstStyle/>
          <a:p>
            <a:r>
              <a:rPr lang="en-US" altLang="zh-CN" sz="1200" dirty="0" err="1"/>
              <a:t>mock.json</a:t>
            </a:r>
            <a:endParaRPr lang="zh-CN" altLang="en-US" sz="1200" dirty="0"/>
          </a:p>
        </p:txBody>
      </p:sp>
      <p:sp>
        <p:nvSpPr>
          <p:cNvPr id="19" name="文本框 18">
            <a:extLst>
              <a:ext uri="{FF2B5EF4-FFF2-40B4-BE49-F238E27FC236}">
                <a16:creationId xmlns:a16="http://schemas.microsoft.com/office/drawing/2014/main" id="{5B16D257-054A-46E3-BAD0-C63EFFFD76B4}"/>
              </a:ext>
            </a:extLst>
          </p:cNvPr>
          <p:cNvSpPr txBox="1"/>
          <p:nvPr/>
        </p:nvSpPr>
        <p:spPr>
          <a:xfrm>
            <a:off x="10734208" y="6065708"/>
            <a:ext cx="1296144" cy="276999"/>
          </a:xfrm>
          <a:prstGeom prst="rect">
            <a:avLst/>
          </a:prstGeom>
          <a:noFill/>
        </p:spPr>
        <p:txBody>
          <a:bodyPr wrap="square">
            <a:spAutoFit/>
          </a:bodyPr>
          <a:lstStyle/>
          <a:p>
            <a:r>
              <a:rPr lang="en-US" altLang="zh-CN" sz="1200" dirty="0"/>
              <a:t>mock.js</a:t>
            </a:r>
            <a:endParaRPr lang="zh-CN" altLang="en-US" sz="1200" dirty="0"/>
          </a:p>
        </p:txBody>
      </p:sp>
    </p:spTree>
    <p:extLst>
      <p:ext uri="{BB962C8B-B14F-4D97-AF65-F5344CB8AC3E}">
        <p14:creationId xmlns:p14="http://schemas.microsoft.com/office/powerpoint/2010/main" val="2672491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4.1 </a:t>
            </a:r>
            <a:r>
              <a:rPr lang="zh-CN" altLang="en-US" b="1" dirty="0">
                <a:solidFill>
                  <a:srgbClr val="C00000"/>
                </a:solidFill>
                <a:latin typeface="黑体" panose="02010609060101010101" pitchFamily="49" charset="-122"/>
                <a:ea typeface="黑体" panose="02010609060101010101" pitchFamily="49" charset="-122"/>
              </a:rPr>
              <a:t>前端模拟对接测试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Mock</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t>前端常用的模拟数据方法</a:t>
            </a:r>
            <a:endParaRPr lang="en-US" altLang="zh-CN" sz="2000" b="1" dirty="0"/>
          </a:p>
        </p:txBody>
      </p:sp>
      <p:grpSp>
        <p:nvGrpSpPr>
          <p:cNvPr id="17" name="组合 16">
            <a:extLst>
              <a:ext uri="{FF2B5EF4-FFF2-40B4-BE49-F238E27FC236}">
                <a16:creationId xmlns:a16="http://schemas.microsoft.com/office/drawing/2014/main" id="{D62EFE4E-7283-406C-816D-C8D221F2DA62}"/>
              </a:ext>
            </a:extLst>
          </p:cNvPr>
          <p:cNvGrpSpPr/>
          <p:nvPr/>
        </p:nvGrpSpPr>
        <p:grpSpPr>
          <a:xfrm>
            <a:off x="580813" y="2222570"/>
            <a:ext cx="10977995" cy="4292347"/>
            <a:chOff x="6491544" y="2169084"/>
            <a:chExt cx="10977995" cy="4292347"/>
          </a:xfrm>
        </p:grpSpPr>
        <p:sp>
          <p:nvSpPr>
            <p:cNvPr id="7" name="文本框 6">
              <a:extLst>
                <a:ext uri="{FF2B5EF4-FFF2-40B4-BE49-F238E27FC236}">
                  <a16:creationId xmlns:a16="http://schemas.microsoft.com/office/drawing/2014/main" id="{C9067B27-72D5-4456-810A-DB77B729CAB5}"/>
                </a:ext>
              </a:extLst>
            </p:cNvPr>
            <p:cNvSpPr txBox="1"/>
            <p:nvPr/>
          </p:nvSpPr>
          <p:spPr>
            <a:xfrm>
              <a:off x="6512173" y="2169084"/>
              <a:ext cx="5256584" cy="450316"/>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1800" b="1" dirty="0"/>
                <a:t>使用第三方库模拟</a:t>
              </a:r>
              <a:endParaRPr lang="en-US" altLang="zh-CN" sz="1800" b="1" dirty="0"/>
            </a:p>
          </p:txBody>
        </p:sp>
        <p:sp>
          <p:nvSpPr>
            <p:cNvPr id="12" name="文本框 11">
              <a:extLst>
                <a:ext uri="{FF2B5EF4-FFF2-40B4-BE49-F238E27FC236}">
                  <a16:creationId xmlns:a16="http://schemas.microsoft.com/office/drawing/2014/main" id="{8159EA2E-66C4-4EA1-83FE-35CCBE339047}"/>
                </a:ext>
              </a:extLst>
            </p:cNvPr>
            <p:cNvSpPr txBox="1"/>
            <p:nvPr/>
          </p:nvSpPr>
          <p:spPr>
            <a:xfrm>
              <a:off x="6512173" y="3783775"/>
              <a:ext cx="7134867" cy="267765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err="1">
                  <a:solidFill>
                    <a:schemeClr val="accent6"/>
                  </a:solidFill>
                  <a:latin typeface="+mj-ea"/>
                  <a:ea typeface="+mj-ea"/>
                  <a:cs typeface="Times New Roman" panose="02020603050405020304" pitchFamily="18" charset="0"/>
                </a:rPr>
                <a:t>Mock.mock</a:t>
              </a:r>
              <a:r>
                <a:rPr lang="en-US" altLang="zh-CN" sz="1400" b="1" dirty="0">
                  <a:solidFill>
                    <a:schemeClr val="accent6"/>
                  </a:solidFill>
                  <a:latin typeface="+mj-ea"/>
                  <a:ea typeface="+mj-ea"/>
                  <a:cs typeface="Times New Roman" panose="02020603050405020304" pitchFamily="18" charset="0"/>
                </a:rPr>
                <a:t>('</a:t>
              </a:r>
              <a:r>
                <a:rPr lang="en-US" altLang="zh-CN" sz="1400" b="1" dirty="0">
                  <a:solidFill>
                    <a:srgbClr val="00B050"/>
                  </a:solidFill>
                  <a:latin typeface="+mj-ea"/>
                  <a:ea typeface="+mj-ea"/>
                  <a:cs typeface="Times New Roman" panose="02020603050405020304" pitchFamily="18" charset="0"/>
                </a:rPr>
                <a:t>login</a:t>
              </a:r>
              <a:r>
                <a:rPr lang="en-US" altLang="zh-CN" sz="1400" b="1" dirty="0">
                  <a:solidFill>
                    <a:schemeClr val="accent6"/>
                  </a:solidFill>
                  <a:latin typeface="+mj-ea"/>
                  <a:ea typeface="+mj-ea"/>
                  <a:cs typeface="Times New Roman" panose="02020603050405020304" pitchFamily="18" charset="0"/>
                </a:rPr>
                <a:t>', '</a:t>
              </a:r>
              <a:r>
                <a:rPr lang="en-US" altLang="zh-CN" sz="1400" b="1" dirty="0" err="1">
                  <a:solidFill>
                    <a:srgbClr val="00B050"/>
                  </a:solidFill>
                  <a:latin typeface="+mj-ea"/>
                  <a:ea typeface="+mj-ea"/>
                  <a:cs typeface="Times New Roman" panose="02020603050405020304" pitchFamily="18" charset="0"/>
                </a:rPr>
                <a:t>post</a:t>
              </a:r>
              <a:r>
                <a:rPr lang="en-US" altLang="zh-CN" sz="1400" b="1" dirty="0" err="1">
                  <a:solidFill>
                    <a:schemeClr val="accent6"/>
                  </a:solidFill>
                  <a:latin typeface="+mj-ea"/>
                  <a:ea typeface="+mj-ea"/>
                  <a:cs typeface="Times New Roman" panose="02020603050405020304" pitchFamily="18" charset="0"/>
                </a:rPr>
                <a:t>',function</a:t>
              </a:r>
              <a:r>
                <a:rPr lang="en-US" altLang="zh-CN" sz="1400" b="1" dirty="0">
                  <a:solidFill>
                    <a:schemeClr val="accent6"/>
                  </a:solidFill>
                  <a:latin typeface="+mj-ea"/>
                  <a:ea typeface="+mj-ea"/>
                  <a:cs typeface="Times New Roman" panose="02020603050405020304" pitchFamily="18" charset="0"/>
                </a:rPr>
                <a:t>(request) </a:t>
              </a:r>
              <a:r>
                <a:rPr lang="en-US" altLang="zh-CN" sz="1400" b="1" dirty="0">
                  <a:solidFill>
                    <a:schemeClr val="tx2"/>
                  </a:solidFill>
                  <a:latin typeface="+mj-ea"/>
                  <a:ea typeface="+mj-ea"/>
                  <a:cs typeface="Times New Roman" panose="02020603050405020304" pitchFamily="18" charset="0"/>
                </a:rPr>
                <a:t>{</a:t>
              </a:r>
            </a:p>
            <a:p>
              <a:r>
                <a:rPr lang="en-US" altLang="zh-CN" sz="1400" b="1" dirty="0">
                  <a:solidFill>
                    <a:schemeClr val="tx2"/>
                  </a:solidFill>
                  <a:latin typeface="+mj-ea"/>
                  <a:ea typeface="+mj-ea"/>
                  <a:cs typeface="Times New Roman" panose="02020603050405020304" pitchFamily="18" charset="0"/>
                </a:rPr>
                <a:t>    var </a:t>
              </a:r>
              <a:r>
                <a:rPr lang="en-US" altLang="zh-CN" sz="1400" b="1" dirty="0" err="1">
                  <a:solidFill>
                    <a:schemeClr val="tx2"/>
                  </a:solidFill>
                  <a:latin typeface="+mj-ea"/>
                  <a:ea typeface="+mj-ea"/>
                  <a:cs typeface="Times New Roman" panose="02020603050405020304" pitchFamily="18" charset="0"/>
                </a:rPr>
                <a:t>formData</a:t>
              </a:r>
              <a:r>
                <a:rPr lang="en-US" altLang="zh-CN" sz="1400" b="1" dirty="0">
                  <a:solidFill>
                    <a:schemeClr val="tx2"/>
                  </a:solidFill>
                  <a:latin typeface="+mj-ea"/>
                  <a:ea typeface="+mj-ea"/>
                  <a:cs typeface="Times New Roman" panose="02020603050405020304" pitchFamily="18" charset="0"/>
                </a:rPr>
                <a:t>=</a:t>
              </a:r>
              <a:r>
                <a:rPr lang="en-US" altLang="zh-CN" sz="1400" b="1" dirty="0" err="1">
                  <a:solidFill>
                    <a:schemeClr val="tx2"/>
                  </a:solidFill>
                  <a:latin typeface="+mj-ea"/>
                  <a:ea typeface="+mj-ea"/>
                  <a:cs typeface="Times New Roman" panose="02020603050405020304" pitchFamily="18" charset="0"/>
                </a:rPr>
                <a:t>JSON.parse</a:t>
              </a:r>
              <a:r>
                <a:rPr lang="en-US" altLang="zh-CN" sz="1400" b="1" dirty="0">
                  <a:solidFill>
                    <a:schemeClr val="tx2"/>
                  </a:solidFill>
                  <a:latin typeface="+mj-ea"/>
                  <a:ea typeface="+mj-ea"/>
                  <a:cs typeface="Times New Roman" panose="02020603050405020304" pitchFamily="18" charset="0"/>
                </a:rPr>
                <a:t>(</a:t>
              </a:r>
              <a:r>
                <a:rPr lang="en-US" altLang="zh-CN" sz="1400" b="1" dirty="0" err="1">
                  <a:solidFill>
                    <a:schemeClr val="tx2"/>
                  </a:solidFill>
                  <a:latin typeface="+mj-ea"/>
                  <a:ea typeface="+mj-ea"/>
                  <a:cs typeface="Times New Roman" panose="02020603050405020304" pitchFamily="18" charset="0"/>
                </a:rPr>
                <a:t>request.body</a:t>
              </a:r>
              <a:r>
                <a:rPr lang="en-US" altLang="zh-CN" sz="1400" b="1" dirty="0">
                  <a:solidFill>
                    <a:schemeClr val="tx2"/>
                  </a:solidFill>
                  <a:latin typeface="+mj-ea"/>
                  <a:ea typeface="+mj-ea"/>
                  <a:cs typeface="Times New Roman" panose="02020603050405020304" pitchFamily="18" charset="0"/>
                </a:rPr>
                <a:t>)</a:t>
              </a:r>
            </a:p>
            <a:p>
              <a:r>
                <a:rPr lang="en-US" altLang="zh-CN" sz="1400" b="1" dirty="0">
                  <a:solidFill>
                    <a:schemeClr val="tx2"/>
                  </a:solidFill>
                  <a:latin typeface="+mj-ea"/>
                  <a:ea typeface="+mj-ea"/>
                  <a:cs typeface="Times New Roman" panose="02020603050405020304" pitchFamily="18" charset="0"/>
                </a:rPr>
                <a:t>    if (</a:t>
              </a:r>
              <a:r>
                <a:rPr lang="en-US" altLang="zh-CN" sz="1400" b="1" dirty="0" err="1">
                  <a:solidFill>
                    <a:schemeClr val="tx2"/>
                  </a:solidFill>
                  <a:latin typeface="+mj-ea"/>
                  <a:ea typeface="+mj-ea"/>
                  <a:cs typeface="Times New Roman" panose="02020603050405020304" pitchFamily="18" charset="0"/>
                </a:rPr>
                <a:t>formData</a:t>
              </a:r>
              <a:r>
                <a:rPr lang="en-US" altLang="zh-CN" sz="1400" b="1" dirty="0">
                  <a:solidFill>
                    <a:schemeClr val="tx2"/>
                  </a:solidFill>
                  <a:latin typeface="+mj-ea"/>
                  <a:ea typeface="+mj-ea"/>
                  <a:cs typeface="Times New Roman" panose="02020603050405020304" pitchFamily="18" charset="0"/>
                </a:rPr>
                <a:t>['username'] == 'admin' &amp;&amp; </a:t>
              </a:r>
              <a:r>
                <a:rPr lang="en-US" altLang="zh-CN" sz="1400" b="1" dirty="0" err="1">
                  <a:solidFill>
                    <a:schemeClr val="tx2"/>
                  </a:solidFill>
                  <a:latin typeface="+mj-ea"/>
                  <a:ea typeface="+mj-ea"/>
                  <a:cs typeface="Times New Roman" panose="02020603050405020304" pitchFamily="18" charset="0"/>
                </a:rPr>
                <a:t>formData.password</a:t>
              </a:r>
              <a:r>
                <a:rPr lang="en-US" altLang="zh-CN" sz="1400" b="1" dirty="0">
                  <a:solidFill>
                    <a:schemeClr val="tx2"/>
                  </a:solidFill>
                  <a:latin typeface="+mj-ea"/>
                  <a:ea typeface="+mj-ea"/>
                  <a:cs typeface="Times New Roman" panose="02020603050405020304" pitchFamily="18" charset="0"/>
                </a:rPr>
                <a:t> == '123456') {</a:t>
              </a:r>
            </a:p>
            <a:p>
              <a:r>
                <a:rPr lang="en-US" altLang="zh-CN" sz="1400" b="1" dirty="0">
                  <a:solidFill>
                    <a:schemeClr val="tx2"/>
                  </a:solidFill>
                  <a:latin typeface="+mj-ea"/>
                  <a:ea typeface="+mj-ea"/>
                  <a:cs typeface="Times New Roman" panose="02020603050405020304" pitchFamily="18" charset="0"/>
                </a:rPr>
                <a:t>        </a:t>
              </a:r>
              <a:r>
                <a:rPr lang="en-US" altLang="zh-CN" sz="1400" b="1" dirty="0">
                  <a:solidFill>
                    <a:srgbClr val="00B050"/>
                  </a:solidFill>
                  <a:latin typeface="+mj-ea"/>
                  <a:ea typeface="+mj-ea"/>
                  <a:cs typeface="Times New Roman" panose="02020603050405020304" pitchFamily="18" charset="0"/>
                </a:rPr>
                <a:t>return {</a:t>
              </a:r>
            </a:p>
            <a:p>
              <a:r>
                <a:rPr lang="en-US" altLang="zh-CN" sz="1400" b="1" dirty="0">
                  <a:solidFill>
                    <a:srgbClr val="00B050"/>
                  </a:solidFill>
                  <a:latin typeface="+mj-ea"/>
                  <a:ea typeface="+mj-ea"/>
                  <a:cs typeface="Times New Roman" panose="02020603050405020304" pitchFamily="18" charset="0"/>
                </a:rPr>
                <a:t>            code: 200,</a:t>
              </a:r>
            </a:p>
            <a:p>
              <a:r>
                <a:rPr lang="en-US" altLang="zh-CN" sz="1400" b="1" dirty="0">
                  <a:solidFill>
                    <a:srgbClr val="00B050"/>
                  </a:solidFill>
                  <a:latin typeface="+mj-ea"/>
                  <a:ea typeface="+mj-ea"/>
                  <a:cs typeface="Times New Roman" panose="02020603050405020304" pitchFamily="18" charset="0"/>
                </a:rPr>
                <a:t>            token: 'xxx',         </a:t>
              </a:r>
            </a:p>
            <a:p>
              <a:r>
                <a:rPr lang="en-US" altLang="zh-CN" sz="1400" b="1" dirty="0">
                  <a:solidFill>
                    <a:srgbClr val="00B050"/>
                  </a:solidFill>
                  <a:latin typeface="+mj-ea"/>
                  <a:ea typeface="+mj-ea"/>
                  <a:cs typeface="Times New Roman" panose="02020603050405020304" pitchFamily="18" charset="0"/>
                </a:rPr>
                <a:t>        };</a:t>
              </a:r>
            </a:p>
            <a:p>
              <a:r>
                <a:rPr lang="en-US" altLang="zh-CN" sz="1400" b="1" dirty="0">
                  <a:solidFill>
                    <a:schemeClr val="tx2"/>
                  </a:solidFill>
                  <a:latin typeface="+mj-ea"/>
                  <a:ea typeface="+mj-ea"/>
                  <a:cs typeface="Times New Roman" panose="02020603050405020304" pitchFamily="18" charset="0"/>
                </a:rPr>
                <a:t>    } else  </a:t>
              </a:r>
              <a:r>
                <a:rPr lang="en-US" altLang="zh-CN" sz="1400" b="1" dirty="0">
                  <a:solidFill>
                    <a:srgbClr val="00B050"/>
                  </a:solidFill>
                  <a:latin typeface="+mj-ea"/>
                  <a:ea typeface="+mj-ea"/>
                  <a:cs typeface="Times New Roman" panose="02020603050405020304" pitchFamily="18" charset="0"/>
                </a:rPr>
                <a:t>return {</a:t>
              </a:r>
            </a:p>
            <a:p>
              <a:r>
                <a:rPr lang="en-US" altLang="zh-CN" sz="1400" b="1" dirty="0">
                  <a:solidFill>
                    <a:srgbClr val="00B050"/>
                  </a:solidFill>
                  <a:latin typeface="+mj-ea"/>
                  <a:ea typeface="+mj-ea"/>
                  <a:cs typeface="Times New Roman" panose="02020603050405020304" pitchFamily="18" charset="0"/>
                </a:rPr>
                <a:t>         code: 401,</a:t>
              </a:r>
            </a:p>
            <a:p>
              <a:r>
                <a:rPr lang="en-US" altLang="zh-CN" sz="1400" b="1" dirty="0">
                  <a:solidFill>
                    <a:srgbClr val="00B050"/>
                  </a:solidFill>
                  <a:latin typeface="+mj-ea"/>
                  <a:ea typeface="+mj-ea"/>
                  <a:cs typeface="Times New Roman" panose="02020603050405020304" pitchFamily="18" charset="0"/>
                </a:rPr>
                <a:t>         message: '</a:t>
              </a:r>
              <a:r>
                <a:rPr lang="zh-CN" altLang="en-US" sz="1400" b="1" dirty="0">
                  <a:solidFill>
                    <a:srgbClr val="00B050"/>
                  </a:solidFill>
                  <a:latin typeface="+mj-ea"/>
                  <a:ea typeface="+mj-ea"/>
                  <a:cs typeface="Times New Roman" panose="02020603050405020304" pitchFamily="18" charset="0"/>
                </a:rPr>
                <a:t>用户名或密码错误</a:t>
              </a:r>
              <a:r>
                <a:rPr lang="en-US" altLang="zh-CN" sz="1400" b="1" dirty="0">
                  <a:solidFill>
                    <a:srgbClr val="00B050"/>
                  </a:solidFill>
                  <a:latin typeface="+mj-ea"/>
                  <a:ea typeface="+mj-ea"/>
                  <a:cs typeface="Times New Roman" panose="02020603050405020304" pitchFamily="18" charset="0"/>
                </a:rPr>
                <a:t>'</a:t>
              </a:r>
            </a:p>
            <a:p>
              <a:r>
                <a:rPr lang="en-US" altLang="zh-CN" sz="1400" b="1" dirty="0">
                  <a:solidFill>
                    <a:srgbClr val="00B050"/>
                  </a:solidFill>
                  <a:latin typeface="+mj-ea"/>
                  <a:ea typeface="+mj-ea"/>
                  <a:cs typeface="Times New Roman" panose="02020603050405020304" pitchFamily="18" charset="0"/>
                </a:rPr>
                <a:t>    }</a:t>
              </a:r>
            </a:p>
            <a:p>
              <a:r>
                <a:rPr lang="en-US" altLang="zh-CN" sz="1400" b="1" dirty="0">
                  <a:solidFill>
                    <a:schemeClr val="tx2"/>
                  </a:solidFill>
                  <a:latin typeface="+mj-ea"/>
                  <a:ea typeface="+mj-ea"/>
                  <a:cs typeface="Times New Roman" panose="02020603050405020304" pitchFamily="18" charset="0"/>
                </a:rPr>
                <a:t>});</a:t>
              </a:r>
            </a:p>
          </p:txBody>
        </p:sp>
        <p:sp>
          <p:nvSpPr>
            <p:cNvPr id="13" name="文本框 12">
              <a:extLst>
                <a:ext uri="{FF2B5EF4-FFF2-40B4-BE49-F238E27FC236}">
                  <a16:creationId xmlns:a16="http://schemas.microsoft.com/office/drawing/2014/main" id="{69A060F7-7778-4730-8EE5-EFA5013AA92F}"/>
                </a:ext>
              </a:extLst>
            </p:cNvPr>
            <p:cNvSpPr txBox="1"/>
            <p:nvPr/>
          </p:nvSpPr>
          <p:spPr>
            <a:xfrm>
              <a:off x="6491544" y="2709466"/>
              <a:ext cx="5277213" cy="865814"/>
            </a:xfrm>
            <a:prstGeom prst="rect">
              <a:avLst/>
            </a:prstGeom>
            <a:noFill/>
          </p:spPr>
          <p:txBody>
            <a:bodyPr wrap="square">
              <a:spAutoFit/>
            </a:bodyPr>
            <a:lstStyle/>
            <a:p>
              <a:pPr>
                <a:lnSpc>
                  <a:spcPct val="150000"/>
                </a:lnSpc>
              </a:pPr>
              <a:r>
                <a:rPr lang="zh-CN" altLang="en-US" b="1" dirty="0">
                  <a:solidFill>
                    <a:srgbClr val="00B050"/>
                  </a:solidFill>
                </a:rPr>
                <a:t>优点</a:t>
              </a:r>
              <a:r>
                <a:rPr lang="zh-CN" altLang="en-US" b="1" dirty="0"/>
                <a:t>：  动态数据模拟，对接切换方便</a:t>
              </a:r>
            </a:p>
            <a:p>
              <a:pPr>
                <a:lnSpc>
                  <a:spcPct val="150000"/>
                </a:lnSpc>
              </a:pPr>
              <a:r>
                <a:rPr lang="zh-CN" altLang="en-US" b="1" dirty="0">
                  <a:solidFill>
                    <a:srgbClr val="C00000"/>
                  </a:solidFill>
                </a:rPr>
                <a:t>缺点</a:t>
              </a:r>
              <a:r>
                <a:rPr lang="zh-CN" altLang="en-US" b="1" dirty="0"/>
                <a:t>：  有一定学习成本</a:t>
              </a:r>
            </a:p>
          </p:txBody>
        </p:sp>
        <p:sp>
          <p:nvSpPr>
            <p:cNvPr id="18" name="文本框 17">
              <a:extLst>
                <a:ext uri="{FF2B5EF4-FFF2-40B4-BE49-F238E27FC236}">
                  <a16:creationId xmlns:a16="http://schemas.microsoft.com/office/drawing/2014/main" id="{5B1951D0-763C-4B4F-9EF7-FBBE70461415}"/>
                </a:ext>
              </a:extLst>
            </p:cNvPr>
            <p:cNvSpPr txBox="1"/>
            <p:nvPr/>
          </p:nvSpPr>
          <p:spPr>
            <a:xfrm>
              <a:off x="12605961" y="4718102"/>
              <a:ext cx="4863578" cy="116955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j-ea"/>
                  <a:ea typeface="+mj-ea"/>
                  <a:cs typeface="Times New Roman" panose="02020603050405020304" pitchFamily="18" charset="0"/>
                </a:rPr>
                <a:t>var template = {</a:t>
              </a:r>
            </a:p>
            <a:p>
              <a:r>
                <a:rPr lang="en-US" altLang="zh-CN" sz="1400" b="1" dirty="0">
                  <a:solidFill>
                    <a:schemeClr val="tx2"/>
                  </a:solidFill>
                  <a:latin typeface="+mj-ea"/>
                  <a:ea typeface="+mj-ea"/>
                  <a:cs typeface="Times New Roman" panose="02020603050405020304" pitchFamily="18" charset="0"/>
                </a:rPr>
                <a:t>     </a:t>
              </a:r>
              <a:r>
                <a:rPr lang="en-US" altLang="zh-CN" sz="1400" b="1" dirty="0">
                  <a:solidFill>
                    <a:srgbClr val="00B050"/>
                  </a:solidFill>
                  <a:latin typeface="+mj-ea"/>
                  <a:ea typeface="+mj-ea"/>
                  <a:cs typeface="Times New Roman" panose="02020603050405020304" pitchFamily="18" charset="0"/>
                </a:rPr>
                <a:t>'username|1': ['admin', 'user'],</a:t>
              </a:r>
            </a:p>
            <a:p>
              <a:r>
                <a:rPr lang="en-US" altLang="zh-CN" sz="1400" b="1" dirty="0">
                  <a:solidFill>
                    <a:srgbClr val="00B050"/>
                  </a:solidFill>
                  <a:latin typeface="+mj-ea"/>
                  <a:ea typeface="+mj-ea"/>
                  <a:cs typeface="Times New Roman" panose="02020603050405020304" pitchFamily="18" charset="0"/>
                </a:rPr>
                <a:t>     'password|1': ['123456','654321'],</a:t>
              </a:r>
            </a:p>
            <a:p>
              <a:r>
                <a:rPr lang="en-US" altLang="zh-CN" sz="1400" b="1" dirty="0">
                  <a:solidFill>
                    <a:schemeClr val="tx2"/>
                  </a:solidFill>
                  <a:latin typeface="+mj-ea"/>
                  <a:ea typeface="+mj-ea"/>
                  <a:cs typeface="Times New Roman" panose="02020603050405020304" pitchFamily="18" charset="0"/>
                </a:rPr>
                <a:t>}</a:t>
              </a:r>
            </a:p>
            <a:p>
              <a:r>
                <a:rPr lang="en-US" altLang="zh-CN" sz="1400" b="1" dirty="0">
                  <a:solidFill>
                    <a:schemeClr val="tx2"/>
                  </a:solidFill>
                  <a:latin typeface="+mj-ea"/>
                  <a:ea typeface="+mj-ea"/>
                  <a:cs typeface="Times New Roman" panose="02020603050405020304" pitchFamily="18" charset="0"/>
                </a:rPr>
                <a:t>const  </a:t>
              </a:r>
              <a:r>
                <a:rPr lang="en-US" altLang="zh-CN" sz="1400" b="1" dirty="0" err="1">
                  <a:solidFill>
                    <a:schemeClr val="tx2"/>
                  </a:solidFill>
                  <a:latin typeface="+mj-ea"/>
                  <a:ea typeface="+mj-ea"/>
                  <a:cs typeface="Times New Roman" panose="02020603050405020304" pitchFamily="18" charset="0"/>
                </a:rPr>
                <a:t>formData</a:t>
              </a:r>
              <a:r>
                <a:rPr lang="en-US" altLang="zh-CN" sz="1400" b="1" dirty="0">
                  <a:solidFill>
                    <a:schemeClr val="tx2"/>
                  </a:solidFill>
                  <a:latin typeface="+mj-ea"/>
                  <a:ea typeface="+mj-ea"/>
                  <a:cs typeface="Times New Roman" panose="02020603050405020304" pitchFamily="18" charset="0"/>
                </a:rPr>
                <a:t> = </a:t>
              </a:r>
              <a:r>
                <a:rPr lang="en-US" altLang="zh-CN" sz="1400" b="1" dirty="0">
                  <a:solidFill>
                    <a:schemeClr val="accent6"/>
                  </a:solidFill>
                  <a:latin typeface="+mj-ea"/>
                  <a:ea typeface="+mj-ea"/>
                  <a:cs typeface="Times New Roman" panose="02020603050405020304" pitchFamily="18" charset="0"/>
                </a:rPr>
                <a:t>Mock.mock(template)</a:t>
              </a:r>
              <a:r>
                <a:rPr lang="en-US" altLang="zh-CN" sz="1400" b="1" dirty="0">
                  <a:solidFill>
                    <a:schemeClr val="tx2"/>
                  </a:solidFill>
                  <a:latin typeface="+mj-ea"/>
                  <a:ea typeface="+mj-ea"/>
                  <a:cs typeface="Times New Roman" panose="02020603050405020304" pitchFamily="18" charset="0"/>
                </a:rPr>
                <a:t>;</a:t>
              </a:r>
            </a:p>
          </p:txBody>
        </p:sp>
      </p:grpSp>
      <p:sp>
        <p:nvSpPr>
          <p:cNvPr id="3" name="对话气泡: 圆角矩形 2">
            <a:extLst>
              <a:ext uri="{FF2B5EF4-FFF2-40B4-BE49-F238E27FC236}">
                <a16:creationId xmlns:a16="http://schemas.microsoft.com/office/drawing/2014/main" id="{00088B28-0D10-4BC1-8D16-A851DFFF1B89}"/>
              </a:ext>
            </a:extLst>
          </p:cNvPr>
          <p:cNvSpPr/>
          <p:nvPr/>
        </p:nvSpPr>
        <p:spPr>
          <a:xfrm>
            <a:off x="6872213" y="2537765"/>
            <a:ext cx="4608512" cy="1187823"/>
          </a:xfrm>
          <a:prstGeom prst="wedgeRoundRectCallout">
            <a:avLst>
              <a:gd name="adj1" fmla="val -48875"/>
              <a:gd name="adj2" fmla="val 785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看似和使用</a:t>
            </a:r>
            <a:r>
              <a:rPr lang="en-US" altLang="zh-CN" dirty="0"/>
              <a:t>JavaScript</a:t>
            </a:r>
            <a:r>
              <a:rPr lang="zh-CN" altLang="en-US" dirty="0"/>
              <a:t>对象模拟相似，但是可以直接模拟接口。</a:t>
            </a:r>
            <a:r>
              <a:rPr lang="zh-CN" altLang="en-US" b="1" dirty="0">
                <a:solidFill>
                  <a:schemeClr val="accent6"/>
                </a:solidFill>
              </a:rPr>
              <a:t>甚至连表单本身的填写也可以动态生成。</a:t>
            </a:r>
          </a:p>
        </p:txBody>
      </p:sp>
      <p:sp>
        <p:nvSpPr>
          <p:cNvPr id="19" name="文本框 18">
            <a:extLst>
              <a:ext uri="{FF2B5EF4-FFF2-40B4-BE49-F238E27FC236}">
                <a16:creationId xmlns:a16="http://schemas.microsoft.com/office/drawing/2014/main" id="{F75A1DF8-D20C-4FE8-973C-55874705351D}"/>
              </a:ext>
            </a:extLst>
          </p:cNvPr>
          <p:cNvSpPr txBox="1"/>
          <p:nvPr/>
        </p:nvSpPr>
        <p:spPr>
          <a:xfrm>
            <a:off x="5504630" y="6239455"/>
            <a:ext cx="2159671" cy="276999"/>
          </a:xfrm>
          <a:prstGeom prst="rect">
            <a:avLst/>
          </a:prstGeom>
          <a:noFill/>
        </p:spPr>
        <p:txBody>
          <a:bodyPr wrap="square">
            <a:spAutoFit/>
          </a:bodyPr>
          <a:lstStyle/>
          <a:p>
            <a:r>
              <a:rPr lang="en-US" altLang="zh-CN" sz="1200" dirty="0"/>
              <a:t>mock_with_mockjs.html</a:t>
            </a:r>
            <a:endParaRPr lang="zh-CN" altLang="en-US" sz="1200" dirty="0"/>
          </a:p>
        </p:txBody>
      </p:sp>
    </p:spTree>
    <p:extLst>
      <p:ext uri="{BB962C8B-B14F-4D97-AF65-F5344CB8AC3E}">
        <p14:creationId xmlns:p14="http://schemas.microsoft.com/office/powerpoint/2010/main" val="43229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4.1 </a:t>
            </a:r>
            <a:r>
              <a:rPr lang="zh-CN" altLang="en-US" b="1" dirty="0">
                <a:solidFill>
                  <a:srgbClr val="C00000"/>
                </a:solidFill>
                <a:latin typeface="黑体" panose="02010609060101010101" pitchFamily="49" charset="-122"/>
                <a:ea typeface="黑体" panose="02010609060101010101" pitchFamily="49" charset="-122"/>
              </a:rPr>
              <a:t>前端模拟对接测试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Mock</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mn-ea"/>
                <a:ea typeface="+mn-ea"/>
              </a:rPr>
              <a:t>使用</a:t>
            </a:r>
            <a:r>
              <a:rPr lang="en-US" altLang="zh-CN" sz="2000" b="1" dirty="0">
                <a:latin typeface="+mn-ea"/>
                <a:ea typeface="+mn-ea"/>
              </a:rPr>
              <a:t>mock.js</a:t>
            </a:r>
            <a:r>
              <a:rPr lang="zh-CN" altLang="en-US" sz="2000" b="1" dirty="0">
                <a:latin typeface="+mn-ea"/>
                <a:ea typeface="+mn-ea"/>
              </a:rPr>
              <a:t>实现模拟</a:t>
            </a:r>
            <a:endParaRPr lang="en-US" altLang="zh-CN" sz="2000" b="1" dirty="0">
              <a:latin typeface="+mn-ea"/>
              <a:ea typeface="+mn-ea"/>
            </a:endParaRPr>
          </a:p>
        </p:txBody>
      </p:sp>
      <p:sp>
        <p:nvSpPr>
          <p:cNvPr id="7" name="文本框 6">
            <a:extLst>
              <a:ext uri="{FF2B5EF4-FFF2-40B4-BE49-F238E27FC236}">
                <a16:creationId xmlns:a16="http://schemas.microsoft.com/office/drawing/2014/main" id="{C9067B27-72D5-4456-810A-DB77B729CAB5}"/>
              </a:ext>
            </a:extLst>
          </p:cNvPr>
          <p:cNvSpPr txBox="1"/>
          <p:nvPr/>
        </p:nvSpPr>
        <p:spPr>
          <a:xfrm>
            <a:off x="601442" y="2222570"/>
            <a:ext cx="5256584" cy="450316"/>
          </a:xfrm>
          <a:prstGeom prst="rect">
            <a:avLst/>
          </a:prstGeom>
          <a:noFill/>
        </p:spPr>
        <p:txBody>
          <a:bodyPr wrap="square">
            <a:spAutoFit/>
          </a:bodyPr>
          <a:lstStyle/>
          <a:p>
            <a:pPr marL="342900" indent="-342900">
              <a:lnSpc>
                <a:spcPct val="150000"/>
              </a:lnSpc>
              <a:buFont typeface="Wingdings" panose="05000000000000000000" pitchFamily="2" charset="2"/>
              <a:buChar char="l"/>
            </a:pPr>
            <a:endParaRPr lang="en-US" altLang="zh-CN" sz="1800" b="1" dirty="0"/>
          </a:p>
        </p:txBody>
      </p:sp>
      <p:sp>
        <p:nvSpPr>
          <p:cNvPr id="12" name="文本框 11">
            <a:extLst>
              <a:ext uri="{FF2B5EF4-FFF2-40B4-BE49-F238E27FC236}">
                <a16:creationId xmlns:a16="http://schemas.microsoft.com/office/drawing/2014/main" id="{8159EA2E-66C4-4EA1-83FE-35CCBE339047}"/>
              </a:ext>
            </a:extLst>
          </p:cNvPr>
          <p:cNvSpPr txBox="1"/>
          <p:nvPr/>
        </p:nvSpPr>
        <p:spPr>
          <a:xfrm>
            <a:off x="601442" y="3837261"/>
            <a:ext cx="7134867" cy="267765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err="1">
                <a:solidFill>
                  <a:schemeClr val="accent6"/>
                </a:solidFill>
                <a:latin typeface="+mj-ea"/>
                <a:ea typeface="+mj-ea"/>
                <a:cs typeface="Times New Roman" panose="02020603050405020304" pitchFamily="18" charset="0"/>
              </a:rPr>
              <a:t>Mock.mock</a:t>
            </a:r>
            <a:r>
              <a:rPr lang="en-US" altLang="zh-CN" sz="1400" b="1" dirty="0">
                <a:solidFill>
                  <a:schemeClr val="accent6"/>
                </a:solidFill>
                <a:latin typeface="+mj-ea"/>
                <a:ea typeface="+mj-ea"/>
                <a:cs typeface="Times New Roman" panose="02020603050405020304" pitchFamily="18" charset="0"/>
              </a:rPr>
              <a:t>('</a:t>
            </a:r>
            <a:r>
              <a:rPr lang="en-US" altLang="zh-CN" sz="1400" b="1" dirty="0">
                <a:solidFill>
                  <a:srgbClr val="00B050"/>
                </a:solidFill>
                <a:latin typeface="+mj-ea"/>
                <a:ea typeface="+mj-ea"/>
                <a:cs typeface="Times New Roman" panose="02020603050405020304" pitchFamily="18" charset="0"/>
              </a:rPr>
              <a:t>login</a:t>
            </a:r>
            <a:r>
              <a:rPr lang="en-US" altLang="zh-CN" sz="1400" b="1" dirty="0">
                <a:solidFill>
                  <a:schemeClr val="accent6"/>
                </a:solidFill>
                <a:latin typeface="+mj-ea"/>
                <a:ea typeface="+mj-ea"/>
                <a:cs typeface="Times New Roman" panose="02020603050405020304" pitchFamily="18" charset="0"/>
              </a:rPr>
              <a:t>', '</a:t>
            </a:r>
            <a:r>
              <a:rPr lang="en-US" altLang="zh-CN" sz="1400" b="1" dirty="0" err="1">
                <a:solidFill>
                  <a:srgbClr val="00B050"/>
                </a:solidFill>
                <a:latin typeface="+mj-ea"/>
                <a:ea typeface="+mj-ea"/>
                <a:cs typeface="Times New Roman" panose="02020603050405020304" pitchFamily="18" charset="0"/>
              </a:rPr>
              <a:t>post</a:t>
            </a:r>
            <a:r>
              <a:rPr lang="en-US" altLang="zh-CN" sz="1400" b="1" dirty="0" err="1">
                <a:solidFill>
                  <a:schemeClr val="accent6"/>
                </a:solidFill>
                <a:latin typeface="+mj-ea"/>
                <a:ea typeface="+mj-ea"/>
                <a:cs typeface="Times New Roman" panose="02020603050405020304" pitchFamily="18" charset="0"/>
              </a:rPr>
              <a:t>',function</a:t>
            </a:r>
            <a:r>
              <a:rPr lang="en-US" altLang="zh-CN" sz="1400" b="1" dirty="0">
                <a:solidFill>
                  <a:schemeClr val="accent6"/>
                </a:solidFill>
                <a:latin typeface="+mj-ea"/>
                <a:ea typeface="+mj-ea"/>
                <a:cs typeface="Times New Roman" panose="02020603050405020304" pitchFamily="18" charset="0"/>
              </a:rPr>
              <a:t>(request) </a:t>
            </a:r>
            <a:r>
              <a:rPr lang="en-US" altLang="zh-CN" sz="1400" b="1" dirty="0">
                <a:solidFill>
                  <a:schemeClr val="tx2"/>
                </a:solidFill>
                <a:latin typeface="+mj-ea"/>
                <a:ea typeface="+mj-ea"/>
                <a:cs typeface="Times New Roman" panose="02020603050405020304" pitchFamily="18" charset="0"/>
              </a:rPr>
              <a:t>{</a:t>
            </a:r>
          </a:p>
          <a:p>
            <a:r>
              <a:rPr lang="en-US" altLang="zh-CN" sz="1400" b="1" dirty="0">
                <a:solidFill>
                  <a:schemeClr val="tx2"/>
                </a:solidFill>
                <a:latin typeface="+mj-ea"/>
                <a:ea typeface="+mj-ea"/>
                <a:cs typeface="Times New Roman" panose="02020603050405020304" pitchFamily="18" charset="0"/>
              </a:rPr>
              <a:t>    var </a:t>
            </a:r>
            <a:r>
              <a:rPr lang="en-US" altLang="zh-CN" sz="1400" b="1" dirty="0" err="1">
                <a:solidFill>
                  <a:schemeClr val="tx2"/>
                </a:solidFill>
                <a:latin typeface="+mj-ea"/>
                <a:ea typeface="+mj-ea"/>
                <a:cs typeface="Times New Roman" panose="02020603050405020304" pitchFamily="18" charset="0"/>
              </a:rPr>
              <a:t>formData</a:t>
            </a:r>
            <a:r>
              <a:rPr lang="en-US" altLang="zh-CN" sz="1400" b="1" dirty="0">
                <a:solidFill>
                  <a:schemeClr val="tx2"/>
                </a:solidFill>
                <a:latin typeface="+mj-ea"/>
                <a:ea typeface="+mj-ea"/>
                <a:cs typeface="Times New Roman" panose="02020603050405020304" pitchFamily="18" charset="0"/>
              </a:rPr>
              <a:t>=</a:t>
            </a:r>
            <a:r>
              <a:rPr lang="en-US" altLang="zh-CN" sz="1400" b="1" dirty="0" err="1">
                <a:solidFill>
                  <a:schemeClr val="tx2"/>
                </a:solidFill>
                <a:latin typeface="+mj-ea"/>
                <a:ea typeface="+mj-ea"/>
                <a:cs typeface="Times New Roman" panose="02020603050405020304" pitchFamily="18" charset="0"/>
              </a:rPr>
              <a:t>JSON.parse</a:t>
            </a:r>
            <a:r>
              <a:rPr lang="en-US" altLang="zh-CN" sz="1400" b="1" dirty="0">
                <a:solidFill>
                  <a:schemeClr val="tx2"/>
                </a:solidFill>
                <a:latin typeface="+mj-ea"/>
                <a:ea typeface="+mj-ea"/>
                <a:cs typeface="Times New Roman" panose="02020603050405020304" pitchFamily="18" charset="0"/>
              </a:rPr>
              <a:t>(</a:t>
            </a:r>
            <a:r>
              <a:rPr lang="en-US" altLang="zh-CN" sz="1400" b="1" dirty="0" err="1">
                <a:solidFill>
                  <a:schemeClr val="tx2"/>
                </a:solidFill>
                <a:latin typeface="+mj-ea"/>
                <a:ea typeface="+mj-ea"/>
                <a:cs typeface="Times New Roman" panose="02020603050405020304" pitchFamily="18" charset="0"/>
              </a:rPr>
              <a:t>request.body</a:t>
            </a:r>
            <a:r>
              <a:rPr lang="en-US" altLang="zh-CN" sz="1400" b="1" dirty="0">
                <a:solidFill>
                  <a:schemeClr val="tx2"/>
                </a:solidFill>
                <a:latin typeface="+mj-ea"/>
                <a:ea typeface="+mj-ea"/>
                <a:cs typeface="Times New Roman" panose="02020603050405020304" pitchFamily="18" charset="0"/>
              </a:rPr>
              <a:t>)</a:t>
            </a:r>
          </a:p>
          <a:p>
            <a:r>
              <a:rPr lang="en-US" altLang="zh-CN" sz="1400" b="1" dirty="0">
                <a:solidFill>
                  <a:schemeClr val="tx2"/>
                </a:solidFill>
                <a:latin typeface="+mj-ea"/>
                <a:ea typeface="+mj-ea"/>
                <a:cs typeface="Times New Roman" panose="02020603050405020304" pitchFamily="18" charset="0"/>
              </a:rPr>
              <a:t>    if (</a:t>
            </a:r>
            <a:r>
              <a:rPr lang="en-US" altLang="zh-CN" sz="1400" b="1" dirty="0" err="1">
                <a:solidFill>
                  <a:schemeClr val="tx2"/>
                </a:solidFill>
                <a:latin typeface="+mj-ea"/>
                <a:ea typeface="+mj-ea"/>
                <a:cs typeface="Times New Roman" panose="02020603050405020304" pitchFamily="18" charset="0"/>
              </a:rPr>
              <a:t>formData</a:t>
            </a:r>
            <a:r>
              <a:rPr lang="en-US" altLang="zh-CN" sz="1400" b="1" dirty="0">
                <a:solidFill>
                  <a:schemeClr val="tx2"/>
                </a:solidFill>
                <a:latin typeface="+mj-ea"/>
                <a:ea typeface="+mj-ea"/>
                <a:cs typeface="Times New Roman" panose="02020603050405020304" pitchFamily="18" charset="0"/>
              </a:rPr>
              <a:t>['username'] == 'admin' &amp;&amp; </a:t>
            </a:r>
            <a:r>
              <a:rPr lang="en-US" altLang="zh-CN" sz="1400" b="1" dirty="0" err="1">
                <a:solidFill>
                  <a:schemeClr val="tx2"/>
                </a:solidFill>
                <a:latin typeface="+mj-ea"/>
                <a:ea typeface="+mj-ea"/>
                <a:cs typeface="Times New Roman" panose="02020603050405020304" pitchFamily="18" charset="0"/>
              </a:rPr>
              <a:t>formData.password</a:t>
            </a:r>
            <a:r>
              <a:rPr lang="en-US" altLang="zh-CN" sz="1400" b="1" dirty="0">
                <a:solidFill>
                  <a:schemeClr val="tx2"/>
                </a:solidFill>
                <a:latin typeface="+mj-ea"/>
                <a:ea typeface="+mj-ea"/>
                <a:cs typeface="Times New Roman" panose="02020603050405020304" pitchFamily="18" charset="0"/>
              </a:rPr>
              <a:t> == '123456') {</a:t>
            </a:r>
          </a:p>
          <a:p>
            <a:r>
              <a:rPr lang="en-US" altLang="zh-CN" sz="1400" b="1" dirty="0">
                <a:solidFill>
                  <a:schemeClr val="tx2"/>
                </a:solidFill>
                <a:latin typeface="+mj-ea"/>
                <a:ea typeface="+mj-ea"/>
                <a:cs typeface="Times New Roman" panose="02020603050405020304" pitchFamily="18" charset="0"/>
              </a:rPr>
              <a:t>        </a:t>
            </a:r>
            <a:r>
              <a:rPr lang="en-US" altLang="zh-CN" sz="1400" b="1" dirty="0">
                <a:solidFill>
                  <a:srgbClr val="00B050"/>
                </a:solidFill>
                <a:latin typeface="+mj-ea"/>
                <a:ea typeface="+mj-ea"/>
                <a:cs typeface="Times New Roman" panose="02020603050405020304" pitchFamily="18" charset="0"/>
              </a:rPr>
              <a:t>return {</a:t>
            </a:r>
          </a:p>
          <a:p>
            <a:r>
              <a:rPr lang="en-US" altLang="zh-CN" sz="1400" b="1" dirty="0">
                <a:solidFill>
                  <a:srgbClr val="00B050"/>
                </a:solidFill>
                <a:latin typeface="+mj-ea"/>
                <a:ea typeface="+mj-ea"/>
                <a:cs typeface="Times New Roman" panose="02020603050405020304" pitchFamily="18" charset="0"/>
              </a:rPr>
              <a:t>            code: 200,</a:t>
            </a:r>
          </a:p>
          <a:p>
            <a:r>
              <a:rPr lang="en-US" altLang="zh-CN" sz="1400" b="1" dirty="0">
                <a:solidFill>
                  <a:srgbClr val="00B050"/>
                </a:solidFill>
                <a:latin typeface="+mj-ea"/>
                <a:ea typeface="+mj-ea"/>
                <a:cs typeface="Times New Roman" panose="02020603050405020304" pitchFamily="18" charset="0"/>
              </a:rPr>
              <a:t>            token: 'xxx',         </a:t>
            </a:r>
          </a:p>
          <a:p>
            <a:r>
              <a:rPr lang="en-US" altLang="zh-CN" sz="1400" b="1" dirty="0">
                <a:solidFill>
                  <a:srgbClr val="00B050"/>
                </a:solidFill>
                <a:latin typeface="+mj-ea"/>
                <a:ea typeface="+mj-ea"/>
                <a:cs typeface="Times New Roman" panose="02020603050405020304" pitchFamily="18" charset="0"/>
              </a:rPr>
              <a:t>        };</a:t>
            </a:r>
          </a:p>
          <a:p>
            <a:r>
              <a:rPr lang="en-US" altLang="zh-CN" sz="1400" b="1" dirty="0">
                <a:solidFill>
                  <a:schemeClr val="tx2"/>
                </a:solidFill>
                <a:latin typeface="+mj-ea"/>
                <a:ea typeface="+mj-ea"/>
                <a:cs typeface="Times New Roman" panose="02020603050405020304" pitchFamily="18" charset="0"/>
              </a:rPr>
              <a:t>    } else  </a:t>
            </a:r>
            <a:r>
              <a:rPr lang="en-US" altLang="zh-CN" sz="1400" b="1" dirty="0">
                <a:solidFill>
                  <a:srgbClr val="00B050"/>
                </a:solidFill>
                <a:latin typeface="+mj-ea"/>
                <a:ea typeface="+mj-ea"/>
                <a:cs typeface="Times New Roman" panose="02020603050405020304" pitchFamily="18" charset="0"/>
              </a:rPr>
              <a:t>return {</a:t>
            </a:r>
          </a:p>
          <a:p>
            <a:r>
              <a:rPr lang="en-US" altLang="zh-CN" sz="1400" b="1" dirty="0">
                <a:solidFill>
                  <a:srgbClr val="00B050"/>
                </a:solidFill>
                <a:latin typeface="+mj-ea"/>
                <a:ea typeface="+mj-ea"/>
                <a:cs typeface="Times New Roman" panose="02020603050405020304" pitchFamily="18" charset="0"/>
              </a:rPr>
              <a:t>         code: 401,</a:t>
            </a:r>
          </a:p>
          <a:p>
            <a:r>
              <a:rPr lang="en-US" altLang="zh-CN" sz="1400" b="1" dirty="0">
                <a:solidFill>
                  <a:srgbClr val="00B050"/>
                </a:solidFill>
                <a:latin typeface="+mj-ea"/>
                <a:ea typeface="+mj-ea"/>
                <a:cs typeface="Times New Roman" panose="02020603050405020304" pitchFamily="18" charset="0"/>
              </a:rPr>
              <a:t>         message: '</a:t>
            </a:r>
            <a:r>
              <a:rPr lang="zh-CN" altLang="en-US" sz="1400" b="1" dirty="0">
                <a:solidFill>
                  <a:srgbClr val="00B050"/>
                </a:solidFill>
                <a:latin typeface="+mj-ea"/>
                <a:ea typeface="+mj-ea"/>
                <a:cs typeface="Times New Roman" panose="02020603050405020304" pitchFamily="18" charset="0"/>
              </a:rPr>
              <a:t>用户名或密码错误</a:t>
            </a:r>
            <a:r>
              <a:rPr lang="en-US" altLang="zh-CN" sz="1400" b="1" dirty="0">
                <a:solidFill>
                  <a:srgbClr val="00B050"/>
                </a:solidFill>
                <a:latin typeface="+mj-ea"/>
                <a:ea typeface="+mj-ea"/>
                <a:cs typeface="Times New Roman" panose="02020603050405020304" pitchFamily="18" charset="0"/>
              </a:rPr>
              <a:t>'</a:t>
            </a:r>
          </a:p>
          <a:p>
            <a:r>
              <a:rPr lang="en-US" altLang="zh-CN" sz="1400" b="1" dirty="0">
                <a:solidFill>
                  <a:srgbClr val="00B050"/>
                </a:solidFill>
                <a:latin typeface="+mj-ea"/>
                <a:ea typeface="+mj-ea"/>
                <a:cs typeface="Times New Roman" panose="02020603050405020304" pitchFamily="18" charset="0"/>
              </a:rPr>
              <a:t>    }</a:t>
            </a:r>
          </a:p>
          <a:p>
            <a:r>
              <a:rPr lang="en-US" altLang="zh-CN" sz="1400" b="1" dirty="0">
                <a:solidFill>
                  <a:schemeClr val="tx2"/>
                </a:solidFill>
                <a:latin typeface="+mj-ea"/>
                <a:ea typeface="+mj-ea"/>
                <a:cs typeface="Times New Roman" panose="02020603050405020304" pitchFamily="18" charset="0"/>
              </a:rPr>
              <a:t>});</a:t>
            </a:r>
          </a:p>
        </p:txBody>
      </p:sp>
      <p:sp>
        <p:nvSpPr>
          <p:cNvPr id="18" name="文本框 17">
            <a:extLst>
              <a:ext uri="{FF2B5EF4-FFF2-40B4-BE49-F238E27FC236}">
                <a16:creationId xmlns:a16="http://schemas.microsoft.com/office/drawing/2014/main" id="{5B1951D0-763C-4B4F-9EF7-FBBE70461415}"/>
              </a:ext>
            </a:extLst>
          </p:cNvPr>
          <p:cNvSpPr txBox="1"/>
          <p:nvPr/>
        </p:nvSpPr>
        <p:spPr>
          <a:xfrm>
            <a:off x="6695230" y="4771588"/>
            <a:ext cx="4863578" cy="116955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j-ea"/>
                <a:ea typeface="+mj-ea"/>
                <a:cs typeface="Times New Roman" panose="02020603050405020304" pitchFamily="18" charset="0"/>
              </a:rPr>
              <a:t>var template = {</a:t>
            </a:r>
          </a:p>
          <a:p>
            <a:r>
              <a:rPr lang="en-US" altLang="zh-CN" sz="1400" b="1" dirty="0">
                <a:solidFill>
                  <a:schemeClr val="tx2"/>
                </a:solidFill>
                <a:latin typeface="+mj-ea"/>
                <a:ea typeface="+mj-ea"/>
                <a:cs typeface="Times New Roman" panose="02020603050405020304" pitchFamily="18" charset="0"/>
              </a:rPr>
              <a:t>     </a:t>
            </a:r>
            <a:r>
              <a:rPr lang="en-US" altLang="zh-CN" sz="1400" b="1" dirty="0">
                <a:solidFill>
                  <a:srgbClr val="00B050"/>
                </a:solidFill>
                <a:latin typeface="+mj-ea"/>
                <a:ea typeface="+mj-ea"/>
                <a:cs typeface="Times New Roman" panose="02020603050405020304" pitchFamily="18" charset="0"/>
              </a:rPr>
              <a:t>'username|1': ['admin', 'user'],</a:t>
            </a:r>
          </a:p>
          <a:p>
            <a:r>
              <a:rPr lang="en-US" altLang="zh-CN" sz="1400" b="1" dirty="0">
                <a:solidFill>
                  <a:srgbClr val="00B050"/>
                </a:solidFill>
                <a:latin typeface="+mj-ea"/>
                <a:ea typeface="+mj-ea"/>
                <a:cs typeface="Times New Roman" panose="02020603050405020304" pitchFamily="18" charset="0"/>
              </a:rPr>
              <a:t>     'password|1': ['123456','654321'],</a:t>
            </a:r>
          </a:p>
          <a:p>
            <a:r>
              <a:rPr lang="en-US" altLang="zh-CN" sz="1400" b="1" dirty="0">
                <a:solidFill>
                  <a:schemeClr val="tx2"/>
                </a:solidFill>
                <a:latin typeface="+mj-ea"/>
                <a:ea typeface="+mj-ea"/>
                <a:cs typeface="Times New Roman" panose="02020603050405020304" pitchFamily="18" charset="0"/>
              </a:rPr>
              <a:t>}</a:t>
            </a:r>
          </a:p>
          <a:p>
            <a:r>
              <a:rPr lang="en-US" altLang="zh-CN" sz="1400" b="1" dirty="0">
                <a:solidFill>
                  <a:schemeClr val="tx2"/>
                </a:solidFill>
                <a:latin typeface="+mj-ea"/>
                <a:ea typeface="+mj-ea"/>
                <a:cs typeface="Times New Roman" panose="02020603050405020304" pitchFamily="18" charset="0"/>
              </a:rPr>
              <a:t>const  </a:t>
            </a:r>
            <a:r>
              <a:rPr lang="en-US" altLang="zh-CN" sz="1400" b="1" dirty="0" err="1">
                <a:solidFill>
                  <a:schemeClr val="tx2"/>
                </a:solidFill>
                <a:latin typeface="+mj-ea"/>
                <a:ea typeface="+mj-ea"/>
                <a:cs typeface="Times New Roman" panose="02020603050405020304" pitchFamily="18" charset="0"/>
              </a:rPr>
              <a:t>formData</a:t>
            </a:r>
            <a:r>
              <a:rPr lang="en-US" altLang="zh-CN" sz="1400" b="1" dirty="0">
                <a:solidFill>
                  <a:schemeClr val="tx2"/>
                </a:solidFill>
                <a:latin typeface="+mj-ea"/>
                <a:ea typeface="+mj-ea"/>
                <a:cs typeface="Times New Roman" panose="02020603050405020304" pitchFamily="18" charset="0"/>
              </a:rPr>
              <a:t> = </a:t>
            </a:r>
            <a:r>
              <a:rPr lang="en-US" altLang="zh-CN" sz="1400" b="1" dirty="0">
                <a:solidFill>
                  <a:schemeClr val="accent6"/>
                </a:solidFill>
                <a:latin typeface="+mj-ea"/>
                <a:ea typeface="+mj-ea"/>
                <a:cs typeface="Times New Roman" panose="02020603050405020304" pitchFamily="18" charset="0"/>
              </a:rPr>
              <a:t>Mock.mock(template)</a:t>
            </a:r>
            <a:r>
              <a:rPr lang="en-US" altLang="zh-CN" sz="1400" b="1" dirty="0">
                <a:solidFill>
                  <a:schemeClr val="tx2"/>
                </a:solidFill>
                <a:latin typeface="+mj-ea"/>
                <a:ea typeface="+mj-ea"/>
                <a:cs typeface="Times New Roman" panose="02020603050405020304" pitchFamily="18" charset="0"/>
              </a:rPr>
              <a:t>;</a:t>
            </a:r>
          </a:p>
        </p:txBody>
      </p:sp>
      <p:sp>
        <p:nvSpPr>
          <p:cNvPr id="3" name="对话气泡: 圆角矩形 2">
            <a:extLst>
              <a:ext uri="{FF2B5EF4-FFF2-40B4-BE49-F238E27FC236}">
                <a16:creationId xmlns:a16="http://schemas.microsoft.com/office/drawing/2014/main" id="{00088B28-0D10-4BC1-8D16-A851DFFF1B89}"/>
              </a:ext>
            </a:extLst>
          </p:cNvPr>
          <p:cNvSpPr/>
          <p:nvPr/>
        </p:nvSpPr>
        <p:spPr>
          <a:xfrm>
            <a:off x="4057826" y="3013046"/>
            <a:ext cx="1800200" cy="571863"/>
          </a:xfrm>
          <a:prstGeom prst="wedgeRoundRectCallout">
            <a:avLst>
              <a:gd name="adj1" fmla="val -150983"/>
              <a:gd name="adj2" fmla="val 1093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拦截</a:t>
            </a:r>
            <a:r>
              <a:rPr lang="en-US" altLang="zh-CN" b="1" dirty="0"/>
              <a:t>AJAX</a:t>
            </a:r>
            <a:endParaRPr lang="zh-CN" altLang="en-US" b="1" dirty="0">
              <a:solidFill>
                <a:schemeClr val="accent6"/>
              </a:solidFill>
            </a:endParaRPr>
          </a:p>
        </p:txBody>
      </p:sp>
      <p:sp>
        <p:nvSpPr>
          <p:cNvPr id="19" name="文本框 18">
            <a:extLst>
              <a:ext uri="{FF2B5EF4-FFF2-40B4-BE49-F238E27FC236}">
                <a16:creationId xmlns:a16="http://schemas.microsoft.com/office/drawing/2014/main" id="{F75A1DF8-D20C-4FE8-973C-55874705351D}"/>
              </a:ext>
            </a:extLst>
          </p:cNvPr>
          <p:cNvSpPr txBox="1"/>
          <p:nvPr/>
        </p:nvSpPr>
        <p:spPr>
          <a:xfrm>
            <a:off x="5504630" y="6239455"/>
            <a:ext cx="2159671" cy="276999"/>
          </a:xfrm>
          <a:prstGeom prst="rect">
            <a:avLst/>
          </a:prstGeom>
          <a:noFill/>
        </p:spPr>
        <p:txBody>
          <a:bodyPr wrap="square">
            <a:spAutoFit/>
          </a:bodyPr>
          <a:lstStyle/>
          <a:p>
            <a:r>
              <a:rPr lang="en-US" altLang="zh-CN" sz="1200" dirty="0"/>
              <a:t>mock_with_mockjs.html</a:t>
            </a:r>
            <a:endParaRPr lang="zh-CN" altLang="en-US" sz="1200" dirty="0"/>
          </a:p>
        </p:txBody>
      </p:sp>
      <p:sp>
        <p:nvSpPr>
          <p:cNvPr id="14" name="文本框 13">
            <a:extLst>
              <a:ext uri="{FF2B5EF4-FFF2-40B4-BE49-F238E27FC236}">
                <a16:creationId xmlns:a16="http://schemas.microsoft.com/office/drawing/2014/main" id="{6B8BD184-51F4-4910-B2A1-AC73DC334EA7}"/>
              </a:ext>
            </a:extLst>
          </p:cNvPr>
          <p:cNvSpPr txBox="1"/>
          <p:nvPr/>
        </p:nvSpPr>
        <p:spPr>
          <a:xfrm>
            <a:off x="967557" y="2155424"/>
            <a:ext cx="3456384" cy="1413400"/>
          </a:xfrm>
          <a:prstGeom prst="rect">
            <a:avLst/>
          </a:prstGeom>
          <a:noFill/>
        </p:spPr>
        <p:txBody>
          <a:bodyPr wrap="square">
            <a:spAutoFit/>
          </a:bodyPr>
          <a:lstStyle/>
          <a:p>
            <a:pPr>
              <a:lnSpc>
                <a:spcPct val="150000"/>
              </a:lnSpc>
            </a:pPr>
            <a:r>
              <a:rPr lang="en-US" altLang="zh-CN" sz="2000" b="1" dirty="0">
                <a:latin typeface="+mn-ea"/>
                <a:ea typeface="+mn-ea"/>
              </a:rPr>
              <a:t>  mock</a:t>
            </a:r>
            <a:r>
              <a:rPr lang="zh-CN" altLang="en-US" sz="2000" b="1" dirty="0">
                <a:latin typeface="+mn-ea"/>
                <a:ea typeface="+mn-ea"/>
              </a:rPr>
              <a:t>主要完成的功能</a:t>
            </a:r>
            <a:endParaRPr lang="en-US" altLang="zh-CN" sz="2000" b="1" dirty="0">
              <a:latin typeface="+mn-ea"/>
              <a:ea typeface="+mn-ea"/>
            </a:endParaRPr>
          </a:p>
          <a:p>
            <a:pPr marL="342900" indent="-342900">
              <a:lnSpc>
                <a:spcPct val="150000"/>
              </a:lnSpc>
              <a:buFont typeface="Wingdings" panose="05000000000000000000" pitchFamily="2" charset="2"/>
              <a:buChar char="l"/>
            </a:pPr>
            <a:r>
              <a:rPr lang="zh-CN" altLang="en-US" sz="2000" b="1" dirty="0"/>
              <a:t>生成随机数据</a:t>
            </a:r>
            <a:endParaRPr lang="en-US" altLang="zh-CN" sz="2000" b="1" dirty="0"/>
          </a:p>
          <a:p>
            <a:pPr marL="342900" indent="-342900">
              <a:lnSpc>
                <a:spcPct val="150000"/>
              </a:lnSpc>
              <a:buFont typeface="Wingdings" panose="05000000000000000000" pitchFamily="2" charset="2"/>
              <a:buChar char="l"/>
            </a:pPr>
            <a:r>
              <a:rPr lang="zh-CN" altLang="en-US" sz="2000" b="1" dirty="0">
                <a:latin typeface="+mn-ea"/>
                <a:ea typeface="+mn-ea"/>
              </a:rPr>
              <a:t>拦截</a:t>
            </a:r>
            <a:r>
              <a:rPr lang="en-US" altLang="zh-CN" sz="2000" b="1" dirty="0">
                <a:latin typeface="+mn-ea"/>
                <a:ea typeface="+mn-ea"/>
              </a:rPr>
              <a:t>Ajax</a:t>
            </a:r>
            <a:r>
              <a:rPr lang="zh-CN" altLang="en-US" sz="2000" b="1" dirty="0">
                <a:latin typeface="+mn-ea"/>
                <a:ea typeface="+mn-ea"/>
              </a:rPr>
              <a:t>请求</a:t>
            </a:r>
            <a:endParaRPr lang="en-US" altLang="zh-CN" sz="2000" b="1" dirty="0">
              <a:latin typeface="+mn-ea"/>
              <a:ea typeface="+mn-ea"/>
            </a:endParaRPr>
          </a:p>
        </p:txBody>
      </p:sp>
      <p:sp>
        <p:nvSpPr>
          <p:cNvPr id="15" name="对话气泡: 圆角矩形 14">
            <a:extLst>
              <a:ext uri="{FF2B5EF4-FFF2-40B4-BE49-F238E27FC236}">
                <a16:creationId xmlns:a16="http://schemas.microsoft.com/office/drawing/2014/main" id="{6CDCF8A7-A2E4-407D-8718-E39EF01540F1}"/>
              </a:ext>
            </a:extLst>
          </p:cNvPr>
          <p:cNvSpPr/>
          <p:nvPr/>
        </p:nvSpPr>
        <p:spPr>
          <a:xfrm>
            <a:off x="10112573" y="4057182"/>
            <a:ext cx="1446235" cy="571863"/>
          </a:xfrm>
          <a:prstGeom prst="wedgeRoundRectCallout">
            <a:avLst>
              <a:gd name="adj1" fmla="val -48112"/>
              <a:gd name="adj2" fmla="val 970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模拟数据</a:t>
            </a:r>
          </a:p>
        </p:txBody>
      </p:sp>
    </p:spTree>
    <p:extLst>
      <p:ext uri="{BB962C8B-B14F-4D97-AF65-F5344CB8AC3E}">
        <p14:creationId xmlns:p14="http://schemas.microsoft.com/office/powerpoint/2010/main" val="379585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4.1 </a:t>
            </a:r>
            <a:r>
              <a:rPr lang="zh-CN" altLang="en-US" b="1" dirty="0">
                <a:solidFill>
                  <a:srgbClr val="C00000"/>
                </a:solidFill>
                <a:latin typeface="黑体" panose="02010609060101010101" pitchFamily="49" charset="-122"/>
                <a:ea typeface="黑体" panose="02010609060101010101" pitchFamily="49" charset="-122"/>
              </a:rPr>
              <a:t>前端模拟对接测试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Mock</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mn-ea"/>
                <a:ea typeface="+mn-ea"/>
              </a:rPr>
              <a:t>使用</a:t>
            </a:r>
            <a:r>
              <a:rPr lang="en-US" altLang="zh-CN" sz="2000" b="1" dirty="0">
                <a:latin typeface="+mn-ea"/>
                <a:ea typeface="+mn-ea"/>
              </a:rPr>
              <a:t>mock.js</a:t>
            </a:r>
            <a:r>
              <a:rPr lang="zh-CN" altLang="en-US" sz="2000" b="1" dirty="0">
                <a:latin typeface="+mn-ea"/>
                <a:ea typeface="+mn-ea"/>
              </a:rPr>
              <a:t>实现模拟</a:t>
            </a:r>
            <a:endParaRPr lang="en-US" altLang="zh-CN" sz="2000" b="1" dirty="0">
              <a:latin typeface="+mn-ea"/>
              <a:ea typeface="+mn-ea"/>
            </a:endParaRPr>
          </a:p>
        </p:txBody>
      </p:sp>
      <p:sp>
        <p:nvSpPr>
          <p:cNvPr id="7" name="文本框 6">
            <a:extLst>
              <a:ext uri="{FF2B5EF4-FFF2-40B4-BE49-F238E27FC236}">
                <a16:creationId xmlns:a16="http://schemas.microsoft.com/office/drawing/2014/main" id="{C9067B27-72D5-4456-810A-DB77B729CAB5}"/>
              </a:ext>
            </a:extLst>
          </p:cNvPr>
          <p:cNvSpPr txBox="1"/>
          <p:nvPr/>
        </p:nvSpPr>
        <p:spPr>
          <a:xfrm>
            <a:off x="601442" y="2222570"/>
            <a:ext cx="5256584" cy="450316"/>
          </a:xfrm>
          <a:prstGeom prst="rect">
            <a:avLst/>
          </a:prstGeom>
          <a:noFill/>
        </p:spPr>
        <p:txBody>
          <a:bodyPr wrap="square">
            <a:spAutoFit/>
          </a:bodyPr>
          <a:lstStyle/>
          <a:p>
            <a:pPr marL="342900" indent="-342900">
              <a:lnSpc>
                <a:spcPct val="150000"/>
              </a:lnSpc>
              <a:buFont typeface="Wingdings" panose="05000000000000000000" pitchFamily="2" charset="2"/>
              <a:buChar char="l"/>
            </a:pPr>
            <a:endParaRPr lang="en-US" altLang="zh-CN" sz="1800" b="1" dirty="0"/>
          </a:p>
        </p:txBody>
      </p:sp>
      <p:sp>
        <p:nvSpPr>
          <p:cNvPr id="14" name="文本框 13">
            <a:extLst>
              <a:ext uri="{FF2B5EF4-FFF2-40B4-BE49-F238E27FC236}">
                <a16:creationId xmlns:a16="http://schemas.microsoft.com/office/drawing/2014/main" id="{6B8BD184-51F4-4910-B2A1-AC73DC334EA7}"/>
              </a:ext>
            </a:extLst>
          </p:cNvPr>
          <p:cNvSpPr txBox="1"/>
          <p:nvPr/>
        </p:nvSpPr>
        <p:spPr>
          <a:xfrm>
            <a:off x="967557" y="2155424"/>
            <a:ext cx="4464496" cy="490071"/>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2000" b="1" dirty="0"/>
              <a:t>利用数据模板生成随机数据</a:t>
            </a:r>
            <a:endParaRPr lang="en-US" altLang="zh-CN" sz="2000" b="1" dirty="0"/>
          </a:p>
        </p:txBody>
      </p:sp>
      <p:sp>
        <p:nvSpPr>
          <p:cNvPr id="16" name="文本框 15">
            <a:extLst>
              <a:ext uri="{FF2B5EF4-FFF2-40B4-BE49-F238E27FC236}">
                <a16:creationId xmlns:a16="http://schemas.microsoft.com/office/drawing/2014/main" id="{8CF2FF80-3415-426C-A398-DF69601EF8C8}"/>
              </a:ext>
            </a:extLst>
          </p:cNvPr>
          <p:cNvSpPr txBox="1"/>
          <p:nvPr/>
        </p:nvSpPr>
        <p:spPr>
          <a:xfrm>
            <a:off x="2695749" y="4386986"/>
            <a:ext cx="1724761" cy="369332"/>
          </a:xfrm>
          <a:prstGeom prst="rect">
            <a:avLst/>
          </a:prstGeom>
          <a:noFill/>
        </p:spPr>
        <p:txBody>
          <a:bodyPr wrap="square">
            <a:spAutoFit/>
          </a:bodyPr>
          <a:lstStyle/>
          <a:p>
            <a:r>
              <a:rPr lang="zh-CN" altLang="en-US" dirty="0"/>
              <a:t>生成的属性值</a:t>
            </a:r>
            <a:endParaRPr lang="en-US" altLang="zh-CN" dirty="0"/>
          </a:p>
        </p:txBody>
      </p:sp>
      <p:sp>
        <p:nvSpPr>
          <p:cNvPr id="17" name="文本框 16">
            <a:extLst>
              <a:ext uri="{FF2B5EF4-FFF2-40B4-BE49-F238E27FC236}">
                <a16:creationId xmlns:a16="http://schemas.microsoft.com/office/drawing/2014/main" id="{6773A9FF-77A7-4231-BCCE-B31F94A36B18}"/>
              </a:ext>
            </a:extLst>
          </p:cNvPr>
          <p:cNvSpPr txBox="1"/>
          <p:nvPr/>
        </p:nvSpPr>
        <p:spPr>
          <a:xfrm>
            <a:off x="1300048" y="3374398"/>
            <a:ext cx="705143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zh-CN" dirty="0"/>
              <a:t>'</a:t>
            </a:r>
            <a:r>
              <a:rPr lang="en-US" altLang="zh-CN" dirty="0" err="1"/>
              <a:t>name|rule</a:t>
            </a:r>
            <a:r>
              <a:rPr lang="en-US" altLang="zh-CN" dirty="0"/>
              <a:t>': value</a:t>
            </a:r>
            <a:endParaRPr lang="zh-CN" altLang="en-US" dirty="0"/>
          </a:p>
        </p:txBody>
      </p:sp>
      <p:sp>
        <p:nvSpPr>
          <p:cNvPr id="9" name="箭头: 上 8">
            <a:extLst>
              <a:ext uri="{FF2B5EF4-FFF2-40B4-BE49-F238E27FC236}">
                <a16:creationId xmlns:a16="http://schemas.microsoft.com/office/drawing/2014/main" id="{D8EF5D55-9AE7-42F1-9343-9531ABD0B2ED}"/>
              </a:ext>
            </a:extLst>
          </p:cNvPr>
          <p:cNvSpPr/>
          <p:nvPr/>
        </p:nvSpPr>
        <p:spPr>
          <a:xfrm>
            <a:off x="1619060" y="3880692"/>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9132628-1647-46FC-A801-518FB3A607F6}"/>
              </a:ext>
            </a:extLst>
          </p:cNvPr>
          <p:cNvSpPr txBox="1"/>
          <p:nvPr/>
        </p:nvSpPr>
        <p:spPr>
          <a:xfrm>
            <a:off x="826972" y="4386986"/>
            <a:ext cx="2016224" cy="369332"/>
          </a:xfrm>
          <a:prstGeom prst="rect">
            <a:avLst/>
          </a:prstGeom>
          <a:noFill/>
        </p:spPr>
        <p:txBody>
          <a:bodyPr wrap="square">
            <a:spAutoFit/>
          </a:bodyPr>
          <a:lstStyle/>
          <a:p>
            <a:r>
              <a:rPr lang="zh-CN" altLang="en-US" dirty="0"/>
              <a:t>待生成的属性名</a:t>
            </a:r>
            <a:endParaRPr lang="en-US" altLang="zh-CN" dirty="0"/>
          </a:p>
        </p:txBody>
      </p:sp>
      <p:sp>
        <p:nvSpPr>
          <p:cNvPr id="21" name="箭头: 上 20">
            <a:extLst>
              <a:ext uri="{FF2B5EF4-FFF2-40B4-BE49-F238E27FC236}">
                <a16:creationId xmlns:a16="http://schemas.microsoft.com/office/drawing/2014/main" id="{97B3C93A-757E-4B21-B9BA-670476406453}"/>
              </a:ext>
            </a:extLst>
          </p:cNvPr>
          <p:cNvSpPr/>
          <p:nvPr/>
        </p:nvSpPr>
        <p:spPr>
          <a:xfrm rot="10800000">
            <a:off x="2279305" y="2890132"/>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AB4D718A-4FD9-4E3D-9E7D-FE6E07912BE6}"/>
              </a:ext>
            </a:extLst>
          </p:cNvPr>
          <p:cNvSpPr txBox="1"/>
          <p:nvPr/>
        </p:nvSpPr>
        <p:spPr>
          <a:xfrm>
            <a:off x="2623741" y="2859255"/>
            <a:ext cx="6079880" cy="369332"/>
          </a:xfrm>
          <a:prstGeom prst="rect">
            <a:avLst/>
          </a:prstGeom>
          <a:noFill/>
        </p:spPr>
        <p:txBody>
          <a:bodyPr wrap="square">
            <a:spAutoFit/>
          </a:bodyPr>
          <a:lstStyle/>
          <a:p>
            <a:r>
              <a:rPr lang="zh-CN" altLang="en-US" dirty="0"/>
              <a:t>生成规则（表示重复次数、最大或最小值、自增等规则） </a:t>
            </a:r>
          </a:p>
        </p:txBody>
      </p:sp>
      <p:sp>
        <p:nvSpPr>
          <p:cNvPr id="25" name="箭头: 上 24">
            <a:extLst>
              <a:ext uri="{FF2B5EF4-FFF2-40B4-BE49-F238E27FC236}">
                <a16:creationId xmlns:a16="http://schemas.microsoft.com/office/drawing/2014/main" id="{336943BD-36BC-48BA-B75B-9FD2F273F33B}"/>
              </a:ext>
            </a:extLst>
          </p:cNvPr>
          <p:cNvSpPr/>
          <p:nvPr/>
        </p:nvSpPr>
        <p:spPr>
          <a:xfrm>
            <a:off x="3066775" y="3880692"/>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854586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4.1 </a:t>
            </a:r>
            <a:r>
              <a:rPr lang="zh-CN" altLang="en-US" b="1" dirty="0">
                <a:solidFill>
                  <a:srgbClr val="C00000"/>
                </a:solidFill>
                <a:latin typeface="黑体" panose="02010609060101010101" pitchFamily="49" charset="-122"/>
                <a:ea typeface="黑体" panose="02010609060101010101" pitchFamily="49" charset="-122"/>
              </a:rPr>
              <a:t>前端模拟对接测试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Mock</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mn-ea"/>
                <a:ea typeface="+mn-ea"/>
              </a:rPr>
              <a:t>使用</a:t>
            </a:r>
            <a:r>
              <a:rPr lang="en-US" altLang="zh-CN" sz="2000" b="1" dirty="0">
                <a:latin typeface="+mn-ea"/>
                <a:ea typeface="+mn-ea"/>
              </a:rPr>
              <a:t>mock.js</a:t>
            </a:r>
            <a:r>
              <a:rPr lang="zh-CN" altLang="en-US" sz="2000" b="1" dirty="0">
                <a:latin typeface="+mn-ea"/>
                <a:ea typeface="+mn-ea"/>
              </a:rPr>
              <a:t>实现模拟</a:t>
            </a:r>
            <a:endParaRPr lang="en-US" altLang="zh-CN" sz="2000" b="1" dirty="0">
              <a:latin typeface="+mn-ea"/>
              <a:ea typeface="+mn-ea"/>
            </a:endParaRPr>
          </a:p>
        </p:txBody>
      </p:sp>
      <p:sp>
        <p:nvSpPr>
          <p:cNvPr id="7" name="文本框 6">
            <a:extLst>
              <a:ext uri="{FF2B5EF4-FFF2-40B4-BE49-F238E27FC236}">
                <a16:creationId xmlns:a16="http://schemas.microsoft.com/office/drawing/2014/main" id="{C9067B27-72D5-4456-810A-DB77B729CAB5}"/>
              </a:ext>
            </a:extLst>
          </p:cNvPr>
          <p:cNvSpPr txBox="1"/>
          <p:nvPr/>
        </p:nvSpPr>
        <p:spPr>
          <a:xfrm>
            <a:off x="601442" y="2222570"/>
            <a:ext cx="5256584" cy="450316"/>
          </a:xfrm>
          <a:prstGeom prst="rect">
            <a:avLst/>
          </a:prstGeom>
          <a:noFill/>
        </p:spPr>
        <p:txBody>
          <a:bodyPr wrap="square">
            <a:spAutoFit/>
          </a:bodyPr>
          <a:lstStyle/>
          <a:p>
            <a:pPr marL="342900" indent="-342900">
              <a:lnSpc>
                <a:spcPct val="150000"/>
              </a:lnSpc>
              <a:buFont typeface="Wingdings" panose="05000000000000000000" pitchFamily="2" charset="2"/>
              <a:buChar char="l"/>
            </a:pPr>
            <a:endParaRPr lang="en-US" altLang="zh-CN" sz="1800" b="1" dirty="0">
              <a:latin typeface="+mn-ea"/>
              <a:ea typeface="+mn-ea"/>
            </a:endParaRPr>
          </a:p>
        </p:txBody>
      </p:sp>
      <p:sp>
        <p:nvSpPr>
          <p:cNvPr id="18" name="文本框 17">
            <a:extLst>
              <a:ext uri="{FF2B5EF4-FFF2-40B4-BE49-F238E27FC236}">
                <a16:creationId xmlns:a16="http://schemas.microsoft.com/office/drawing/2014/main" id="{5B1951D0-763C-4B4F-9EF7-FBBE70461415}"/>
              </a:ext>
            </a:extLst>
          </p:cNvPr>
          <p:cNvSpPr txBox="1"/>
          <p:nvPr/>
        </p:nvSpPr>
        <p:spPr>
          <a:xfrm>
            <a:off x="881708" y="2897175"/>
            <a:ext cx="3429493" cy="5232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a:t>
            </a:r>
            <a:r>
              <a:rPr lang="zh-CN" altLang="en-US" sz="1400" b="1" dirty="0">
                <a:solidFill>
                  <a:schemeClr val="tx2"/>
                </a:solidFill>
                <a:latin typeface="+mn-ea"/>
                <a:cs typeface="Times New Roman" panose="02020603050405020304" pitchFamily="18" charset="0"/>
              </a:rPr>
              <a:t>生成一个重复的字符串</a:t>
            </a:r>
            <a:endParaRPr lang="en-US" altLang="zh-CN" sz="1400" b="1" dirty="0">
              <a:solidFill>
                <a:schemeClr val="tx2"/>
              </a:solidFill>
              <a:latin typeface="+mn-ea"/>
              <a:cs typeface="Times New Roman" panose="02020603050405020304" pitchFamily="18" charset="0"/>
            </a:endParaRPr>
          </a:p>
          <a:p>
            <a:r>
              <a:rPr lang="en-US" altLang="zh-CN" sz="1400" b="0" i="0" dirty="0">
                <a:solidFill>
                  <a:srgbClr val="333333"/>
                </a:solidFill>
                <a:effectLst/>
                <a:latin typeface="+mn-ea"/>
              </a:rPr>
              <a:t>Mock.mock({ </a:t>
            </a:r>
            <a:r>
              <a:rPr lang="en-US" altLang="zh-CN" sz="1400" b="0" i="0" dirty="0">
                <a:solidFill>
                  <a:srgbClr val="DD1144"/>
                </a:solidFill>
                <a:effectLst/>
                <a:latin typeface="+mn-ea"/>
              </a:rPr>
              <a:t>"string|1-10"</a:t>
            </a:r>
            <a:r>
              <a:rPr lang="en-US" altLang="zh-CN" sz="1400" b="0" i="0" dirty="0">
                <a:solidFill>
                  <a:srgbClr val="333333"/>
                </a:solidFill>
                <a:effectLst/>
                <a:latin typeface="+mn-ea"/>
              </a:rPr>
              <a:t>: </a:t>
            </a:r>
            <a:r>
              <a:rPr lang="en-US" altLang="zh-CN" sz="1400" b="0" i="0" dirty="0">
                <a:solidFill>
                  <a:srgbClr val="DD1144"/>
                </a:solidFill>
                <a:effectLst/>
                <a:latin typeface="+mn-ea"/>
              </a:rPr>
              <a:t>"★"</a:t>
            </a:r>
            <a:r>
              <a:rPr lang="en-US" altLang="zh-CN" sz="1400" b="0" i="0" dirty="0">
                <a:solidFill>
                  <a:srgbClr val="333333"/>
                </a:solidFill>
                <a:effectLst/>
                <a:latin typeface="+mn-ea"/>
              </a:rPr>
              <a:t> })</a:t>
            </a:r>
            <a:endParaRPr lang="en-US" altLang="zh-CN" sz="1400" b="1" dirty="0">
              <a:solidFill>
                <a:schemeClr val="tx2"/>
              </a:solidFill>
              <a:latin typeface="+mn-ea"/>
              <a:cs typeface="Times New Roman" panose="02020603050405020304" pitchFamily="18" charset="0"/>
            </a:endParaRPr>
          </a:p>
        </p:txBody>
      </p:sp>
      <p:sp>
        <p:nvSpPr>
          <p:cNvPr id="14" name="文本框 13">
            <a:extLst>
              <a:ext uri="{FF2B5EF4-FFF2-40B4-BE49-F238E27FC236}">
                <a16:creationId xmlns:a16="http://schemas.microsoft.com/office/drawing/2014/main" id="{6B8BD184-51F4-4910-B2A1-AC73DC334EA7}"/>
              </a:ext>
            </a:extLst>
          </p:cNvPr>
          <p:cNvSpPr txBox="1"/>
          <p:nvPr/>
        </p:nvSpPr>
        <p:spPr>
          <a:xfrm>
            <a:off x="967557" y="2155424"/>
            <a:ext cx="4320480" cy="490071"/>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2000" b="1" dirty="0"/>
              <a:t>利用数据模板生成随机数据</a:t>
            </a:r>
            <a:endParaRPr lang="en-US" altLang="zh-CN" sz="2000" b="1" dirty="0"/>
          </a:p>
        </p:txBody>
      </p:sp>
      <p:sp>
        <p:nvSpPr>
          <p:cNvPr id="15" name="对话气泡: 圆角矩形 14">
            <a:extLst>
              <a:ext uri="{FF2B5EF4-FFF2-40B4-BE49-F238E27FC236}">
                <a16:creationId xmlns:a16="http://schemas.microsoft.com/office/drawing/2014/main" id="{6CDCF8A7-A2E4-407D-8718-E39EF01540F1}"/>
              </a:ext>
            </a:extLst>
          </p:cNvPr>
          <p:cNvSpPr/>
          <p:nvPr/>
        </p:nvSpPr>
        <p:spPr>
          <a:xfrm>
            <a:off x="9051663" y="1875865"/>
            <a:ext cx="1446235" cy="571863"/>
          </a:xfrm>
          <a:prstGeom prst="wedgeRoundRectCallout">
            <a:avLst>
              <a:gd name="adj1" fmla="val -48112"/>
              <a:gd name="adj2" fmla="val 970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一些例子</a:t>
            </a:r>
          </a:p>
        </p:txBody>
      </p:sp>
      <p:sp>
        <p:nvSpPr>
          <p:cNvPr id="13" name="文本框 12">
            <a:extLst>
              <a:ext uri="{FF2B5EF4-FFF2-40B4-BE49-F238E27FC236}">
                <a16:creationId xmlns:a16="http://schemas.microsoft.com/office/drawing/2014/main" id="{F2951946-011C-4C00-BCE1-2CC81916ADA3}"/>
              </a:ext>
            </a:extLst>
          </p:cNvPr>
          <p:cNvSpPr txBox="1"/>
          <p:nvPr/>
        </p:nvSpPr>
        <p:spPr>
          <a:xfrm>
            <a:off x="5161388" y="3013847"/>
            <a:ext cx="3429493"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  "string": "★★★★★★"  }</a:t>
            </a:r>
          </a:p>
        </p:txBody>
      </p:sp>
      <p:sp>
        <p:nvSpPr>
          <p:cNvPr id="26" name="文本框 25">
            <a:extLst>
              <a:ext uri="{FF2B5EF4-FFF2-40B4-BE49-F238E27FC236}">
                <a16:creationId xmlns:a16="http://schemas.microsoft.com/office/drawing/2014/main" id="{121CDE55-2EA0-4998-B922-98B488BBE1A1}"/>
              </a:ext>
            </a:extLst>
          </p:cNvPr>
          <p:cNvSpPr txBox="1"/>
          <p:nvPr/>
        </p:nvSpPr>
        <p:spPr>
          <a:xfrm>
            <a:off x="881708" y="3620450"/>
            <a:ext cx="3429493"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a:t>
            </a:r>
            <a:r>
              <a:rPr lang="zh-CN" altLang="en-US" sz="1400" b="1" dirty="0">
                <a:solidFill>
                  <a:schemeClr val="tx2"/>
                </a:solidFill>
                <a:latin typeface="+mn-ea"/>
                <a:cs typeface="Times New Roman" panose="02020603050405020304" pitchFamily="18" charset="0"/>
              </a:rPr>
              <a:t>生成一个</a:t>
            </a:r>
            <a:r>
              <a:rPr lang="en-US" altLang="zh-CN" sz="1400" b="1" dirty="0">
                <a:solidFill>
                  <a:srgbClr val="FF0000"/>
                </a:solidFill>
                <a:latin typeface="+mn-ea"/>
                <a:cs typeface="Times New Roman" panose="02020603050405020304" pitchFamily="18" charset="0"/>
              </a:rPr>
              <a:t>1-100</a:t>
            </a:r>
            <a:r>
              <a:rPr lang="zh-CN" altLang="en-US" sz="1400" b="1" dirty="0">
                <a:solidFill>
                  <a:srgbClr val="FF0000"/>
                </a:solidFill>
                <a:latin typeface="+mn-ea"/>
                <a:cs typeface="Times New Roman" panose="02020603050405020304" pitchFamily="18" charset="0"/>
              </a:rPr>
              <a:t>的随机数</a:t>
            </a:r>
            <a:endParaRPr lang="en-US" altLang="zh-CN" sz="1400" b="1" dirty="0">
              <a:solidFill>
                <a:srgbClr val="FF0000"/>
              </a:solidFill>
              <a:latin typeface="+mn-ea"/>
              <a:cs typeface="Times New Roman" panose="02020603050405020304" pitchFamily="18" charset="0"/>
            </a:endParaRPr>
          </a:p>
          <a:p>
            <a:r>
              <a:rPr lang="en-US" altLang="zh-CN" sz="1400" b="0" i="0" dirty="0">
                <a:solidFill>
                  <a:srgbClr val="333333"/>
                </a:solidFill>
                <a:effectLst/>
                <a:latin typeface="+mn-ea"/>
              </a:rPr>
              <a:t>Mock.mock({</a:t>
            </a:r>
          </a:p>
          <a:p>
            <a:r>
              <a:rPr lang="en-US" altLang="zh-CN" sz="1400" b="0" i="0" dirty="0">
                <a:solidFill>
                  <a:srgbClr val="333333"/>
                </a:solidFill>
                <a:effectLst/>
                <a:latin typeface="+mn-ea"/>
              </a:rPr>
              <a:t>  "number|1-100": 100</a:t>
            </a:r>
          </a:p>
          <a:p>
            <a:r>
              <a:rPr lang="en-US" altLang="zh-CN" sz="1400" b="0" i="0" dirty="0">
                <a:solidFill>
                  <a:srgbClr val="333333"/>
                </a:solidFill>
                <a:effectLst/>
                <a:latin typeface="+mn-ea"/>
              </a:rPr>
              <a:t>})</a:t>
            </a:r>
            <a:endParaRPr lang="en-US" altLang="zh-CN" sz="1400" b="1" dirty="0">
              <a:solidFill>
                <a:schemeClr val="tx2"/>
              </a:solidFill>
              <a:latin typeface="+mn-ea"/>
              <a:cs typeface="Times New Roman" panose="02020603050405020304" pitchFamily="18" charset="0"/>
            </a:endParaRPr>
          </a:p>
        </p:txBody>
      </p:sp>
      <p:sp>
        <p:nvSpPr>
          <p:cNvPr id="27" name="文本框 26">
            <a:extLst>
              <a:ext uri="{FF2B5EF4-FFF2-40B4-BE49-F238E27FC236}">
                <a16:creationId xmlns:a16="http://schemas.microsoft.com/office/drawing/2014/main" id="{46B199C7-E41A-48A0-AAA5-352F61973BDB}"/>
              </a:ext>
            </a:extLst>
          </p:cNvPr>
          <p:cNvSpPr txBox="1"/>
          <p:nvPr/>
        </p:nvSpPr>
        <p:spPr>
          <a:xfrm>
            <a:off x="5161388" y="3789727"/>
            <a:ext cx="3429493"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  "number": 10  }</a:t>
            </a:r>
          </a:p>
        </p:txBody>
      </p:sp>
      <p:sp>
        <p:nvSpPr>
          <p:cNvPr id="28" name="箭头: 上 27">
            <a:extLst>
              <a:ext uri="{FF2B5EF4-FFF2-40B4-BE49-F238E27FC236}">
                <a16:creationId xmlns:a16="http://schemas.microsoft.com/office/drawing/2014/main" id="{4F30436D-6FB8-46B1-970A-DB14BB146BC2}"/>
              </a:ext>
            </a:extLst>
          </p:cNvPr>
          <p:cNvSpPr/>
          <p:nvPr/>
        </p:nvSpPr>
        <p:spPr>
          <a:xfrm rot="5400000">
            <a:off x="4628282" y="2952292"/>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箭头: 上 28">
            <a:extLst>
              <a:ext uri="{FF2B5EF4-FFF2-40B4-BE49-F238E27FC236}">
                <a16:creationId xmlns:a16="http://schemas.microsoft.com/office/drawing/2014/main" id="{39DB7E9C-1106-4E41-AC40-ACCDBDF022CB}"/>
              </a:ext>
            </a:extLst>
          </p:cNvPr>
          <p:cNvSpPr/>
          <p:nvPr/>
        </p:nvSpPr>
        <p:spPr>
          <a:xfrm rot="5400000">
            <a:off x="4636423" y="3804825"/>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7" name="文本框 16">
            <a:extLst>
              <a:ext uri="{FF2B5EF4-FFF2-40B4-BE49-F238E27FC236}">
                <a16:creationId xmlns:a16="http://schemas.microsoft.com/office/drawing/2014/main" id="{C72AC1A5-1AF0-4018-B9F7-E05B6FF3A4E9}"/>
              </a:ext>
            </a:extLst>
          </p:cNvPr>
          <p:cNvSpPr txBox="1"/>
          <p:nvPr/>
        </p:nvSpPr>
        <p:spPr>
          <a:xfrm>
            <a:off x="880906" y="4893419"/>
            <a:ext cx="3429493"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a:t>
            </a:r>
            <a:r>
              <a:rPr lang="zh-CN" altLang="en-US" sz="1400" b="1" dirty="0">
                <a:solidFill>
                  <a:srgbClr val="FF0000"/>
                </a:solidFill>
                <a:latin typeface="+mn-ea"/>
                <a:cs typeface="Times New Roman" panose="02020603050405020304" pitchFamily="18" charset="0"/>
              </a:rPr>
              <a:t>随机</a:t>
            </a:r>
            <a:r>
              <a:rPr lang="zh-CN" altLang="en-US" sz="1400" b="1" dirty="0">
                <a:solidFill>
                  <a:schemeClr val="tx2"/>
                </a:solidFill>
                <a:latin typeface="+mn-ea"/>
                <a:cs typeface="Times New Roman" panose="02020603050405020304" pitchFamily="18" charset="0"/>
              </a:rPr>
              <a:t>生成列表里的</a:t>
            </a:r>
            <a:r>
              <a:rPr lang="zh-CN" altLang="en-US" sz="1400" b="1" dirty="0">
                <a:solidFill>
                  <a:srgbClr val="FF0000"/>
                </a:solidFill>
                <a:latin typeface="+mn-ea"/>
                <a:cs typeface="Times New Roman" panose="02020603050405020304" pitchFamily="18" charset="0"/>
              </a:rPr>
              <a:t>一项</a:t>
            </a:r>
            <a:endParaRPr lang="en-US" altLang="zh-CN" sz="1400" b="1" dirty="0">
              <a:solidFill>
                <a:srgbClr val="FF0000"/>
              </a:solidFill>
              <a:latin typeface="+mn-ea"/>
              <a:cs typeface="Times New Roman" panose="02020603050405020304" pitchFamily="18" charset="0"/>
            </a:endParaRPr>
          </a:p>
          <a:p>
            <a:r>
              <a:rPr lang="en-US" altLang="zh-CN" sz="1400" b="0" i="0" dirty="0" err="1">
                <a:solidFill>
                  <a:srgbClr val="333333"/>
                </a:solidFill>
                <a:effectLst/>
                <a:latin typeface="+mn-ea"/>
              </a:rPr>
              <a:t>Mock.mock</a:t>
            </a:r>
            <a:r>
              <a:rPr lang="en-US" altLang="zh-CN" sz="1400" b="0" i="0" dirty="0">
                <a:solidFill>
                  <a:srgbClr val="333333"/>
                </a:solidFill>
                <a:effectLst/>
                <a:latin typeface="+mn-ea"/>
              </a:rPr>
              <a:t>({ "array|1":</a:t>
            </a:r>
          </a:p>
          <a:p>
            <a:r>
              <a:rPr lang="en-US" altLang="zh-CN" sz="1400" b="0" i="0" dirty="0">
                <a:solidFill>
                  <a:srgbClr val="333333"/>
                </a:solidFill>
                <a:effectLst/>
                <a:latin typeface="+mn-ea"/>
              </a:rPr>
              <a:t> [ "AMD", "CMD", "UMD" ] })</a:t>
            </a:r>
          </a:p>
        </p:txBody>
      </p:sp>
      <p:sp>
        <p:nvSpPr>
          <p:cNvPr id="19" name="文本框 18">
            <a:extLst>
              <a:ext uri="{FF2B5EF4-FFF2-40B4-BE49-F238E27FC236}">
                <a16:creationId xmlns:a16="http://schemas.microsoft.com/office/drawing/2014/main" id="{AF0B2DF3-CE06-4F8A-BCFD-D646FF7E48BD}"/>
              </a:ext>
            </a:extLst>
          </p:cNvPr>
          <p:cNvSpPr txBox="1"/>
          <p:nvPr/>
        </p:nvSpPr>
        <p:spPr>
          <a:xfrm>
            <a:off x="5161388" y="5082867"/>
            <a:ext cx="3429493"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  "array": 'AMD'  }</a:t>
            </a:r>
          </a:p>
        </p:txBody>
      </p:sp>
      <p:sp>
        <p:nvSpPr>
          <p:cNvPr id="20" name="箭头: 上 19">
            <a:extLst>
              <a:ext uri="{FF2B5EF4-FFF2-40B4-BE49-F238E27FC236}">
                <a16:creationId xmlns:a16="http://schemas.microsoft.com/office/drawing/2014/main" id="{F598D88D-173D-4734-8463-3867857860CA}"/>
              </a:ext>
            </a:extLst>
          </p:cNvPr>
          <p:cNvSpPr/>
          <p:nvPr/>
        </p:nvSpPr>
        <p:spPr>
          <a:xfrm rot="5400000">
            <a:off x="4691064" y="5044755"/>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1" name="文本框 20">
            <a:extLst>
              <a:ext uri="{FF2B5EF4-FFF2-40B4-BE49-F238E27FC236}">
                <a16:creationId xmlns:a16="http://schemas.microsoft.com/office/drawing/2014/main" id="{8F819F5D-AB6E-4B17-BBCF-AF426BDCEDB2}"/>
              </a:ext>
            </a:extLst>
          </p:cNvPr>
          <p:cNvSpPr txBox="1"/>
          <p:nvPr/>
        </p:nvSpPr>
        <p:spPr>
          <a:xfrm>
            <a:off x="9714477" y="6156573"/>
            <a:ext cx="2088232" cy="369332"/>
          </a:xfrm>
          <a:prstGeom prst="rect">
            <a:avLst/>
          </a:prstGeom>
          <a:noFill/>
        </p:spPr>
        <p:txBody>
          <a:bodyPr wrap="square">
            <a:spAutoFit/>
          </a:bodyPr>
          <a:lstStyle/>
          <a:p>
            <a:r>
              <a:rPr lang="en-US" altLang="zh-CN" dirty="0">
                <a:latin typeface="+mj-ea"/>
                <a:ea typeface="+mj-ea"/>
                <a:hlinkClick r:id="rId2"/>
              </a:rPr>
              <a:t>mockjs_demo.html</a:t>
            </a:r>
            <a:endParaRPr lang="zh-CN" altLang="en-US" dirty="0">
              <a:latin typeface="+mj-ea"/>
              <a:ea typeface="+mj-ea"/>
            </a:endParaRPr>
          </a:p>
        </p:txBody>
      </p:sp>
    </p:spTree>
    <p:extLst>
      <p:ext uri="{BB962C8B-B14F-4D97-AF65-F5344CB8AC3E}">
        <p14:creationId xmlns:p14="http://schemas.microsoft.com/office/powerpoint/2010/main" val="3943618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4.1 </a:t>
            </a:r>
            <a:r>
              <a:rPr lang="zh-CN" altLang="en-US" b="1" dirty="0">
                <a:solidFill>
                  <a:srgbClr val="C00000"/>
                </a:solidFill>
                <a:latin typeface="黑体" panose="02010609060101010101" pitchFamily="49" charset="-122"/>
                <a:ea typeface="黑体" panose="02010609060101010101" pitchFamily="49" charset="-122"/>
              </a:rPr>
              <a:t>前端模拟对接测试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Mock</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mn-ea"/>
                <a:ea typeface="+mn-ea"/>
              </a:rPr>
              <a:t>使用</a:t>
            </a:r>
            <a:r>
              <a:rPr lang="en-US" altLang="zh-CN" sz="2000" b="1" dirty="0">
                <a:latin typeface="+mn-ea"/>
                <a:ea typeface="+mn-ea"/>
              </a:rPr>
              <a:t>mock.js</a:t>
            </a:r>
            <a:r>
              <a:rPr lang="zh-CN" altLang="en-US" sz="2000" b="1" dirty="0">
                <a:latin typeface="+mn-ea"/>
                <a:ea typeface="+mn-ea"/>
              </a:rPr>
              <a:t>实现模拟</a:t>
            </a:r>
            <a:endParaRPr lang="en-US" altLang="zh-CN" sz="2000" b="1" dirty="0">
              <a:latin typeface="+mn-ea"/>
              <a:ea typeface="+mn-ea"/>
            </a:endParaRPr>
          </a:p>
        </p:txBody>
      </p:sp>
      <p:sp>
        <p:nvSpPr>
          <p:cNvPr id="7" name="文本框 6">
            <a:extLst>
              <a:ext uri="{FF2B5EF4-FFF2-40B4-BE49-F238E27FC236}">
                <a16:creationId xmlns:a16="http://schemas.microsoft.com/office/drawing/2014/main" id="{C9067B27-72D5-4456-810A-DB77B729CAB5}"/>
              </a:ext>
            </a:extLst>
          </p:cNvPr>
          <p:cNvSpPr txBox="1"/>
          <p:nvPr/>
        </p:nvSpPr>
        <p:spPr>
          <a:xfrm>
            <a:off x="601442" y="2222570"/>
            <a:ext cx="5256584" cy="450316"/>
          </a:xfrm>
          <a:prstGeom prst="rect">
            <a:avLst/>
          </a:prstGeom>
          <a:noFill/>
        </p:spPr>
        <p:txBody>
          <a:bodyPr wrap="square">
            <a:spAutoFit/>
          </a:bodyPr>
          <a:lstStyle/>
          <a:p>
            <a:pPr marL="342900" indent="-342900">
              <a:lnSpc>
                <a:spcPct val="150000"/>
              </a:lnSpc>
              <a:buFont typeface="Wingdings" panose="05000000000000000000" pitchFamily="2" charset="2"/>
              <a:buChar char="l"/>
            </a:pPr>
            <a:endParaRPr lang="en-US" altLang="zh-CN" sz="1800" b="1" dirty="0">
              <a:latin typeface="+mn-ea"/>
              <a:ea typeface="+mn-ea"/>
            </a:endParaRPr>
          </a:p>
        </p:txBody>
      </p:sp>
      <p:sp>
        <p:nvSpPr>
          <p:cNvPr id="18" name="文本框 17">
            <a:extLst>
              <a:ext uri="{FF2B5EF4-FFF2-40B4-BE49-F238E27FC236}">
                <a16:creationId xmlns:a16="http://schemas.microsoft.com/office/drawing/2014/main" id="{5B1951D0-763C-4B4F-9EF7-FBBE70461415}"/>
              </a:ext>
            </a:extLst>
          </p:cNvPr>
          <p:cNvSpPr txBox="1"/>
          <p:nvPr/>
        </p:nvSpPr>
        <p:spPr>
          <a:xfrm>
            <a:off x="881708" y="2897175"/>
            <a:ext cx="3429493" cy="5232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a:t>
            </a:r>
            <a:r>
              <a:rPr lang="zh-CN" altLang="en-US" sz="1400" b="1" dirty="0">
                <a:solidFill>
                  <a:schemeClr val="tx2"/>
                </a:solidFill>
                <a:latin typeface="+mn-ea"/>
                <a:cs typeface="Times New Roman" panose="02020603050405020304" pitchFamily="18" charset="0"/>
              </a:rPr>
              <a:t>生成一个重复的字符串</a:t>
            </a:r>
            <a:endParaRPr lang="en-US" altLang="zh-CN" sz="1400" b="1" dirty="0">
              <a:solidFill>
                <a:schemeClr val="tx2"/>
              </a:solidFill>
              <a:latin typeface="+mn-ea"/>
              <a:cs typeface="Times New Roman" panose="02020603050405020304" pitchFamily="18" charset="0"/>
            </a:endParaRPr>
          </a:p>
          <a:p>
            <a:r>
              <a:rPr lang="en-US" altLang="zh-CN" sz="1400" b="0" i="0" dirty="0">
                <a:solidFill>
                  <a:srgbClr val="333333"/>
                </a:solidFill>
                <a:effectLst/>
                <a:latin typeface="+mn-ea"/>
              </a:rPr>
              <a:t>Mock.mock({ </a:t>
            </a:r>
            <a:r>
              <a:rPr lang="en-US" altLang="zh-CN" sz="1400" b="0" i="0" dirty="0">
                <a:solidFill>
                  <a:srgbClr val="DD1144"/>
                </a:solidFill>
                <a:effectLst/>
                <a:latin typeface="+mn-ea"/>
              </a:rPr>
              <a:t>"string|1-10"</a:t>
            </a:r>
            <a:r>
              <a:rPr lang="en-US" altLang="zh-CN" sz="1400" b="0" i="0" dirty="0">
                <a:solidFill>
                  <a:srgbClr val="333333"/>
                </a:solidFill>
                <a:effectLst/>
                <a:latin typeface="+mn-ea"/>
              </a:rPr>
              <a:t>: </a:t>
            </a:r>
            <a:r>
              <a:rPr lang="en-US" altLang="zh-CN" sz="1400" b="0" i="0" dirty="0">
                <a:solidFill>
                  <a:srgbClr val="DD1144"/>
                </a:solidFill>
                <a:effectLst/>
                <a:latin typeface="+mn-ea"/>
              </a:rPr>
              <a:t>"★"</a:t>
            </a:r>
            <a:r>
              <a:rPr lang="en-US" altLang="zh-CN" sz="1400" b="0" i="0" dirty="0">
                <a:solidFill>
                  <a:srgbClr val="333333"/>
                </a:solidFill>
                <a:effectLst/>
                <a:latin typeface="+mn-ea"/>
              </a:rPr>
              <a:t> })</a:t>
            </a:r>
            <a:endParaRPr lang="en-US" altLang="zh-CN" sz="1400" b="1" dirty="0">
              <a:solidFill>
                <a:schemeClr val="tx2"/>
              </a:solidFill>
              <a:latin typeface="+mn-ea"/>
              <a:cs typeface="Times New Roman" panose="02020603050405020304" pitchFamily="18" charset="0"/>
            </a:endParaRPr>
          </a:p>
        </p:txBody>
      </p:sp>
      <p:sp>
        <p:nvSpPr>
          <p:cNvPr id="14" name="文本框 13">
            <a:extLst>
              <a:ext uri="{FF2B5EF4-FFF2-40B4-BE49-F238E27FC236}">
                <a16:creationId xmlns:a16="http://schemas.microsoft.com/office/drawing/2014/main" id="{6B8BD184-51F4-4910-B2A1-AC73DC334EA7}"/>
              </a:ext>
            </a:extLst>
          </p:cNvPr>
          <p:cNvSpPr txBox="1"/>
          <p:nvPr/>
        </p:nvSpPr>
        <p:spPr>
          <a:xfrm>
            <a:off x="967557" y="2155424"/>
            <a:ext cx="4320480" cy="490071"/>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2000" b="1" dirty="0">
                <a:latin typeface="+mn-ea"/>
                <a:ea typeface="+mn-ea"/>
              </a:rPr>
              <a:t>利用数据模板生成随机数据</a:t>
            </a:r>
            <a:endParaRPr lang="en-US" altLang="zh-CN" sz="2000" b="1" dirty="0">
              <a:latin typeface="+mn-ea"/>
              <a:ea typeface="+mn-ea"/>
            </a:endParaRPr>
          </a:p>
        </p:txBody>
      </p:sp>
      <p:sp>
        <p:nvSpPr>
          <p:cNvPr id="15" name="对话气泡: 圆角矩形 14">
            <a:extLst>
              <a:ext uri="{FF2B5EF4-FFF2-40B4-BE49-F238E27FC236}">
                <a16:creationId xmlns:a16="http://schemas.microsoft.com/office/drawing/2014/main" id="{6CDCF8A7-A2E4-407D-8718-E39EF01540F1}"/>
              </a:ext>
            </a:extLst>
          </p:cNvPr>
          <p:cNvSpPr/>
          <p:nvPr/>
        </p:nvSpPr>
        <p:spPr>
          <a:xfrm>
            <a:off x="9051663" y="1875865"/>
            <a:ext cx="1446235" cy="571863"/>
          </a:xfrm>
          <a:prstGeom prst="wedgeRoundRectCallout">
            <a:avLst>
              <a:gd name="adj1" fmla="val -48112"/>
              <a:gd name="adj2" fmla="val 970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mn-ea"/>
              </a:rPr>
              <a:t>一些例子</a:t>
            </a:r>
          </a:p>
        </p:txBody>
      </p:sp>
      <p:sp>
        <p:nvSpPr>
          <p:cNvPr id="13" name="文本框 12">
            <a:extLst>
              <a:ext uri="{FF2B5EF4-FFF2-40B4-BE49-F238E27FC236}">
                <a16:creationId xmlns:a16="http://schemas.microsoft.com/office/drawing/2014/main" id="{F2951946-011C-4C00-BCE1-2CC81916ADA3}"/>
              </a:ext>
            </a:extLst>
          </p:cNvPr>
          <p:cNvSpPr txBox="1"/>
          <p:nvPr/>
        </p:nvSpPr>
        <p:spPr>
          <a:xfrm>
            <a:off x="5161388" y="3013847"/>
            <a:ext cx="3429493"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  "string": "★★★★★★"  }</a:t>
            </a:r>
          </a:p>
        </p:txBody>
      </p:sp>
      <p:sp>
        <p:nvSpPr>
          <p:cNvPr id="26" name="文本框 25">
            <a:extLst>
              <a:ext uri="{FF2B5EF4-FFF2-40B4-BE49-F238E27FC236}">
                <a16:creationId xmlns:a16="http://schemas.microsoft.com/office/drawing/2014/main" id="{121CDE55-2EA0-4998-B922-98B488BBE1A1}"/>
              </a:ext>
            </a:extLst>
          </p:cNvPr>
          <p:cNvSpPr txBox="1"/>
          <p:nvPr/>
        </p:nvSpPr>
        <p:spPr>
          <a:xfrm>
            <a:off x="881708" y="3620450"/>
            <a:ext cx="3429493"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a:t>
            </a:r>
            <a:r>
              <a:rPr lang="zh-CN" altLang="en-US" sz="1400" b="1" dirty="0">
                <a:solidFill>
                  <a:schemeClr val="tx2"/>
                </a:solidFill>
                <a:latin typeface="+mn-ea"/>
                <a:cs typeface="Times New Roman" panose="02020603050405020304" pitchFamily="18" charset="0"/>
              </a:rPr>
              <a:t>生成一个</a:t>
            </a:r>
            <a:r>
              <a:rPr lang="en-US" altLang="zh-CN" sz="1400" b="1" dirty="0">
                <a:solidFill>
                  <a:srgbClr val="FF0000"/>
                </a:solidFill>
                <a:latin typeface="+mn-ea"/>
                <a:cs typeface="Times New Roman" panose="02020603050405020304" pitchFamily="18" charset="0"/>
              </a:rPr>
              <a:t>1-100</a:t>
            </a:r>
            <a:r>
              <a:rPr lang="zh-CN" altLang="en-US" sz="1400" b="1" dirty="0">
                <a:solidFill>
                  <a:srgbClr val="FF0000"/>
                </a:solidFill>
                <a:latin typeface="+mn-ea"/>
                <a:cs typeface="Times New Roman" panose="02020603050405020304" pitchFamily="18" charset="0"/>
              </a:rPr>
              <a:t>的随机数</a:t>
            </a:r>
            <a:endParaRPr lang="en-US" altLang="zh-CN" sz="1400" b="1" dirty="0">
              <a:solidFill>
                <a:srgbClr val="FF0000"/>
              </a:solidFill>
              <a:latin typeface="+mn-ea"/>
              <a:cs typeface="Times New Roman" panose="02020603050405020304" pitchFamily="18" charset="0"/>
            </a:endParaRPr>
          </a:p>
          <a:p>
            <a:r>
              <a:rPr lang="en-US" altLang="zh-CN" sz="1400" b="0" i="0" dirty="0">
                <a:solidFill>
                  <a:srgbClr val="333333"/>
                </a:solidFill>
                <a:effectLst/>
                <a:latin typeface="+mn-ea"/>
              </a:rPr>
              <a:t>Mock.mock({</a:t>
            </a:r>
          </a:p>
          <a:p>
            <a:r>
              <a:rPr lang="en-US" altLang="zh-CN" sz="1400" b="0" i="0" dirty="0">
                <a:solidFill>
                  <a:srgbClr val="333333"/>
                </a:solidFill>
                <a:effectLst/>
                <a:latin typeface="+mn-ea"/>
              </a:rPr>
              <a:t>  "number|1-100": 100</a:t>
            </a:r>
          </a:p>
          <a:p>
            <a:r>
              <a:rPr lang="en-US" altLang="zh-CN" sz="1400" b="0" i="0" dirty="0">
                <a:solidFill>
                  <a:srgbClr val="333333"/>
                </a:solidFill>
                <a:effectLst/>
                <a:latin typeface="+mn-ea"/>
              </a:rPr>
              <a:t>})</a:t>
            </a:r>
            <a:endParaRPr lang="en-US" altLang="zh-CN" sz="1400" b="1" dirty="0">
              <a:solidFill>
                <a:schemeClr val="tx2"/>
              </a:solidFill>
              <a:latin typeface="+mn-ea"/>
              <a:cs typeface="Times New Roman" panose="02020603050405020304" pitchFamily="18" charset="0"/>
            </a:endParaRPr>
          </a:p>
        </p:txBody>
      </p:sp>
      <p:sp>
        <p:nvSpPr>
          <p:cNvPr id="27" name="文本框 26">
            <a:extLst>
              <a:ext uri="{FF2B5EF4-FFF2-40B4-BE49-F238E27FC236}">
                <a16:creationId xmlns:a16="http://schemas.microsoft.com/office/drawing/2014/main" id="{46B199C7-E41A-48A0-AAA5-352F61973BDB}"/>
              </a:ext>
            </a:extLst>
          </p:cNvPr>
          <p:cNvSpPr txBox="1"/>
          <p:nvPr/>
        </p:nvSpPr>
        <p:spPr>
          <a:xfrm>
            <a:off x="5161388" y="3789727"/>
            <a:ext cx="3429493"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  "number": 10  }</a:t>
            </a:r>
          </a:p>
        </p:txBody>
      </p:sp>
      <p:sp>
        <p:nvSpPr>
          <p:cNvPr id="28" name="箭头: 上 27">
            <a:extLst>
              <a:ext uri="{FF2B5EF4-FFF2-40B4-BE49-F238E27FC236}">
                <a16:creationId xmlns:a16="http://schemas.microsoft.com/office/drawing/2014/main" id="{4F30436D-6FB8-46B1-970A-DB14BB146BC2}"/>
              </a:ext>
            </a:extLst>
          </p:cNvPr>
          <p:cNvSpPr/>
          <p:nvPr/>
        </p:nvSpPr>
        <p:spPr>
          <a:xfrm rot="5400000">
            <a:off x="4628282" y="2952292"/>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箭头: 上 28">
            <a:extLst>
              <a:ext uri="{FF2B5EF4-FFF2-40B4-BE49-F238E27FC236}">
                <a16:creationId xmlns:a16="http://schemas.microsoft.com/office/drawing/2014/main" id="{39DB7E9C-1106-4E41-AC40-ACCDBDF022CB}"/>
              </a:ext>
            </a:extLst>
          </p:cNvPr>
          <p:cNvSpPr/>
          <p:nvPr/>
        </p:nvSpPr>
        <p:spPr>
          <a:xfrm rot="5400000">
            <a:off x="4636423" y="3804825"/>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7" name="文本框 16">
            <a:extLst>
              <a:ext uri="{FF2B5EF4-FFF2-40B4-BE49-F238E27FC236}">
                <a16:creationId xmlns:a16="http://schemas.microsoft.com/office/drawing/2014/main" id="{C72AC1A5-1AF0-4018-B9F7-E05B6FF3A4E9}"/>
              </a:ext>
            </a:extLst>
          </p:cNvPr>
          <p:cNvSpPr txBox="1"/>
          <p:nvPr/>
        </p:nvSpPr>
        <p:spPr>
          <a:xfrm>
            <a:off x="880906" y="4893419"/>
            <a:ext cx="3429493"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a:t>
            </a:r>
            <a:r>
              <a:rPr lang="zh-CN" altLang="en-US" sz="1400" b="1" dirty="0">
                <a:solidFill>
                  <a:srgbClr val="FF0000"/>
                </a:solidFill>
                <a:latin typeface="+mn-ea"/>
                <a:cs typeface="Times New Roman" panose="02020603050405020304" pitchFamily="18" charset="0"/>
              </a:rPr>
              <a:t>随机</a:t>
            </a:r>
            <a:r>
              <a:rPr lang="zh-CN" altLang="en-US" sz="1400" b="1" dirty="0">
                <a:solidFill>
                  <a:schemeClr val="tx2"/>
                </a:solidFill>
                <a:latin typeface="+mn-ea"/>
                <a:cs typeface="Times New Roman" panose="02020603050405020304" pitchFamily="18" charset="0"/>
              </a:rPr>
              <a:t>生成列表里的</a:t>
            </a:r>
            <a:r>
              <a:rPr lang="zh-CN" altLang="en-US" sz="1400" b="1" dirty="0">
                <a:solidFill>
                  <a:srgbClr val="FF0000"/>
                </a:solidFill>
                <a:latin typeface="+mn-ea"/>
                <a:cs typeface="Times New Roman" panose="02020603050405020304" pitchFamily="18" charset="0"/>
              </a:rPr>
              <a:t>一项</a:t>
            </a:r>
            <a:endParaRPr lang="en-US" altLang="zh-CN" sz="1400" b="1" dirty="0">
              <a:solidFill>
                <a:srgbClr val="FF0000"/>
              </a:solidFill>
              <a:latin typeface="+mn-ea"/>
              <a:cs typeface="Times New Roman" panose="02020603050405020304" pitchFamily="18" charset="0"/>
            </a:endParaRPr>
          </a:p>
          <a:p>
            <a:r>
              <a:rPr lang="en-US" altLang="zh-CN" sz="1400" b="0" i="0" dirty="0" err="1">
                <a:solidFill>
                  <a:srgbClr val="333333"/>
                </a:solidFill>
                <a:effectLst/>
                <a:latin typeface="+mn-ea"/>
              </a:rPr>
              <a:t>Mock.mock</a:t>
            </a:r>
            <a:r>
              <a:rPr lang="en-US" altLang="zh-CN" sz="1400" b="0" i="0" dirty="0">
                <a:solidFill>
                  <a:srgbClr val="333333"/>
                </a:solidFill>
                <a:effectLst/>
                <a:latin typeface="+mn-ea"/>
              </a:rPr>
              <a:t>({ "array|1":</a:t>
            </a:r>
          </a:p>
          <a:p>
            <a:r>
              <a:rPr lang="en-US" altLang="zh-CN" sz="1400" b="0" i="0" dirty="0">
                <a:solidFill>
                  <a:srgbClr val="333333"/>
                </a:solidFill>
                <a:effectLst/>
                <a:latin typeface="+mn-ea"/>
              </a:rPr>
              <a:t> [ "AMD", "CMD", "UMD" ] })</a:t>
            </a:r>
          </a:p>
        </p:txBody>
      </p:sp>
      <p:sp>
        <p:nvSpPr>
          <p:cNvPr id="19" name="文本框 18">
            <a:extLst>
              <a:ext uri="{FF2B5EF4-FFF2-40B4-BE49-F238E27FC236}">
                <a16:creationId xmlns:a16="http://schemas.microsoft.com/office/drawing/2014/main" id="{AF0B2DF3-CE06-4F8A-BCFD-D646FF7E48BD}"/>
              </a:ext>
            </a:extLst>
          </p:cNvPr>
          <p:cNvSpPr txBox="1"/>
          <p:nvPr/>
        </p:nvSpPr>
        <p:spPr>
          <a:xfrm>
            <a:off x="5161388" y="5082867"/>
            <a:ext cx="3429493"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n-ea"/>
                <a:cs typeface="Times New Roman" panose="02020603050405020304" pitchFamily="18" charset="0"/>
              </a:rPr>
              <a:t>{  "array": 'AMD'  }</a:t>
            </a:r>
          </a:p>
        </p:txBody>
      </p:sp>
      <p:sp>
        <p:nvSpPr>
          <p:cNvPr id="20" name="箭头: 上 19">
            <a:extLst>
              <a:ext uri="{FF2B5EF4-FFF2-40B4-BE49-F238E27FC236}">
                <a16:creationId xmlns:a16="http://schemas.microsoft.com/office/drawing/2014/main" id="{F598D88D-173D-4734-8463-3867857860CA}"/>
              </a:ext>
            </a:extLst>
          </p:cNvPr>
          <p:cNvSpPr/>
          <p:nvPr/>
        </p:nvSpPr>
        <p:spPr>
          <a:xfrm rot="5400000">
            <a:off x="4691064" y="5044755"/>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1" name="文本框 20">
            <a:extLst>
              <a:ext uri="{FF2B5EF4-FFF2-40B4-BE49-F238E27FC236}">
                <a16:creationId xmlns:a16="http://schemas.microsoft.com/office/drawing/2014/main" id="{8F819F5D-AB6E-4B17-BBCF-AF426BDCEDB2}"/>
              </a:ext>
            </a:extLst>
          </p:cNvPr>
          <p:cNvSpPr txBox="1"/>
          <p:nvPr/>
        </p:nvSpPr>
        <p:spPr>
          <a:xfrm>
            <a:off x="9714477" y="6156573"/>
            <a:ext cx="2088232" cy="369332"/>
          </a:xfrm>
          <a:prstGeom prst="rect">
            <a:avLst/>
          </a:prstGeom>
          <a:noFill/>
        </p:spPr>
        <p:txBody>
          <a:bodyPr wrap="square">
            <a:spAutoFit/>
          </a:bodyPr>
          <a:lstStyle/>
          <a:p>
            <a:r>
              <a:rPr lang="en-US" altLang="zh-CN" dirty="0">
                <a:latin typeface="+mj-ea"/>
                <a:ea typeface="+mj-ea"/>
                <a:hlinkClick r:id="rId2"/>
              </a:rPr>
              <a:t>mockjs_demo.html</a:t>
            </a:r>
            <a:endParaRPr lang="zh-CN" altLang="en-US" dirty="0">
              <a:latin typeface="+mj-ea"/>
              <a:ea typeface="+mj-ea"/>
            </a:endParaRPr>
          </a:p>
        </p:txBody>
      </p:sp>
    </p:spTree>
    <p:extLst>
      <p:ext uri="{BB962C8B-B14F-4D97-AF65-F5344CB8AC3E}">
        <p14:creationId xmlns:p14="http://schemas.microsoft.com/office/powerpoint/2010/main" val="281885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4.1 </a:t>
            </a:r>
            <a:r>
              <a:rPr lang="zh-CN" altLang="en-US" b="1" dirty="0">
                <a:solidFill>
                  <a:srgbClr val="C00000"/>
                </a:solidFill>
                <a:latin typeface="黑体" panose="02010609060101010101" pitchFamily="49" charset="-122"/>
                <a:ea typeface="黑体" panose="02010609060101010101" pitchFamily="49" charset="-122"/>
              </a:rPr>
              <a:t>前端模拟对接测试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Mock</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mn-ea"/>
                <a:ea typeface="+mn-ea"/>
              </a:rPr>
              <a:t>使用</a:t>
            </a:r>
            <a:r>
              <a:rPr lang="en-US" altLang="zh-CN" sz="2000" b="1" dirty="0">
                <a:latin typeface="+mn-ea"/>
                <a:ea typeface="+mn-ea"/>
              </a:rPr>
              <a:t>mock.js</a:t>
            </a:r>
            <a:r>
              <a:rPr lang="zh-CN" altLang="en-US" sz="2000" b="1" dirty="0">
                <a:latin typeface="+mn-ea"/>
                <a:ea typeface="+mn-ea"/>
              </a:rPr>
              <a:t>实现模拟</a:t>
            </a:r>
            <a:endParaRPr lang="en-US" altLang="zh-CN" sz="2000" b="1" dirty="0">
              <a:latin typeface="+mn-ea"/>
              <a:ea typeface="+mn-ea"/>
            </a:endParaRPr>
          </a:p>
        </p:txBody>
      </p:sp>
      <p:sp>
        <p:nvSpPr>
          <p:cNvPr id="7" name="文本框 6">
            <a:extLst>
              <a:ext uri="{FF2B5EF4-FFF2-40B4-BE49-F238E27FC236}">
                <a16:creationId xmlns:a16="http://schemas.microsoft.com/office/drawing/2014/main" id="{C9067B27-72D5-4456-810A-DB77B729CAB5}"/>
              </a:ext>
            </a:extLst>
          </p:cNvPr>
          <p:cNvSpPr txBox="1"/>
          <p:nvPr/>
        </p:nvSpPr>
        <p:spPr>
          <a:xfrm>
            <a:off x="601442" y="2222570"/>
            <a:ext cx="5256584" cy="450316"/>
          </a:xfrm>
          <a:prstGeom prst="rect">
            <a:avLst/>
          </a:prstGeom>
          <a:noFill/>
        </p:spPr>
        <p:txBody>
          <a:bodyPr wrap="square">
            <a:spAutoFit/>
          </a:bodyPr>
          <a:lstStyle/>
          <a:p>
            <a:pPr marL="342900" indent="-342900">
              <a:lnSpc>
                <a:spcPct val="150000"/>
              </a:lnSpc>
              <a:buFont typeface="Wingdings" panose="05000000000000000000" pitchFamily="2" charset="2"/>
              <a:buChar char="l"/>
            </a:pPr>
            <a:endParaRPr lang="en-US" altLang="zh-CN" sz="1800" b="1" dirty="0">
              <a:latin typeface="+mn-ea"/>
              <a:ea typeface="+mn-ea"/>
            </a:endParaRPr>
          </a:p>
        </p:txBody>
      </p:sp>
      <p:sp>
        <p:nvSpPr>
          <p:cNvPr id="14" name="文本框 13">
            <a:extLst>
              <a:ext uri="{FF2B5EF4-FFF2-40B4-BE49-F238E27FC236}">
                <a16:creationId xmlns:a16="http://schemas.microsoft.com/office/drawing/2014/main" id="{6B8BD184-51F4-4910-B2A1-AC73DC334EA7}"/>
              </a:ext>
            </a:extLst>
          </p:cNvPr>
          <p:cNvSpPr txBox="1"/>
          <p:nvPr/>
        </p:nvSpPr>
        <p:spPr>
          <a:xfrm>
            <a:off x="967557" y="2155424"/>
            <a:ext cx="4464496" cy="490071"/>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2000" b="1" dirty="0">
                <a:latin typeface="+mn-ea"/>
                <a:ea typeface="+mn-ea"/>
              </a:rPr>
              <a:t>利用数据占位符定义数据范围</a:t>
            </a:r>
            <a:endParaRPr lang="en-US" altLang="zh-CN" sz="2000" b="1" dirty="0">
              <a:latin typeface="+mn-ea"/>
              <a:ea typeface="+mn-ea"/>
            </a:endParaRPr>
          </a:p>
        </p:txBody>
      </p:sp>
      <p:sp>
        <p:nvSpPr>
          <p:cNvPr id="17" name="文本框 16">
            <a:extLst>
              <a:ext uri="{FF2B5EF4-FFF2-40B4-BE49-F238E27FC236}">
                <a16:creationId xmlns:a16="http://schemas.microsoft.com/office/drawing/2014/main" id="{6773A9FF-77A7-4231-BCCE-B31F94A36B18}"/>
              </a:ext>
            </a:extLst>
          </p:cNvPr>
          <p:cNvSpPr txBox="1"/>
          <p:nvPr/>
        </p:nvSpPr>
        <p:spPr>
          <a:xfrm>
            <a:off x="967557" y="5050737"/>
            <a:ext cx="7051430"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zh-CN" dirty="0">
                <a:latin typeface="+mn-ea"/>
              </a:rPr>
              <a:t>@</a:t>
            </a:r>
            <a:r>
              <a:rPr lang="zh-CN" altLang="en-US" dirty="0">
                <a:latin typeface="+mn-ea"/>
              </a:rPr>
              <a:t>占位符</a:t>
            </a:r>
          </a:p>
          <a:p>
            <a:r>
              <a:rPr lang="en-US" altLang="zh-CN" dirty="0">
                <a:latin typeface="+mn-ea"/>
              </a:rPr>
              <a:t>@</a:t>
            </a:r>
            <a:r>
              <a:rPr lang="zh-CN" altLang="en-US" dirty="0">
                <a:latin typeface="+mn-ea"/>
              </a:rPr>
              <a:t>占位符</a:t>
            </a:r>
            <a:r>
              <a:rPr lang="en-US" altLang="zh-CN" dirty="0">
                <a:latin typeface="+mn-ea"/>
              </a:rPr>
              <a:t>(</a:t>
            </a:r>
            <a:r>
              <a:rPr lang="zh-CN" altLang="en-US" dirty="0">
                <a:latin typeface="+mn-ea"/>
              </a:rPr>
              <a:t>参数 </a:t>
            </a:r>
            <a:r>
              <a:rPr lang="en-US" altLang="zh-CN" dirty="0">
                <a:latin typeface="+mn-ea"/>
              </a:rPr>
              <a:t>[, </a:t>
            </a:r>
            <a:r>
              <a:rPr lang="zh-CN" altLang="en-US" dirty="0">
                <a:latin typeface="+mn-ea"/>
              </a:rPr>
              <a:t>参数</a:t>
            </a:r>
            <a:r>
              <a:rPr lang="en-US" altLang="zh-CN" dirty="0">
                <a:latin typeface="+mn-ea"/>
              </a:rPr>
              <a:t>])</a:t>
            </a:r>
            <a:endParaRPr lang="zh-CN" altLang="en-US" dirty="0">
              <a:latin typeface="+mn-ea"/>
            </a:endParaRPr>
          </a:p>
        </p:txBody>
      </p:sp>
      <p:sp>
        <p:nvSpPr>
          <p:cNvPr id="15" name="文本框 14">
            <a:extLst>
              <a:ext uri="{FF2B5EF4-FFF2-40B4-BE49-F238E27FC236}">
                <a16:creationId xmlns:a16="http://schemas.microsoft.com/office/drawing/2014/main" id="{B2589834-C0DD-4639-A0D0-BE58EBB8656E}"/>
              </a:ext>
            </a:extLst>
          </p:cNvPr>
          <p:cNvSpPr txBox="1"/>
          <p:nvPr/>
        </p:nvSpPr>
        <p:spPr>
          <a:xfrm>
            <a:off x="923466" y="2733302"/>
            <a:ext cx="10413243" cy="211378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mn-ea"/>
                <a:ea typeface="+mn-ea"/>
              </a:rPr>
              <a:t>占位符只是在属性值字符串中占位，并不出现在最终的属性值中</a:t>
            </a:r>
            <a:endParaRPr lang="en-US" altLang="zh-CN" dirty="0">
              <a:latin typeface="+mn-ea"/>
              <a:ea typeface="+mn-ea"/>
            </a:endParaRPr>
          </a:p>
          <a:p>
            <a:pPr marL="285750" indent="-285750">
              <a:lnSpc>
                <a:spcPct val="150000"/>
              </a:lnSpc>
              <a:buFont typeface="Arial" panose="020B0604020202020204" pitchFamily="34" charset="0"/>
              <a:buChar char="•"/>
            </a:pPr>
            <a:r>
              <a:rPr lang="zh-CN" altLang="en-US" dirty="0">
                <a:latin typeface="+mn-ea"/>
                <a:ea typeface="+mn-ea"/>
              </a:rPr>
              <a:t>最终在字符串中的占位符，会被替换成对应</a:t>
            </a:r>
            <a:r>
              <a:rPr lang="en-US" altLang="zh-CN" dirty="0" err="1">
                <a:latin typeface="+mn-ea"/>
                <a:ea typeface="+mn-ea"/>
              </a:rPr>
              <a:t>Mock.Random</a:t>
            </a:r>
            <a:r>
              <a:rPr lang="zh-CN" altLang="en-US" dirty="0">
                <a:latin typeface="+mn-ea"/>
                <a:ea typeface="+mn-ea"/>
              </a:rPr>
              <a:t>方法模拟的结果</a:t>
            </a:r>
            <a:endParaRPr lang="en-US" altLang="zh-CN" dirty="0">
              <a:latin typeface="+mn-ea"/>
              <a:ea typeface="+mn-ea"/>
            </a:endParaRPr>
          </a:p>
          <a:p>
            <a:pPr marL="285750" indent="-285750">
              <a:lnSpc>
                <a:spcPct val="150000"/>
              </a:lnSpc>
              <a:buFont typeface="Arial" panose="020B0604020202020204" pitchFamily="34" charset="0"/>
              <a:buChar char="•"/>
            </a:pPr>
            <a:r>
              <a:rPr lang="zh-CN" altLang="en-US" dirty="0">
                <a:latin typeface="+mn-ea"/>
                <a:ea typeface="+mn-ea"/>
              </a:rPr>
              <a:t>占位符和数据模板可以组合使用</a:t>
            </a:r>
            <a:endParaRPr lang="en-US" altLang="zh-CN" dirty="0">
              <a:latin typeface="+mn-ea"/>
              <a:ea typeface="+mn-ea"/>
            </a:endParaRPr>
          </a:p>
          <a:p>
            <a:pPr marL="285750" indent="-285750">
              <a:lnSpc>
                <a:spcPct val="150000"/>
              </a:lnSpc>
              <a:buFont typeface="Arial" panose="020B0604020202020204" pitchFamily="34" charset="0"/>
              <a:buChar char="•"/>
            </a:pPr>
            <a:r>
              <a:rPr lang="en-US" altLang="zh-CN" dirty="0">
                <a:latin typeface="+mn-ea"/>
                <a:ea typeface="+mn-ea"/>
              </a:rPr>
              <a:t>Random</a:t>
            </a:r>
            <a:r>
              <a:rPr lang="zh-CN" altLang="en-US" dirty="0">
                <a:latin typeface="+mn-ea"/>
                <a:ea typeface="+mn-ea"/>
              </a:rPr>
              <a:t>的数据可以包括数字、布尔量、字符、字符串、时间日期、图像、颜色、文本、句子、单词、标题、人名、网络资源地址、电子邮箱、地址和数据库索引字段等</a:t>
            </a:r>
          </a:p>
        </p:txBody>
      </p:sp>
    </p:spTree>
    <p:extLst>
      <p:ext uri="{BB962C8B-B14F-4D97-AF65-F5344CB8AC3E}">
        <p14:creationId xmlns:p14="http://schemas.microsoft.com/office/powerpoint/2010/main" val="922735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4.1 </a:t>
            </a:r>
            <a:r>
              <a:rPr lang="zh-CN" altLang="en-US" b="1" dirty="0">
                <a:solidFill>
                  <a:srgbClr val="C00000"/>
                </a:solidFill>
                <a:latin typeface="黑体" panose="02010609060101010101" pitchFamily="49" charset="-122"/>
                <a:ea typeface="黑体" panose="02010609060101010101" pitchFamily="49" charset="-122"/>
              </a:rPr>
              <a:t>前端模拟对接测试</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effectLst>
                  <a:outerShdw blurRad="38100" dist="38100" dir="2700000" algn="tl">
                    <a:srgbClr val="000000">
                      <a:alpha val="43137"/>
                    </a:srgbClr>
                  </a:outerShdw>
                </a:effectLst>
              </a:rPr>
              <a:t>Mock</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mn-ea"/>
                <a:ea typeface="+mn-ea"/>
              </a:rPr>
              <a:t>使用</a:t>
            </a:r>
            <a:r>
              <a:rPr lang="en-US" altLang="zh-CN" sz="2000" b="1" dirty="0">
                <a:latin typeface="+mn-ea"/>
                <a:ea typeface="+mn-ea"/>
              </a:rPr>
              <a:t>mock.js</a:t>
            </a:r>
            <a:r>
              <a:rPr lang="zh-CN" altLang="en-US" sz="2000" b="1" dirty="0">
                <a:latin typeface="+mn-ea"/>
                <a:ea typeface="+mn-ea"/>
              </a:rPr>
              <a:t>实现模拟</a:t>
            </a:r>
            <a:endParaRPr lang="en-US" altLang="zh-CN" sz="2000" b="1" dirty="0">
              <a:latin typeface="+mn-ea"/>
              <a:ea typeface="+mn-ea"/>
            </a:endParaRPr>
          </a:p>
        </p:txBody>
      </p:sp>
      <p:sp>
        <p:nvSpPr>
          <p:cNvPr id="7" name="文本框 6">
            <a:extLst>
              <a:ext uri="{FF2B5EF4-FFF2-40B4-BE49-F238E27FC236}">
                <a16:creationId xmlns:a16="http://schemas.microsoft.com/office/drawing/2014/main" id="{C9067B27-72D5-4456-810A-DB77B729CAB5}"/>
              </a:ext>
            </a:extLst>
          </p:cNvPr>
          <p:cNvSpPr txBox="1"/>
          <p:nvPr/>
        </p:nvSpPr>
        <p:spPr>
          <a:xfrm>
            <a:off x="601442" y="2222570"/>
            <a:ext cx="5256584" cy="450316"/>
          </a:xfrm>
          <a:prstGeom prst="rect">
            <a:avLst/>
          </a:prstGeom>
          <a:noFill/>
        </p:spPr>
        <p:txBody>
          <a:bodyPr wrap="square">
            <a:spAutoFit/>
          </a:bodyPr>
          <a:lstStyle/>
          <a:p>
            <a:pPr marL="342900" indent="-342900">
              <a:lnSpc>
                <a:spcPct val="150000"/>
              </a:lnSpc>
              <a:buFont typeface="Wingdings" panose="05000000000000000000" pitchFamily="2" charset="2"/>
              <a:buChar char="l"/>
            </a:pPr>
            <a:endParaRPr lang="en-US" altLang="zh-CN" sz="1800" b="1" dirty="0"/>
          </a:p>
        </p:txBody>
      </p:sp>
      <p:sp>
        <p:nvSpPr>
          <p:cNvPr id="14" name="文本框 13">
            <a:extLst>
              <a:ext uri="{FF2B5EF4-FFF2-40B4-BE49-F238E27FC236}">
                <a16:creationId xmlns:a16="http://schemas.microsoft.com/office/drawing/2014/main" id="{6B8BD184-51F4-4910-B2A1-AC73DC334EA7}"/>
              </a:ext>
            </a:extLst>
          </p:cNvPr>
          <p:cNvSpPr txBox="1"/>
          <p:nvPr/>
        </p:nvSpPr>
        <p:spPr>
          <a:xfrm>
            <a:off x="967557" y="2155424"/>
            <a:ext cx="4464496" cy="490071"/>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2000" b="1" dirty="0"/>
              <a:t>利用数据占位符定义数据范围</a:t>
            </a:r>
            <a:endParaRPr lang="en-US" altLang="zh-CN" sz="2000" b="1" dirty="0"/>
          </a:p>
        </p:txBody>
      </p:sp>
      <p:sp>
        <p:nvSpPr>
          <p:cNvPr id="9" name="对话气泡: 圆角矩形 8">
            <a:extLst>
              <a:ext uri="{FF2B5EF4-FFF2-40B4-BE49-F238E27FC236}">
                <a16:creationId xmlns:a16="http://schemas.microsoft.com/office/drawing/2014/main" id="{7934791E-BD42-4918-8F90-CBCD92966707}"/>
              </a:ext>
            </a:extLst>
          </p:cNvPr>
          <p:cNvSpPr/>
          <p:nvPr/>
        </p:nvSpPr>
        <p:spPr>
          <a:xfrm>
            <a:off x="9051663" y="1875865"/>
            <a:ext cx="1446235" cy="571863"/>
          </a:xfrm>
          <a:prstGeom prst="wedgeRoundRectCallout">
            <a:avLst>
              <a:gd name="adj1" fmla="val -48112"/>
              <a:gd name="adj2" fmla="val 970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一些例子</a:t>
            </a:r>
          </a:p>
        </p:txBody>
      </p:sp>
      <p:sp>
        <p:nvSpPr>
          <p:cNvPr id="10" name="文本框 9">
            <a:extLst>
              <a:ext uri="{FF2B5EF4-FFF2-40B4-BE49-F238E27FC236}">
                <a16:creationId xmlns:a16="http://schemas.microsoft.com/office/drawing/2014/main" id="{14CBA8C0-3C4C-4B0B-988D-EAEFEB234FD4}"/>
              </a:ext>
            </a:extLst>
          </p:cNvPr>
          <p:cNvSpPr txBox="1"/>
          <p:nvPr/>
        </p:nvSpPr>
        <p:spPr>
          <a:xfrm>
            <a:off x="9714477" y="6156573"/>
            <a:ext cx="2088232" cy="369332"/>
          </a:xfrm>
          <a:prstGeom prst="rect">
            <a:avLst/>
          </a:prstGeom>
          <a:noFill/>
        </p:spPr>
        <p:txBody>
          <a:bodyPr wrap="square">
            <a:spAutoFit/>
          </a:bodyPr>
          <a:lstStyle/>
          <a:p>
            <a:r>
              <a:rPr lang="en-US" altLang="zh-CN" dirty="0">
                <a:latin typeface="+mj-ea"/>
                <a:ea typeface="+mj-ea"/>
                <a:hlinkClick r:id="rId2"/>
              </a:rPr>
              <a:t>mockjs_demo.html</a:t>
            </a:r>
            <a:endParaRPr lang="zh-CN" altLang="en-US" dirty="0">
              <a:latin typeface="+mj-ea"/>
              <a:ea typeface="+mj-ea"/>
            </a:endParaRPr>
          </a:p>
        </p:txBody>
      </p:sp>
      <p:grpSp>
        <p:nvGrpSpPr>
          <p:cNvPr id="3" name="组合 2">
            <a:extLst>
              <a:ext uri="{FF2B5EF4-FFF2-40B4-BE49-F238E27FC236}">
                <a16:creationId xmlns:a16="http://schemas.microsoft.com/office/drawing/2014/main" id="{84A01B80-B5BE-4139-9834-2DF80A612217}"/>
              </a:ext>
            </a:extLst>
          </p:cNvPr>
          <p:cNvGrpSpPr/>
          <p:nvPr/>
        </p:nvGrpSpPr>
        <p:grpSpPr>
          <a:xfrm>
            <a:off x="1082782" y="2951438"/>
            <a:ext cx="9316218" cy="307777"/>
            <a:chOff x="1082782" y="2951438"/>
            <a:chExt cx="9316218" cy="307777"/>
          </a:xfrm>
        </p:grpSpPr>
        <p:sp>
          <p:nvSpPr>
            <p:cNvPr id="17" name="文本框 16">
              <a:extLst>
                <a:ext uri="{FF2B5EF4-FFF2-40B4-BE49-F238E27FC236}">
                  <a16:creationId xmlns:a16="http://schemas.microsoft.com/office/drawing/2014/main" id="{6773A9FF-77A7-4231-BCCE-B31F94A36B18}"/>
                </a:ext>
              </a:extLst>
            </p:cNvPr>
            <p:cNvSpPr txBox="1"/>
            <p:nvPr/>
          </p:nvSpPr>
          <p:spPr>
            <a:xfrm>
              <a:off x="1082782" y="2951438"/>
              <a:ext cx="3816424" cy="307777"/>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zh-CN" sz="1400" dirty="0" err="1">
                  <a:latin typeface="+mn-ea"/>
                </a:rPr>
                <a:t>Mock.mock</a:t>
              </a:r>
              <a:r>
                <a:rPr lang="en-US" altLang="zh-CN" sz="1400" dirty="0">
                  <a:latin typeface="+mn-ea"/>
                </a:rPr>
                <a:t>({ "</a:t>
              </a:r>
              <a:r>
                <a:rPr lang="zh-CN" altLang="en-US" sz="1400" dirty="0">
                  <a:latin typeface="+mn-ea"/>
                </a:rPr>
                <a:t>是否为真</a:t>
              </a:r>
              <a:r>
                <a:rPr lang="en-US" altLang="zh-CN" sz="1400" dirty="0">
                  <a:latin typeface="+mn-ea"/>
                </a:rPr>
                <a:t>": '@</a:t>
              </a:r>
              <a:r>
                <a:rPr lang="en-US" altLang="zh-CN" sz="1400" dirty="0" err="1">
                  <a:latin typeface="+mn-ea"/>
                </a:rPr>
                <a:t>boolean</a:t>
              </a:r>
              <a:r>
                <a:rPr lang="en-US" altLang="zh-CN" sz="1400" dirty="0">
                  <a:latin typeface="+mn-ea"/>
                </a:rPr>
                <a:t>' })</a:t>
              </a:r>
              <a:endParaRPr lang="zh-CN" altLang="en-US" sz="1400" dirty="0">
                <a:latin typeface="+mn-ea"/>
              </a:endParaRPr>
            </a:p>
          </p:txBody>
        </p:sp>
        <p:sp>
          <p:nvSpPr>
            <p:cNvPr id="11" name="文本框 10">
              <a:extLst>
                <a:ext uri="{FF2B5EF4-FFF2-40B4-BE49-F238E27FC236}">
                  <a16:creationId xmlns:a16="http://schemas.microsoft.com/office/drawing/2014/main" id="{60BCBB3A-B4FF-44D3-9059-654A3065723A}"/>
                </a:ext>
              </a:extLst>
            </p:cNvPr>
            <p:cNvSpPr txBox="1"/>
            <p:nvPr/>
          </p:nvSpPr>
          <p:spPr>
            <a:xfrm>
              <a:off x="6080125" y="2951438"/>
              <a:ext cx="4318875"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j-ea"/>
                  <a:ea typeface="+mj-ea"/>
                  <a:cs typeface="Times New Roman" panose="02020603050405020304" pitchFamily="18" charset="0"/>
                </a:rPr>
                <a:t>{"</a:t>
              </a:r>
              <a:r>
                <a:rPr lang="zh-CN" altLang="en-US" sz="1400" b="1" dirty="0">
                  <a:solidFill>
                    <a:schemeClr val="tx2"/>
                  </a:solidFill>
                  <a:latin typeface="+mj-ea"/>
                  <a:ea typeface="+mj-ea"/>
                  <a:cs typeface="Times New Roman" panose="02020603050405020304" pitchFamily="18" charset="0"/>
                </a:rPr>
                <a:t>是否为真</a:t>
              </a:r>
              <a:r>
                <a:rPr lang="en-US" altLang="zh-CN" sz="1400" b="1" dirty="0">
                  <a:solidFill>
                    <a:schemeClr val="tx2"/>
                  </a:solidFill>
                  <a:latin typeface="+mj-ea"/>
                  <a:ea typeface="+mj-ea"/>
                  <a:cs typeface="Times New Roman" panose="02020603050405020304" pitchFamily="18" charset="0"/>
                </a:rPr>
                <a:t>":false}</a:t>
              </a:r>
            </a:p>
          </p:txBody>
        </p:sp>
        <p:sp>
          <p:nvSpPr>
            <p:cNvPr id="12" name="箭头: 上 11">
              <a:extLst>
                <a:ext uri="{FF2B5EF4-FFF2-40B4-BE49-F238E27FC236}">
                  <a16:creationId xmlns:a16="http://schemas.microsoft.com/office/drawing/2014/main" id="{B78C03D8-FD0F-434A-B8C8-B5FFAC009A35}"/>
                </a:ext>
              </a:extLst>
            </p:cNvPr>
            <p:cNvSpPr/>
            <p:nvPr/>
          </p:nvSpPr>
          <p:spPr>
            <a:xfrm rot="5400000">
              <a:off x="5355399" y="2911567"/>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EA240564-4E20-4866-BE70-B22AEC010E64}"/>
              </a:ext>
            </a:extLst>
          </p:cNvPr>
          <p:cNvGrpSpPr/>
          <p:nvPr/>
        </p:nvGrpSpPr>
        <p:grpSpPr>
          <a:xfrm>
            <a:off x="1084387" y="3420269"/>
            <a:ext cx="9314612" cy="523220"/>
            <a:chOff x="1082782" y="2951438"/>
            <a:chExt cx="9314612" cy="523220"/>
          </a:xfrm>
        </p:grpSpPr>
        <p:sp>
          <p:nvSpPr>
            <p:cNvPr id="16" name="文本框 15">
              <a:extLst>
                <a:ext uri="{FF2B5EF4-FFF2-40B4-BE49-F238E27FC236}">
                  <a16:creationId xmlns:a16="http://schemas.microsoft.com/office/drawing/2014/main" id="{6D482E5C-F69A-434D-AEF5-B6E8387C59E6}"/>
                </a:ext>
              </a:extLst>
            </p:cNvPr>
            <p:cNvSpPr txBox="1"/>
            <p:nvPr/>
          </p:nvSpPr>
          <p:spPr>
            <a:xfrm>
              <a:off x="1082782" y="2951438"/>
              <a:ext cx="3816424" cy="52322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zh-CN" sz="1400" dirty="0">
                  <a:latin typeface="+mn-ea"/>
                </a:rPr>
                <a:t>Mock.mock({"date": '@date("</a:t>
              </a:r>
              <a:r>
                <a:rPr lang="en-US" altLang="zh-CN" sz="1400" dirty="0" err="1">
                  <a:latin typeface="+mn-ea"/>
                </a:rPr>
                <a:t>yyyy</a:t>
              </a:r>
              <a:r>
                <a:rPr lang="en-US" altLang="zh-CN" sz="1400" dirty="0">
                  <a:latin typeface="+mn-ea"/>
                </a:rPr>
                <a:t>-MM-dd")'})</a:t>
              </a:r>
              <a:endParaRPr lang="zh-CN" altLang="en-US" sz="1400" dirty="0">
                <a:latin typeface="+mn-ea"/>
              </a:endParaRPr>
            </a:p>
          </p:txBody>
        </p:sp>
        <p:sp>
          <p:nvSpPr>
            <p:cNvPr id="18" name="文本框 17">
              <a:extLst>
                <a:ext uri="{FF2B5EF4-FFF2-40B4-BE49-F238E27FC236}">
                  <a16:creationId xmlns:a16="http://schemas.microsoft.com/office/drawing/2014/main" id="{E6715F9B-E2C0-4D1B-9034-07947DD55ABE}"/>
                </a:ext>
              </a:extLst>
            </p:cNvPr>
            <p:cNvSpPr txBox="1"/>
            <p:nvPr/>
          </p:nvSpPr>
          <p:spPr>
            <a:xfrm>
              <a:off x="6078519" y="2965910"/>
              <a:ext cx="4318875"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i="0" dirty="0">
                  <a:solidFill>
                    <a:srgbClr val="000000"/>
                  </a:solidFill>
                  <a:effectLst/>
                  <a:latin typeface="+mn-ea"/>
                </a:rPr>
                <a:t>{"date":"2011-11-19"}</a:t>
              </a:r>
              <a:endParaRPr lang="en-US" altLang="zh-CN" sz="1400" b="1" dirty="0">
                <a:solidFill>
                  <a:schemeClr val="tx2"/>
                </a:solidFill>
                <a:latin typeface="+mn-ea"/>
                <a:cs typeface="Times New Roman" panose="02020603050405020304" pitchFamily="18" charset="0"/>
              </a:endParaRPr>
            </a:p>
          </p:txBody>
        </p:sp>
        <p:sp>
          <p:nvSpPr>
            <p:cNvPr id="19" name="箭头: 上 18">
              <a:extLst>
                <a:ext uri="{FF2B5EF4-FFF2-40B4-BE49-F238E27FC236}">
                  <a16:creationId xmlns:a16="http://schemas.microsoft.com/office/drawing/2014/main" id="{B779840F-AFB5-4698-9D1A-6A284DDFB752}"/>
                </a:ext>
              </a:extLst>
            </p:cNvPr>
            <p:cNvSpPr/>
            <p:nvPr/>
          </p:nvSpPr>
          <p:spPr>
            <a:xfrm rot="5400000">
              <a:off x="5355399" y="2911567"/>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a:extLst>
              <a:ext uri="{FF2B5EF4-FFF2-40B4-BE49-F238E27FC236}">
                <a16:creationId xmlns:a16="http://schemas.microsoft.com/office/drawing/2014/main" id="{2C9C04CE-16E3-4315-A974-6D0BCC64F881}"/>
              </a:ext>
            </a:extLst>
          </p:cNvPr>
          <p:cNvGrpSpPr/>
          <p:nvPr/>
        </p:nvGrpSpPr>
        <p:grpSpPr>
          <a:xfrm>
            <a:off x="1082781" y="4149485"/>
            <a:ext cx="9316218" cy="523220"/>
            <a:chOff x="1082782" y="2951438"/>
            <a:chExt cx="9316218" cy="523220"/>
          </a:xfrm>
        </p:grpSpPr>
        <p:sp>
          <p:nvSpPr>
            <p:cNvPr id="23" name="文本框 22">
              <a:extLst>
                <a:ext uri="{FF2B5EF4-FFF2-40B4-BE49-F238E27FC236}">
                  <a16:creationId xmlns:a16="http://schemas.microsoft.com/office/drawing/2014/main" id="{328C9441-78A1-4521-B102-A1E6225BCEEA}"/>
                </a:ext>
              </a:extLst>
            </p:cNvPr>
            <p:cNvSpPr txBox="1"/>
            <p:nvPr/>
          </p:nvSpPr>
          <p:spPr>
            <a:xfrm>
              <a:off x="1082782" y="2951438"/>
              <a:ext cx="3816424" cy="52322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zh-CN" sz="1400" dirty="0">
                  <a:latin typeface="+mn-ea"/>
                </a:rPr>
                <a:t>Mock.mock({ "image": "@image('200x100', '@color', '</a:t>
              </a:r>
              <a:r>
                <a:rPr lang="en-US" altLang="zh-CN" sz="1400" dirty="0" err="1">
                  <a:latin typeface="+mn-ea"/>
                </a:rPr>
                <a:t>png</a:t>
              </a:r>
              <a:r>
                <a:rPr lang="en-US" altLang="zh-CN" sz="1400" dirty="0">
                  <a:latin typeface="+mn-ea"/>
                </a:rPr>
                <a:t>', '@word')" })</a:t>
              </a:r>
              <a:endParaRPr lang="zh-CN" altLang="en-US" sz="1400" dirty="0">
                <a:latin typeface="+mn-ea"/>
              </a:endParaRPr>
            </a:p>
          </p:txBody>
        </p:sp>
        <p:sp>
          <p:nvSpPr>
            <p:cNvPr id="24" name="文本框 23">
              <a:extLst>
                <a:ext uri="{FF2B5EF4-FFF2-40B4-BE49-F238E27FC236}">
                  <a16:creationId xmlns:a16="http://schemas.microsoft.com/office/drawing/2014/main" id="{718858BD-E834-4732-A4B1-1CE9E07D72A2}"/>
                </a:ext>
              </a:extLst>
            </p:cNvPr>
            <p:cNvSpPr txBox="1"/>
            <p:nvPr/>
          </p:nvSpPr>
          <p:spPr>
            <a:xfrm>
              <a:off x="6080125" y="2951438"/>
              <a:ext cx="4318875" cy="5232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j-ea"/>
                  <a:ea typeface="+mj-ea"/>
                  <a:cs typeface="Times New Roman" panose="02020603050405020304" pitchFamily="18" charset="0"/>
                </a:rPr>
                <a:t>{"</a:t>
              </a:r>
              <a:r>
                <a:rPr lang="en-US" altLang="zh-CN" sz="1400" b="1" dirty="0" err="1">
                  <a:solidFill>
                    <a:schemeClr val="tx2"/>
                  </a:solidFill>
                  <a:latin typeface="+mj-ea"/>
                  <a:ea typeface="+mj-ea"/>
                  <a:cs typeface="Times New Roman" panose="02020603050405020304" pitchFamily="18" charset="0"/>
                </a:rPr>
                <a:t>image":"http</a:t>
              </a:r>
              <a:r>
                <a:rPr lang="en-US" altLang="zh-CN" sz="1400" b="1" dirty="0">
                  <a:solidFill>
                    <a:schemeClr val="tx2"/>
                  </a:solidFill>
                  <a:latin typeface="+mj-ea"/>
                  <a:ea typeface="+mj-ea"/>
                  <a:cs typeface="Times New Roman" panose="02020603050405020304" pitchFamily="18" charset="0"/>
                </a:rPr>
                <a:t>://dummyimage.com/200x100/7990f2/</a:t>
              </a:r>
              <a:r>
                <a:rPr lang="en-US" altLang="zh-CN" sz="1400" b="1" dirty="0" err="1">
                  <a:solidFill>
                    <a:schemeClr val="tx2"/>
                  </a:solidFill>
                  <a:latin typeface="+mj-ea"/>
                  <a:ea typeface="+mj-ea"/>
                  <a:cs typeface="Times New Roman" panose="02020603050405020304" pitchFamily="18" charset="0"/>
                </a:rPr>
                <a:t>png&amp;text</a:t>
              </a:r>
              <a:r>
                <a:rPr lang="en-US" altLang="zh-CN" sz="1400" b="1" dirty="0">
                  <a:solidFill>
                    <a:schemeClr val="tx2"/>
                  </a:solidFill>
                  <a:latin typeface="+mj-ea"/>
                  <a:ea typeface="+mj-ea"/>
                  <a:cs typeface="Times New Roman" panose="02020603050405020304" pitchFamily="18" charset="0"/>
                </a:rPr>
                <a:t>=</a:t>
              </a:r>
              <a:r>
                <a:rPr lang="en-US" altLang="zh-CN" sz="1400" b="1" dirty="0" err="1">
                  <a:solidFill>
                    <a:schemeClr val="tx2"/>
                  </a:solidFill>
                  <a:latin typeface="+mj-ea"/>
                  <a:ea typeface="+mj-ea"/>
                  <a:cs typeface="Times New Roman" panose="02020603050405020304" pitchFamily="18" charset="0"/>
                </a:rPr>
                <a:t>swoopa</a:t>
              </a:r>
              <a:r>
                <a:rPr lang="en-US" altLang="zh-CN" sz="1400" b="1" dirty="0">
                  <a:solidFill>
                    <a:schemeClr val="tx2"/>
                  </a:solidFill>
                  <a:latin typeface="+mj-ea"/>
                  <a:ea typeface="+mj-ea"/>
                  <a:cs typeface="Times New Roman" panose="02020603050405020304" pitchFamily="18" charset="0"/>
                </a:rPr>
                <a:t>"}</a:t>
              </a:r>
            </a:p>
          </p:txBody>
        </p:sp>
        <p:sp>
          <p:nvSpPr>
            <p:cNvPr id="25" name="箭头: 上 24">
              <a:extLst>
                <a:ext uri="{FF2B5EF4-FFF2-40B4-BE49-F238E27FC236}">
                  <a16:creationId xmlns:a16="http://schemas.microsoft.com/office/drawing/2014/main" id="{F41C6A79-C0F4-47EA-80A0-27BA4601C797}"/>
                </a:ext>
              </a:extLst>
            </p:cNvPr>
            <p:cNvSpPr/>
            <p:nvPr/>
          </p:nvSpPr>
          <p:spPr>
            <a:xfrm rot="5400000">
              <a:off x="5355399" y="2911567"/>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a:extLst>
              <a:ext uri="{FF2B5EF4-FFF2-40B4-BE49-F238E27FC236}">
                <a16:creationId xmlns:a16="http://schemas.microsoft.com/office/drawing/2014/main" id="{885C2003-8783-4897-B8FC-E22E6EB087A4}"/>
              </a:ext>
            </a:extLst>
          </p:cNvPr>
          <p:cNvGrpSpPr/>
          <p:nvPr/>
        </p:nvGrpSpPr>
        <p:grpSpPr>
          <a:xfrm>
            <a:off x="1082781" y="4910135"/>
            <a:ext cx="9316218" cy="307777"/>
            <a:chOff x="1082782" y="2951438"/>
            <a:chExt cx="9316218" cy="307777"/>
          </a:xfrm>
        </p:grpSpPr>
        <p:sp>
          <p:nvSpPr>
            <p:cNvPr id="27" name="文本框 26">
              <a:extLst>
                <a:ext uri="{FF2B5EF4-FFF2-40B4-BE49-F238E27FC236}">
                  <a16:creationId xmlns:a16="http://schemas.microsoft.com/office/drawing/2014/main" id="{F46FB70E-BBB6-46EB-9E0B-D95E481686F3}"/>
                </a:ext>
              </a:extLst>
            </p:cNvPr>
            <p:cNvSpPr txBox="1"/>
            <p:nvPr/>
          </p:nvSpPr>
          <p:spPr>
            <a:xfrm>
              <a:off x="1082782" y="2951438"/>
              <a:ext cx="3816424" cy="307777"/>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zh-CN" sz="1400" dirty="0">
                  <a:latin typeface="+mn-ea"/>
                </a:rPr>
                <a:t>Mock.mock({ "name": "@county(true)"})</a:t>
              </a:r>
              <a:endParaRPr lang="zh-CN" altLang="en-US" sz="1400" dirty="0">
                <a:latin typeface="+mn-ea"/>
              </a:endParaRPr>
            </a:p>
          </p:txBody>
        </p:sp>
        <p:sp>
          <p:nvSpPr>
            <p:cNvPr id="28" name="文本框 27">
              <a:extLst>
                <a:ext uri="{FF2B5EF4-FFF2-40B4-BE49-F238E27FC236}">
                  <a16:creationId xmlns:a16="http://schemas.microsoft.com/office/drawing/2014/main" id="{E70F2856-498F-490A-91EE-B3CE571CA4E8}"/>
                </a:ext>
              </a:extLst>
            </p:cNvPr>
            <p:cNvSpPr txBox="1"/>
            <p:nvPr/>
          </p:nvSpPr>
          <p:spPr>
            <a:xfrm>
              <a:off x="6080125" y="2951438"/>
              <a:ext cx="4318875"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j-ea"/>
                  <a:ea typeface="+mj-ea"/>
                  <a:cs typeface="Times New Roman" panose="02020603050405020304" pitchFamily="18" charset="0"/>
                </a:rPr>
                <a:t>{"name":"</a:t>
              </a:r>
              <a:r>
                <a:rPr lang="zh-CN" altLang="en-US" sz="1400" b="1" dirty="0">
                  <a:solidFill>
                    <a:schemeClr val="tx2"/>
                  </a:solidFill>
                  <a:latin typeface="+mj-ea"/>
                  <a:ea typeface="+mj-ea"/>
                  <a:cs typeface="Times New Roman" panose="02020603050405020304" pitchFamily="18" charset="0"/>
                </a:rPr>
                <a:t>宁夏回族自治区 吴忠市 盐池县</a:t>
              </a:r>
              <a:r>
                <a:rPr lang="en-US" altLang="zh-CN" sz="1400" b="1" dirty="0">
                  <a:solidFill>
                    <a:schemeClr val="tx2"/>
                  </a:solidFill>
                  <a:latin typeface="+mj-ea"/>
                  <a:ea typeface="+mj-ea"/>
                  <a:cs typeface="Times New Roman" panose="02020603050405020304" pitchFamily="18" charset="0"/>
                </a:rPr>
                <a:t>"}</a:t>
              </a:r>
            </a:p>
          </p:txBody>
        </p:sp>
        <p:sp>
          <p:nvSpPr>
            <p:cNvPr id="29" name="箭头: 上 28">
              <a:extLst>
                <a:ext uri="{FF2B5EF4-FFF2-40B4-BE49-F238E27FC236}">
                  <a16:creationId xmlns:a16="http://schemas.microsoft.com/office/drawing/2014/main" id="{E53216D7-B043-451D-8B47-BF7650A01FB2}"/>
                </a:ext>
              </a:extLst>
            </p:cNvPr>
            <p:cNvSpPr/>
            <p:nvPr/>
          </p:nvSpPr>
          <p:spPr>
            <a:xfrm rot="5400000">
              <a:off x="5355399" y="2911567"/>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a:extLst>
              <a:ext uri="{FF2B5EF4-FFF2-40B4-BE49-F238E27FC236}">
                <a16:creationId xmlns:a16="http://schemas.microsoft.com/office/drawing/2014/main" id="{9BAA8FD0-CFF3-40DB-8EE8-3FBBD3929BBB}"/>
              </a:ext>
            </a:extLst>
          </p:cNvPr>
          <p:cNvGrpSpPr/>
          <p:nvPr/>
        </p:nvGrpSpPr>
        <p:grpSpPr>
          <a:xfrm>
            <a:off x="1075399" y="5427357"/>
            <a:ext cx="9316218" cy="307777"/>
            <a:chOff x="1082782" y="2951438"/>
            <a:chExt cx="9316218" cy="307777"/>
          </a:xfrm>
        </p:grpSpPr>
        <p:sp>
          <p:nvSpPr>
            <p:cNvPr id="31" name="文本框 30">
              <a:extLst>
                <a:ext uri="{FF2B5EF4-FFF2-40B4-BE49-F238E27FC236}">
                  <a16:creationId xmlns:a16="http://schemas.microsoft.com/office/drawing/2014/main" id="{8A6ED48C-725C-489F-92AA-697917754948}"/>
                </a:ext>
              </a:extLst>
            </p:cNvPr>
            <p:cNvSpPr txBox="1"/>
            <p:nvPr/>
          </p:nvSpPr>
          <p:spPr>
            <a:xfrm>
              <a:off x="1082782" y="2951438"/>
              <a:ext cx="3816424" cy="307777"/>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zh-CN" sz="1400" dirty="0">
                  <a:latin typeface="+mn-ea"/>
                </a:rPr>
                <a:t>Mock.mock({ "</a:t>
              </a:r>
              <a:r>
                <a:rPr lang="en-US" altLang="zh-CN" sz="1400" dirty="0" err="1">
                  <a:latin typeface="+mn-ea"/>
                </a:rPr>
                <a:t>guid</a:t>
              </a:r>
              <a:r>
                <a:rPr lang="en-US" altLang="zh-CN" sz="1400" dirty="0">
                  <a:latin typeface="+mn-ea"/>
                </a:rPr>
                <a:t>": "@</a:t>
              </a:r>
              <a:r>
                <a:rPr lang="en-US" altLang="zh-CN" sz="1400" dirty="0" err="1">
                  <a:latin typeface="+mn-ea"/>
                </a:rPr>
                <a:t>guid</a:t>
              </a:r>
              <a:r>
                <a:rPr lang="en-US" altLang="zh-CN" sz="1400" dirty="0">
                  <a:latin typeface="+mn-ea"/>
                </a:rPr>
                <a:t>()"})</a:t>
              </a:r>
              <a:endParaRPr lang="zh-CN" altLang="en-US" sz="1400" dirty="0">
                <a:latin typeface="+mn-ea"/>
              </a:endParaRPr>
            </a:p>
          </p:txBody>
        </p:sp>
        <p:sp>
          <p:nvSpPr>
            <p:cNvPr id="32" name="文本框 31">
              <a:extLst>
                <a:ext uri="{FF2B5EF4-FFF2-40B4-BE49-F238E27FC236}">
                  <a16:creationId xmlns:a16="http://schemas.microsoft.com/office/drawing/2014/main" id="{E70814ED-7FFE-4C36-8273-6A0872863094}"/>
                </a:ext>
              </a:extLst>
            </p:cNvPr>
            <p:cNvSpPr txBox="1"/>
            <p:nvPr/>
          </p:nvSpPr>
          <p:spPr>
            <a:xfrm>
              <a:off x="6080125" y="2951438"/>
              <a:ext cx="4318875"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400" b="1" dirty="0">
                  <a:solidFill>
                    <a:schemeClr val="tx2"/>
                  </a:solidFill>
                  <a:latin typeface="+mj-ea"/>
                  <a:ea typeface="+mj-ea"/>
                  <a:cs typeface="Times New Roman" panose="02020603050405020304" pitchFamily="18" charset="0"/>
                </a:rPr>
                <a:t>{"guid":"7cEa6708-f431-35bb-fF6E-A049b4e62e44"}</a:t>
              </a:r>
            </a:p>
          </p:txBody>
        </p:sp>
        <p:sp>
          <p:nvSpPr>
            <p:cNvPr id="33" name="箭头: 上 32">
              <a:extLst>
                <a:ext uri="{FF2B5EF4-FFF2-40B4-BE49-F238E27FC236}">
                  <a16:creationId xmlns:a16="http://schemas.microsoft.com/office/drawing/2014/main" id="{95EEBC04-375B-4DBF-AC9B-A20C1C700EF6}"/>
                </a:ext>
              </a:extLst>
            </p:cNvPr>
            <p:cNvSpPr/>
            <p:nvPr/>
          </p:nvSpPr>
          <p:spPr>
            <a:xfrm rot="5400000">
              <a:off x="5355399" y="2911567"/>
              <a:ext cx="216024" cy="3693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093810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什么是</a:t>
            </a:r>
            <a:r>
              <a:rPr lang="en-US" altLang="zh-CN" sz="2800" b="1" dirty="0">
                <a:solidFill>
                  <a:srgbClr val="0000FF"/>
                </a:solidFill>
                <a:effectLst>
                  <a:outerShdw blurRad="38100" dist="38100" dir="2700000" algn="tl">
                    <a:srgbClr val="000000">
                      <a:alpha val="43137"/>
                    </a:srgbClr>
                  </a:outerShdw>
                </a:effectLst>
              </a:rPr>
              <a:t>AJAX</a:t>
            </a:r>
          </a:p>
        </p:txBody>
      </p:sp>
      <p:sp>
        <p:nvSpPr>
          <p:cNvPr id="13" name="文本框 12">
            <a:extLst>
              <a:ext uri="{FF2B5EF4-FFF2-40B4-BE49-F238E27FC236}">
                <a16:creationId xmlns:a16="http://schemas.microsoft.com/office/drawing/2014/main" id="{BE40CBFD-B41A-4C8E-9EDD-2B0F8DC2E14F}"/>
              </a:ext>
            </a:extLst>
          </p:cNvPr>
          <p:cNvSpPr txBox="1"/>
          <p:nvPr/>
        </p:nvSpPr>
        <p:spPr>
          <a:xfrm>
            <a:off x="809440" y="1799017"/>
            <a:ext cx="9704907" cy="943528"/>
          </a:xfrm>
          <a:prstGeom prst="rect">
            <a:avLst/>
          </a:prstGeom>
          <a:noFill/>
        </p:spPr>
        <p:txBody>
          <a:bodyPr wrap="square">
            <a:spAutoFit/>
          </a:bodyPr>
          <a:lstStyle/>
          <a:p>
            <a:pPr>
              <a:lnSpc>
                <a:spcPct val="150000"/>
              </a:lnSpc>
            </a:pPr>
            <a:r>
              <a:rPr lang="en-US" altLang="zh-CN" sz="2000" b="1" dirty="0">
                <a:latin typeface="+mj-ea"/>
                <a:ea typeface="+mj-ea"/>
              </a:rPr>
              <a:t>AJAX</a:t>
            </a:r>
            <a:r>
              <a:rPr lang="zh-CN" altLang="en-US" sz="2000" b="1" dirty="0">
                <a:latin typeface="+mj-ea"/>
                <a:ea typeface="+mj-ea"/>
              </a:rPr>
              <a:t>（</a:t>
            </a:r>
            <a:r>
              <a:rPr lang="en-US" altLang="zh-CN" sz="2000" b="1" dirty="0">
                <a:latin typeface="+mj-ea"/>
                <a:ea typeface="+mj-ea"/>
              </a:rPr>
              <a:t>Asynchronous JavaScript and XML</a:t>
            </a:r>
            <a:r>
              <a:rPr lang="zh-CN" altLang="en-US" sz="2000" b="1" dirty="0">
                <a:latin typeface="+mj-ea"/>
                <a:ea typeface="+mj-ea"/>
              </a:rPr>
              <a:t>）</a:t>
            </a:r>
            <a:endParaRPr lang="en-US" altLang="zh-CN" sz="2000" b="1" dirty="0">
              <a:latin typeface="+mj-ea"/>
              <a:ea typeface="+mj-ea"/>
            </a:endParaRPr>
          </a:p>
          <a:p>
            <a:pPr>
              <a:lnSpc>
                <a:spcPct val="150000"/>
              </a:lnSpc>
            </a:pPr>
            <a:r>
              <a:rPr lang="zh-CN" altLang="en-US" sz="2000" b="1" dirty="0">
                <a:latin typeface="+mj-ea"/>
                <a:ea typeface="+mj-ea"/>
              </a:rPr>
              <a:t>一种用于在</a:t>
            </a:r>
            <a:r>
              <a:rPr lang="zh-CN" altLang="en-US" sz="2000" b="1" dirty="0">
                <a:solidFill>
                  <a:srgbClr val="FF0000"/>
                </a:solidFill>
                <a:latin typeface="+mj-ea"/>
                <a:ea typeface="+mj-ea"/>
              </a:rPr>
              <a:t>不重新加载</a:t>
            </a:r>
            <a:r>
              <a:rPr lang="zh-CN" altLang="en-US" sz="2000" b="1" dirty="0">
                <a:latin typeface="+mj-ea"/>
                <a:ea typeface="+mj-ea"/>
              </a:rPr>
              <a:t>整个网页的情况下，</a:t>
            </a:r>
            <a:r>
              <a:rPr lang="zh-CN" altLang="en-US" sz="2000" b="1" dirty="0">
                <a:solidFill>
                  <a:srgbClr val="FF0000"/>
                </a:solidFill>
                <a:latin typeface="+mj-ea"/>
                <a:ea typeface="+mj-ea"/>
              </a:rPr>
              <a:t>更新部分网页内容</a:t>
            </a:r>
            <a:r>
              <a:rPr lang="zh-CN" altLang="en-US" sz="2000" b="1" dirty="0">
                <a:latin typeface="+mj-ea"/>
                <a:ea typeface="+mj-ea"/>
              </a:rPr>
              <a:t>的技术</a:t>
            </a:r>
          </a:p>
        </p:txBody>
      </p:sp>
      <p:sp>
        <p:nvSpPr>
          <p:cNvPr id="14" name="文本框 13">
            <a:extLst>
              <a:ext uri="{FF2B5EF4-FFF2-40B4-BE49-F238E27FC236}">
                <a16:creationId xmlns:a16="http://schemas.microsoft.com/office/drawing/2014/main" id="{FFE0AA81-8E05-40DB-B533-63E227E7ACC6}"/>
              </a:ext>
            </a:extLst>
          </p:cNvPr>
          <p:cNvSpPr txBox="1"/>
          <p:nvPr/>
        </p:nvSpPr>
        <p:spPr>
          <a:xfrm>
            <a:off x="778179" y="2890794"/>
            <a:ext cx="8640960" cy="649217"/>
          </a:xfrm>
          <a:prstGeom prst="rect">
            <a:avLst/>
          </a:prstGeom>
          <a:noFill/>
        </p:spPr>
        <p:txBody>
          <a:bodyPr wrap="square">
            <a:spAutoFit/>
          </a:bodyPr>
          <a:lstStyle/>
          <a:p>
            <a:pPr marL="457200" indent="-457200" algn="just">
              <a:lnSpc>
                <a:spcPct val="150000"/>
              </a:lnSpc>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实现</a:t>
            </a:r>
            <a:r>
              <a:rPr lang="en-US" altLang="zh-CN" sz="2800" b="1" dirty="0">
                <a:solidFill>
                  <a:srgbClr val="0000FF"/>
                </a:solidFill>
                <a:effectLst>
                  <a:outerShdw blurRad="38100" dist="38100" dir="2700000" algn="tl">
                    <a:srgbClr val="000000">
                      <a:alpha val="43137"/>
                    </a:srgbClr>
                  </a:outerShdw>
                </a:effectLst>
              </a:rPr>
              <a:t>AJAX</a:t>
            </a:r>
            <a:r>
              <a:rPr lang="zh-CN" altLang="en-US" sz="2800" b="1" dirty="0">
                <a:solidFill>
                  <a:srgbClr val="0000FF"/>
                </a:solidFill>
                <a:effectLst>
                  <a:outerShdw blurRad="38100" dist="38100" dir="2700000" algn="tl">
                    <a:srgbClr val="000000">
                      <a:alpha val="43137"/>
                    </a:srgbClr>
                  </a:outerShdw>
                </a:effectLst>
              </a:rPr>
              <a:t>的方式</a:t>
            </a:r>
            <a:endParaRPr lang="en-US" altLang="zh-CN" sz="2800" b="1" dirty="0">
              <a:solidFill>
                <a:srgbClr val="0000FF"/>
              </a:solidFill>
              <a:effectLst>
                <a:outerShdw blurRad="38100" dist="38100" dir="2700000" algn="tl">
                  <a:srgbClr val="000000">
                    <a:alpha val="43137"/>
                  </a:srgbClr>
                </a:outerShdw>
              </a:effectLst>
            </a:endParaRPr>
          </a:p>
        </p:txBody>
      </p:sp>
      <p:sp>
        <p:nvSpPr>
          <p:cNvPr id="15" name="文本框 14">
            <a:extLst>
              <a:ext uri="{FF2B5EF4-FFF2-40B4-BE49-F238E27FC236}">
                <a16:creationId xmlns:a16="http://schemas.microsoft.com/office/drawing/2014/main" id="{12370C1D-613A-4DCB-8A3A-37CFF3230BB5}"/>
              </a:ext>
            </a:extLst>
          </p:cNvPr>
          <p:cNvSpPr txBox="1"/>
          <p:nvPr/>
        </p:nvSpPr>
        <p:spPr>
          <a:xfrm>
            <a:off x="895549" y="3648727"/>
            <a:ext cx="9704907" cy="2328523"/>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en-US" altLang="zh-CN" sz="2000" b="1" dirty="0">
                <a:latin typeface="+mj-ea"/>
                <a:ea typeface="+mj-ea"/>
              </a:rPr>
              <a:t>JavaScript</a:t>
            </a:r>
            <a:r>
              <a:rPr lang="zh-CN" altLang="en-US" sz="2000" b="1" dirty="0">
                <a:latin typeface="+mj-ea"/>
                <a:ea typeface="+mj-ea"/>
              </a:rPr>
              <a:t>原生方式</a:t>
            </a:r>
            <a:endParaRPr lang="en-US" altLang="zh-CN" sz="2000" b="1" dirty="0">
              <a:latin typeface="+mj-ea"/>
              <a:ea typeface="+mj-ea"/>
            </a:endParaRPr>
          </a:p>
          <a:p>
            <a:pPr>
              <a:lnSpc>
                <a:spcPct val="150000"/>
              </a:lnSpc>
            </a:pPr>
            <a:r>
              <a:rPr lang="en-US" altLang="zh-CN" sz="2000" b="1" dirty="0">
                <a:latin typeface="+mj-ea"/>
                <a:ea typeface="+mj-ea"/>
              </a:rPr>
              <a:t>   </a:t>
            </a:r>
            <a:r>
              <a:rPr lang="en-US" altLang="zh-CN" sz="2000" b="1" dirty="0" err="1">
                <a:latin typeface="+mj-ea"/>
                <a:ea typeface="+mj-ea"/>
              </a:rPr>
              <a:t>XMLHttpRequest</a:t>
            </a:r>
            <a:endParaRPr lang="en-US" altLang="zh-CN" sz="2000" b="1" dirty="0">
              <a:latin typeface="+mj-ea"/>
              <a:ea typeface="+mj-ea"/>
            </a:endParaRPr>
          </a:p>
          <a:p>
            <a:pPr marL="285750" indent="-285750">
              <a:lnSpc>
                <a:spcPct val="150000"/>
              </a:lnSpc>
              <a:buFont typeface="Wingdings" panose="05000000000000000000" pitchFamily="2" charset="2"/>
              <a:buChar char="l"/>
            </a:pPr>
            <a:r>
              <a:rPr lang="zh-CN" altLang="en-US" sz="2000" b="1" dirty="0">
                <a:latin typeface="+mj-ea"/>
                <a:ea typeface="+mj-ea"/>
              </a:rPr>
              <a:t>第三方</a:t>
            </a:r>
            <a:r>
              <a:rPr lang="en-US" altLang="zh-CN" sz="2000" b="1" dirty="0">
                <a:latin typeface="+mj-ea"/>
                <a:ea typeface="+mj-ea"/>
              </a:rPr>
              <a:t>JS</a:t>
            </a:r>
            <a:r>
              <a:rPr lang="zh-CN" altLang="en-US" sz="2000" b="1" dirty="0">
                <a:latin typeface="+mj-ea"/>
                <a:ea typeface="+mj-ea"/>
              </a:rPr>
              <a:t>库</a:t>
            </a:r>
            <a:endParaRPr lang="en-US" altLang="zh-CN" sz="2000" b="1" dirty="0">
              <a:latin typeface="+mj-ea"/>
              <a:ea typeface="+mj-ea"/>
            </a:endParaRPr>
          </a:p>
          <a:p>
            <a:pPr>
              <a:lnSpc>
                <a:spcPct val="150000"/>
              </a:lnSpc>
            </a:pPr>
            <a:r>
              <a:rPr lang="en-US" altLang="zh-CN" sz="2000" b="1" dirty="0">
                <a:solidFill>
                  <a:srgbClr val="FF0000"/>
                </a:solidFill>
                <a:latin typeface="黑体" panose="02010609060101010101" pitchFamily="49" charset="-122"/>
                <a:ea typeface="黑体" panose="02010609060101010101" pitchFamily="49" charset="-122"/>
              </a:rPr>
              <a:t>   axios</a:t>
            </a:r>
          </a:p>
          <a:p>
            <a:pPr>
              <a:lnSpc>
                <a:spcPct val="150000"/>
              </a:lnSpc>
            </a:pPr>
            <a:r>
              <a:rPr lang="en-US" altLang="zh-CN" sz="2000" b="1" dirty="0">
                <a:latin typeface="+mj-ea"/>
                <a:ea typeface="+mj-ea"/>
              </a:rPr>
              <a:t>   jQuery</a:t>
            </a:r>
            <a:endParaRPr lang="zh-CN" altLang="en-US" sz="2000" b="1" dirty="0">
              <a:latin typeface="+mj-ea"/>
              <a:ea typeface="+mj-ea"/>
            </a:endParaRPr>
          </a:p>
        </p:txBody>
      </p:sp>
      <p:sp>
        <p:nvSpPr>
          <p:cNvPr id="4" name="对话气泡: 矩形 3">
            <a:extLst>
              <a:ext uri="{FF2B5EF4-FFF2-40B4-BE49-F238E27FC236}">
                <a16:creationId xmlns:a16="http://schemas.microsoft.com/office/drawing/2014/main" id="{7509A0DD-D2C8-4901-967A-858C67FE4D93}"/>
              </a:ext>
            </a:extLst>
          </p:cNvPr>
          <p:cNvSpPr/>
          <p:nvPr/>
        </p:nvSpPr>
        <p:spPr>
          <a:xfrm>
            <a:off x="3343821" y="4500389"/>
            <a:ext cx="1656184" cy="720080"/>
          </a:xfrm>
          <a:prstGeom prst="wedgeRectCallout">
            <a:avLst>
              <a:gd name="adj1" fmla="val -118514"/>
              <a:gd name="adj2" fmla="val 66163"/>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目前主流</a:t>
            </a:r>
          </a:p>
        </p:txBody>
      </p:sp>
    </p:spTree>
    <p:extLst>
      <p:ext uri="{BB962C8B-B14F-4D97-AF65-F5344CB8AC3E}">
        <p14:creationId xmlns:p14="http://schemas.microsoft.com/office/powerpoint/2010/main" val="312134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err="1">
                <a:solidFill>
                  <a:srgbClr val="0000FF"/>
                </a:solidFill>
                <a:effectLst>
                  <a:outerShdw blurRad="38100" dist="38100" dir="2700000" algn="tl">
                    <a:srgbClr val="000000">
                      <a:alpha val="43137"/>
                    </a:srgbClr>
                  </a:outerShdw>
                </a:effectLst>
              </a:rPr>
              <a:t>axios</a:t>
            </a:r>
            <a:r>
              <a:rPr lang="zh-CN" altLang="en-US" sz="2800" b="1" dirty="0">
                <a:solidFill>
                  <a:srgbClr val="0000FF"/>
                </a:solidFill>
                <a:effectLst>
                  <a:outerShdw blurRad="38100" dist="38100" dir="2700000" algn="tl">
                    <a:srgbClr val="000000">
                      <a:alpha val="43137"/>
                    </a:srgbClr>
                  </a:outerShdw>
                </a:effectLst>
              </a:rPr>
              <a:t>实现接口通讯</a:t>
            </a:r>
            <a:endParaRPr lang="en-US" altLang="zh-CN" sz="2800" b="1" dirty="0">
              <a:solidFill>
                <a:srgbClr val="0000FF"/>
              </a:solidFill>
              <a:effectLst>
                <a:outerShdw blurRad="38100" dist="38100" dir="2700000" algn="tl">
                  <a:srgbClr val="000000">
                    <a:alpha val="43137"/>
                  </a:srgbClr>
                </a:outerShdw>
              </a:effectLst>
            </a:endParaRP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altLang="zh-CN" sz="2000" b="1" dirty="0" err="1">
                <a:latin typeface="+mn-ea"/>
                <a:ea typeface="+mn-ea"/>
              </a:rPr>
              <a:t>axios</a:t>
            </a:r>
            <a:r>
              <a:rPr lang="zh-CN" altLang="en-US" sz="2000" b="1" dirty="0">
                <a:latin typeface="+mn-ea"/>
                <a:ea typeface="+mn-ea"/>
              </a:rPr>
              <a:t>的安装</a:t>
            </a:r>
            <a:endParaRPr lang="en-US" altLang="zh-CN" sz="2000" b="1" dirty="0">
              <a:latin typeface="+mn-ea"/>
              <a:ea typeface="+mn-ea"/>
            </a:endParaRPr>
          </a:p>
        </p:txBody>
      </p:sp>
      <p:sp>
        <p:nvSpPr>
          <p:cNvPr id="9" name="文本框 8">
            <a:extLst>
              <a:ext uri="{FF2B5EF4-FFF2-40B4-BE49-F238E27FC236}">
                <a16:creationId xmlns:a16="http://schemas.microsoft.com/office/drawing/2014/main" id="{F8F10728-6784-4657-8BE3-9083E1EC69ED}"/>
              </a:ext>
            </a:extLst>
          </p:cNvPr>
          <p:cNvSpPr txBox="1"/>
          <p:nvPr/>
        </p:nvSpPr>
        <p:spPr>
          <a:xfrm>
            <a:off x="839714" y="2777842"/>
            <a:ext cx="7704856"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latin typeface="+mj-ea"/>
                <a:ea typeface="+mj-ea"/>
              </a:rPr>
              <a:t>$ </a:t>
            </a:r>
            <a:r>
              <a:rPr lang="en-US" altLang="zh-CN" dirty="0" err="1">
                <a:latin typeface="+mj-ea"/>
                <a:ea typeface="+mj-ea"/>
              </a:rPr>
              <a:t>npm</a:t>
            </a:r>
            <a:r>
              <a:rPr lang="en-US" altLang="zh-CN" dirty="0">
                <a:latin typeface="+mj-ea"/>
                <a:ea typeface="+mj-ea"/>
              </a:rPr>
              <a:t> install axios</a:t>
            </a:r>
            <a:endParaRPr lang="zh-CN" altLang="en-US" dirty="0">
              <a:latin typeface="+mj-ea"/>
              <a:ea typeface="+mj-ea"/>
            </a:endParaRPr>
          </a:p>
        </p:txBody>
      </p:sp>
      <p:sp>
        <p:nvSpPr>
          <p:cNvPr id="11" name="文本框 10">
            <a:extLst>
              <a:ext uri="{FF2B5EF4-FFF2-40B4-BE49-F238E27FC236}">
                <a16:creationId xmlns:a16="http://schemas.microsoft.com/office/drawing/2014/main" id="{16B267B8-91D3-4643-826A-84B5398B727F}"/>
              </a:ext>
            </a:extLst>
          </p:cNvPr>
          <p:cNvSpPr txBox="1"/>
          <p:nvPr/>
        </p:nvSpPr>
        <p:spPr>
          <a:xfrm>
            <a:off x="839714" y="3774525"/>
            <a:ext cx="7704856"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latin typeface="+mj-ea"/>
                <a:ea typeface="+mj-ea"/>
              </a:rPr>
              <a:t>&lt;script </a:t>
            </a:r>
            <a:r>
              <a:rPr lang="en-US" altLang="zh-CN" dirty="0" err="1">
                <a:latin typeface="+mj-ea"/>
                <a:ea typeface="+mj-ea"/>
              </a:rPr>
              <a:t>src</a:t>
            </a:r>
            <a:r>
              <a:rPr lang="en-US" altLang="zh-CN" dirty="0">
                <a:latin typeface="+mj-ea"/>
                <a:ea typeface="+mj-ea"/>
              </a:rPr>
              <a:t>="axios.min.js"&gt;&lt;/script&gt;</a:t>
            </a:r>
          </a:p>
        </p:txBody>
      </p:sp>
      <p:sp>
        <p:nvSpPr>
          <p:cNvPr id="12" name="文本框 11">
            <a:extLst>
              <a:ext uri="{FF2B5EF4-FFF2-40B4-BE49-F238E27FC236}">
                <a16:creationId xmlns:a16="http://schemas.microsoft.com/office/drawing/2014/main" id="{626E88E9-3960-4C4B-A6BC-030E3E9E5684}"/>
              </a:ext>
            </a:extLst>
          </p:cNvPr>
          <p:cNvSpPr txBox="1"/>
          <p:nvPr/>
        </p:nvSpPr>
        <p:spPr>
          <a:xfrm>
            <a:off x="767706" y="2222570"/>
            <a:ext cx="9704907" cy="442878"/>
          </a:xfrm>
          <a:prstGeom prst="rect">
            <a:avLst/>
          </a:prstGeom>
          <a:noFill/>
        </p:spPr>
        <p:txBody>
          <a:bodyPr wrap="square">
            <a:spAutoFit/>
          </a:bodyPr>
          <a:lstStyle/>
          <a:p>
            <a:pPr>
              <a:lnSpc>
                <a:spcPct val="150000"/>
              </a:lnSpc>
            </a:pPr>
            <a:r>
              <a:rPr lang="zh-CN" altLang="en-US" b="1" dirty="0">
                <a:latin typeface="+mj-ea"/>
                <a:ea typeface="+mj-ea"/>
              </a:rPr>
              <a:t>（</a:t>
            </a:r>
            <a:r>
              <a:rPr lang="en-US" altLang="zh-CN" b="1" dirty="0">
                <a:latin typeface="+mj-ea"/>
                <a:ea typeface="+mj-ea"/>
              </a:rPr>
              <a:t>1</a:t>
            </a:r>
            <a:r>
              <a:rPr lang="zh-CN" altLang="en-US" b="1" dirty="0">
                <a:latin typeface="+mj-ea"/>
                <a:ea typeface="+mj-ea"/>
              </a:rPr>
              <a:t>）</a:t>
            </a:r>
            <a:r>
              <a:rPr lang="en-US" altLang="zh-CN" b="1" dirty="0">
                <a:latin typeface="+mj-ea"/>
                <a:ea typeface="+mj-ea"/>
              </a:rPr>
              <a:t>NPM</a:t>
            </a:r>
            <a:r>
              <a:rPr lang="zh-CN" altLang="en-US" b="1" dirty="0">
                <a:latin typeface="+mj-ea"/>
                <a:ea typeface="+mj-ea"/>
              </a:rPr>
              <a:t>方式安装，适合在</a:t>
            </a:r>
            <a:r>
              <a:rPr lang="en-US" altLang="zh-CN" b="1" dirty="0">
                <a:latin typeface="+mj-ea"/>
                <a:ea typeface="+mj-ea"/>
              </a:rPr>
              <a:t>vue.js</a:t>
            </a:r>
            <a:r>
              <a:rPr lang="zh-CN" altLang="en-US" b="1" dirty="0">
                <a:latin typeface="+mj-ea"/>
                <a:ea typeface="+mj-ea"/>
              </a:rPr>
              <a:t>中使用</a:t>
            </a:r>
          </a:p>
        </p:txBody>
      </p:sp>
      <p:sp>
        <p:nvSpPr>
          <p:cNvPr id="16" name="文本框 15">
            <a:extLst>
              <a:ext uri="{FF2B5EF4-FFF2-40B4-BE49-F238E27FC236}">
                <a16:creationId xmlns:a16="http://schemas.microsoft.com/office/drawing/2014/main" id="{0326DDEF-F793-48D4-84B8-600841C59A64}"/>
              </a:ext>
            </a:extLst>
          </p:cNvPr>
          <p:cNvSpPr txBox="1"/>
          <p:nvPr/>
        </p:nvSpPr>
        <p:spPr>
          <a:xfrm>
            <a:off x="767705" y="3239410"/>
            <a:ext cx="9704907" cy="442878"/>
          </a:xfrm>
          <a:prstGeom prst="rect">
            <a:avLst/>
          </a:prstGeom>
          <a:noFill/>
        </p:spPr>
        <p:txBody>
          <a:bodyPr wrap="square">
            <a:spAutoFit/>
          </a:bodyPr>
          <a:lstStyle/>
          <a:p>
            <a:pPr>
              <a:lnSpc>
                <a:spcPct val="150000"/>
              </a:lnSpc>
            </a:pPr>
            <a:r>
              <a:rPr lang="zh-CN" altLang="en-US" b="1" dirty="0">
                <a:latin typeface="+mj-ea"/>
                <a:ea typeface="+mj-ea"/>
              </a:rPr>
              <a:t>（</a:t>
            </a:r>
            <a:r>
              <a:rPr lang="en-US" altLang="zh-CN" b="1" dirty="0">
                <a:latin typeface="+mj-ea"/>
                <a:ea typeface="+mj-ea"/>
              </a:rPr>
              <a:t>2</a:t>
            </a:r>
            <a:r>
              <a:rPr lang="zh-CN" altLang="en-US" b="1" dirty="0">
                <a:latin typeface="+mj-ea"/>
                <a:ea typeface="+mj-ea"/>
              </a:rPr>
              <a:t>）直接下载</a:t>
            </a:r>
            <a:r>
              <a:rPr lang="en-US" altLang="zh-CN" b="1" dirty="0">
                <a:latin typeface="+mj-ea"/>
                <a:ea typeface="+mj-ea"/>
              </a:rPr>
              <a:t>JS</a:t>
            </a:r>
            <a:r>
              <a:rPr lang="zh-CN" altLang="en-US" b="1" dirty="0">
                <a:latin typeface="+mj-ea"/>
                <a:ea typeface="+mj-ea"/>
              </a:rPr>
              <a:t>文件，并在网页中使用</a:t>
            </a:r>
          </a:p>
        </p:txBody>
      </p:sp>
    </p:spTree>
    <p:extLst>
      <p:ext uri="{BB962C8B-B14F-4D97-AF65-F5344CB8AC3E}">
        <p14:creationId xmlns:p14="http://schemas.microsoft.com/office/powerpoint/2010/main" val="30051718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err="1">
                <a:solidFill>
                  <a:srgbClr val="0000FF"/>
                </a:solidFill>
                <a:effectLst>
                  <a:outerShdw blurRad="38100" dist="38100" dir="2700000" algn="tl">
                    <a:srgbClr val="000000">
                      <a:alpha val="43137"/>
                    </a:srgbClr>
                  </a:outerShdw>
                </a:effectLst>
              </a:rPr>
              <a:t>axios</a:t>
            </a:r>
            <a:r>
              <a:rPr lang="zh-CN" altLang="en-US" sz="2800" b="1" dirty="0">
                <a:solidFill>
                  <a:srgbClr val="0000FF"/>
                </a:solidFill>
                <a:effectLst>
                  <a:outerShdw blurRad="38100" dist="38100" dir="2700000" algn="tl">
                    <a:srgbClr val="000000">
                      <a:alpha val="43137"/>
                    </a:srgbClr>
                  </a:outerShdw>
                </a:effectLst>
              </a:rPr>
              <a:t>实现接口通讯</a:t>
            </a:r>
            <a:endParaRPr lang="en-US" altLang="zh-CN" sz="2800" b="1" dirty="0">
              <a:solidFill>
                <a:srgbClr val="0000FF"/>
              </a:solidFill>
              <a:effectLst>
                <a:outerShdw blurRad="38100" dist="38100" dir="2700000" algn="tl">
                  <a:srgbClr val="000000">
                    <a:alpha val="43137"/>
                  </a:srgbClr>
                </a:outerShdw>
              </a:effectLst>
            </a:endParaRP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altLang="zh-CN" sz="2000" b="1" dirty="0" err="1">
                <a:latin typeface="+mn-ea"/>
                <a:ea typeface="+mn-ea"/>
              </a:rPr>
              <a:t>axios</a:t>
            </a:r>
            <a:r>
              <a:rPr lang="zh-CN" altLang="en-US" sz="2000" b="1" dirty="0">
                <a:latin typeface="+mn-ea"/>
                <a:ea typeface="+mn-ea"/>
              </a:rPr>
              <a:t>基本使用</a:t>
            </a:r>
          </a:p>
        </p:txBody>
      </p:sp>
      <p:sp>
        <p:nvSpPr>
          <p:cNvPr id="13" name="文本框 12">
            <a:extLst>
              <a:ext uri="{FF2B5EF4-FFF2-40B4-BE49-F238E27FC236}">
                <a16:creationId xmlns:a16="http://schemas.microsoft.com/office/drawing/2014/main" id="{BE40CBFD-B41A-4C8E-9EDD-2B0F8DC2E14F}"/>
              </a:ext>
            </a:extLst>
          </p:cNvPr>
          <p:cNvSpPr txBox="1"/>
          <p:nvPr/>
        </p:nvSpPr>
        <p:spPr>
          <a:xfrm>
            <a:off x="895550" y="2289532"/>
            <a:ext cx="2232248" cy="442878"/>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b="1" dirty="0">
                <a:latin typeface="+mj-ea"/>
                <a:ea typeface="+mj-ea"/>
              </a:rPr>
              <a:t>通用请求语法</a:t>
            </a:r>
          </a:p>
        </p:txBody>
      </p:sp>
      <p:sp>
        <p:nvSpPr>
          <p:cNvPr id="9" name="文本框 8">
            <a:extLst>
              <a:ext uri="{FF2B5EF4-FFF2-40B4-BE49-F238E27FC236}">
                <a16:creationId xmlns:a16="http://schemas.microsoft.com/office/drawing/2014/main" id="{F8F10728-6784-4657-8BE3-9083E1EC69ED}"/>
              </a:ext>
            </a:extLst>
          </p:cNvPr>
          <p:cNvSpPr txBox="1"/>
          <p:nvPr/>
        </p:nvSpPr>
        <p:spPr>
          <a:xfrm>
            <a:off x="1039565" y="2925894"/>
            <a:ext cx="4680520"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b="1" dirty="0" err="1">
                <a:solidFill>
                  <a:schemeClr val="accent6"/>
                </a:solidFill>
                <a:latin typeface="+mj-ea"/>
                <a:ea typeface="+mj-ea"/>
              </a:rPr>
              <a:t>axios</a:t>
            </a:r>
            <a:r>
              <a:rPr lang="en-US" altLang="zh-CN" b="1" dirty="0">
                <a:latin typeface="+mj-ea"/>
                <a:ea typeface="+mj-ea"/>
              </a:rPr>
              <a:t>.</a:t>
            </a:r>
            <a:r>
              <a:rPr lang="en-US" altLang="zh-CN" b="1" dirty="0">
                <a:solidFill>
                  <a:schemeClr val="accent6"/>
                </a:solidFill>
                <a:latin typeface="+mj-ea"/>
                <a:ea typeface="+mj-ea"/>
              </a:rPr>
              <a:t>[</a:t>
            </a:r>
            <a:r>
              <a:rPr lang="zh-CN" altLang="en-US" b="1" dirty="0">
                <a:solidFill>
                  <a:schemeClr val="accent6"/>
                </a:solidFill>
                <a:latin typeface="+mj-ea"/>
                <a:ea typeface="+mj-ea"/>
              </a:rPr>
              <a:t>请求方法别名</a:t>
            </a:r>
            <a:r>
              <a:rPr lang="en-US" altLang="zh-CN" b="1" dirty="0">
                <a:solidFill>
                  <a:schemeClr val="accent6"/>
                </a:solidFill>
                <a:latin typeface="+mj-ea"/>
                <a:ea typeface="+mj-ea"/>
              </a:rPr>
              <a:t>]</a:t>
            </a:r>
            <a:r>
              <a:rPr lang="en-US" altLang="zh-CN" b="1" dirty="0">
                <a:latin typeface="+mj-ea"/>
                <a:ea typeface="+mj-ea"/>
              </a:rPr>
              <a:t>(</a:t>
            </a:r>
            <a:r>
              <a:rPr lang="zh-CN" altLang="en-US" b="1" dirty="0">
                <a:solidFill>
                  <a:srgbClr val="00B050"/>
                </a:solidFill>
                <a:latin typeface="+mj-ea"/>
                <a:ea typeface="+mj-ea"/>
              </a:rPr>
              <a:t>请求配置</a:t>
            </a:r>
            <a:r>
              <a:rPr lang="en-US" altLang="zh-CN" b="1" dirty="0">
                <a:latin typeface="+mj-ea"/>
                <a:ea typeface="+mj-ea"/>
              </a:rPr>
              <a:t>)</a:t>
            </a:r>
          </a:p>
          <a:p>
            <a:r>
              <a:rPr lang="en-US" altLang="zh-CN" dirty="0">
                <a:latin typeface="+mj-ea"/>
                <a:ea typeface="+mj-ea"/>
              </a:rPr>
              <a:t>  .</a:t>
            </a:r>
            <a:r>
              <a:rPr lang="en-US" altLang="zh-CN" b="1" dirty="0">
                <a:solidFill>
                  <a:schemeClr val="accent6"/>
                </a:solidFill>
                <a:latin typeface="+mj-ea"/>
                <a:ea typeface="+mj-ea"/>
              </a:rPr>
              <a:t>then</a:t>
            </a:r>
            <a:r>
              <a:rPr lang="en-US" altLang="zh-CN" dirty="0">
                <a:latin typeface="+mj-ea"/>
                <a:ea typeface="+mj-ea"/>
              </a:rPr>
              <a:t>(function (response) {</a:t>
            </a:r>
          </a:p>
          <a:p>
            <a:r>
              <a:rPr lang="en-US" altLang="zh-CN" dirty="0">
                <a:latin typeface="+mj-ea"/>
                <a:ea typeface="+mj-ea"/>
              </a:rPr>
              <a:t>    // </a:t>
            </a:r>
            <a:r>
              <a:rPr lang="zh-CN" altLang="en-US" dirty="0">
                <a:latin typeface="+mj-ea"/>
                <a:ea typeface="+mj-ea"/>
              </a:rPr>
              <a:t>请求成功</a:t>
            </a:r>
          </a:p>
          <a:p>
            <a:r>
              <a:rPr lang="zh-CN" altLang="en-US" dirty="0">
                <a:latin typeface="+mj-ea"/>
                <a:ea typeface="+mj-ea"/>
              </a:rPr>
              <a:t>    </a:t>
            </a:r>
            <a:r>
              <a:rPr lang="en-US" altLang="zh-CN" dirty="0">
                <a:latin typeface="+mj-ea"/>
                <a:ea typeface="+mj-ea"/>
              </a:rPr>
              <a:t>……</a:t>
            </a:r>
          </a:p>
          <a:p>
            <a:r>
              <a:rPr lang="en-US" altLang="zh-CN" dirty="0">
                <a:latin typeface="+mj-ea"/>
                <a:ea typeface="+mj-ea"/>
              </a:rPr>
              <a:t>  })</a:t>
            </a:r>
          </a:p>
          <a:p>
            <a:r>
              <a:rPr lang="en-US" altLang="zh-CN" dirty="0">
                <a:latin typeface="+mj-ea"/>
                <a:ea typeface="+mj-ea"/>
              </a:rPr>
              <a:t>  .</a:t>
            </a:r>
            <a:r>
              <a:rPr lang="en-US" altLang="zh-CN" b="1" dirty="0">
                <a:solidFill>
                  <a:schemeClr val="accent6"/>
                </a:solidFill>
                <a:latin typeface="+mj-ea"/>
                <a:ea typeface="+mj-ea"/>
              </a:rPr>
              <a:t>catch</a:t>
            </a:r>
            <a:r>
              <a:rPr lang="en-US" altLang="zh-CN" dirty="0">
                <a:latin typeface="+mj-ea"/>
                <a:ea typeface="+mj-ea"/>
              </a:rPr>
              <a:t>(function (error) {</a:t>
            </a:r>
          </a:p>
          <a:p>
            <a:r>
              <a:rPr lang="en-US" altLang="zh-CN" dirty="0">
                <a:latin typeface="+mj-ea"/>
                <a:ea typeface="+mj-ea"/>
              </a:rPr>
              <a:t>    // </a:t>
            </a:r>
            <a:r>
              <a:rPr lang="zh-CN" altLang="en-US" dirty="0">
                <a:latin typeface="+mj-ea"/>
                <a:ea typeface="+mj-ea"/>
              </a:rPr>
              <a:t>请求错误</a:t>
            </a:r>
          </a:p>
          <a:p>
            <a:r>
              <a:rPr lang="zh-CN" altLang="en-US" dirty="0">
                <a:latin typeface="+mj-ea"/>
                <a:ea typeface="+mj-ea"/>
              </a:rPr>
              <a:t>    </a:t>
            </a:r>
            <a:r>
              <a:rPr lang="en-US" altLang="zh-CN" dirty="0">
                <a:latin typeface="+mj-ea"/>
                <a:ea typeface="+mj-ea"/>
              </a:rPr>
              <a:t>……</a:t>
            </a:r>
          </a:p>
          <a:p>
            <a:r>
              <a:rPr lang="en-US" altLang="zh-CN" dirty="0">
                <a:latin typeface="+mj-ea"/>
                <a:ea typeface="+mj-ea"/>
              </a:rPr>
              <a:t>  })</a:t>
            </a:r>
          </a:p>
          <a:p>
            <a:r>
              <a:rPr lang="en-US" altLang="zh-CN" dirty="0">
                <a:latin typeface="+mj-ea"/>
                <a:ea typeface="+mj-ea"/>
              </a:rPr>
              <a:t>  .</a:t>
            </a:r>
            <a:r>
              <a:rPr lang="en-US" altLang="zh-CN" b="1" dirty="0">
                <a:solidFill>
                  <a:schemeClr val="accent6"/>
                </a:solidFill>
                <a:latin typeface="+mj-ea"/>
                <a:ea typeface="+mj-ea"/>
              </a:rPr>
              <a:t>finally</a:t>
            </a:r>
            <a:r>
              <a:rPr lang="en-US" altLang="zh-CN" dirty="0">
                <a:latin typeface="+mj-ea"/>
                <a:ea typeface="+mj-ea"/>
              </a:rPr>
              <a:t>(function () {</a:t>
            </a:r>
          </a:p>
          <a:p>
            <a:r>
              <a:rPr lang="en-US" altLang="zh-CN" dirty="0">
                <a:latin typeface="+mj-ea"/>
                <a:ea typeface="+mj-ea"/>
              </a:rPr>
              <a:t>    // </a:t>
            </a:r>
            <a:r>
              <a:rPr lang="zh-CN" altLang="en-US" dirty="0">
                <a:latin typeface="+mj-ea"/>
                <a:ea typeface="+mj-ea"/>
              </a:rPr>
              <a:t>无论成功还是错误都执行的部分</a:t>
            </a:r>
          </a:p>
          <a:p>
            <a:r>
              <a:rPr lang="zh-CN" altLang="en-US" dirty="0">
                <a:latin typeface="+mj-ea"/>
                <a:ea typeface="+mj-ea"/>
              </a:rPr>
              <a:t>  </a:t>
            </a:r>
            <a:r>
              <a:rPr lang="en-US" altLang="zh-CN" dirty="0">
                <a:latin typeface="+mj-ea"/>
                <a:ea typeface="+mj-ea"/>
              </a:rPr>
              <a:t>});</a:t>
            </a:r>
            <a:endParaRPr lang="zh-CN" altLang="en-US" dirty="0">
              <a:latin typeface="+mj-ea"/>
              <a:ea typeface="+mj-ea"/>
            </a:endParaRPr>
          </a:p>
        </p:txBody>
      </p:sp>
      <p:sp>
        <p:nvSpPr>
          <p:cNvPr id="14" name="文本框 13">
            <a:extLst>
              <a:ext uri="{FF2B5EF4-FFF2-40B4-BE49-F238E27FC236}">
                <a16:creationId xmlns:a16="http://schemas.microsoft.com/office/drawing/2014/main" id="{56816CFC-D2E3-40AF-9214-085A28C45D8F}"/>
              </a:ext>
            </a:extLst>
          </p:cNvPr>
          <p:cNvSpPr txBox="1"/>
          <p:nvPr/>
        </p:nvSpPr>
        <p:spPr>
          <a:xfrm>
            <a:off x="6087215" y="2925894"/>
            <a:ext cx="5273756" cy="313932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b="1" dirty="0">
                <a:latin typeface="+mj-ea"/>
                <a:ea typeface="+mj-ea"/>
              </a:rPr>
              <a:t>//</a:t>
            </a:r>
            <a:r>
              <a:rPr lang="zh-CN" altLang="en-US" b="1" dirty="0">
                <a:latin typeface="+mj-ea"/>
                <a:ea typeface="+mj-ea"/>
              </a:rPr>
              <a:t>例子</a:t>
            </a:r>
            <a:endParaRPr lang="en-US" altLang="zh-CN" b="1" dirty="0">
              <a:latin typeface="+mj-ea"/>
              <a:ea typeface="+mj-ea"/>
            </a:endParaRPr>
          </a:p>
          <a:p>
            <a:r>
              <a:rPr lang="en-US" altLang="zh-CN" b="1" dirty="0" err="1">
                <a:latin typeface="+mj-ea"/>
                <a:ea typeface="+mj-ea"/>
              </a:rPr>
              <a:t>axios.post</a:t>
            </a:r>
            <a:r>
              <a:rPr lang="en-US" altLang="zh-CN" b="1" dirty="0">
                <a:latin typeface="+mj-ea"/>
                <a:ea typeface="+mj-ea"/>
              </a:rPr>
              <a:t>('/user', {</a:t>
            </a:r>
          </a:p>
          <a:p>
            <a:r>
              <a:rPr lang="en-US" altLang="zh-CN" b="1" dirty="0">
                <a:latin typeface="+mj-ea"/>
                <a:ea typeface="+mj-ea"/>
              </a:rPr>
              <a:t>    </a:t>
            </a:r>
            <a:r>
              <a:rPr lang="en-US" altLang="zh-CN" b="1" dirty="0" err="1">
                <a:latin typeface="+mj-ea"/>
                <a:ea typeface="+mj-ea"/>
              </a:rPr>
              <a:t>firstName</a:t>
            </a:r>
            <a:r>
              <a:rPr lang="en-US" altLang="zh-CN" b="1" dirty="0">
                <a:latin typeface="+mj-ea"/>
                <a:ea typeface="+mj-ea"/>
              </a:rPr>
              <a:t>: 'Fred',</a:t>
            </a:r>
          </a:p>
          <a:p>
            <a:r>
              <a:rPr lang="en-US" altLang="zh-CN" b="1" dirty="0">
                <a:latin typeface="+mj-ea"/>
                <a:ea typeface="+mj-ea"/>
              </a:rPr>
              <a:t>    </a:t>
            </a:r>
            <a:r>
              <a:rPr lang="en-US" altLang="zh-CN" b="1" dirty="0" err="1">
                <a:latin typeface="+mj-ea"/>
                <a:ea typeface="+mj-ea"/>
              </a:rPr>
              <a:t>lastName</a:t>
            </a:r>
            <a:r>
              <a:rPr lang="en-US" altLang="zh-CN" b="1" dirty="0">
                <a:latin typeface="+mj-ea"/>
                <a:ea typeface="+mj-ea"/>
              </a:rPr>
              <a:t>: 'Flintstone'</a:t>
            </a:r>
          </a:p>
          <a:p>
            <a:r>
              <a:rPr lang="en-US" altLang="zh-CN" b="1" dirty="0">
                <a:latin typeface="+mj-ea"/>
                <a:ea typeface="+mj-ea"/>
              </a:rPr>
              <a:t>  })</a:t>
            </a:r>
          </a:p>
          <a:p>
            <a:r>
              <a:rPr lang="en-US" altLang="zh-CN" b="1" dirty="0">
                <a:latin typeface="+mj-ea"/>
                <a:ea typeface="+mj-ea"/>
              </a:rPr>
              <a:t>  .then(function (response) {</a:t>
            </a:r>
          </a:p>
          <a:p>
            <a:r>
              <a:rPr lang="en-US" altLang="zh-CN" b="1" dirty="0">
                <a:latin typeface="+mj-ea"/>
                <a:ea typeface="+mj-ea"/>
              </a:rPr>
              <a:t>    console.log(response);</a:t>
            </a:r>
          </a:p>
          <a:p>
            <a:r>
              <a:rPr lang="en-US" altLang="zh-CN" b="1" dirty="0">
                <a:latin typeface="+mj-ea"/>
                <a:ea typeface="+mj-ea"/>
              </a:rPr>
              <a:t>  })</a:t>
            </a:r>
          </a:p>
          <a:p>
            <a:r>
              <a:rPr lang="en-US" altLang="zh-CN" b="1" dirty="0">
                <a:latin typeface="+mj-ea"/>
                <a:ea typeface="+mj-ea"/>
              </a:rPr>
              <a:t>  .catch(function (error) {</a:t>
            </a:r>
          </a:p>
          <a:p>
            <a:r>
              <a:rPr lang="en-US" altLang="zh-CN" b="1" dirty="0">
                <a:latin typeface="+mj-ea"/>
                <a:ea typeface="+mj-ea"/>
              </a:rPr>
              <a:t>    console.log(error);</a:t>
            </a:r>
          </a:p>
          <a:p>
            <a:r>
              <a:rPr lang="en-US" altLang="zh-CN" b="1" dirty="0">
                <a:latin typeface="+mj-ea"/>
                <a:ea typeface="+mj-ea"/>
              </a:rPr>
              <a:t>  });</a:t>
            </a:r>
            <a:endParaRPr lang="zh-CN" altLang="en-US" b="1" dirty="0">
              <a:latin typeface="+mj-ea"/>
              <a:ea typeface="+mj-ea"/>
            </a:endParaRPr>
          </a:p>
        </p:txBody>
      </p:sp>
    </p:spTree>
    <p:extLst>
      <p:ext uri="{BB962C8B-B14F-4D97-AF65-F5344CB8AC3E}">
        <p14:creationId xmlns:p14="http://schemas.microsoft.com/office/powerpoint/2010/main" val="41971274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err="1">
                <a:solidFill>
                  <a:srgbClr val="0000FF"/>
                </a:solidFill>
                <a:effectLst>
                  <a:outerShdw blurRad="38100" dist="38100" dir="2700000" algn="tl">
                    <a:srgbClr val="000000">
                      <a:alpha val="43137"/>
                    </a:srgbClr>
                  </a:outerShdw>
                </a:effectLst>
              </a:rPr>
              <a:t>axios</a:t>
            </a:r>
            <a:r>
              <a:rPr lang="zh-CN" altLang="en-US" sz="2800" b="1" dirty="0">
                <a:solidFill>
                  <a:srgbClr val="0000FF"/>
                </a:solidFill>
                <a:effectLst>
                  <a:outerShdw blurRad="38100" dist="38100" dir="2700000" algn="tl">
                    <a:srgbClr val="000000">
                      <a:alpha val="43137"/>
                    </a:srgbClr>
                  </a:outerShdw>
                </a:effectLst>
              </a:rPr>
              <a:t>实现接口通讯</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altLang="zh-CN" sz="2000" b="1" dirty="0" err="1">
                <a:latin typeface="+mn-ea"/>
                <a:ea typeface="+mn-ea"/>
              </a:rPr>
              <a:t>axios</a:t>
            </a:r>
            <a:r>
              <a:rPr lang="zh-CN" altLang="en-US" sz="2000" b="1" dirty="0">
                <a:latin typeface="+mn-ea"/>
                <a:ea typeface="+mn-ea"/>
              </a:rPr>
              <a:t>基本使用</a:t>
            </a:r>
            <a:endParaRPr lang="en-US" altLang="zh-CN" sz="2000" b="1" dirty="0">
              <a:latin typeface="+mn-ea"/>
              <a:ea typeface="+mn-ea"/>
            </a:endParaRPr>
          </a:p>
        </p:txBody>
      </p:sp>
      <p:sp>
        <p:nvSpPr>
          <p:cNvPr id="13" name="文本框 12">
            <a:extLst>
              <a:ext uri="{FF2B5EF4-FFF2-40B4-BE49-F238E27FC236}">
                <a16:creationId xmlns:a16="http://schemas.microsoft.com/office/drawing/2014/main" id="{BE40CBFD-B41A-4C8E-9EDD-2B0F8DC2E14F}"/>
              </a:ext>
            </a:extLst>
          </p:cNvPr>
          <p:cNvSpPr txBox="1"/>
          <p:nvPr/>
        </p:nvSpPr>
        <p:spPr>
          <a:xfrm>
            <a:off x="895549" y="2289532"/>
            <a:ext cx="3600399" cy="442878"/>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b="1" dirty="0">
                <a:latin typeface="+mj-ea"/>
                <a:ea typeface="+mj-ea"/>
              </a:rPr>
              <a:t>常用请求方法别名</a:t>
            </a:r>
          </a:p>
        </p:txBody>
      </p:sp>
      <p:sp>
        <p:nvSpPr>
          <p:cNvPr id="9" name="文本框 8">
            <a:extLst>
              <a:ext uri="{FF2B5EF4-FFF2-40B4-BE49-F238E27FC236}">
                <a16:creationId xmlns:a16="http://schemas.microsoft.com/office/drawing/2014/main" id="{F8F10728-6784-4657-8BE3-9083E1EC69ED}"/>
              </a:ext>
            </a:extLst>
          </p:cNvPr>
          <p:cNvSpPr txBox="1"/>
          <p:nvPr/>
        </p:nvSpPr>
        <p:spPr>
          <a:xfrm>
            <a:off x="6584181" y="2916213"/>
            <a:ext cx="4680520"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b="1" dirty="0" err="1">
                <a:solidFill>
                  <a:schemeClr val="accent6"/>
                </a:solidFill>
                <a:latin typeface="+mj-ea"/>
                <a:ea typeface="+mj-ea"/>
              </a:rPr>
              <a:t>axios</a:t>
            </a:r>
            <a:r>
              <a:rPr lang="en-US" altLang="zh-CN" b="1" dirty="0">
                <a:solidFill>
                  <a:schemeClr val="tx1"/>
                </a:solidFill>
                <a:latin typeface="+mj-ea"/>
                <a:ea typeface="+mj-ea"/>
              </a:rPr>
              <a:t>.</a:t>
            </a:r>
            <a:r>
              <a:rPr lang="en-US" altLang="zh-CN" b="1" dirty="0">
                <a:solidFill>
                  <a:schemeClr val="accent6"/>
                </a:solidFill>
                <a:latin typeface="+mj-ea"/>
                <a:ea typeface="+mj-ea"/>
              </a:rPr>
              <a:t>[</a:t>
            </a:r>
            <a:r>
              <a:rPr lang="zh-CN" altLang="en-US" b="1" dirty="0">
                <a:solidFill>
                  <a:schemeClr val="accent6"/>
                </a:solidFill>
                <a:latin typeface="+mj-ea"/>
                <a:ea typeface="+mj-ea"/>
              </a:rPr>
              <a:t>请求方法别名</a:t>
            </a:r>
            <a:r>
              <a:rPr lang="en-US" altLang="zh-CN" b="1" dirty="0">
                <a:solidFill>
                  <a:schemeClr val="accent6"/>
                </a:solidFill>
                <a:latin typeface="+mj-ea"/>
                <a:ea typeface="+mj-ea"/>
              </a:rPr>
              <a:t>]</a:t>
            </a:r>
            <a:r>
              <a:rPr lang="en-US" altLang="zh-CN" b="1" dirty="0">
                <a:latin typeface="+mj-ea"/>
                <a:ea typeface="+mj-ea"/>
              </a:rPr>
              <a:t>(</a:t>
            </a:r>
            <a:r>
              <a:rPr lang="zh-CN" altLang="en-US" b="1" dirty="0">
                <a:solidFill>
                  <a:srgbClr val="00B050"/>
                </a:solidFill>
                <a:latin typeface="+mj-ea"/>
                <a:ea typeface="+mj-ea"/>
              </a:rPr>
              <a:t>请求配置</a:t>
            </a:r>
            <a:r>
              <a:rPr lang="en-US" altLang="zh-CN" b="1" dirty="0">
                <a:latin typeface="+mj-ea"/>
                <a:ea typeface="+mj-ea"/>
              </a:rPr>
              <a:t>)</a:t>
            </a:r>
          </a:p>
          <a:p>
            <a:r>
              <a:rPr lang="en-US" altLang="zh-CN" dirty="0">
                <a:latin typeface="+mj-ea"/>
                <a:ea typeface="+mj-ea"/>
              </a:rPr>
              <a:t>  .</a:t>
            </a:r>
            <a:r>
              <a:rPr lang="en-US" altLang="zh-CN" b="1" dirty="0">
                <a:solidFill>
                  <a:schemeClr val="accent6"/>
                </a:solidFill>
                <a:latin typeface="+mj-ea"/>
                <a:ea typeface="+mj-ea"/>
              </a:rPr>
              <a:t>then</a:t>
            </a:r>
            <a:r>
              <a:rPr lang="en-US" altLang="zh-CN" dirty="0">
                <a:latin typeface="+mj-ea"/>
                <a:ea typeface="+mj-ea"/>
              </a:rPr>
              <a:t>(function (response) {</a:t>
            </a:r>
          </a:p>
          <a:p>
            <a:r>
              <a:rPr lang="en-US" altLang="zh-CN" dirty="0">
                <a:latin typeface="+mj-ea"/>
                <a:ea typeface="+mj-ea"/>
              </a:rPr>
              <a:t>    // </a:t>
            </a:r>
            <a:r>
              <a:rPr lang="zh-CN" altLang="en-US" dirty="0">
                <a:latin typeface="+mj-ea"/>
                <a:ea typeface="+mj-ea"/>
              </a:rPr>
              <a:t>请求成功</a:t>
            </a:r>
          </a:p>
          <a:p>
            <a:r>
              <a:rPr lang="zh-CN" altLang="en-US" dirty="0">
                <a:latin typeface="+mj-ea"/>
                <a:ea typeface="+mj-ea"/>
              </a:rPr>
              <a:t>    </a:t>
            </a:r>
            <a:r>
              <a:rPr lang="en-US" altLang="zh-CN" dirty="0">
                <a:latin typeface="+mj-ea"/>
                <a:ea typeface="+mj-ea"/>
              </a:rPr>
              <a:t>console.log(response);</a:t>
            </a:r>
          </a:p>
          <a:p>
            <a:r>
              <a:rPr lang="en-US" altLang="zh-CN" dirty="0">
                <a:latin typeface="+mj-ea"/>
                <a:ea typeface="+mj-ea"/>
              </a:rPr>
              <a:t>  })</a:t>
            </a:r>
          </a:p>
          <a:p>
            <a:r>
              <a:rPr lang="en-US" altLang="zh-CN" dirty="0">
                <a:latin typeface="+mj-ea"/>
                <a:ea typeface="+mj-ea"/>
              </a:rPr>
              <a:t>  .</a:t>
            </a:r>
            <a:r>
              <a:rPr lang="en-US" altLang="zh-CN" b="1" dirty="0">
                <a:solidFill>
                  <a:schemeClr val="accent6"/>
                </a:solidFill>
                <a:latin typeface="+mj-ea"/>
                <a:ea typeface="+mj-ea"/>
              </a:rPr>
              <a:t>catch</a:t>
            </a:r>
            <a:r>
              <a:rPr lang="en-US" altLang="zh-CN" dirty="0">
                <a:latin typeface="+mj-ea"/>
                <a:ea typeface="+mj-ea"/>
              </a:rPr>
              <a:t>(function (error) {</a:t>
            </a:r>
          </a:p>
          <a:p>
            <a:r>
              <a:rPr lang="en-US" altLang="zh-CN" dirty="0">
                <a:latin typeface="+mj-ea"/>
                <a:ea typeface="+mj-ea"/>
              </a:rPr>
              <a:t>    // </a:t>
            </a:r>
            <a:r>
              <a:rPr lang="zh-CN" altLang="en-US" dirty="0">
                <a:latin typeface="+mj-ea"/>
                <a:ea typeface="+mj-ea"/>
              </a:rPr>
              <a:t>请求错误</a:t>
            </a:r>
          </a:p>
          <a:p>
            <a:r>
              <a:rPr lang="zh-CN" altLang="en-US" dirty="0">
                <a:latin typeface="+mj-ea"/>
                <a:ea typeface="+mj-ea"/>
              </a:rPr>
              <a:t>    </a:t>
            </a:r>
            <a:r>
              <a:rPr lang="en-US" altLang="zh-CN" dirty="0">
                <a:latin typeface="+mj-ea"/>
                <a:ea typeface="+mj-ea"/>
              </a:rPr>
              <a:t>console.log(error);</a:t>
            </a:r>
          </a:p>
          <a:p>
            <a:r>
              <a:rPr lang="en-US" altLang="zh-CN" dirty="0">
                <a:latin typeface="+mj-ea"/>
                <a:ea typeface="+mj-ea"/>
              </a:rPr>
              <a:t>  })</a:t>
            </a:r>
          </a:p>
          <a:p>
            <a:r>
              <a:rPr lang="en-US" altLang="zh-CN" dirty="0">
                <a:latin typeface="+mj-ea"/>
                <a:ea typeface="+mj-ea"/>
              </a:rPr>
              <a:t>  .</a:t>
            </a:r>
            <a:r>
              <a:rPr lang="en-US" altLang="zh-CN" b="1" dirty="0">
                <a:solidFill>
                  <a:schemeClr val="accent6"/>
                </a:solidFill>
                <a:latin typeface="+mj-ea"/>
                <a:ea typeface="+mj-ea"/>
              </a:rPr>
              <a:t>finally</a:t>
            </a:r>
            <a:r>
              <a:rPr lang="en-US" altLang="zh-CN" dirty="0">
                <a:latin typeface="+mj-ea"/>
                <a:ea typeface="+mj-ea"/>
              </a:rPr>
              <a:t>(function () {</a:t>
            </a:r>
          </a:p>
          <a:p>
            <a:r>
              <a:rPr lang="en-US" altLang="zh-CN" dirty="0">
                <a:latin typeface="+mj-ea"/>
                <a:ea typeface="+mj-ea"/>
              </a:rPr>
              <a:t>    // </a:t>
            </a:r>
            <a:r>
              <a:rPr lang="zh-CN" altLang="en-US" dirty="0">
                <a:latin typeface="+mj-ea"/>
                <a:ea typeface="+mj-ea"/>
              </a:rPr>
              <a:t>无论成功还是错误都执行的部分</a:t>
            </a:r>
          </a:p>
          <a:p>
            <a:r>
              <a:rPr lang="zh-CN" altLang="en-US" dirty="0">
                <a:latin typeface="+mj-ea"/>
                <a:ea typeface="+mj-ea"/>
              </a:rPr>
              <a:t>  </a:t>
            </a:r>
            <a:r>
              <a:rPr lang="en-US" altLang="zh-CN" dirty="0">
                <a:latin typeface="+mj-ea"/>
                <a:ea typeface="+mj-ea"/>
              </a:rPr>
              <a:t>});</a:t>
            </a:r>
            <a:endParaRPr lang="zh-CN" altLang="en-US" dirty="0">
              <a:latin typeface="+mj-ea"/>
              <a:ea typeface="+mj-ea"/>
            </a:endParaRPr>
          </a:p>
        </p:txBody>
      </p:sp>
      <p:sp>
        <p:nvSpPr>
          <p:cNvPr id="14" name="文本框 13">
            <a:extLst>
              <a:ext uri="{FF2B5EF4-FFF2-40B4-BE49-F238E27FC236}">
                <a16:creationId xmlns:a16="http://schemas.microsoft.com/office/drawing/2014/main" id="{56816CFC-D2E3-40AF-9214-085A28C45D8F}"/>
              </a:ext>
            </a:extLst>
          </p:cNvPr>
          <p:cNvSpPr txBox="1"/>
          <p:nvPr/>
        </p:nvSpPr>
        <p:spPr>
          <a:xfrm>
            <a:off x="895932" y="2916213"/>
            <a:ext cx="5273756"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b="1" dirty="0"/>
              <a:t>常用请求方法别名</a:t>
            </a:r>
            <a:endParaRPr lang="en-US" altLang="zh-CN" b="1" dirty="0"/>
          </a:p>
          <a:p>
            <a:r>
              <a:rPr lang="en-US" altLang="zh-CN" b="1" dirty="0" err="1">
                <a:latin typeface="+mj-ea"/>
                <a:ea typeface="+mj-ea"/>
              </a:rPr>
              <a:t>axios.</a:t>
            </a:r>
            <a:r>
              <a:rPr lang="en-US" altLang="zh-CN" b="1" dirty="0" err="1">
                <a:solidFill>
                  <a:schemeClr val="accent6"/>
                </a:solidFill>
                <a:latin typeface="+mj-ea"/>
                <a:ea typeface="+mj-ea"/>
              </a:rPr>
              <a:t>request</a:t>
            </a:r>
            <a:r>
              <a:rPr lang="en-US" altLang="zh-CN" b="1" dirty="0">
                <a:latin typeface="+mj-ea"/>
                <a:ea typeface="+mj-ea"/>
              </a:rPr>
              <a:t>(config)</a:t>
            </a:r>
          </a:p>
          <a:p>
            <a:r>
              <a:rPr lang="en-US" altLang="zh-CN" b="1" dirty="0" err="1">
                <a:latin typeface="+mj-ea"/>
                <a:ea typeface="+mj-ea"/>
              </a:rPr>
              <a:t>axios.</a:t>
            </a:r>
            <a:r>
              <a:rPr lang="en-US" altLang="zh-CN" b="1" dirty="0" err="1">
                <a:solidFill>
                  <a:schemeClr val="accent6"/>
                </a:solidFill>
                <a:latin typeface="+mj-ea"/>
                <a:ea typeface="+mj-ea"/>
              </a:rPr>
              <a:t>get</a:t>
            </a:r>
            <a:r>
              <a:rPr lang="en-US" altLang="zh-CN" b="1" dirty="0">
                <a:latin typeface="+mj-ea"/>
                <a:ea typeface="+mj-ea"/>
              </a:rPr>
              <a:t>(</a:t>
            </a:r>
            <a:r>
              <a:rPr lang="en-US" altLang="zh-CN" b="1" dirty="0" err="1">
                <a:latin typeface="+mj-ea"/>
                <a:ea typeface="+mj-ea"/>
              </a:rPr>
              <a:t>url</a:t>
            </a:r>
            <a:r>
              <a:rPr lang="en-US" altLang="zh-CN" b="1" dirty="0">
                <a:latin typeface="+mj-ea"/>
                <a:ea typeface="+mj-ea"/>
              </a:rPr>
              <a:t>[, config])</a:t>
            </a:r>
          </a:p>
          <a:p>
            <a:r>
              <a:rPr lang="en-US" altLang="zh-CN" b="1" dirty="0" err="1">
                <a:latin typeface="+mj-ea"/>
                <a:ea typeface="+mj-ea"/>
              </a:rPr>
              <a:t>axios.</a:t>
            </a:r>
            <a:r>
              <a:rPr lang="en-US" altLang="zh-CN" b="1" dirty="0" err="1">
                <a:solidFill>
                  <a:schemeClr val="accent6"/>
                </a:solidFill>
                <a:latin typeface="+mj-ea"/>
                <a:ea typeface="+mj-ea"/>
              </a:rPr>
              <a:t>delete</a:t>
            </a:r>
            <a:r>
              <a:rPr lang="en-US" altLang="zh-CN" b="1" dirty="0">
                <a:latin typeface="+mj-ea"/>
                <a:ea typeface="+mj-ea"/>
              </a:rPr>
              <a:t>(</a:t>
            </a:r>
            <a:r>
              <a:rPr lang="en-US" altLang="zh-CN" b="1" dirty="0" err="1">
                <a:latin typeface="+mj-ea"/>
                <a:ea typeface="+mj-ea"/>
              </a:rPr>
              <a:t>url</a:t>
            </a:r>
            <a:r>
              <a:rPr lang="en-US" altLang="zh-CN" b="1" dirty="0">
                <a:latin typeface="+mj-ea"/>
                <a:ea typeface="+mj-ea"/>
              </a:rPr>
              <a:t>[, config])</a:t>
            </a:r>
          </a:p>
          <a:p>
            <a:r>
              <a:rPr lang="en-US" altLang="zh-CN" b="1" dirty="0" err="1">
                <a:latin typeface="+mj-ea"/>
                <a:ea typeface="+mj-ea"/>
              </a:rPr>
              <a:t>axios.</a:t>
            </a:r>
            <a:r>
              <a:rPr lang="en-US" altLang="zh-CN" b="1" dirty="0" err="1">
                <a:solidFill>
                  <a:schemeClr val="accent6"/>
                </a:solidFill>
                <a:latin typeface="+mj-ea"/>
                <a:ea typeface="+mj-ea"/>
              </a:rPr>
              <a:t>post</a:t>
            </a:r>
            <a:r>
              <a:rPr lang="en-US" altLang="zh-CN" b="1" dirty="0">
                <a:latin typeface="+mj-ea"/>
                <a:ea typeface="+mj-ea"/>
              </a:rPr>
              <a:t>(</a:t>
            </a:r>
            <a:r>
              <a:rPr lang="en-US" altLang="zh-CN" b="1" dirty="0" err="1">
                <a:latin typeface="+mj-ea"/>
                <a:ea typeface="+mj-ea"/>
              </a:rPr>
              <a:t>url</a:t>
            </a:r>
            <a:r>
              <a:rPr lang="en-US" altLang="zh-CN" b="1" dirty="0">
                <a:latin typeface="+mj-ea"/>
                <a:ea typeface="+mj-ea"/>
              </a:rPr>
              <a:t>[, data[, config]])</a:t>
            </a:r>
          </a:p>
          <a:p>
            <a:r>
              <a:rPr lang="en-US" altLang="zh-CN" b="1" dirty="0" err="1">
                <a:latin typeface="+mj-ea"/>
                <a:ea typeface="+mj-ea"/>
              </a:rPr>
              <a:t>axios.</a:t>
            </a:r>
            <a:r>
              <a:rPr lang="en-US" altLang="zh-CN" b="1" dirty="0" err="1">
                <a:solidFill>
                  <a:schemeClr val="accent6"/>
                </a:solidFill>
                <a:latin typeface="+mj-ea"/>
                <a:ea typeface="+mj-ea"/>
              </a:rPr>
              <a:t>put</a:t>
            </a:r>
            <a:r>
              <a:rPr lang="en-US" altLang="zh-CN" b="1" dirty="0">
                <a:latin typeface="+mj-ea"/>
                <a:ea typeface="+mj-ea"/>
              </a:rPr>
              <a:t>(</a:t>
            </a:r>
            <a:r>
              <a:rPr lang="en-US" altLang="zh-CN" b="1" dirty="0" err="1">
                <a:latin typeface="+mj-ea"/>
                <a:ea typeface="+mj-ea"/>
              </a:rPr>
              <a:t>url</a:t>
            </a:r>
            <a:r>
              <a:rPr lang="en-US" altLang="zh-CN" b="1" dirty="0">
                <a:latin typeface="+mj-ea"/>
                <a:ea typeface="+mj-ea"/>
              </a:rPr>
              <a:t>[, data[, config]])</a:t>
            </a:r>
          </a:p>
          <a:p>
            <a:r>
              <a:rPr lang="en-US" altLang="zh-CN" b="1" dirty="0" err="1">
                <a:latin typeface="+mj-ea"/>
                <a:ea typeface="+mj-ea"/>
              </a:rPr>
              <a:t>axios.patch</a:t>
            </a:r>
            <a:r>
              <a:rPr lang="en-US" altLang="zh-CN" b="1" dirty="0">
                <a:latin typeface="+mj-ea"/>
                <a:ea typeface="+mj-ea"/>
              </a:rPr>
              <a:t>(</a:t>
            </a:r>
            <a:r>
              <a:rPr lang="en-US" altLang="zh-CN" b="1" dirty="0" err="1">
                <a:latin typeface="+mj-ea"/>
                <a:ea typeface="+mj-ea"/>
              </a:rPr>
              <a:t>url</a:t>
            </a:r>
            <a:r>
              <a:rPr lang="en-US" altLang="zh-CN" b="1" dirty="0">
                <a:latin typeface="+mj-ea"/>
                <a:ea typeface="+mj-ea"/>
              </a:rPr>
              <a:t>[, data[, config]])</a:t>
            </a:r>
            <a:endParaRPr lang="zh-CN" altLang="en-US" b="1" dirty="0">
              <a:latin typeface="+mj-ea"/>
              <a:ea typeface="+mj-ea"/>
            </a:endParaRPr>
          </a:p>
        </p:txBody>
      </p:sp>
      <p:sp>
        <p:nvSpPr>
          <p:cNvPr id="3" name="箭头: 圆角右 2">
            <a:extLst>
              <a:ext uri="{FF2B5EF4-FFF2-40B4-BE49-F238E27FC236}">
                <a16:creationId xmlns:a16="http://schemas.microsoft.com/office/drawing/2014/main" id="{C37A0CCF-9113-9BCC-51C7-66ACEBF20343}"/>
              </a:ext>
            </a:extLst>
          </p:cNvPr>
          <p:cNvSpPr/>
          <p:nvPr/>
        </p:nvSpPr>
        <p:spPr>
          <a:xfrm rot="10800000">
            <a:off x="4656138" y="3276253"/>
            <a:ext cx="3672408" cy="75700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9342229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err="1">
                <a:solidFill>
                  <a:srgbClr val="0000FF"/>
                </a:solidFill>
                <a:effectLst>
                  <a:outerShdw blurRad="38100" dist="38100" dir="2700000" algn="tl">
                    <a:srgbClr val="000000">
                      <a:alpha val="43137"/>
                    </a:srgbClr>
                  </a:outerShdw>
                </a:effectLst>
              </a:rPr>
              <a:t>axios</a:t>
            </a:r>
            <a:r>
              <a:rPr lang="zh-CN" altLang="en-US" sz="2800" b="1" dirty="0">
                <a:solidFill>
                  <a:srgbClr val="0000FF"/>
                </a:solidFill>
                <a:effectLst>
                  <a:outerShdw blurRad="38100" dist="38100" dir="2700000" algn="tl">
                    <a:srgbClr val="000000">
                      <a:alpha val="43137"/>
                    </a:srgbClr>
                  </a:outerShdw>
                </a:effectLst>
              </a:rPr>
              <a:t>实现接口通讯</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altLang="zh-CN" sz="2000" b="1" dirty="0" err="1">
                <a:latin typeface="+mn-ea"/>
                <a:ea typeface="+mn-ea"/>
              </a:rPr>
              <a:t>axios</a:t>
            </a:r>
            <a:r>
              <a:rPr lang="zh-CN" altLang="en-US" sz="2000" b="1" dirty="0">
                <a:latin typeface="+mn-ea"/>
                <a:ea typeface="+mn-ea"/>
              </a:rPr>
              <a:t>基本使用</a:t>
            </a:r>
            <a:endParaRPr lang="en-US" altLang="zh-CN" sz="2000" b="1" dirty="0">
              <a:latin typeface="+mn-ea"/>
              <a:ea typeface="+mn-ea"/>
            </a:endParaRPr>
          </a:p>
        </p:txBody>
      </p:sp>
      <p:sp>
        <p:nvSpPr>
          <p:cNvPr id="13" name="文本框 12">
            <a:extLst>
              <a:ext uri="{FF2B5EF4-FFF2-40B4-BE49-F238E27FC236}">
                <a16:creationId xmlns:a16="http://schemas.microsoft.com/office/drawing/2014/main" id="{BE40CBFD-B41A-4C8E-9EDD-2B0F8DC2E14F}"/>
              </a:ext>
            </a:extLst>
          </p:cNvPr>
          <p:cNvSpPr txBox="1"/>
          <p:nvPr/>
        </p:nvSpPr>
        <p:spPr>
          <a:xfrm>
            <a:off x="895549" y="2289532"/>
            <a:ext cx="3600399" cy="442878"/>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b="1" dirty="0">
                <a:latin typeface="+mj-ea"/>
                <a:ea typeface="+mj-ea"/>
              </a:rPr>
              <a:t>常用请求方法别名</a:t>
            </a:r>
          </a:p>
        </p:txBody>
      </p:sp>
      <p:sp>
        <p:nvSpPr>
          <p:cNvPr id="3" name="文本框 2">
            <a:extLst>
              <a:ext uri="{FF2B5EF4-FFF2-40B4-BE49-F238E27FC236}">
                <a16:creationId xmlns:a16="http://schemas.microsoft.com/office/drawing/2014/main" id="{A74B4F00-CBE5-E4F0-2DBD-D7B61F296700}"/>
              </a:ext>
            </a:extLst>
          </p:cNvPr>
          <p:cNvSpPr txBox="1"/>
          <p:nvPr/>
        </p:nvSpPr>
        <p:spPr>
          <a:xfrm>
            <a:off x="7016229" y="2964452"/>
            <a:ext cx="4680520" cy="313932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b="1" dirty="0" err="1">
                <a:solidFill>
                  <a:schemeClr val="accent6"/>
                </a:solidFill>
                <a:latin typeface="+mj-ea"/>
                <a:ea typeface="+mj-ea"/>
              </a:rPr>
              <a:t>axios</a:t>
            </a:r>
            <a:r>
              <a:rPr lang="en-US" altLang="zh-CN" b="1" dirty="0">
                <a:solidFill>
                  <a:schemeClr val="accent6"/>
                </a:solidFill>
                <a:latin typeface="+mj-ea"/>
                <a:ea typeface="+mj-ea"/>
              </a:rPr>
              <a:t>.[</a:t>
            </a:r>
            <a:r>
              <a:rPr lang="zh-CN" altLang="en-US" b="1" dirty="0">
                <a:solidFill>
                  <a:schemeClr val="accent6"/>
                </a:solidFill>
                <a:latin typeface="+mj-ea"/>
                <a:ea typeface="+mj-ea"/>
              </a:rPr>
              <a:t>请求方法别名</a:t>
            </a:r>
            <a:r>
              <a:rPr lang="en-US" altLang="zh-CN" b="1" dirty="0">
                <a:solidFill>
                  <a:schemeClr val="accent6"/>
                </a:solidFill>
                <a:latin typeface="+mj-ea"/>
                <a:ea typeface="+mj-ea"/>
              </a:rPr>
              <a:t>]</a:t>
            </a:r>
            <a:r>
              <a:rPr lang="en-US" altLang="zh-CN" b="1" dirty="0">
                <a:latin typeface="+mj-ea"/>
                <a:ea typeface="+mj-ea"/>
              </a:rPr>
              <a:t>(</a:t>
            </a:r>
            <a:r>
              <a:rPr lang="zh-CN" altLang="en-US" b="1" dirty="0">
                <a:solidFill>
                  <a:srgbClr val="00B050"/>
                </a:solidFill>
                <a:latin typeface="+mj-ea"/>
                <a:ea typeface="+mj-ea"/>
              </a:rPr>
              <a:t>请求配置</a:t>
            </a:r>
            <a:r>
              <a:rPr lang="en-US" altLang="zh-CN" b="1" dirty="0">
                <a:latin typeface="+mj-ea"/>
                <a:ea typeface="+mj-ea"/>
              </a:rPr>
              <a:t>)</a:t>
            </a:r>
          </a:p>
          <a:p>
            <a:r>
              <a:rPr lang="en-US" altLang="zh-CN" dirty="0">
                <a:latin typeface="+mj-ea"/>
                <a:ea typeface="+mj-ea"/>
              </a:rPr>
              <a:t>  .</a:t>
            </a:r>
            <a:r>
              <a:rPr lang="en-US" altLang="zh-CN" b="1" dirty="0">
                <a:solidFill>
                  <a:schemeClr val="accent6"/>
                </a:solidFill>
                <a:latin typeface="+mj-ea"/>
                <a:ea typeface="+mj-ea"/>
              </a:rPr>
              <a:t>then</a:t>
            </a:r>
            <a:r>
              <a:rPr lang="en-US" altLang="zh-CN" dirty="0">
                <a:latin typeface="+mj-ea"/>
                <a:ea typeface="+mj-ea"/>
              </a:rPr>
              <a:t>(function (response) {</a:t>
            </a:r>
          </a:p>
          <a:p>
            <a:r>
              <a:rPr lang="en-US" altLang="zh-CN" dirty="0">
                <a:latin typeface="+mj-ea"/>
                <a:ea typeface="+mj-ea"/>
              </a:rPr>
              <a:t>    // </a:t>
            </a:r>
            <a:r>
              <a:rPr lang="zh-CN" altLang="en-US" dirty="0">
                <a:latin typeface="+mj-ea"/>
                <a:ea typeface="+mj-ea"/>
              </a:rPr>
              <a:t>请求成功</a:t>
            </a:r>
          </a:p>
          <a:p>
            <a:r>
              <a:rPr lang="zh-CN" altLang="en-US" dirty="0">
                <a:latin typeface="+mj-ea"/>
                <a:ea typeface="+mj-ea"/>
              </a:rPr>
              <a:t> </a:t>
            </a:r>
            <a:r>
              <a:rPr lang="en-US" altLang="zh-CN" dirty="0">
                <a:latin typeface="+mj-ea"/>
                <a:ea typeface="+mj-ea"/>
              </a:rPr>
              <a:t>……  </a:t>
            </a:r>
          </a:p>
          <a:p>
            <a:r>
              <a:rPr lang="en-US" altLang="zh-CN" dirty="0">
                <a:latin typeface="+mj-ea"/>
                <a:ea typeface="+mj-ea"/>
              </a:rPr>
              <a:t>  })</a:t>
            </a:r>
          </a:p>
          <a:p>
            <a:r>
              <a:rPr lang="en-US" altLang="zh-CN" dirty="0">
                <a:latin typeface="+mj-ea"/>
                <a:ea typeface="+mj-ea"/>
              </a:rPr>
              <a:t>  .</a:t>
            </a:r>
            <a:r>
              <a:rPr lang="en-US" altLang="zh-CN" b="1" dirty="0">
                <a:solidFill>
                  <a:schemeClr val="accent6"/>
                </a:solidFill>
                <a:latin typeface="+mj-ea"/>
                <a:ea typeface="+mj-ea"/>
              </a:rPr>
              <a:t>catch</a:t>
            </a:r>
            <a:r>
              <a:rPr lang="en-US" altLang="zh-CN" dirty="0">
                <a:latin typeface="+mj-ea"/>
                <a:ea typeface="+mj-ea"/>
              </a:rPr>
              <a:t>(function (error) {</a:t>
            </a:r>
          </a:p>
          <a:p>
            <a:r>
              <a:rPr lang="en-US" altLang="zh-CN" dirty="0">
                <a:latin typeface="+mj-ea"/>
                <a:ea typeface="+mj-ea"/>
              </a:rPr>
              <a:t>    // </a:t>
            </a:r>
            <a:r>
              <a:rPr lang="zh-CN" altLang="en-US" dirty="0">
                <a:latin typeface="+mj-ea"/>
                <a:ea typeface="+mj-ea"/>
              </a:rPr>
              <a:t>请求错误</a:t>
            </a:r>
          </a:p>
          <a:p>
            <a:r>
              <a:rPr lang="zh-CN" altLang="en-US" dirty="0">
                <a:latin typeface="+mj-ea"/>
                <a:ea typeface="+mj-ea"/>
              </a:rPr>
              <a:t> </a:t>
            </a:r>
            <a:r>
              <a:rPr lang="en-US" altLang="zh-CN" dirty="0">
                <a:latin typeface="+mj-ea"/>
                <a:ea typeface="+mj-ea"/>
              </a:rPr>
              <a:t> })</a:t>
            </a:r>
          </a:p>
          <a:p>
            <a:r>
              <a:rPr lang="en-US" altLang="zh-CN" dirty="0">
                <a:latin typeface="+mj-ea"/>
                <a:ea typeface="+mj-ea"/>
              </a:rPr>
              <a:t>  .</a:t>
            </a:r>
            <a:r>
              <a:rPr lang="en-US" altLang="zh-CN" b="1" dirty="0">
                <a:solidFill>
                  <a:schemeClr val="accent6"/>
                </a:solidFill>
                <a:latin typeface="+mj-ea"/>
                <a:ea typeface="+mj-ea"/>
              </a:rPr>
              <a:t>finally</a:t>
            </a:r>
            <a:r>
              <a:rPr lang="en-US" altLang="zh-CN" dirty="0">
                <a:latin typeface="+mj-ea"/>
                <a:ea typeface="+mj-ea"/>
              </a:rPr>
              <a:t>(function () {</a:t>
            </a:r>
          </a:p>
          <a:p>
            <a:r>
              <a:rPr lang="en-US" altLang="zh-CN" dirty="0">
                <a:latin typeface="+mj-ea"/>
                <a:ea typeface="+mj-ea"/>
              </a:rPr>
              <a:t>    // </a:t>
            </a:r>
            <a:r>
              <a:rPr lang="zh-CN" altLang="en-US" dirty="0">
                <a:latin typeface="+mj-ea"/>
                <a:ea typeface="+mj-ea"/>
              </a:rPr>
              <a:t>无论成功还是错误都执行的部分</a:t>
            </a:r>
          </a:p>
          <a:p>
            <a:r>
              <a:rPr lang="zh-CN" altLang="en-US" dirty="0">
                <a:latin typeface="+mj-ea"/>
                <a:ea typeface="+mj-ea"/>
              </a:rPr>
              <a:t>  </a:t>
            </a:r>
            <a:r>
              <a:rPr lang="en-US" altLang="zh-CN" dirty="0">
                <a:latin typeface="+mj-ea"/>
                <a:ea typeface="+mj-ea"/>
              </a:rPr>
              <a:t>});</a:t>
            </a:r>
            <a:endParaRPr lang="zh-CN" altLang="en-US" dirty="0">
              <a:latin typeface="+mj-ea"/>
              <a:ea typeface="+mj-ea"/>
            </a:endParaRPr>
          </a:p>
        </p:txBody>
      </p:sp>
      <p:sp>
        <p:nvSpPr>
          <p:cNvPr id="4" name="文本框 3">
            <a:extLst>
              <a:ext uri="{FF2B5EF4-FFF2-40B4-BE49-F238E27FC236}">
                <a16:creationId xmlns:a16="http://schemas.microsoft.com/office/drawing/2014/main" id="{ABE965C3-70AE-96FF-CF8F-3D1B8C460B7C}"/>
              </a:ext>
            </a:extLst>
          </p:cNvPr>
          <p:cNvSpPr txBox="1"/>
          <p:nvPr/>
        </p:nvSpPr>
        <p:spPr>
          <a:xfrm>
            <a:off x="751533" y="2964452"/>
            <a:ext cx="5969574"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b="1" dirty="0">
                <a:latin typeface="+mj-ea"/>
                <a:ea typeface="+mj-ea"/>
              </a:rPr>
              <a:t>常用请求配置</a:t>
            </a:r>
            <a:endParaRPr lang="en-US" altLang="zh-CN" b="1" dirty="0">
              <a:latin typeface="+mj-ea"/>
              <a:ea typeface="+mj-ea"/>
            </a:endParaRPr>
          </a:p>
          <a:p>
            <a:r>
              <a:rPr lang="en-US" altLang="zh-CN" b="1" dirty="0" err="1">
                <a:solidFill>
                  <a:schemeClr val="accent6"/>
                </a:solidFill>
                <a:latin typeface="+mj-ea"/>
                <a:ea typeface="+mj-ea"/>
              </a:rPr>
              <a:t>url</a:t>
            </a:r>
            <a:r>
              <a:rPr lang="en-US" altLang="zh-CN" b="1" dirty="0">
                <a:latin typeface="+mj-ea"/>
                <a:ea typeface="+mj-ea"/>
              </a:rPr>
              <a:t>     //</a:t>
            </a:r>
            <a:r>
              <a:rPr lang="zh-CN" altLang="en-US" b="1" dirty="0">
                <a:latin typeface="+mj-ea"/>
                <a:ea typeface="+mj-ea"/>
              </a:rPr>
              <a:t>请求的资源地址，必填</a:t>
            </a:r>
            <a:endParaRPr lang="en-US" altLang="zh-CN" b="1" dirty="0">
              <a:latin typeface="+mj-ea"/>
              <a:ea typeface="+mj-ea"/>
            </a:endParaRPr>
          </a:p>
          <a:p>
            <a:r>
              <a:rPr lang="en-US" altLang="zh-CN" b="1" dirty="0">
                <a:solidFill>
                  <a:schemeClr val="accent6"/>
                </a:solidFill>
                <a:latin typeface="+mj-ea"/>
                <a:ea typeface="+mj-ea"/>
              </a:rPr>
              <a:t>method</a:t>
            </a:r>
            <a:r>
              <a:rPr lang="en-US" altLang="zh-CN" b="1" dirty="0">
                <a:latin typeface="+mj-ea"/>
                <a:ea typeface="+mj-ea"/>
              </a:rPr>
              <a:t>  //</a:t>
            </a:r>
            <a:r>
              <a:rPr lang="zh-CN" altLang="en-US" b="1" dirty="0">
                <a:latin typeface="+mj-ea"/>
                <a:ea typeface="+mj-ea"/>
              </a:rPr>
              <a:t>请求方法，使用别名后不需要指定</a:t>
            </a:r>
            <a:endParaRPr lang="en-US" altLang="zh-CN" b="1" dirty="0">
              <a:latin typeface="+mj-ea"/>
              <a:ea typeface="+mj-ea"/>
            </a:endParaRPr>
          </a:p>
          <a:p>
            <a:r>
              <a:rPr lang="en-US" altLang="zh-CN" b="1" dirty="0">
                <a:solidFill>
                  <a:schemeClr val="accent6"/>
                </a:solidFill>
                <a:latin typeface="+mj-ea"/>
                <a:ea typeface="+mj-ea"/>
              </a:rPr>
              <a:t>prams</a:t>
            </a:r>
            <a:r>
              <a:rPr lang="en-US" altLang="zh-CN" b="1" dirty="0">
                <a:latin typeface="+mj-ea"/>
                <a:ea typeface="+mj-ea"/>
              </a:rPr>
              <a:t>   //</a:t>
            </a:r>
            <a:r>
              <a:rPr lang="zh-CN" altLang="en-US" b="1" dirty="0">
                <a:latin typeface="+mj-ea"/>
                <a:ea typeface="+mj-ea"/>
              </a:rPr>
              <a:t>发送参数，</a:t>
            </a:r>
            <a:r>
              <a:rPr lang="en-US" altLang="zh-CN" b="1" dirty="0">
                <a:latin typeface="+mj-ea"/>
                <a:ea typeface="+mj-ea"/>
              </a:rPr>
              <a:t>GET</a:t>
            </a:r>
            <a:r>
              <a:rPr lang="zh-CN" altLang="en-US" b="1" dirty="0">
                <a:latin typeface="+mj-ea"/>
                <a:ea typeface="+mj-ea"/>
              </a:rPr>
              <a:t>时使用</a:t>
            </a:r>
            <a:endParaRPr lang="en-US" altLang="zh-CN" b="1" dirty="0">
              <a:latin typeface="+mj-ea"/>
              <a:ea typeface="+mj-ea"/>
            </a:endParaRPr>
          </a:p>
          <a:p>
            <a:r>
              <a:rPr lang="en-US" altLang="zh-CN" b="1" dirty="0">
                <a:solidFill>
                  <a:schemeClr val="accent6"/>
                </a:solidFill>
                <a:latin typeface="+mj-ea"/>
                <a:ea typeface="+mj-ea"/>
              </a:rPr>
              <a:t>data</a:t>
            </a:r>
            <a:r>
              <a:rPr lang="en-US" altLang="zh-CN" b="1" dirty="0">
                <a:latin typeface="+mj-ea"/>
                <a:ea typeface="+mj-ea"/>
              </a:rPr>
              <a:t>    //</a:t>
            </a:r>
            <a:r>
              <a:rPr lang="zh-CN" altLang="en-US" b="1" dirty="0">
                <a:latin typeface="+mj-ea"/>
                <a:ea typeface="+mj-ea"/>
              </a:rPr>
              <a:t>发送数据，</a:t>
            </a:r>
            <a:r>
              <a:rPr lang="en-US" altLang="zh-CN" b="1" dirty="0">
                <a:latin typeface="+mj-ea"/>
                <a:ea typeface="+mj-ea"/>
              </a:rPr>
              <a:t>POST</a:t>
            </a:r>
            <a:r>
              <a:rPr lang="zh-CN" altLang="en-US" b="1" dirty="0">
                <a:latin typeface="+mj-ea"/>
                <a:ea typeface="+mj-ea"/>
              </a:rPr>
              <a:t>、</a:t>
            </a:r>
            <a:r>
              <a:rPr lang="en-US" altLang="zh-CN" b="1" dirty="0">
                <a:latin typeface="+mj-ea"/>
                <a:ea typeface="+mj-ea"/>
              </a:rPr>
              <a:t>PUT</a:t>
            </a:r>
            <a:r>
              <a:rPr lang="zh-CN" altLang="en-US" b="1" dirty="0">
                <a:latin typeface="+mj-ea"/>
                <a:ea typeface="+mj-ea"/>
              </a:rPr>
              <a:t>、</a:t>
            </a:r>
            <a:r>
              <a:rPr lang="en-US" altLang="zh-CN" b="1" dirty="0">
                <a:latin typeface="+mj-ea"/>
                <a:ea typeface="+mj-ea"/>
              </a:rPr>
              <a:t>DELET</a:t>
            </a:r>
            <a:r>
              <a:rPr lang="zh-CN" altLang="en-US" b="1" dirty="0">
                <a:latin typeface="+mj-ea"/>
                <a:ea typeface="+mj-ea"/>
              </a:rPr>
              <a:t>、</a:t>
            </a:r>
            <a:r>
              <a:rPr lang="en-US" altLang="zh-CN" b="1" dirty="0">
                <a:latin typeface="+mj-ea"/>
                <a:ea typeface="+mj-ea"/>
              </a:rPr>
              <a:t>PATCH</a:t>
            </a:r>
            <a:r>
              <a:rPr lang="zh-CN" altLang="en-US" b="1" dirty="0">
                <a:latin typeface="+mj-ea"/>
                <a:ea typeface="+mj-ea"/>
              </a:rPr>
              <a:t>时使用</a:t>
            </a:r>
          </a:p>
        </p:txBody>
      </p:sp>
      <p:sp>
        <p:nvSpPr>
          <p:cNvPr id="5" name="箭头: 圆角右 4">
            <a:extLst>
              <a:ext uri="{FF2B5EF4-FFF2-40B4-BE49-F238E27FC236}">
                <a16:creationId xmlns:a16="http://schemas.microsoft.com/office/drawing/2014/main" id="{CD08ED32-CC25-9C36-ED34-555C4F1BDC30}"/>
              </a:ext>
            </a:extLst>
          </p:cNvPr>
          <p:cNvSpPr/>
          <p:nvPr/>
        </p:nvSpPr>
        <p:spPr>
          <a:xfrm rot="10800000">
            <a:off x="6224141" y="3324611"/>
            <a:ext cx="3672408" cy="75700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4433075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使用</a:t>
            </a:r>
            <a:r>
              <a:rPr lang="en-US" altLang="zh-CN" sz="2800" b="1" dirty="0" err="1">
                <a:solidFill>
                  <a:srgbClr val="0000FF"/>
                </a:solidFill>
                <a:effectLst>
                  <a:outerShdw blurRad="38100" dist="38100" dir="2700000" algn="tl">
                    <a:srgbClr val="000000">
                      <a:alpha val="43137"/>
                    </a:srgbClr>
                  </a:outerShdw>
                </a:effectLst>
              </a:rPr>
              <a:t>axios</a:t>
            </a:r>
            <a:r>
              <a:rPr lang="zh-CN" altLang="en-US" sz="2800" b="1" dirty="0">
                <a:solidFill>
                  <a:srgbClr val="0000FF"/>
                </a:solidFill>
                <a:effectLst>
                  <a:outerShdw blurRad="38100" dist="38100" dir="2700000" algn="tl">
                    <a:srgbClr val="000000">
                      <a:alpha val="43137"/>
                    </a:srgbClr>
                  </a:outerShdw>
                </a:effectLst>
              </a:rPr>
              <a:t>实现接口通讯</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953403"/>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altLang="zh-CN" sz="2000" b="1" dirty="0" err="1">
                <a:latin typeface="+mn-ea"/>
                <a:ea typeface="+mn-ea"/>
              </a:rPr>
              <a:t>axios</a:t>
            </a:r>
            <a:r>
              <a:rPr lang="zh-CN" altLang="en-US" sz="2000" b="1" dirty="0">
                <a:latin typeface="+mn-ea"/>
                <a:ea typeface="+mn-ea"/>
              </a:rPr>
              <a:t>基本使用</a:t>
            </a:r>
          </a:p>
          <a:p>
            <a:pPr marL="342900" indent="-342900">
              <a:lnSpc>
                <a:spcPct val="150000"/>
              </a:lnSpc>
              <a:buFont typeface="Wingdings" panose="05000000000000000000" pitchFamily="2" charset="2"/>
              <a:buChar char="ü"/>
            </a:pPr>
            <a:endParaRPr lang="en-US" altLang="zh-CN" sz="2000" b="1" dirty="0"/>
          </a:p>
        </p:txBody>
      </p:sp>
      <p:sp>
        <p:nvSpPr>
          <p:cNvPr id="13" name="文本框 12">
            <a:extLst>
              <a:ext uri="{FF2B5EF4-FFF2-40B4-BE49-F238E27FC236}">
                <a16:creationId xmlns:a16="http://schemas.microsoft.com/office/drawing/2014/main" id="{BE40CBFD-B41A-4C8E-9EDD-2B0F8DC2E14F}"/>
              </a:ext>
            </a:extLst>
          </p:cNvPr>
          <p:cNvSpPr txBox="1"/>
          <p:nvPr/>
        </p:nvSpPr>
        <p:spPr>
          <a:xfrm>
            <a:off x="895549" y="2289532"/>
            <a:ext cx="3816423" cy="442878"/>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b="1" dirty="0">
                <a:latin typeface="+mj-ea"/>
                <a:ea typeface="+mj-ea"/>
              </a:rPr>
              <a:t>收到响应后的数据结构</a:t>
            </a:r>
          </a:p>
        </p:txBody>
      </p:sp>
      <p:sp>
        <p:nvSpPr>
          <p:cNvPr id="9" name="文本框 8">
            <a:extLst>
              <a:ext uri="{FF2B5EF4-FFF2-40B4-BE49-F238E27FC236}">
                <a16:creationId xmlns:a16="http://schemas.microsoft.com/office/drawing/2014/main" id="{F8F10728-6784-4657-8BE3-9083E1EC69ED}"/>
              </a:ext>
            </a:extLst>
          </p:cNvPr>
          <p:cNvSpPr txBox="1"/>
          <p:nvPr/>
        </p:nvSpPr>
        <p:spPr>
          <a:xfrm>
            <a:off x="895549" y="3116102"/>
            <a:ext cx="9433048" cy="25545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600" b="1" dirty="0">
                <a:solidFill>
                  <a:schemeClr val="tx2"/>
                </a:solidFill>
                <a:latin typeface="+mj-ea"/>
                <a:ea typeface="+mj-ea"/>
              </a:rPr>
              <a:t>//</a:t>
            </a:r>
            <a:r>
              <a:rPr lang="zh-CN" altLang="en-US" sz="1600" b="1" dirty="0">
                <a:solidFill>
                  <a:schemeClr val="tx2"/>
                </a:solidFill>
                <a:latin typeface="+mj-ea"/>
                <a:ea typeface="+mj-ea"/>
              </a:rPr>
              <a:t>响应结构</a:t>
            </a:r>
            <a:endParaRPr lang="en-US" altLang="zh-CN" sz="1600" b="1" dirty="0">
              <a:solidFill>
                <a:schemeClr val="tx2"/>
              </a:solidFill>
              <a:latin typeface="+mj-ea"/>
              <a:ea typeface="+mj-ea"/>
            </a:endParaRPr>
          </a:p>
          <a:p>
            <a:r>
              <a:rPr lang="en-US" altLang="zh-CN" sz="1600" b="1" dirty="0">
                <a:solidFill>
                  <a:schemeClr val="tx2"/>
                </a:solidFill>
                <a:latin typeface="+mj-ea"/>
                <a:ea typeface="+mj-ea"/>
              </a:rPr>
              <a:t>{</a:t>
            </a:r>
            <a:endParaRPr lang="zh-CN" altLang="en-US" sz="1600" b="1" dirty="0">
              <a:solidFill>
                <a:schemeClr val="tx2"/>
              </a:solidFill>
              <a:latin typeface="+mj-ea"/>
              <a:ea typeface="+mj-ea"/>
            </a:endParaRPr>
          </a:p>
          <a:p>
            <a:r>
              <a:rPr lang="zh-CN" altLang="en-US" sz="1600" b="1" dirty="0">
                <a:solidFill>
                  <a:schemeClr val="tx2"/>
                </a:solidFill>
                <a:latin typeface="+mj-ea"/>
                <a:ea typeface="+mj-ea"/>
              </a:rPr>
              <a:t>  </a:t>
            </a:r>
            <a:r>
              <a:rPr lang="en-US" altLang="zh-CN" sz="1600" b="1" dirty="0">
                <a:solidFill>
                  <a:srgbClr val="00B050"/>
                </a:solidFill>
                <a:latin typeface="+mj-ea"/>
                <a:ea typeface="+mj-ea"/>
              </a:rPr>
              <a:t>data</a:t>
            </a:r>
            <a:r>
              <a:rPr lang="en-US" altLang="zh-CN" sz="1600" b="1" dirty="0">
                <a:solidFill>
                  <a:schemeClr val="tx2"/>
                </a:solidFill>
                <a:latin typeface="+mj-ea"/>
                <a:ea typeface="+mj-ea"/>
              </a:rPr>
              <a:t>: {},           </a:t>
            </a:r>
            <a:r>
              <a:rPr lang="en-US" altLang="zh-CN" sz="1600" b="1" dirty="0">
                <a:solidFill>
                  <a:schemeClr val="accent6"/>
                </a:solidFill>
                <a:latin typeface="+mj-ea"/>
                <a:ea typeface="+mj-ea"/>
              </a:rPr>
              <a:t>// </a:t>
            </a:r>
            <a:r>
              <a:rPr lang="zh-CN" altLang="en-US" sz="1600" b="1" dirty="0">
                <a:solidFill>
                  <a:schemeClr val="accent6"/>
                </a:solidFill>
                <a:latin typeface="+mj-ea"/>
                <a:ea typeface="+mj-ea"/>
              </a:rPr>
              <a:t>服务器提供的响应结果</a:t>
            </a:r>
            <a:endParaRPr lang="en-US" altLang="zh-CN" sz="1600" b="1" dirty="0">
              <a:solidFill>
                <a:schemeClr val="accent6"/>
              </a:solidFill>
              <a:latin typeface="+mj-ea"/>
              <a:ea typeface="+mj-ea"/>
            </a:endParaRPr>
          </a:p>
          <a:p>
            <a:r>
              <a:rPr lang="en-US" altLang="zh-CN" sz="1600" b="1" dirty="0">
                <a:solidFill>
                  <a:srgbClr val="00B050"/>
                </a:solidFill>
                <a:latin typeface="+mj-ea"/>
                <a:ea typeface="+mj-ea"/>
              </a:rPr>
              <a:t>  status</a:t>
            </a:r>
            <a:r>
              <a:rPr lang="en-US" altLang="zh-CN" sz="1600" b="1" dirty="0">
                <a:solidFill>
                  <a:schemeClr val="tx2"/>
                </a:solidFill>
                <a:latin typeface="+mj-ea"/>
                <a:ea typeface="+mj-ea"/>
              </a:rPr>
              <a:t>: 200,        // </a:t>
            </a:r>
            <a:r>
              <a:rPr lang="zh-CN" altLang="en-US" sz="1600" b="1" dirty="0">
                <a:solidFill>
                  <a:schemeClr val="tx2"/>
                </a:solidFill>
                <a:latin typeface="+mj-ea"/>
                <a:ea typeface="+mj-ea"/>
              </a:rPr>
              <a:t>服务器响应的 </a:t>
            </a:r>
            <a:r>
              <a:rPr lang="en-US" altLang="zh-CN" sz="1600" b="1" dirty="0">
                <a:solidFill>
                  <a:schemeClr val="tx2"/>
                </a:solidFill>
                <a:latin typeface="+mj-ea"/>
                <a:ea typeface="+mj-ea"/>
              </a:rPr>
              <a:t>HTTP </a:t>
            </a:r>
            <a:r>
              <a:rPr lang="zh-CN" altLang="en-US" sz="1600" b="1" dirty="0">
                <a:solidFill>
                  <a:schemeClr val="tx2"/>
                </a:solidFill>
                <a:latin typeface="+mj-ea"/>
                <a:ea typeface="+mj-ea"/>
              </a:rPr>
              <a:t>状态码</a:t>
            </a:r>
            <a:endParaRPr lang="en-US" altLang="zh-CN" sz="1600" b="1" dirty="0">
              <a:solidFill>
                <a:schemeClr val="tx2"/>
              </a:solidFill>
              <a:latin typeface="+mj-ea"/>
              <a:ea typeface="+mj-ea"/>
            </a:endParaRPr>
          </a:p>
          <a:p>
            <a:r>
              <a:rPr lang="en-US" altLang="zh-CN" sz="1600" b="1" dirty="0">
                <a:solidFill>
                  <a:srgbClr val="00B050"/>
                </a:solidFill>
                <a:latin typeface="+mj-ea"/>
                <a:ea typeface="+mj-ea"/>
              </a:rPr>
              <a:t>  </a:t>
            </a:r>
            <a:r>
              <a:rPr lang="en-US" altLang="zh-CN" sz="1600" dirty="0" err="1">
                <a:solidFill>
                  <a:srgbClr val="00B050"/>
                </a:solidFill>
                <a:latin typeface="+mj-ea"/>
                <a:ea typeface="+mj-ea"/>
              </a:rPr>
              <a:t>statusText</a:t>
            </a:r>
            <a:r>
              <a:rPr lang="en-US" altLang="zh-CN" sz="1600" dirty="0">
                <a:solidFill>
                  <a:schemeClr val="tx2"/>
                </a:solidFill>
                <a:latin typeface="+mj-ea"/>
                <a:ea typeface="+mj-ea"/>
              </a:rPr>
              <a:t>: 'OK',   // </a:t>
            </a:r>
            <a:r>
              <a:rPr lang="zh-CN" altLang="en-US" sz="1600" dirty="0">
                <a:solidFill>
                  <a:schemeClr val="tx2"/>
                </a:solidFill>
                <a:latin typeface="+mj-ea"/>
                <a:ea typeface="+mj-ea"/>
              </a:rPr>
              <a:t>服务器响应的 </a:t>
            </a:r>
            <a:r>
              <a:rPr lang="en-US" altLang="zh-CN" sz="1600" dirty="0">
                <a:solidFill>
                  <a:schemeClr val="tx2"/>
                </a:solidFill>
                <a:latin typeface="+mj-ea"/>
                <a:ea typeface="+mj-ea"/>
              </a:rPr>
              <a:t>HTTP </a:t>
            </a:r>
            <a:r>
              <a:rPr lang="zh-CN" altLang="en-US" sz="1600" dirty="0">
                <a:solidFill>
                  <a:schemeClr val="tx2"/>
                </a:solidFill>
                <a:latin typeface="+mj-ea"/>
                <a:ea typeface="+mj-ea"/>
              </a:rPr>
              <a:t>状态信息</a:t>
            </a:r>
            <a:endParaRPr lang="en-US" altLang="zh-CN" sz="1600" dirty="0">
              <a:solidFill>
                <a:schemeClr val="tx2"/>
              </a:solidFill>
              <a:latin typeface="+mj-ea"/>
              <a:ea typeface="+mj-ea"/>
            </a:endParaRPr>
          </a:p>
          <a:p>
            <a:r>
              <a:rPr lang="en-US" altLang="zh-CN" sz="1600" dirty="0">
                <a:solidFill>
                  <a:srgbClr val="00B050"/>
                </a:solidFill>
                <a:latin typeface="+mj-ea"/>
                <a:ea typeface="+mj-ea"/>
              </a:rPr>
              <a:t>  headers</a:t>
            </a:r>
            <a:r>
              <a:rPr lang="en-US" altLang="zh-CN" sz="1600" dirty="0">
                <a:solidFill>
                  <a:schemeClr val="tx2"/>
                </a:solidFill>
                <a:latin typeface="+mj-ea"/>
                <a:ea typeface="+mj-ea"/>
              </a:rPr>
              <a:t>: {},        // </a:t>
            </a:r>
            <a:r>
              <a:rPr lang="zh-CN" altLang="en-US" sz="1600" dirty="0">
                <a:solidFill>
                  <a:schemeClr val="tx2"/>
                </a:solidFill>
                <a:latin typeface="+mj-ea"/>
                <a:ea typeface="+mj-ea"/>
              </a:rPr>
              <a:t>服务器响应头，</a:t>
            </a:r>
            <a:r>
              <a:rPr lang="en-US" altLang="zh-CN" sz="1600" dirty="0">
                <a:solidFill>
                  <a:schemeClr val="tx2"/>
                </a:solidFill>
                <a:latin typeface="+mj-ea"/>
                <a:ea typeface="+mj-ea"/>
              </a:rPr>
              <a:t> </a:t>
            </a:r>
          </a:p>
          <a:p>
            <a:r>
              <a:rPr lang="en-US" altLang="zh-CN" sz="1600" dirty="0">
                <a:solidFill>
                  <a:schemeClr val="tx2"/>
                </a:solidFill>
                <a:latin typeface="+mj-ea"/>
                <a:ea typeface="+mj-ea"/>
              </a:rPr>
              <a:t>                      //</a:t>
            </a:r>
            <a:r>
              <a:rPr lang="zh-CN" altLang="en-US" sz="1600" dirty="0">
                <a:solidFill>
                  <a:schemeClr val="tx2"/>
                </a:solidFill>
                <a:latin typeface="+mj-ea"/>
                <a:ea typeface="+mj-ea"/>
              </a:rPr>
              <a:t> 例如可以通过</a:t>
            </a:r>
            <a:r>
              <a:rPr lang="en-US" altLang="zh-CN" sz="1600" dirty="0">
                <a:solidFill>
                  <a:schemeClr val="tx2"/>
                </a:solidFill>
                <a:latin typeface="+mj-ea"/>
                <a:ea typeface="+mj-ea"/>
              </a:rPr>
              <a:t>`</a:t>
            </a:r>
            <a:r>
              <a:rPr lang="en-US" altLang="zh-CN" sz="1600" dirty="0" err="1">
                <a:solidFill>
                  <a:schemeClr val="tx2"/>
                </a:solidFill>
                <a:latin typeface="+mj-ea"/>
                <a:ea typeface="+mj-ea"/>
              </a:rPr>
              <a:t>response.headers</a:t>
            </a:r>
            <a:r>
              <a:rPr lang="en-US" altLang="zh-CN" sz="1600" dirty="0">
                <a:solidFill>
                  <a:schemeClr val="tx2"/>
                </a:solidFill>
                <a:latin typeface="+mj-ea"/>
                <a:ea typeface="+mj-ea"/>
              </a:rPr>
              <a:t>['content-type']`</a:t>
            </a:r>
            <a:r>
              <a:rPr lang="zh-CN" altLang="en-US" sz="1600" dirty="0">
                <a:solidFill>
                  <a:schemeClr val="tx2"/>
                </a:solidFill>
                <a:latin typeface="+mj-ea"/>
                <a:ea typeface="+mj-ea"/>
              </a:rPr>
              <a:t>来访问文档类型</a:t>
            </a:r>
            <a:endParaRPr lang="en-US" altLang="zh-CN" sz="1600" dirty="0">
              <a:solidFill>
                <a:schemeClr val="tx2"/>
              </a:solidFill>
              <a:latin typeface="+mj-ea"/>
              <a:ea typeface="+mj-ea"/>
            </a:endParaRPr>
          </a:p>
          <a:p>
            <a:r>
              <a:rPr lang="en-US" altLang="zh-CN" sz="1600" dirty="0">
                <a:solidFill>
                  <a:srgbClr val="00B050"/>
                </a:solidFill>
                <a:latin typeface="+mj-ea"/>
                <a:ea typeface="+mj-ea"/>
              </a:rPr>
              <a:t>  config</a:t>
            </a:r>
            <a:r>
              <a:rPr lang="en-US" altLang="zh-CN" sz="1600" dirty="0">
                <a:solidFill>
                  <a:schemeClr val="tx2"/>
                </a:solidFill>
                <a:latin typeface="+mj-ea"/>
                <a:ea typeface="+mj-ea"/>
              </a:rPr>
              <a:t>: {},         // </a:t>
            </a:r>
            <a:r>
              <a:rPr lang="en-US" altLang="zh-CN" sz="1600" dirty="0" err="1">
                <a:solidFill>
                  <a:schemeClr val="tx2"/>
                </a:solidFill>
                <a:latin typeface="+mj-ea"/>
                <a:ea typeface="+mj-ea"/>
              </a:rPr>
              <a:t>axios</a:t>
            </a:r>
            <a:r>
              <a:rPr lang="en-US" altLang="zh-CN" sz="1600" dirty="0">
                <a:solidFill>
                  <a:schemeClr val="tx2"/>
                </a:solidFill>
                <a:latin typeface="+mj-ea"/>
                <a:ea typeface="+mj-ea"/>
              </a:rPr>
              <a:t> </a:t>
            </a:r>
            <a:r>
              <a:rPr lang="zh-CN" altLang="en-US" sz="1600" dirty="0">
                <a:solidFill>
                  <a:schemeClr val="tx2"/>
                </a:solidFill>
                <a:latin typeface="+mj-ea"/>
                <a:ea typeface="+mj-ea"/>
              </a:rPr>
              <a:t>请求的配置信息</a:t>
            </a:r>
            <a:endParaRPr lang="en-US" altLang="zh-CN" sz="1600" dirty="0">
              <a:solidFill>
                <a:schemeClr val="tx2"/>
              </a:solidFill>
              <a:latin typeface="+mj-ea"/>
              <a:ea typeface="+mj-ea"/>
            </a:endParaRPr>
          </a:p>
          <a:p>
            <a:r>
              <a:rPr lang="en-US" altLang="zh-CN" sz="1600" dirty="0">
                <a:solidFill>
                  <a:srgbClr val="00B050"/>
                </a:solidFill>
                <a:latin typeface="+mj-ea"/>
                <a:ea typeface="+mj-ea"/>
              </a:rPr>
              <a:t>  request</a:t>
            </a:r>
            <a:r>
              <a:rPr lang="en-US" altLang="zh-CN" sz="1600" dirty="0">
                <a:solidFill>
                  <a:schemeClr val="tx2"/>
                </a:solidFill>
                <a:latin typeface="+mj-ea"/>
                <a:ea typeface="+mj-ea"/>
              </a:rPr>
              <a:t>: {}         // </a:t>
            </a:r>
            <a:r>
              <a:rPr lang="zh-CN" altLang="en-US" sz="1600" dirty="0">
                <a:solidFill>
                  <a:schemeClr val="tx2"/>
                </a:solidFill>
                <a:latin typeface="+mj-ea"/>
                <a:ea typeface="+mj-ea"/>
              </a:rPr>
              <a:t>生成此响应的请求</a:t>
            </a:r>
            <a:endParaRPr lang="en-US" altLang="zh-CN" sz="1600" dirty="0">
              <a:solidFill>
                <a:schemeClr val="tx2"/>
              </a:solidFill>
              <a:latin typeface="+mj-ea"/>
              <a:ea typeface="+mj-ea"/>
            </a:endParaRPr>
          </a:p>
          <a:p>
            <a:r>
              <a:rPr lang="en-US" altLang="zh-CN" sz="1600" b="1" dirty="0">
                <a:solidFill>
                  <a:schemeClr val="tx2"/>
                </a:solidFill>
                <a:latin typeface="+mj-ea"/>
                <a:ea typeface="+mj-ea"/>
              </a:rPr>
              <a:t>}</a:t>
            </a:r>
            <a:endParaRPr lang="zh-CN" altLang="en-US" sz="1600" dirty="0">
              <a:solidFill>
                <a:schemeClr val="tx2"/>
              </a:solidFill>
              <a:latin typeface="+mj-ea"/>
              <a:ea typeface="+mj-ea"/>
            </a:endParaRPr>
          </a:p>
        </p:txBody>
      </p:sp>
      <p:sp>
        <p:nvSpPr>
          <p:cNvPr id="14" name="文本框 13">
            <a:extLst>
              <a:ext uri="{FF2B5EF4-FFF2-40B4-BE49-F238E27FC236}">
                <a16:creationId xmlns:a16="http://schemas.microsoft.com/office/drawing/2014/main" id="{56816CFC-D2E3-40AF-9214-085A28C45D8F}"/>
              </a:ext>
            </a:extLst>
          </p:cNvPr>
          <p:cNvSpPr txBox="1"/>
          <p:nvPr/>
        </p:nvSpPr>
        <p:spPr>
          <a:xfrm>
            <a:off x="6047667" y="1296611"/>
            <a:ext cx="5344877" cy="21236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600" b="1" dirty="0" err="1">
                <a:latin typeface="+mj-ea"/>
                <a:ea typeface="+mj-ea"/>
              </a:rPr>
              <a:t>axios.get</a:t>
            </a:r>
            <a:r>
              <a:rPr lang="en-US" altLang="zh-CN" sz="1600" b="1" dirty="0">
                <a:latin typeface="+mj-ea"/>
                <a:ea typeface="+mj-ea"/>
              </a:rPr>
              <a:t>('/user/12345')</a:t>
            </a:r>
          </a:p>
          <a:p>
            <a:r>
              <a:rPr lang="en-US" altLang="zh-CN" sz="1600" b="1" dirty="0">
                <a:latin typeface="+mj-ea"/>
                <a:ea typeface="+mj-ea"/>
              </a:rPr>
              <a:t>  .then(function (response) {</a:t>
            </a:r>
          </a:p>
          <a:p>
            <a:r>
              <a:rPr lang="en-US" altLang="zh-CN" sz="1600" b="1" dirty="0">
                <a:latin typeface="+mj-ea"/>
                <a:ea typeface="+mj-ea"/>
              </a:rPr>
              <a:t>    console.log(</a:t>
            </a:r>
            <a:r>
              <a:rPr lang="en-US" altLang="zh-CN" sz="1600" b="1" dirty="0" err="1">
                <a:latin typeface="+mj-ea"/>
                <a:ea typeface="+mj-ea"/>
              </a:rPr>
              <a:t>response.data</a:t>
            </a:r>
            <a:r>
              <a:rPr lang="en-US" altLang="zh-CN" sz="1600" b="1" dirty="0">
                <a:latin typeface="+mj-ea"/>
                <a:ea typeface="+mj-ea"/>
              </a:rPr>
              <a:t>);</a:t>
            </a:r>
          </a:p>
          <a:p>
            <a:r>
              <a:rPr lang="en-US" altLang="zh-CN" sz="1600" b="1" dirty="0">
                <a:latin typeface="+mj-ea"/>
                <a:ea typeface="+mj-ea"/>
              </a:rPr>
              <a:t>    console.log(</a:t>
            </a:r>
            <a:r>
              <a:rPr lang="en-US" altLang="zh-CN" sz="1600" b="1" dirty="0" err="1">
                <a:latin typeface="+mj-ea"/>
                <a:ea typeface="+mj-ea"/>
              </a:rPr>
              <a:t>response.status</a:t>
            </a:r>
            <a:r>
              <a:rPr lang="en-US" altLang="zh-CN" sz="1600" b="1" dirty="0">
                <a:latin typeface="+mj-ea"/>
                <a:ea typeface="+mj-ea"/>
              </a:rPr>
              <a:t>);</a:t>
            </a:r>
          </a:p>
          <a:p>
            <a:r>
              <a:rPr lang="en-US" altLang="zh-CN" sz="1600" b="1" dirty="0">
                <a:latin typeface="+mj-ea"/>
                <a:ea typeface="+mj-ea"/>
              </a:rPr>
              <a:t>    console.log(</a:t>
            </a:r>
            <a:r>
              <a:rPr lang="en-US" altLang="zh-CN" sz="1600" b="1" dirty="0" err="1">
                <a:latin typeface="+mj-ea"/>
                <a:ea typeface="+mj-ea"/>
              </a:rPr>
              <a:t>response.statusText</a:t>
            </a:r>
            <a:r>
              <a:rPr lang="en-US" altLang="zh-CN" sz="1600" b="1" dirty="0">
                <a:latin typeface="+mj-ea"/>
                <a:ea typeface="+mj-ea"/>
              </a:rPr>
              <a:t>);</a:t>
            </a:r>
          </a:p>
          <a:p>
            <a:r>
              <a:rPr lang="en-US" altLang="zh-CN" sz="1600" b="1" dirty="0">
                <a:latin typeface="+mj-ea"/>
                <a:ea typeface="+mj-ea"/>
              </a:rPr>
              <a:t>    console.log(</a:t>
            </a:r>
            <a:r>
              <a:rPr lang="en-US" altLang="zh-CN" sz="1600" b="1" dirty="0" err="1">
                <a:latin typeface="+mj-ea"/>
                <a:ea typeface="+mj-ea"/>
              </a:rPr>
              <a:t>response.headers</a:t>
            </a:r>
            <a:r>
              <a:rPr lang="en-US" altLang="zh-CN" sz="1600" b="1" dirty="0">
                <a:latin typeface="+mj-ea"/>
                <a:ea typeface="+mj-ea"/>
              </a:rPr>
              <a:t>);</a:t>
            </a:r>
          </a:p>
          <a:p>
            <a:r>
              <a:rPr lang="en-US" altLang="zh-CN" sz="1600" b="1" dirty="0">
                <a:latin typeface="+mj-ea"/>
                <a:ea typeface="+mj-ea"/>
              </a:rPr>
              <a:t>    console.log(</a:t>
            </a:r>
            <a:r>
              <a:rPr lang="en-US" altLang="zh-CN" sz="1600" b="1" dirty="0" err="1">
                <a:latin typeface="+mj-ea"/>
                <a:ea typeface="+mj-ea"/>
              </a:rPr>
              <a:t>response.config</a:t>
            </a:r>
            <a:r>
              <a:rPr lang="en-US" altLang="zh-CN" sz="1600" b="1" dirty="0">
                <a:latin typeface="+mj-ea"/>
                <a:ea typeface="+mj-ea"/>
              </a:rPr>
              <a:t>);</a:t>
            </a:r>
          </a:p>
          <a:p>
            <a:r>
              <a:rPr lang="en-US" altLang="zh-CN" sz="1600" b="1" dirty="0">
                <a:latin typeface="+mj-ea"/>
                <a:ea typeface="+mj-ea"/>
              </a:rPr>
              <a:t>  });</a:t>
            </a:r>
            <a:endParaRPr lang="zh-CN" altLang="en-US" sz="1600" b="1" dirty="0">
              <a:latin typeface="+mj-ea"/>
              <a:ea typeface="+mj-ea"/>
            </a:endParaRPr>
          </a:p>
        </p:txBody>
      </p:sp>
    </p:spTree>
    <p:extLst>
      <p:ext uri="{BB962C8B-B14F-4D97-AF65-F5344CB8AC3E}">
        <p14:creationId xmlns:p14="http://schemas.microsoft.com/office/powerpoint/2010/main" val="14479545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实例   实现登录功能和用户管理功能</a:t>
            </a:r>
          </a:p>
        </p:txBody>
      </p:sp>
      <p:sp>
        <p:nvSpPr>
          <p:cNvPr id="7" name="文本框 6">
            <a:extLst>
              <a:ext uri="{FF2B5EF4-FFF2-40B4-BE49-F238E27FC236}">
                <a16:creationId xmlns:a16="http://schemas.microsoft.com/office/drawing/2014/main" id="{48EF2B12-1B04-421E-9F2B-7739AA9E09B2}"/>
              </a:ext>
            </a:extLst>
          </p:cNvPr>
          <p:cNvSpPr txBox="1"/>
          <p:nvPr/>
        </p:nvSpPr>
        <p:spPr>
          <a:xfrm>
            <a:off x="823541" y="1908101"/>
            <a:ext cx="6081712" cy="2527808"/>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1800" b="1" dirty="0">
                <a:latin typeface="+mn-ea"/>
                <a:ea typeface="+mn-ea"/>
              </a:rPr>
              <a:t>前端页面</a:t>
            </a:r>
            <a:endParaRPr lang="en-US" altLang="zh-CN" sz="1800" b="1" dirty="0">
              <a:latin typeface="+mn-ea"/>
              <a:ea typeface="+mn-ea"/>
            </a:endParaRPr>
          </a:p>
          <a:p>
            <a:pPr>
              <a:lnSpc>
                <a:spcPct val="150000"/>
              </a:lnSpc>
            </a:pPr>
            <a:r>
              <a:rPr lang="zh-CN" altLang="en-US" b="1" dirty="0">
                <a:latin typeface="+mn-ea"/>
                <a:ea typeface="+mn-ea"/>
              </a:rPr>
              <a:t>页面              文件名          </a:t>
            </a:r>
            <a:endParaRPr lang="en-US" altLang="zh-CN" sz="1800" b="1" dirty="0">
              <a:latin typeface="+mn-ea"/>
              <a:ea typeface="+mn-ea"/>
            </a:endParaRPr>
          </a:p>
          <a:p>
            <a:pPr>
              <a:lnSpc>
                <a:spcPct val="150000"/>
              </a:lnSpc>
            </a:pPr>
            <a:r>
              <a:rPr lang="zh-CN" altLang="en-US" sz="1800" b="1" dirty="0">
                <a:latin typeface="+mn-ea"/>
                <a:ea typeface="+mn-ea"/>
              </a:rPr>
              <a:t>登录              </a:t>
            </a:r>
            <a:r>
              <a:rPr lang="en-US" altLang="zh-CN" b="1" dirty="0">
                <a:latin typeface="+mn-ea"/>
                <a:ea typeface="+mn-ea"/>
              </a:rPr>
              <a:t>login.html</a:t>
            </a:r>
            <a:endParaRPr lang="en-US" altLang="zh-CN" sz="1800" b="1" dirty="0">
              <a:latin typeface="+mn-ea"/>
              <a:ea typeface="+mn-ea"/>
            </a:endParaRPr>
          </a:p>
          <a:p>
            <a:pPr>
              <a:lnSpc>
                <a:spcPct val="150000"/>
              </a:lnSpc>
            </a:pPr>
            <a:r>
              <a:rPr lang="zh-CN" altLang="en-US" sz="1800" b="1" dirty="0">
                <a:latin typeface="+mn-ea"/>
                <a:ea typeface="+mn-ea"/>
              </a:rPr>
              <a:t>用户管理          </a:t>
            </a:r>
            <a:r>
              <a:rPr lang="en-US" altLang="zh-CN" sz="1800" b="1" dirty="0">
                <a:latin typeface="+mn-ea"/>
                <a:ea typeface="+mn-ea"/>
              </a:rPr>
              <a:t>users.html</a:t>
            </a:r>
          </a:p>
          <a:p>
            <a:pPr>
              <a:lnSpc>
                <a:spcPct val="150000"/>
              </a:lnSpc>
            </a:pPr>
            <a:r>
              <a:rPr lang="zh-CN" altLang="en-US" sz="1800" b="1" dirty="0">
                <a:latin typeface="+mn-ea"/>
                <a:ea typeface="+mn-ea"/>
              </a:rPr>
              <a:t>添加用户          </a:t>
            </a:r>
            <a:r>
              <a:rPr lang="en-US" altLang="zh-CN" sz="1800" b="1" dirty="0">
                <a:latin typeface="+mn-ea"/>
                <a:ea typeface="+mn-ea"/>
              </a:rPr>
              <a:t>add.html</a:t>
            </a:r>
          </a:p>
          <a:p>
            <a:pPr>
              <a:lnSpc>
                <a:spcPct val="150000"/>
              </a:lnSpc>
            </a:pPr>
            <a:r>
              <a:rPr lang="zh-CN" altLang="en-US" sz="1800" b="1" dirty="0">
                <a:latin typeface="+mn-ea"/>
                <a:ea typeface="+mn-ea"/>
              </a:rPr>
              <a:t>编辑用户</a:t>
            </a:r>
            <a:r>
              <a:rPr lang="zh-CN" altLang="en-US" b="1" dirty="0">
                <a:latin typeface="+mn-ea"/>
                <a:ea typeface="+mn-ea"/>
              </a:rPr>
              <a:t>      </a:t>
            </a:r>
            <a:r>
              <a:rPr lang="zh-CN" altLang="en-US" sz="1800" b="1" dirty="0">
                <a:latin typeface="+mn-ea"/>
                <a:ea typeface="+mn-ea"/>
              </a:rPr>
              <a:t>    </a:t>
            </a:r>
            <a:r>
              <a:rPr lang="en-US" altLang="zh-CN" sz="1800" b="1" dirty="0">
                <a:latin typeface="+mn-ea"/>
                <a:ea typeface="+mn-ea"/>
              </a:rPr>
              <a:t>edit.html</a:t>
            </a:r>
          </a:p>
        </p:txBody>
      </p:sp>
      <p:sp>
        <p:nvSpPr>
          <p:cNvPr id="9" name="文本框 8">
            <a:extLst>
              <a:ext uri="{FF2B5EF4-FFF2-40B4-BE49-F238E27FC236}">
                <a16:creationId xmlns:a16="http://schemas.microsoft.com/office/drawing/2014/main" id="{1EC2AC42-7EFD-446C-A383-CF46F250A016}"/>
              </a:ext>
            </a:extLst>
          </p:cNvPr>
          <p:cNvSpPr txBox="1"/>
          <p:nvPr/>
        </p:nvSpPr>
        <p:spPr>
          <a:xfrm>
            <a:off x="5648077" y="1885060"/>
            <a:ext cx="6081712" cy="4189801"/>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1800" b="1" dirty="0">
                <a:latin typeface="+mn-ea"/>
                <a:ea typeface="+mn-ea"/>
              </a:rPr>
              <a:t>后端接口</a:t>
            </a:r>
            <a:endParaRPr lang="en-US" altLang="zh-CN" b="1" dirty="0">
              <a:latin typeface="+mn-ea"/>
              <a:ea typeface="+mn-ea"/>
            </a:endParaRPr>
          </a:p>
          <a:p>
            <a:pPr>
              <a:lnSpc>
                <a:spcPct val="150000"/>
              </a:lnSpc>
            </a:pPr>
            <a:r>
              <a:rPr lang="zh-CN" altLang="en-US" b="1" dirty="0">
                <a:latin typeface="+mn-ea"/>
                <a:ea typeface="+mn-ea"/>
              </a:rPr>
              <a:t>所有接口路由以</a:t>
            </a:r>
            <a:r>
              <a:rPr lang="en-US" altLang="zh-CN" b="1" dirty="0">
                <a:latin typeface="+mn-ea"/>
                <a:ea typeface="+mn-ea"/>
              </a:rPr>
              <a:t>/</a:t>
            </a:r>
            <a:r>
              <a:rPr lang="en-US" altLang="zh-CN" b="1" dirty="0" err="1">
                <a:latin typeface="+mn-ea"/>
                <a:ea typeface="+mn-ea"/>
              </a:rPr>
              <a:t>api</a:t>
            </a:r>
            <a:r>
              <a:rPr lang="en-US" altLang="zh-CN" b="1" dirty="0">
                <a:latin typeface="+mn-ea"/>
                <a:ea typeface="+mn-ea"/>
              </a:rPr>
              <a:t>/v1.0/</a:t>
            </a:r>
            <a:r>
              <a:rPr lang="zh-CN" altLang="en-US" b="1" dirty="0">
                <a:latin typeface="+mn-ea"/>
                <a:ea typeface="+mn-ea"/>
              </a:rPr>
              <a:t>作为前缀</a:t>
            </a:r>
            <a:endParaRPr lang="en-US" altLang="zh-CN" sz="1800" b="1" dirty="0">
              <a:latin typeface="+mn-ea"/>
              <a:ea typeface="+mn-ea"/>
            </a:endParaRPr>
          </a:p>
          <a:p>
            <a:pPr>
              <a:lnSpc>
                <a:spcPct val="150000"/>
              </a:lnSpc>
            </a:pPr>
            <a:r>
              <a:rPr lang="zh-CN" altLang="en-US" b="1" dirty="0">
                <a:latin typeface="+mn-ea"/>
                <a:ea typeface="+mn-ea"/>
              </a:rPr>
              <a:t>接口               路由            访问方法</a:t>
            </a:r>
            <a:endParaRPr lang="en-US" altLang="zh-CN" sz="1800" b="1" dirty="0">
              <a:latin typeface="+mn-ea"/>
              <a:ea typeface="+mn-ea"/>
            </a:endParaRPr>
          </a:p>
          <a:p>
            <a:pPr>
              <a:lnSpc>
                <a:spcPct val="150000"/>
              </a:lnSpc>
            </a:pPr>
            <a:r>
              <a:rPr lang="zh-CN" altLang="en-US" sz="1800" b="1" dirty="0">
                <a:latin typeface="+mn-ea"/>
                <a:ea typeface="+mn-ea"/>
              </a:rPr>
              <a:t>登录               </a:t>
            </a:r>
            <a:r>
              <a:rPr lang="en-US" altLang="zh-CN" sz="1800" b="1" dirty="0">
                <a:latin typeface="+mn-ea"/>
                <a:ea typeface="+mn-ea"/>
              </a:rPr>
              <a:t>login           GET</a:t>
            </a:r>
          </a:p>
          <a:p>
            <a:pPr>
              <a:lnSpc>
                <a:spcPct val="150000"/>
              </a:lnSpc>
            </a:pPr>
            <a:r>
              <a:rPr lang="zh-CN" altLang="en-US" b="1" dirty="0">
                <a:latin typeface="+mn-ea"/>
                <a:ea typeface="+mn-ea"/>
              </a:rPr>
              <a:t>登出               </a:t>
            </a:r>
            <a:r>
              <a:rPr lang="en-US" altLang="zh-CN" b="1" dirty="0">
                <a:latin typeface="+mn-ea"/>
                <a:ea typeface="+mn-ea"/>
              </a:rPr>
              <a:t>logout          GET</a:t>
            </a:r>
            <a:endParaRPr lang="en-US" altLang="zh-CN" sz="1800" b="1" dirty="0">
              <a:latin typeface="+mn-ea"/>
              <a:ea typeface="+mn-ea"/>
            </a:endParaRPr>
          </a:p>
          <a:p>
            <a:pPr>
              <a:lnSpc>
                <a:spcPct val="150000"/>
              </a:lnSpc>
            </a:pPr>
            <a:r>
              <a:rPr lang="zh-CN" altLang="en-US" sz="1800" b="1" dirty="0">
                <a:latin typeface="+mn-ea"/>
                <a:ea typeface="+mn-ea"/>
              </a:rPr>
              <a:t>获取用户列表       </a:t>
            </a:r>
            <a:r>
              <a:rPr lang="en-US" altLang="zh-CN" sz="1800" b="1" dirty="0">
                <a:latin typeface="+mn-ea"/>
                <a:ea typeface="+mn-ea"/>
              </a:rPr>
              <a:t>users           GET</a:t>
            </a:r>
          </a:p>
          <a:p>
            <a:pPr>
              <a:lnSpc>
                <a:spcPct val="150000"/>
              </a:lnSpc>
            </a:pPr>
            <a:r>
              <a:rPr lang="zh-CN" altLang="en-US" b="1" dirty="0">
                <a:latin typeface="+mn-ea"/>
                <a:ea typeface="+mn-ea"/>
              </a:rPr>
              <a:t>获取用户信息       </a:t>
            </a:r>
            <a:r>
              <a:rPr lang="en-US" altLang="zh-CN" b="1" dirty="0">
                <a:latin typeface="+mn-ea"/>
                <a:ea typeface="+mn-ea"/>
              </a:rPr>
              <a:t>user            GET</a:t>
            </a:r>
          </a:p>
          <a:p>
            <a:pPr>
              <a:lnSpc>
                <a:spcPct val="150000"/>
              </a:lnSpc>
            </a:pPr>
            <a:r>
              <a:rPr lang="zh-CN" altLang="en-US" b="1" dirty="0">
                <a:latin typeface="+mn-ea"/>
                <a:ea typeface="+mn-ea"/>
              </a:rPr>
              <a:t>添加用户           </a:t>
            </a:r>
            <a:r>
              <a:rPr lang="en-US" altLang="zh-CN" b="1" dirty="0">
                <a:latin typeface="+mn-ea"/>
                <a:ea typeface="+mn-ea"/>
              </a:rPr>
              <a:t>user            POST</a:t>
            </a:r>
          </a:p>
          <a:p>
            <a:pPr>
              <a:lnSpc>
                <a:spcPct val="150000"/>
              </a:lnSpc>
            </a:pPr>
            <a:r>
              <a:rPr lang="zh-CN" altLang="en-US" sz="1800" b="1" dirty="0">
                <a:latin typeface="+mn-ea"/>
                <a:ea typeface="+mn-ea"/>
              </a:rPr>
              <a:t>修改用户信息       </a:t>
            </a:r>
            <a:r>
              <a:rPr lang="en-US" altLang="zh-CN" sz="1800" b="1" dirty="0">
                <a:latin typeface="+mn-ea"/>
                <a:ea typeface="+mn-ea"/>
              </a:rPr>
              <a:t>user            PUT</a:t>
            </a:r>
          </a:p>
          <a:p>
            <a:pPr>
              <a:lnSpc>
                <a:spcPct val="150000"/>
              </a:lnSpc>
            </a:pPr>
            <a:r>
              <a:rPr lang="zh-CN" altLang="en-US" b="1" dirty="0">
                <a:latin typeface="+mn-ea"/>
                <a:ea typeface="+mn-ea"/>
              </a:rPr>
              <a:t>删除用户           </a:t>
            </a:r>
            <a:r>
              <a:rPr lang="en-US" altLang="zh-CN" b="1" dirty="0">
                <a:latin typeface="+mn-ea"/>
                <a:ea typeface="+mn-ea"/>
              </a:rPr>
              <a:t>user            DELETE</a:t>
            </a:r>
            <a:endParaRPr lang="en-US" altLang="zh-CN" sz="1800" b="1" dirty="0">
              <a:latin typeface="+mn-ea"/>
              <a:ea typeface="+mn-ea"/>
            </a:endParaRPr>
          </a:p>
        </p:txBody>
      </p:sp>
      <p:sp>
        <p:nvSpPr>
          <p:cNvPr id="6" name="文本框 5">
            <a:extLst>
              <a:ext uri="{FF2B5EF4-FFF2-40B4-BE49-F238E27FC236}">
                <a16:creationId xmlns:a16="http://schemas.microsoft.com/office/drawing/2014/main" id="{ED205EEB-FA14-4A2A-B400-9C8C60C09A16}"/>
              </a:ext>
            </a:extLst>
          </p:cNvPr>
          <p:cNvSpPr txBox="1"/>
          <p:nvPr/>
        </p:nvSpPr>
        <p:spPr>
          <a:xfrm>
            <a:off x="767706" y="6196539"/>
            <a:ext cx="6079880" cy="369332"/>
          </a:xfrm>
          <a:prstGeom prst="rect">
            <a:avLst/>
          </a:prstGeom>
          <a:noFill/>
        </p:spPr>
        <p:txBody>
          <a:bodyPr wrap="square">
            <a:spAutoFit/>
          </a:bodyPr>
          <a:lstStyle/>
          <a:p>
            <a:r>
              <a:rPr lang="zh-CN" altLang="en-US" sz="1800" b="0" dirty="0">
                <a:solidFill>
                  <a:srgbClr val="0000FF"/>
                </a:solidFill>
                <a:effectLst/>
                <a:latin typeface="+mn-ea"/>
              </a:rPr>
              <a:t>例：</a:t>
            </a:r>
            <a:r>
              <a:rPr lang="en-US" altLang="zh-CN" sz="1800" b="0" dirty="0">
                <a:solidFill>
                  <a:srgbClr val="0000FF"/>
                </a:solidFill>
                <a:effectLst/>
                <a:latin typeface="+mn-ea"/>
              </a:rPr>
              <a:t>code/</a:t>
            </a:r>
            <a:r>
              <a:rPr lang="en-US" altLang="zh-CN" sz="1800" b="0" dirty="0" err="1">
                <a:solidFill>
                  <a:srgbClr val="0000FF"/>
                </a:solidFill>
                <a:effectLst/>
                <a:latin typeface="+mn-ea"/>
              </a:rPr>
              <a:t>restfulapi</a:t>
            </a:r>
            <a:endParaRPr lang="zh-CN" altLang="en-US" dirty="0"/>
          </a:p>
        </p:txBody>
      </p:sp>
    </p:spTree>
    <p:extLst>
      <p:ext uri="{BB962C8B-B14F-4D97-AF65-F5344CB8AC3E}">
        <p14:creationId xmlns:p14="http://schemas.microsoft.com/office/powerpoint/2010/main" val="9867170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实例</a:t>
            </a:r>
            <a:endParaRPr lang="en-US" altLang="zh-CN" sz="2800" b="1" dirty="0">
              <a:solidFill>
                <a:srgbClr val="0000FF"/>
              </a:solidFill>
              <a:effectLst>
                <a:outerShdw blurRad="38100" dist="38100" dir="2700000" algn="tl">
                  <a:srgbClr val="000000">
                    <a:alpha val="43137"/>
                  </a:srgbClr>
                </a:outerShdw>
              </a:effectLst>
            </a:endParaRP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a:lnSpc>
                <a:spcPct val="150000"/>
              </a:lnSpc>
            </a:pPr>
            <a:r>
              <a:rPr lang="en-US" altLang="zh-CN" sz="2000" b="1" dirty="0">
                <a:latin typeface="+mn-ea"/>
                <a:ea typeface="+mn-ea"/>
              </a:rPr>
              <a:t>1</a:t>
            </a:r>
            <a:r>
              <a:rPr lang="zh-CN" altLang="en-US" sz="2000" b="1" dirty="0">
                <a:latin typeface="+mn-ea"/>
                <a:ea typeface="+mn-ea"/>
              </a:rPr>
              <a:t>、安排页面路由</a:t>
            </a:r>
            <a:endParaRPr lang="en-US" altLang="zh-CN" sz="2000" b="1" dirty="0">
              <a:latin typeface="+mn-ea"/>
              <a:ea typeface="+mn-ea"/>
            </a:endParaRPr>
          </a:p>
        </p:txBody>
      </p:sp>
      <p:sp>
        <p:nvSpPr>
          <p:cNvPr id="10" name="文本框 9">
            <a:extLst>
              <a:ext uri="{FF2B5EF4-FFF2-40B4-BE49-F238E27FC236}">
                <a16:creationId xmlns:a16="http://schemas.microsoft.com/office/drawing/2014/main" id="{727E30AA-A11E-4292-BFFE-0209949FC03A}"/>
              </a:ext>
            </a:extLst>
          </p:cNvPr>
          <p:cNvSpPr txBox="1"/>
          <p:nvPr/>
        </p:nvSpPr>
        <p:spPr>
          <a:xfrm>
            <a:off x="895549" y="2412157"/>
            <a:ext cx="10081120" cy="304698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600" b="1" dirty="0">
                <a:latin typeface="+mj-ea"/>
                <a:ea typeface="+mj-ea"/>
              </a:rPr>
              <a:t># </a:t>
            </a:r>
            <a:r>
              <a:rPr lang="zh-CN" altLang="en-US" sz="1600" b="1" dirty="0">
                <a:latin typeface="+mj-ea"/>
                <a:ea typeface="+mj-ea"/>
              </a:rPr>
              <a:t>登录首页</a:t>
            </a:r>
          </a:p>
          <a:p>
            <a:r>
              <a:rPr lang="en-US" altLang="zh-CN" sz="1600" b="1" dirty="0">
                <a:solidFill>
                  <a:srgbClr val="C00000"/>
                </a:solidFill>
                <a:latin typeface="+mj-ea"/>
                <a:ea typeface="+mj-ea"/>
              </a:rPr>
              <a:t>@app.route('/')</a:t>
            </a:r>
          </a:p>
          <a:p>
            <a:r>
              <a:rPr lang="en-US" altLang="zh-CN" sz="1600" b="1" dirty="0">
                <a:latin typeface="+mj-ea"/>
                <a:ea typeface="+mj-ea"/>
              </a:rPr>
              <a:t>def index():</a:t>
            </a:r>
          </a:p>
          <a:p>
            <a:r>
              <a:rPr lang="en-US" altLang="zh-CN" sz="1600" b="1" dirty="0">
                <a:latin typeface="+mj-ea"/>
                <a:ea typeface="+mj-ea"/>
              </a:rPr>
              <a:t>    return redirect(</a:t>
            </a:r>
            <a:r>
              <a:rPr lang="en-US" altLang="zh-CN" sz="1600" b="1" dirty="0" err="1">
                <a:latin typeface="+mj-ea"/>
                <a:ea typeface="+mj-ea"/>
              </a:rPr>
              <a:t>url_for</a:t>
            </a:r>
            <a:r>
              <a:rPr lang="en-US" altLang="zh-CN" sz="1600" b="1" dirty="0">
                <a:latin typeface="+mj-ea"/>
                <a:ea typeface="+mj-ea"/>
              </a:rPr>
              <a:t>('</a:t>
            </a:r>
            <a:r>
              <a:rPr lang="en-US" altLang="zh-CN" sz="1600" b="1" dirty="0" err="1">
                <a:latin typeface="+mj-ea"/>
                <a:ea typeface="+mj-ea"/>
              </a:rPr>
              <a:t>static_proxy</a:t>
            </a:r>
            <a:r>
              <a:rPr lang="en-US" altLang="zh-CN" sz="1600" b="1" dirty="0">
                <a:latin typeface="+mj-ea"/>
                <a:ea typeface="+mj-ea"/>
              </a:rPr>
              <a:t>', path='login'))</a:t>
            </a:r>
          </a:p>
          <a:p>
            <a:endParaRPr lang="en-US" altLang="zh-CN" sz="1600" b="1" dirty="0">
              <a:latin typeface="+mj-ea"/>
              <a:ea typeface="+mj-ea"/>
            </a:endParaRPr>
          </a:p>
          <a:p>
            <a:r>
              <a:rPr lang="en-US" altLang="zh-CN" sz="1600" b="1" dirty="0">
                <a:latin typeface="+mj-ea"/>
                <a:ea typeface="+mj-ea"/>
              </a:rPr>
              <a:t># </a:t>
            </a:r>
            <a:r>
              <a:rPr lang="zh-CN" altLang="en-US" sz="1600" b="1" dirty="0">
                <a:latin typeface="+mj-ea"/>
                <a:ea typeface="+mj-ea"/>
              </a:rPr>
              <a:t>静态界面通过统一的路由访问</a:t>
            </a:r>
          </a:p>
          <a:p>
            <a:r>
              <a:rPr lang="en-US" altLang="zh-CN" sz="1600" b="1" dirty="0">
                <a:solidFill>
                  <a:srgbClr val="C00000"/>
                </a:solidFill>
                <a:latin typeface="+mj-ea"/>
                <a:ea typeface="+mj-ea"/>
              </a:rPr>
              <a:t>@app.route('/&lt;path:path&gt;',methods=['GET'])</a:t>
            </a:r>
          </a:p>
          <a:p>
            <a:r>
              <a:rPr lang="en-US" altLang="zh-CN" sz="1600" b="1" dirty="0">
                <a:latin typeface="+mj-ea"/>
                <a:ea typeface="+mj-ea"/>
              </a:rPr>
              <a:t>def </a:t>
            </a:r>
            <a:r>
              <a:rPr lang="en-US" altLang="zh-CN" sz="1600" b="1" dirty="0" err="1">
                <a:latin typeface="+mj-ea"/>
                <a:ea typeface="+mj-ea"/>
              </a:rPr>
              <a:t>static_proxy</a:t>
            </a:r>
            <a:r>
              <a:rPr lang="en-US" altLang="zh-CN" sz="1600" b="1" dirty="0">
                <a:latin typeface="+mj-ea"/>
                <a:ea typeface="+mj-ea"/>
              </a:rPr>
              <a:t>(path):</a:t>
            </a:r>
          </a:p>
          <a:p>
            <a:r>
              <a:rPr lang="en-US" altLang="zh-CN" sz="1600" b="1" dirty="0">
                <a:latin typeface="+mj-ea"/>
                <a:ea typeface="+mj-ea"/>
              </a:rPr>
              <a:t>    # </a:t>
            </a:r>
            <a:r>
              <a:rPr lang="zh-CN" altLang="en-US" sz="1600" b="1" dirty="0">
                <a:latin typeface="+mj-ea"/>
                <a:ea typeface="+mj-ea"/>
              </a:rPr>
              <a:t>判断路径是否是</a:t>
            </a:r>
            <a:r>
              <a:rPr lang="en-US" altLang="zh-CN" sz="1600" b="1" dirty="0">
                <a:latin typeface="+mj-ea"/>
                <a:ea typeface="+mj-ea"/>
              </a:rPr>
              <a:t>login</a:t>
            </a:r>
            <a:r>
              <a:rPr lang="zh-CN" altLang="en-US" sz="1600" b="1" dirty="0">
                <a:latin typeface="+mj-ea"/>
                <a:ea typeface="+mj-ea"/>
              </a:rPr>
              <a:t>或者存在</a:t>
            </a:r>
            <a:r>
              <a:rPr lang="en-US" altLang="zh-CN" sz="1600" b="1" dirty="0">
                <a:latin typeface="+mj-ea"/>
                <a:ea typeface="+mj-ea"/>
              </a:rPr>
              <a:t>session</a:t>
            </a:r>
            <a:r>
              <a:rPr lang="zh-CN" altLang="en-US" sz="1600" b="1" dirty="0">
                <a:latin typeface="+mj-ea"/>
                <a:ea typeface="+mj-ea"/>
              </a:rPr>
              <a:t>，则直接返回静态文件，否则重定向到登录页面</a:t>
            </a:r>
          </a:p>
          <a:p>
            <a:r>
              <a:rPr lang="zh-CN" altLang="en-US" sz="1600" b="1" dirty="0">
                <a:latin typeface="+mj-ea"/>
                <a:ea typeface="+mj-ea"/>
              </a:rPr>
              <a:t>    </a:t>
            </a:r>
            <a:r>
              <a:rPr lang="en-US" altLang="zh-CN" sz="1600" b="1" dirty="0">
                <a:latin typeface="+mj-ea"/>
                <a:ea typeface="+mj-ea"/>
              </a:rPr>
              <a:t>if 'username' not in session and path != 'login':</a:t>
            </a:r>
          </a:p>
          <a:p>
            <a:r>
              <a:rPr lang="en-US" altLang="zh-CN" sz="1600" b="1" dirty="0">
                <a:latin typeface="+mj-ea"/>
                <a:ea typeface="+mj-ea"/>
              </a:rPr>
              <a:t>        return redirect(</a:t>
            </a:r>
            <a:r>
              <a:rPr lang="en-US" altLang="zh-CN" sz="1600" b="1" dirty="0" err="1">
                <a:latin typeface="+mj-ea"/>
                <a:ea typeface="+mj-ea"/>
              </a:rPr>
              <a:t>url_for</a:t>
            </a:r>
            <a:r>
              <a:rPr lang="en-US" altLang="zh-CN" sz="1600" b="1" dirty="0">
                <a:latin typeface="+mj-ea"/>
                <a:ea typeface="+mj-ea"/>
              </a:rPr>
              <a:t>('</a:t>
            </a:r>
            <a:r>
              <a:rPr lang="en-US" altLang="zh-CN" sz="1600" b="1" dirty="0" err="1">
                <a:latin typeface="+mj-ea"/>
                <a:ea typeface="+mj-ea"/>
              </a:rPr>
              <a:t>static_proxy</a:t>
            </a:r>
            <a:r>
              <a:rPr lang="en-US" altLang="zh-CN" sz="1600" b="1" dirty="0">
                <a:latin typeface="+mj-ea"/>
                <a:ea typeface="+mj-ea"/>
              </a:rPr>
              <a:t>', path='login'))</a:t>
            </a:r>
          </a:p>
          <a:p>
            <a:r>
              <a:rPr lang="en-US" altLang="zh-CN" sz="1600" b="1" dirty="0">
                <a:latin typeface="+mj-ea"/>
                <a:ea typeface="+mj-ea"/>
              </a:rPr>
              <a:t>    return </a:t>
            </a:r>
            <a:r>
              <a:rPr lang="en-US" altLang="zh-CN" sz="1600" b="1" dirty="0" err="1">
                <a:latin typeface="+mj-ea"/>
                <a:ea typeface="+mj-ea"/>
              </a:rPr>
              <a:t>app.send_static_file</a:t>
            </a:r>
            <a:r>
              <a:rPr lang="en-US" altLang="zh-CN" sz="1600" b="1" dirty="0">
                <a:latin typeface="+mj-ea"/>
                <a:ea typeface="+mj-ea"/>
              </a:rPr>
              <a:t>(path+'.html')</a:t>
            </a:r>
            <a:endParaRPr lang="zh-CN" altLang="en-US" sz="1600" b="1" dirty="0">
              <a:latin typeface="+mj-ea"/>
              <a:ea typeface="+mj-ea"/>
            </a:endParaRPr>
          </a:p>
        </p:txBody>
      </p:sp>
    </p:spTree>
    <p:extLst>
      <p:ext uri="{BB962C8B-B14F-4D97-AF65-F5344CB8AC3E}">
        <p14:creationId xmlns:p14="http://schemas.microsoft.com/office/powerpoint/2010/main" val="37975211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实例</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a:lnSpc>
                <a:spcPct val="150000"/>
              </a:lnSpc>
            </a:pPr>
            <a:r>
              <a:rPr lang="en-US" altLang="zh-CN" sz="2000" b="1" dirty="0">
                <a:latin typeface="+mn-ea"/>
                <a:ea typeface="+mn-ea"/>
              </a:rPr>
              <a:t>2</a:t>
            </a:r>
            <a:r>
              <a:rPr lang="zh-CN" altLang="en-US" sz="2000" b="1" dirty="0">
                <a:latin typeface="+mn-ea"/>
                <a:ea typeface="+mn-ea"/>
              </a:rPr>
              <a:t>、实现登录界面和登录接口</a:t>
            </a:r>
            <a:r>
              <a:rPr lang="en-US" altLang="zh-CN" sz="2000" b="1" dirty="0">
                <a:latin typeface="+mn-ea"/>
                <a:ea typeface="+mn-ea"/>
              </a:rPr>
              <a:t>--&gt;</a:t>
            </a:r>
            <a:r>
              <a:rPr lang="zh-CN" altLang="en-US" sz="2000" b="1" dirty="0">
                <a:latin typeface="+mn-ea"/>
                <a:ea typeface="+mn-ea"/>
              </a:rPr>
              <a:t>实现接口部分</a:t>
            </a:r>
            <a:endParaRPr lang="en-US" altLang="zh-CN" sz="2000" b="1" dirty="0">
              <a:latin typeface="+mn-ea"/>
              <a:ea typeface="+mn-ea"/>
            </a:endParaRPr>
          </a:p>
        </p:txBody>
      </p:sp>
      <p:sp>
        <p:nvSpPr>
          <p:cNvPr id="10" name="文本框 9">
            <a:extLst>
              <a:ext uri="{FF2B5EF4-FFF2-40B4-BE49-F238E27FC236}">
                <a16:creationId xmlns:a16="http://schemas.microsoft.com/office/drawing/2014/main" id="{727E30AA-A11E-4292-BFFE-0209949FC03A}"/>
              </a:ext>
            </a:extLst>
          </p:cNvPr>
          <p:cNvSpPr txBox="1"/>
          <p:nvPr/>
        </p:nvSpPr>
        <p:spPr>
          <a:xfrm>
            <a:off x="895549" y="2340149"/>
            <a:ext cx="10225136" cy="418576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400" b="1" dirty="0">
                <a:solidFill>
                  <a:srgbClr val="008000"/>
                </a:solidFill>
                <a:effectLst/>
                <a:latin typeface="+mn-ea"/>
              </a:rPr>
              <a:t># </a:t>
            </a:r>
            <a:r>
              <a:rPr lang="zh-CN" altLang="en-US" sz="1400" b="1" dirty="0">
                <a:solidFill>
                  <a:srgbClr val="008000"/>
                </a:solidFill>
                <a:effectLst/>
                <a:latin typeface="+mn-ea"/>
              </a:rPr>
              <a:t>登录接口</a:t>
            </a:r>
            <a:endParaRPr lang="zh-CN" altLang="en-US" sz="1400" b="1" dirty="0">
              <a:solidFill>
                <a:srgbClr val="000000"/>
              </a:solidFill>
              <a:effectLst/>
              <a:latin typeface="+mn-ea"/>
            </a:endParaRPr>
          </a:p>
          <a:p>
            <a:r>
              <a:rPr lang="en-US" altLang="zh-CN" sz="1400" b="1" dirty="0">
                <a:solidFill>
                  <a:srgbClr val="000000"/>
                </a:solidFill>
                <a:effectLst/>
                <a:latin typeface="+mn-ea"/>
              </a:rPr>
              <a:t>@app.route(</a:t>
            </a:r>
            <a:r>
              <a:rPr lang="en-US" altLang="zh-CN" sz="1400" b="1" dirty="0">
                <a:solidFill>
                  <a:srgbClr val="A31515"/>
                </a:solidFill>
                <a:effectLst/>
                <a:latin typeface="+mn-ea"/>
              </a:rPr>
              <a:t>'/api/v1.0/login'</a:t>
            </a:r>
            <a:r>
              <a:rPr lang="en-US" altLang="zh-CN" sz="1400" b="1" dirty="0">
                <a:solidFill>
                  <a:srgbClr val="000000"/>
                </a:solidFill>
                <a:effectLst/>
                <a:latin typeface="+mn-ea"/>
              </a:rPr>
              <a:t>,methods=[</a:t>
            </a:r>
            <a:r>
              <a:rPr lang="en-US" altLang="zh-CN" sz="1400" b="1" dirty="0">
                <a:solidFill>
                  <a:srgbClr val="A31515"/>
                </a:solidFill>
                <a:effectLst/>
                <a:latin typeface="+mn-ea"/>
              </a:rPr>
              <a:t>'POST'</a:t>
            </a:r>
            <a:r>
              <a:rPr lang="en-US" altLang="zh-CN" sz="1400" b="1" dirty="0">
                <a:solidFill>
                  <a:srgbClr val="000000"/>
                </a:solidFill>
                <a:effectLst/>
                <a:latin typeface="+mn-ea"/>
              </a:rPr>
              <a:t>])</a:t>
            </a:r>
          </a:p>
          <a:p>
            <a:r>
              <a:rPr lang="en-US" altLang="zh-CN" sz="1400" b="1" dirty="0">
                <a:solidFill>
                  <a:srgbClr val="0000FF"/>
                </a:solidFill>
                <a:effectLst/>
                <a:latin typeface="+mn-ea"/>
              </a:rPr>
              <a:t>def</a:t>
            </a:r>
            <a:r>
              <a:rPr lang="en-US" altLang="zh-CN" sz="1400" b="1" dirty="0">
                <a:solidFill>
                  <a:srgbClr val="000000"/>
                </a:solidFill>
                <a:effectLst/>
                <a:latin typeface="+mn-ea"/>
              </a:rPr>
              <a:t> login():</a:t>
            </a:r>
          </a:p>
          <a:p>
            <a:r>
              <a:rPr lang="en-US" altLang="zh-CN" sz="1400" b="1" dirty="0">
                <a:solidFill>
                  <a:srgbClr val="000000"/>
                </a:solidFill>
                <a:effectLst/>
                <a:latin typeface="+mn-ea"/>
              </a:rPr>
              <a:t>    username = </a:t>
            </a:r>
            <a:r>
              <a:rPr lang="en-US" altLang="zh-CN" sz="1400" b="1" dirty="0" err="1">
                <a:solidFill>
                  <a:srgbClr val="000000"/>
                </a:solidFill>
                <a:effectLst/>
                <a:latin typeface="+mn-ea"/>
              </a:rPr>
              <a:t>request.get_json</a:t>
            </a:r>
            <a:r>
              <a:rPr lang="en-US" altLang="zh-CN" sz="1400" b="1" dirty="0">
                <a:solidFill>
                  <a:srgbClr val="000000"/>
                </a:solidFill>
                <a:effectLst/>
                <a:latin typeface="+mn-ea"/>
              </a:rPr>
              <a:t>()[</a:t>
            </a:r>
            <a:r>
              <a:rPr lang="en-US" altLang="zh-CN" sz="1400" b="1" dirty="0">
                <a:solidFill>
                  <a:srgbClr val="A31515"/>
                </a:solidFill>
                <a:effectLst/>
                <a:latin typeface="+mn-ea"/>
              </a:rPr>
              <a:t>'username'</a:t>
            </a:r>
            <a:r>
              <a:rPr lang="en-US" altLang="zh-CN" sz="1400" b="1" dirty="0">
                <a:solidFill>
                  <a:srgbClr val="000000"/>
                </a:solidFill>
                <a:effectLst/>
                <a:latin typeface="+mn-ea"/>
              </a:rPr>
              <a:t>]</a:t>
            </a:r>
          </a:p>
          <a:p>
            <a:r>
              <a:rPr lang="en-US" altLang="zh-CN" sz="1400" b="1" dirty="0">
                <a:solidFill>
                  <a:srgbClr val="000000"/>
                </a:solidFill>
                <a:effectLst/>
                <a:latin typeface="+mn-ea"/>
              </a:rPr>
              <a:t>    password = </a:t>
            </a:r>
            <a:r>
              <a:rPr lang="en-US" altLang="zh-CN" sz="1400" b="1" dirty="0" err="1">
                <a:solidFill>
                  <a:srgbClr val="000000"/>
                </a:solidFill>
                <a:effectLst/>
                <a:latin typeface="+mn-ea"/>
              </a:rPr>
              <a:t>request.get_json</a:t>
            </a:r>
            <a:r>
              <a:rPr lang="en-US" altLang="zh-CN" sz="1400" b="1" dirty="0">
                <a:solidFill>
                  <a:srgbClr val="000000"/>
                </a:solidFill>
                <a:effectLst/>
                <a:latin typeface="+mn-ea"/>
              </a:rPr>
              <a:t>()[</a:t>
            </a:r>
            <a:r>
              <a:rPr lang="en-US" altLang="zh-CN" sz="1400" b="1" dirty="0">
                <a:solidFill>
                  <a:srgbClr val="A31515"/>
                </a:solidFill>
                <a:effectLst/>
                <a:latin typeface="+mn-ea"/>
              </a:rPr>
              <a:t>'password'</a:t>
            </a:r>
            <a:r>
              <a:rPr lang="en-US" altLang="zh-CN" sz="1400" b="1" dirty="0">
                <a:solidFill>
                  <a:srgbClr val="000000"/>
                </a:solidFill>
                <a:effectLst/>
                <a:latin typeface="+mn-ea"/>
              </a:rPr>
              <a:t>]</a:t>
            </a:r>
          </a:p>
          <a:p>
            <a:r>
              <a:rPr lang="en-US" altLang="zh-CN" sz="1400" b="1" dirty="0">
                <a:solidFill>
                  <a:srgbClr val="000000"/>
                </a:solidFill>
                <a:effectLst/>
                <a:latin typeface="+mn-ea"/>
              </a:rPr>
              <a:t>    </a:t>
            </a:r>
            <a:r>
              <a:rPr lang="en-US" altLang="zh-CN" sz="1400" b="1" dirty="0">
                <a:solidFill>
                  <a:srgbClr val="008000"/>
                </a:solidFill>
                <a:effectLst/>
                <a:latin typeface="+mn-ea"/>
              </a:rPr>
              <a:t># </a:t>
            </a:r>
            <a:r>
              <a:rPr lang="zh-CN" altLang="en-US" sz="1400" b="1" dirty="0">
                <a:solidFill>
                  <a:srgbClr val="008000"/>
                </a:solidFill>
                <a:effectLst/>
                <a:latin typeface="+mn-ea"/>
              </a:rPr>
              <a:t>查询数据库，检查用户名和密码是否匹配</a:t>
            </a:r>
            <a:endParaRPr lang="zh-CN" altLang="en-US" sz="1400" b="1" dirty="0">
              <a:solidFill>
                <a:srgbClr val="000000"/>
              </a:solidFill>
              <a:effectLst/>
              <a:latin typeface="+mn-ea"/>
            </a:endParaRPr>
          </a:p>
          <a:p>
            <a:r>
              <a:rPr lang="zh-CN" altLang="en-US" sz="1400" b="1" dirty="0">
                <a:solidFill>
                  <a:srgbClr val="000000"/>
                </a:solidFill>
                <a:effectLst/>
                <a:latin typeface="+mn-ea"/>
              </a:rPr>
              <a:t>    </a:t>
            </a:r>
            <a:r>
              <a:rPr lang="en-US" altLang="zh-CN" sz="1400" b="1" dirty="0">
                <a:solidFill>
                  <a:srgbClr val="000000"/>
                </a:solidFill>
                <a:effectLst/>
                <a:latin typeface="+mn-ea"/>
              </a:rPr>
              <a:t>user = </a:t>
            </a:r>
            <a:r>
              <a:rPr lang="en-US" altLang="zh-CN" sz="1400" b="1" dirty="0" err="1">
                <a:solidFill>
                  <a:srgbClr val="000000"/>
                </a:solidFill>
                <a:effectLst/>
                <a:latin typeface="+mn-ea"/>
              </a:rPr>
              <a:t>db.session.execute</a:t>
            </a:r>
            <a:r>
              <a:rPr lang="en-US" altLang="zh-CN" sz="1400" b="1" dirty="0">
                <a:solidFill>
                  <a:srgbClr val="000000"/>
                </a:solidFill>
                <a:effectLst/>
                <a:latin typeface="+mn-ea"/>
              </a:rPr>
              <a:t>(</a:t>
            </a:r>
            <a:r>
              <a:rPr lang="en-US" altLang="zh-CN" sz="1400" b="1" dirty="0" err="1">
                <a:solidFill>
                  <a:srgbClr val="000000"/>
                </a:solidFill>
                <a:effectLst/>
                <a:latin typeface="+mn-ea"/>
              </a:rPr>
              <a:t>db.select</a:t>
            </a:r>
            <a:r>
              <a:rPr lang="en-US" altLang="zh-CN" sz="1400" b="1" dirty="0">
                <a:solidFill>
                  <a:srgbClr val="000000"/>
                </a:solidFill>
                <a:effectLst/>
                <a:latin typeface="+mn-ea"/>
              </a:rPr>
              <a:t>(User).where(</a:t>
            </a:r>
            <a:r>
              <a:rPr lang="en-US" altLang="zh-CN" sz="1400" b="1" dirty="0" err="1">
                <a:solidFill>
                  <a:srgbClr val="000000"/>
                </a:solidFill>
                <a:effectLst/>
                <a:latin typeface="+mn-ea"/>
              </a:rPr>
              <a:t>User.username</a:t>
            </a:r>
            <a:r>
              <a:rPr lang="en-US" altLang="zh-CN" sz="1400" b="1" dirty="0">
                <a:solidFill>
                  <a:srgbClr val="000000"/>
                </a:solidFill>
                <a:effectLst/>
                <a:latin typeface="+mn-ea"/>
              </a:rPr>
              <a:t>==</a:t>
            </a:r>
            <a:r>
              <a:rPr lang="en-US" altLang="zh-CN" sz="1400" b="1" dirty="0" err="1">
                <a:solidFill>
                  <a:srgbClr val="000000"/>
                </a:solidFill>
                <a:effectLst/>
                <a:latin typeface="+mn-ea"/>
              </a:rPr>
              <a:t>username,User.password</a:t>
            </a:r>
            <a:r>
              <a:rPr lang="en-US" altLang="zh-CN" sz="1400" b="1" dirty="0">
                <a:solidFill>
                  <a:srgbClr val="000000"/>
                </a:solidFill>
                <a:effectLst/>
                <a:latin typeface="+mn-ea"/>
              </a:rPr>
              <a:t>==password)).scalar()</a:t>
            </a:r>
          </a:p>
          <a:p>
            <a:r>
              <a:rPr lang="en-US" altLang="zh-CN" sz="1400" b="1" dirty="0">
                <a:solidFill>
                  <a:srgbClr val="000000"/>
                </a:solidFill>
                <a:effectLst/>
                <a:latin typeface="+mn-ea"/>
              </a:rPr>
              <a:t>    </a:t>
            </a:r>
            <a:r>
              <a:rPr lang="en-US" altLang="zh-CN" sz="1400" b="1" dirty="0">
                <a:solidFill>
                  <a:srgbClr val="0000FF"/>
                </a:solidFill>
                <a:effectLst/>
                <a:latin typeface="+mn-ea"/>
              </a:rPr>
              <a:t>if</a:t>
            </a:r>
            <a:r>
              <a:rPr lang="en-US" altLang="zh-CN" sz="1400" b="1" dirty="0">
                <a:solidFill>
                  <a:srgbClr val="000000"/>
                </a:solidFill>
                <a:effectLst/>
                <a:latin typeface="+mn-ea"/>
              </a:rPr>
              <a:t> user:</a:t>
            </a:r>
          </a:p>
          <a:p>
            <a:r>
              <a:rPr lang="en-US" altLang="zh-CN" sz="1400" b="1" dirty="0">
                <a:solidFill>
                  <a:srgbClr val="000000"/>
                </a:solidFill>
                <a:effectLst/>
                <a:latin typeface="+mn-ea"/>
              </a:rPr>
              <a:t>        </a:t>
            </a:r>
            <a:r>
              <a:rPr lang="en-US" altLang="zh-CN" sz="1400" b="1" dirty="0">
                <a:solidFill>
                  <a:srgbClr val="008000"/>
                </a:solidFill>
                <a:effectLst/>
                <a:latin typeface="+mn-ea"/>
              </a:rPr>
              <a:t># </a:t>
            </a:r>
            <a:r>
              <a:rPr lang="zh-CN" altLang="en-US" sz="1400" b="1" dirty="0">
                <a:solidFill>
                  <a:srgbClr val="008000"/>
                </a:solidFill>
                <a:effectLst/>
                <a:latin typeface="+mn-ea"/>
              </a:rPr>
              <a:t>创建</a:t>
            </a:r>
            <a:r>
              <a:rPr lang="en-US" altLang="zh-CN" sz="1400" b="1" dirty="0">
                <a:solidFill>
                  <a:srgbClr val="008000"/>
                </a:solidFill>
                <a:effectLst/>
                <a:latin typeface="+mn-ea"/>
              </a:rPr>
              <a:t>session</a:t>
            </a:r>
            <a:endParaRPr lang="en-US" altLang="zh-CN" sz="1400" b="1" dirty="0">
              <a:solidFill>
                <a:srgbClr val="000000"/>
              </a:solidFill>
              <a:effectLst/>
              <a:latin typeface="+mn-ea"/>
            </a:endParaRPr>
          </a:p>
          <a:p>
            <a:r>
              <a:rPr lang="en-US" altLang="zh-CN" sz="1400" b="1" dirty="0">
                <a:solidFill>
                  <a:srgbClr val="000000"/>
                </a:solidFill>
                <a:effectLst/>
                <a:latin typeface="+mn-ea"/>
              </a:rPr>
              <a:t>        session[</a:t>
            </a:r>
            <a:r>
              <a:rPr lang="en-US" altLang="zh-CN" sz="1400" b="1" dirty="0">
                <a:solidFill>
                  <a:srgbClr val="A31515"/>
                </a:solidFill>
                <a:effectLst/>
                <a:latin typeface="+mn-ea"/>
              </a:rPr>
              <a:t>'username'</a:t>
            </a:r>
            <a:r>
              <a:rPr lang="en-US" altLang="zh-CN" sz="1400" b="1" dirty="0">
                <a:solidFill>
                  <a:srgbClr val="000000"/>
                </a:solidFill>
                <a:effectLst/>
                <a:latin typeface="+mn-ea"/>
              </a:rPr>
              <a:t>] = username</a:t>
            </a:r>
          </a:p>
          <a:p>
            <a:r>
              <a:rPr lang="en-US" altLang="zh-CN" sz="1400" b="1" dirty="0">
                <a:solidFill>
                  <a:srgbClr val="000000"/>
                </a:solidFill>
                <a:effectLst/>
                <a:latin typeface="+mn-ea"/>
              </a:rPr>
              <a:t>        </a:t>
            </a:r>
            <a:r>
              <a:rPr lang="en-US" altLang="zh-CN" sz="1400" b="1" dirty="0">
                <a:solidFill>
                  <a:srgbClr val="0000FF"/>
                </a:solidFill>
                <a:effectLst/>
                <a:latin typeface="+mn-ea"/>
              </a:rPr>
              <a:t>return</a:t>
            </a:r>
            <a:r>
              <a:rPr lang="en-US" altLang="zh-CN" sz="1400" b="1" dirty="0">
                <a:solidFill>
                  <a:srgbClr val="000000"/>
                </a:solidFill>
                <a:effectLst/>
                <a:latin typeface="+mn-ea"/>
              </a:rPr>
              <a:t> {</a:t>
            </a:r>
          </a:p>
          <a:p>
            <a:r>
              <a:rPr lang="en-US" altLang="zh-CN" sz="1400" b="1" dirty="0">
                <a:solidFill>
                  <a:srgbClr val="000000"/>
                </a:solidFill>
                <a:effectLst/>
                <a:latin typeface="+mn-ea"/>
              </a:rPr>
              <a:t>             </a:t>
            </a:r>
            <a:r>
              <a:rPr lang="en-US" altLang="zh-CN" sz="1400" b="1" dirty="0">
                <a:solidFill>
                  <a:srgbClr val="A31515"/>
                </a:solidFill>
                <a:effectLst/>
                <a:latin typeface="+mn-ea"/>
              </a:rPr>
              <a:t>'code'</a:t>
            </a:r>
            <a:r>
              <a:rPr lang="en-US" altLang="zh-CN" sz="1400" b="1" dirty="0">
                <a:solidFill>
                  <a:srgbClr val="000000"/>
                </a:solidFill>
                <a:effectLst/>
                <a:latin typeface="+mn-ea"/>
              </a:rPr>
              <a:t>: </a:t>
            </a:r>
            <a:r>
              <a:rPr lang="en-US" altLang="zh-CN" sz="1400" b="1" dirty="0">
                <a:solidFill>
                  <a:srgbClr val="098658"/>
                </a:solidFill>
                <a:effectLst/>
                <a:latin typeface="+mn-ea"/>
              </a:rPr>
              <a:t>200</a:t>
            </a:r>
            <a:r>
              <a:rPr lang="en-US" altLang="zh-CN" sz="1400" b="1" dirty="0">
                <a:solidFill>
                  <a:srgbClr val="000000"/>
                </a:solidFill>
                <a:effectLst/>
                <a:latin typeface="+mn-ea"/>
              </a:rPr>
              <a:t>,</a:t>
            </a:r>
          </a:p>
          <a:p>
            <a:r>
              <a:rPr lang="en-US" altLang="zh-CN" sz="1400" b="1" dirty="0">
                <a:solidFill>
                  <a:srgbClr val="000000"/>
                </a:solidFill>
                <a:effectLst/>
                <a:latin typeface="+mn-ea"/>
              </a:rPr>
              <a:t>             </a:t>
            </a:r>
            <a:r>
              <a:rPr lang="en-US" altLang="zh-CN" sz="1400" b="1" dirty="0">
                <a:solidFill>
                  <a:srgbClr val="A31515"/>
                </a:solidFill>
                <a:effectLst/>
                <a:latin typeface="+mn-ea"/>
              </a:rPr>
              <a:t>'token'</a:t>
            </a:r>
            <a:r>
              <a:rPr lang="en-US" altLang="zh-CN" sz="1400" b="1" dirty="0">
                <a:solidFill>
                  <a:srgbClr val="000000"/>
                </a:solidFill>
                <a:effectLst/>
                <a:latin typeface="+mn-ea"/>
              </a:rPr>
              <a:t>: </a:t>
            </a:r>
            <a:r>
              <a:rPr lang="en-US" altLang="zh-CN" sz="1400" b="1" dirty="0">
                <a:solidFill>
                  <a:srgbClr val="A31515"/>
                </a:solidFill>
                <a:effectLst/>
                <a:latin typeface="+mn-ea"/>
              </a:rPr>
              <a:t>'xxx'</a:t>
            </a:r>
            <a:r>
              <a:rPr lang="en-US" altLang="zh-CN" sz="1400" b="1" dirty="0">
                <a:solidFill>
                  <a:srgbClr val="000000"/>
                </a:solidFill>
                <a:effectLst/>
                <a:latin typeface="+mn-ea"/>
              </a:rPr>
              <a:t>,</a:t>
            </a:r>
          </a:p>
          <a:p>
            <a:r>
              <a:rPr lang="en-US" altLang="zh-CN" sz="1400" b="1" dirty="0">
                <a:solidFill>
                  <a:srgbClr val="000000"/>
                </a:solidFill>
                <a:effectLst/>
                <a:latin typeface="+mn-ea"/>
              </a:rPr>
              <a:t>        }</a:t>
            </a:r>
          </a:p>
          <a:p>
            <a:r>
              <a:rPr lang="en-US" altLang="zh-CN" sz="1400" b="1" dirty="0">
                <a:solidFill>
                  <a:srgbClr val="000000"/>
                </a:solidFill>
                <a:effectLst/>
                <a:latin typeface="+mn-ea"/>
              </a:rPr>
              <a:t>    </a:t>
            </a:r>
            <a:r>
              <a:rPr lang="en-US" altLang="zh-CN" sz="1400" b="1" dirty="0">
                <a:solidFill>
                  <a:srgbClr val="0000FF"/>
                </a:solidFill>
                <a:effectLst/>
                <a:latin typeface="+mn-ea"/>
              </a:rPr>
              <a:t>else</a:t>
            </a:r>
            <a:r>
              <a:rPr lang="en-US" altLang="zh-CN" sz="1400" b="1" dirty="0">
                <a:solidFill>
                  <a:srgbClr val="000000"/>
                </a:solidFill>
                <a:effectLst/>
                <a:latin typeface="+mn-ea"/>
              </a:rPr>
              <a:t>:</a:t>
            </a:r>
          </a:p>
          <a:p>
            <a:r>
              <a:rPr lang="en-US" altLang="zh-CN" sz="1400" b="1" dirty="0">
                <a:solidFill>
                  <a:srgbClr val="000000"/>
                </a:solidFill>
                <a:effectLst/>
                <a:latin typeface="+mn-ea"/>
              </a:rPr>
              <a:t>        </a:t>
            </a:r>
            <a:r>
              <a:rPr lang="en-US" altLang="zh-CN" sz="1400" b="1" dirty="0">
                <a:solidFill>
                  <a:srgbClr val="0000FF"/>
                </a:solidFill>
                <a:effectLst/>
                <a:latin typeface="+mn-ea"/>
              </a:rPr>
              <a:t>return</a:t>
            </a:r>
            <a:r>
              <a:rPr lang="en-US" altLang="zh-CN" sz="1400" b="1" dirty="0">
                <a:solidFill>
                  <a:srgbClr val="000000"/>
                </a:solidFill>
                <a:effectLst/>
                <a:latin typeface="+mn-ea"/>
              </a:rPr>
              <a:t> {</a:t>
            </a:r>
          </a:p>
          <a:p>
            <a:r>
              <a:rPr lang="en-US" altLang="zh-CN" sz="1400" b="1" dirty="0">
                <a:solidFill>
                  <a:srgbClr val="000000"/>
                </a:solidFill>
                <a:effectLst/>
                <a:latin typeface="+mn-ea"/>
              </a:rPr>
              <a:t>             </a:t>
            </a:r>
            <a:r>
              <a:rPr lang="en-US" altLang="zh-CN" sz="1400" b="1" dirty="0">
                <a:solidFill>
                  <a:srgbClr val="A31515"/>
                </a:solidFill>
                <a:effectLst/>
                <a:latin typeface="+mn-ea"/>
              </a:rPr>
              <a:t>'code'</a:t>
            </a:r>
            <a:r>
              <a:rPr lang="en-US" altLang="zh-CN" sz="1400" b="1" dirty="0">
                <a:solidFill>
                  <a:srgbClr val="000000"/>
                </a:solidFill>
                <a:effectLst/>
                <a:latin typeface="+mn-ea"/>
              </a:rPr>
              <a:t>: </a:t>
            </a:r>
            <a:r>
              <a:rPr lang="en-US" altLang="zh-CN" sz="1400" b="1" dirty="0">
                <a:solidFill>
                  <a:srgbClr val="098658"/>
                </a:solidFill>
                <a:effectLst/>
                <a:latin typeface="+mn-ea"/>
              </a:rPr>
              <a:t>401</a:t>
            </a:r>
            <a:r>
              <a:rPr lang="en-US" altLang="zh-CN" sz="1400" b="1" dirty="0">
                <a:solidFill>
                  <a:srgbClr val="000000"/>
                </a:solidFill>
                <a:effectLst/>
                <a:latin typeface="+mn-ea"/>
              </a:rPr>
              <a:t>,</a:t>
            </a:r>
          </a:p>
          <a:p>
            <a:r>
              <a:rPr lang="en-US" altLang="zh-CN" sz="1400" b="1" dirty="0">
                <a:solidFill>
                  <a:srgbClr val="000000"/>
                </a:solidFill>
                <a:effectLst/>
                <a:latin typeface="+mn-ea"/>
              </a:rPr>
              <a:t>             </a:t>
            </a:r>
            <a:r>
              <a:rPr lang="en-US" altLang="zh-CN" sz="1400" b="1" dirty="0">
                <a:solidFill>
                  <a:srgbClr val="A31515"/>
                </a:solidFill>
                <a:effectLst/>
                <a:latin typeface="+mn-ea"/>
              </a:rPr>
              <a:t>'message'</a:t>
            </a:r>
            <a:r>
              <a:rPr lang="en-US" altLang="zh-CN" sz="1400" b="1" dirty="0">
                <a:solidFill>
                  <a:srgbClr val="000000"/>
                </a:solidFill>
                <a:effectLst/>
                <a:latin typeface="+mn-ea"/>
              </a:rPr>
              <a:t>: </a:t>
            </a:r>
            <a:r>
              <a:rPr lang="en-US" altLang="zh-CN" sz="1400" b="1" dirty="0">
                <a:solidFill>
                  <a:srgbClr val="A31515"/>
                </a:solidFill>
                <a:effectLst/>
                <a:latin typeface="+mn-ea"/>
              </a:rPr>
              <a:t>'</a:t>
            </a:r>
            <a:r>
              <a:rPr lang="zh-CN" altLang="en-US" sz="1400" b="1" dirty="0">
                <a:solidFill>
                  <a:srgbClr val="A31515"/>
                </a:solidFill>
                <a:effectLst/>
                <a:latin typeface="+mn-ea"/>
              </a:rPr>
              <a:t>用户名或密码错误</a:t>
            </a:r>
            <a:r>
              <a:rPr lang="en-US" altLang="zh-CN" sz="1400" b="1" dirty="0">
                <a:solidFill>
                  <a:srgbClr val="A31515"/>
                </a:solidFill>
                <a:effectLst/>
                <a:latin typeface="+mn-ea"/>
              </a:rPr>
              <a:t>'</a:t>
            </a:r>
            <a:r>
              <a:rPr lang="en-US" altLang="zh-CN" sz="1400" b="1" dirty="0">
                <a:solidFill>
                  <a:srgbClr val="000000"/>
                </a:solidFill>
                <a:effectLst/>
                <a:latin typeface="+mn-ea"/>
              </a:rPr>
              <a:t>,</a:t>
            </a:r>
          </a:p>
          <a:p>
            <a:r>
              <a:rPr lang="en-US" altLang="zh-CN" sz="1400" b="1" dirty="0">
                <a:solidFill>
                  <a:srgbClr val="000000"/>
                </a:solidFill>
                <a:effectLst/>
                <a:latin typeface="+mn-ea"/>
              </a:rPr>
              <a:t>        }</a:t>
            </a:r>
          </a:p>
        </p:txBody>
      </p:sp>
    </p:spTree>
    <p:extLst>
      <p:ext uri="{BB962C8B-B14F-4D97-AF65-F5344CB8AC3E}">
        <p14:creationId xmlns:p14="http://schemas.microsoft.com/office/powerpoint/2010/main" val="23009907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实例</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a:lnSpc>
                <a:spcPct val="150000"/>
              </a:lnSpc>
            </a:pPr>
            <a:r>
              <a:rPr lang="en-US" altLang="zh-CN" sz="2000" b="1" dirty="0">
                <a:latin typeface="+mn-ea"/>
                <a:ea typeface="+mn-ea"/>
              </a:rPr>
              <a:t>2</a:t>
            </a:r>
            <a:r>
              <a:rPr lang="zh-CN" altLang="en-US" sz="2000" b="1" dirty="0">
                <a:latin typeface="+mn-ea"/>
                <a:ea typeface="+mn-ea"/>
              </a:rPr>
              <a:t>、实现登录界面和登录接口</a:t>
            </a:r>
            <a:r>
              <a:rPr lang="en-US" altLang="zh-CN" sz="2000" b="1" dirty="0">
                <a:latin typeface="+mn-ea"/>
                <a:ea typeface="+mn-ea"/>
              </a:rPr>
              <a:t>--&gt;</a:t>
            </a:r>
            <a:r>
              <a:rPr lang="zh-CN" altLang="en-US" sz="2000" b="1" dirty="0">
                <a:latin typeface="+mn-ea"/>
                <a:ea typeface="+mn-ea"/>
              </a:rPr>
              <a:t>实现</a:t>
            </a:r>
            <a:r>
              <a:rPr lang="en-US" altLang="zh-CN" sz="2000" b="1" dirty="0">
                <a:latin typeface="+mn-ea"/>
                <a:ea typeface="+mn-ea"/>
              </a:rPr>
              <a:t>HTML</a:t>
            </a:r>
            <a:r>
              <a:rPr lang="zh-CN" altLang="en-US" sz="2000" b="1" dirty="0">
                <a:latin typeface="+mn-ea"/>
                <a:ea typeface="+mn-ea"/>
              </a:rPr>
              <a:t>部分</a:t>
            </a:r>
            <a:endParaRPr lang="en-US" altLang="zh-CN" sz="2000" b="1" dirty="0">
              <a:latin typeface="+mn-ea"/>
              <a:ea typeface="+mn-ea"/>
            </a:endParaRPr>
          </a:p>
        </p:txBody>
      </p:sp>
      <p:sp>
        <p:nvSpPr>
          <p:cNvPr id="10" name="文本框 9">
            <a:extLst>
              <a:ext uri="{FF2B5EF4-FFF2-40B4-BE49-F238E27FC236}">
                <a16:creationId xmlns:a16="http://schemas.microsoft.com/office/drawing/2014/main" id="{727E30AA-A11E-4292-BFFE-0209949FC03A}"/>
              </a:ext>
            </a:extLst>
          </p:cNvPr>
          <p:cNvSpPr txBox="1"/>
          <p:nvPr/>
        </p:nvSpPr>
        <p:spPr>
          <a:xfrm>
            <a:off x="823541" y="2412157"/>
            <a:ext cx="8984827" cy="181588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600" b="0" dirty="0">
                <a:solidFill>
                  <a:schemeClr val="tx1"/>
                </a:solidFill>
                <a:effectLst/>
                <a:latin typeface="+mn-ea"/>
              </a:rPr>
              <a:t>&lt;form action="#" method="post"&gt;</a:t>
            </a:r>
          </a:p>
          <a:p>
            <a:r>
              <a:rPr lang="en-US" altLang="zh-CN" sz="1600" b="0" dirty="0">
                <a:solidFill>
                  <a:schemeClr val="tx1"/>
                </a:solidFill>
                <a:effectLst/>
                <a:latin typeface="+mn-ea"/>
              </a:rPr>
              <a:t>      &lt;label for="username"&gt;</a:t>
            </a:r>
            <a:r>
              <a:rPr lang="zh-CN" altLang="en-US" sz="1600" b="0" dirty="0">
                <a:solidFill>
                  <a:schemeClr val="tx1"/>
                </a:solidFill>
                <a:effectLst/>
                <a:latin typeface="+mn-ea"/>
              </a:rPr>
              <a:t>用户名</a:t>
            </a:r>
            <a:r>
              <a:rPr lang="en-US" altLang="zh-CN" sz="1600" b="0" dirty="0">
                <a:solidFill>
                  <a:schemeClr val="tx1"/>
                </a:solidFill>
                <a:effectLst/>
                <a:latin typeface="+mn-ea"/>
              </a:rPr>
              <a:t>:&lt;/label&gt;</a:t>
            </a:r>
          </a:p>
          <a:p>
            <a:r>
              <a:rPr lang="en-US" altLang="zh-CN" sz="1600" b="0" dirty="0">
                <a:solidFill>
                  <a:schemeClr val="tx1"/>
                </a:solidFill>
                <a:effectLst/>
                <a:latin typeface="+mn-ea"/>
              </a:rPr>
              <a:t>      &lt;input type="text" id="username" name="username" required /&gt;&lt;</a:t>
            </a:r>
            <a:r>
              <a:rPr lang="en-US" altLang="zh-CN" sz="1600" b="0" dirty="0" err="1">
                <a:solidFill>
                  <a:schemeClr val="tx1"/>
                </a:solidFill>
                <a:effectLst/>
                <a:latin typeface="+mn-ea"/>
              </a:rPr>
              <a:t>br</a:t>
            </a:r>
            <a:r>
              <a:rPr lang="en-US" altLang="zh-CN" sz="1600" b="0" dirty="0">
                <a:solidFill>
                  <a:schemeClr val="tx1"/>
                </a:solidFill>
                <a:effectLst/>
                <a:latin typeface="+mn-ea"/>
              </a:rPr>
              <a:t>&gt;&lt;</a:t>
            </a:r>
            <a:r>
              <a:rPr lang="en-US" altLang="zh-CN" sz="1600" b="0" dirty="0" err="1">
                <a:solidFill>
                  <a:schemeClr val="tx1"/>
                </a:solidFill>
                <a:effectLst/>
                <a:latin typeface="+mn-ea"/>
              </a:rPr>
              <a:t>br</a:t>
            </a:r>
            <a:r>
              <a:rPr lang="en-US" altLang="zh-CN" sz="1600" b="0" dirty="0">
                <a:solidFill>
                  <a:schemeClr val="tx1"/>
                </a:solidFill>
                <a:effectLst/>
                <a:latin typeface="+mn-ea"/>
              </a:rPr>
              <a:t>&gt;</a:t>
            </a:r>
          </a:p>
          <a:p>
            <a:r>
              <a:rPr lang="en-US" altLang="zh-CN" sz="1600" b="0" dirty="0">
                <a:solidFill>
                  <a:schemeClr val="tx1"/>
                </a:solidFill>
                <a:effectLst/>
                <a:latin typeface="+mn-ea"/>
              </a:rPr>
              <a:t>      &lt;label for="password"&gt;</a:t>
            </a:r>
            <a:r>
              <a:rPr lang="zh-CN" altLang="en-US" sz="1600" b="0" dirty="0">
                <a:solidFill>
                  <a:schemeClr val="tx1"/>
                </a:solidFill>
                <a:effectLst/>
                <a:latin typeface="+mn-ea"/>
              </a:rPr>
              <a:t>密码</a:t>
            </a:r>
            <a:r>
              <a:rPr lang="en-US" altLang="zh-CN" sz="1600" b="0" dirty="0">
                <a:solidFill>
                  <a:schemeClr val="tx1"/>
                </a:solidFill>
                <a:effectLst/>
                <a:latin typeface="+mn-ea"/>
              </a:rPr>
              <a:t>:&lt;/label&gt;</a:t>
            </a:r>
          </a:p>
          <a:p>
            <a:r>
              <a:rPr lang="en-US" altLang="zh-CN" sz="1600" b="0" dirty="0">
                <a:solidFill>
                  <a:schemeClr val="tx1"/>
                </a:solidFill>
                <a:effectLst/>
                <a:latin typeface="+mn-ea"/>
              </a:rPr>
              <a:t>      &lt;input type="password" id="password" name="password" required/&gt;&lt;</a:t>
            </a:r>
            <a:r>
              <a:rPr lang="en-US" altLang="zh-CN" sz="1600" b="0" dirty="0" err="1">
                <a:solidFill>
                  <a:schemeClr val="tx1"/>
                </a:solidFill>
                <a:effectLst/>
                <a:latin typeface="+mn-ea"/>
              </a:rPr>
              <a:t>br</a:t>
            </a:r>
            <a:r>
              <a:rPr lang="en-US" altLang="zh-CN" sz="1600" b="0" dirty="0">
                <a:solidFill>
                  <a:schemeClr val="tx1"/>
                </a:solidFill>
                <a:effectLst/>
                <a:latin typeface="+mn-ea"/>
              </a:rPr>
              <a:t>&gt;&lt;</a:t>
            </a:r>
            <a:r>
              <a:rPr lang="en-US" altLang="zh-CN" sz="1600" b="0" dirty="0" err="1">
                <a:solidFill>
                  <a:schemeClr val="tx1"/>
                </a:solidFill>
                <a:effectLst/>
                <a:latin typeface="+mn-ea"/>
              </a:rPr>
              <a:t>br</a:t>
            </a:r>
            <a:r>
              <a:rPr lang="en-US" altLang="zh-CN" sz="1600" b="0" dirty="0">
                <a:solidFill>
                  <a:schemeClr val="tx1"/>
                </a:solidFill>
                <a:effectLst/>
                <a:latin typeface="+mn-ea"/>
              </a:rPr>
              <a:t>&gt;</a:t>
            </a:r>
          </a:p>
          <a:p>
            <a:r>
              <a:rPr lang="en-US" altLang="zh-CN" sz="1600" b="0" dirty="0">
                <a:solidFill>
                  <a:schemeClr val="tx1"/>
                </a:solidFill>
                <a:effectLst/>
                <a:latin typeface="+mn-ea"/>
              </a:rPr>
              <a:t>      &lt;input type="button" value="</a:t>
            </a:r>
            <a:r>
              <a:rPr lang="zh-CN" altLang="en-US" sz="1600" b="0" dirty="0">
                <a:solidFill>
                  <a:schemeClr val="tx1"/>
                </a:solidFill>
                <a:effectLst/>
                <a:latin typeface="+mn-ea"/>
              </a:rPr>
              <a:t>登录</a:t>
            </a:r>
            <a:r>
              <a:rPr lang="en-US" altLang="zh-CN" sz="1600" b="0" dirty="0">
                <a:solidFill>
                  <a:schemeClr val="tx1"/>
                </a:solidFill>
                <a:effectLst/>
                <a:latin typeface="+mn-ea"/>
              </a:rPr>
              <a:t>" /&gt;</a:t>
            </a:r>
          </a:p>
          <a:p>
            <a:r>
              <a:rPr lang="en-US" altLang="zh-CN" sz="1600" b="0" dirty="0">
                <a:solidFill>
                  <a:schemeClr val="tx1"/>
                </a:solidFill>
                <a:effectLst/>
                <a:latin typeface="+mn-ea"/>
              </a:rPr>
              <a:t>&lt;/form&gt;</a:t>
            </a:r>
          </a:p>
        </p:txBody>
      </p:sp>
    </p:spTree>
    <p:extLst>
      <p:ext uri="{BB962C8B-B14F-4D97-AF65-F5344CB8AC3E}">
        <p14:creationId xmlns:p14="http://schemas.microsoft.com/office/powerpoint/2010/main" val="2084814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实例</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a:lnSpc>
                <a:spcPct val="150000"/>
              </a:lnSpc>
            </a:pPr>
            <a:r>
              <a:rPr lang="en-US" altLang="zh-CN" sz="2000" b="1" dirty="0">
                <a:latin typeface="+mn-ea"/>
                <a:ea typeface="+mn-ea"/>
              </a:rPr>
              <a:t>2</a:t>
            </a:r>
            <a:r>
              <a:rPr lang="zh-CN" altLang="en-US" sz="2000" b="1" dirty="0">
                <a:latin typeface="+mn-ea"/>
                <a:ea typeface="+mn-ea"/>
              </a:rPr>
              <a:t>、实现登录界面和登录接口</a:t>
            </a:r>
            <a:r>
              <a:rPr lang="en-US" altLang="zh-CN" sz="2000" b="1" dirty="0">
                <a:latin typeface="+mn-ea"/>
                <a:ea typeface="+mn-ea"/>
              </a:rPr>
              <a:t>--&gt;</a:t>
            </a:r>
            <a:r>
              <a:rPr lang="zh-CN" altLang="en-US" sz="2000" b="1" dirty="0">
                <a:latin typeface="+mn-ea"/>
                <a:ea typeface="+mn-ea"/>
              </a:rPr>
              <a:t>实现</a:t>
            </a:r>
            <a:r>
              <a:rPr lang="en-US" altLang="zh-CN" sz="2000" b="1" dirty="0">
                <a:latin typeface="+mn-ea"/>
                <a:ea typeface="+mn-ea"/>
              </a:rPr>
              <a:t>JS</a:t>
            </a:r>
            <a:r>
              <a:rPr lang="zh-CN" altLang="en-US" sz="2000" b="1" dirty="0">
                <a:latin typeface="+mn-ea"/>
                <a:ea typeface="+mn-ea"/>
              </a:rPr>
              <a:t>部分</a:t>
            </a:r>
            <a:endParaRPr lang="en-US" altLang="zh-CN" sz="2000" b="1" dirty="0">
              <a:latin typeface="+mn-ea"/>
              <a:ea typeface="+mn-ea"/>
            </a:endParaRPr>
          </a:p>
        </p:txBody>
      </p:sp>
      <p:sp>
        <p:nvSpPr>
          <p:cNvPr id="7" name="文本框 6">
            <a:extLst>
              <a:ext uri="{FF2B5EF4-FFF2-40B4-BE49-F238E27FC236}">
                <a16:creationId xmlns:a16="http://schemas.microsoft.com/office/drawing/2014/main" id="{DEBD206D-5EFA-432C-A302-AD6DA8F6C5CB}"/>
              </a:ext>
            </a:extLst>
          </p:cNvPr>
          <p:cNvSpPr txBox="1"/>
          <p:nvPr/>
        </p:nvSpPr>
        <p:spPr>
          <a:xfrm>
            <a:off x="767706" y="2340149"/>
            <a:ext cx="5096395" cy="418576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400" b="1" dirty="0">
                <a:solidFill>
                  <a:schemeClr val="tx1"/>
                </a:solidFill>
                <a:effectLst/>
                <a:latin typeface="+mn-ea"/>
              </a:rPr>
              <a:t>// </a:t>
            </a:r>
            <a:r>
              <a:rPr lang="zh-CN" altLang="en-US" sz="1400" b="1" dirty="0">
                <a:solidFill>
                  <a:schemeClr val="tx1"/>
                </a:solidFill>
                <a:effectLst/>
                <a:latin typeface="+mn-ea"/>
              </a:rPr>
              <a:t>登录接口函数</a:t>
            </a:r>
          </a:p>
          <a:p>
            <a:r>
              <a:rPr lang="en-US" altLang="zh-CN" sz="1400" b="1" dirty="0">
                <a:solidFill>
                  <a:schemeClr val="tx1"/>
                </a:solidFill>
                <a:effectLst/>
                <a:latin typeface="+mn-ea"/>
              </a:rPr>
              <a:t>const login = async (</a:t>
            </a:r>
            <a:r>
              <a:rPr lang="en-US" altLang="zh-CN" sz="1400" b="1" dirty="0" err="1">
                <a:solidFill>
                  <a:schemeClr val="tx1"/>
                </a:solidFill>
                <a:effectLst/>
                <a:latin typeface="+mn-ea"/>
              </a:rPr>
              <a:t>formData</a:t>
            </a:r>
            <a:r>
              <a:rPr lang="en-US" altLang="zh-CN" sz="1400" b="1" dirty="0">
                <a:solidFill>
                  <a:schemeClr val="tx1"/>
                </a:solidFill>
                <a:effectLst/>
                <a:latin typeface="+mn-ea"/>
              </a:rPr>
              <a:t>) =&gt; {</a:t>
            </a:r>
          </a:p>
          <a:p>
            <a:r>
              <a:rPr lang="en-US" altLang="zh-CN" sz="1400" b="1" dirty="0">
                <a:solidFill>
                  <a:schemeClr val="tx1"/>
                </a:solidFill>
                <a:effectLst/>
                <a:latin typeface="+mn-ea"/>
              </a:rPr>
              <a:t>const response = </a:t>
            </a:r>
            <a:r>
              <a:rPr lang="en-US" altLang="zh-CN" sz="1400" b="1" dirty="0" err="1">
                <a:solidFill>
                  <a:schemeClr val="accent6"/>
                </a:solidFill>
                <a:effectLst/>
                <a:latin typeface="+mn-ea"/>
              </a:rPr>
              <a:t>axios.post</a:t>
            </a:r>
            <a:r>
              <a:rPr lang="en-US" altLang="zh-CN" sz="1400" b="1" dirty="0">
                <a:solidFill>
                  <a:schemeClr val="accent6"/>
                </a:solidFill>
                <a:effectLst/>
                <a:latin typeface="+mn-ea"/>
              </a:rPr>
              <a:t>("/</a:t>
            </a:r>
            <a:r>
              <a:rPr lang="en-US" altLang="zh-CN" sz="1400" b="1" dirty="0" err="1">
                <a:solidFill>
                  <a:schemeClr val="accent6"/>
                </a:solidFill>
                <a:effectLst/>
                <a:latin typeface="+mn-ea"/>
              </a:rPr>
              <a:t>api</a:t>
            </a:r>
            <a:r>
              <a:rPr lang="en-US" altLang="zh-CN" sz="1400" b="1" dirty="0">
                <a:solidFill>
                  <a:schemeClr val="accent6"/>
                </a:solidFill>
                <a:effectLst/>
                <a:latin typeface="+mn-ea"/>
              </a:rPr>
              <a:t>/v1.0/login", </a:t>
            </a:r>
            <a:r>
              <a:rPr lang="en-US" altLang="zh-CN" sz="1400" b="1" dirty="0" err="1">
                <a:solidFill>
                  <a:schemeClr val="accent6"/>
                </a:solidFill>
                <a:effectLst/>
                <a:latin typeface="+mn-ea"/>
              </a:rPr>
              <a:t>formData</a:t>
            </a:r>
            <a:r>
              <a:rPr lang="en-US" altLang="zh-CN" sz="1400" b="1" dirty="0">
                <a:solidFill>
                  <a:schemeClr val="accent6"/>
                </a:solidFill>
                <a:effectLst/>
                <a:latin typeface="+mn-ea"/>
              </a:rPr>
              <a:t>)</a:t>
            </a:r>
          </a:p>
          <a:p>
            <a:r>
              <a:rPr lang="en-US" altLang="zh-CN" sz="1400" b="1" dirty="0">
                <a:solidFill>
                  <a:schemeClr val="tx1"/>
                </a:solidFill>
                <a:effectLst/>
                <a:latin typeface="+mn-ea"/>
              </a:rPr>
              <a:t>    .then(function (response) {</a:t>
            </a:r>
          </a:p>
          <a:p>
            <a:r>
              <a:rPr lang="en-US" altLang="zh-CN" sz="1400" b="1" dirty="0">
                <a:solidFill>
                  <a:schemeClr val="tx1"/>
                </a:solidFill>
                <a:effectLst/>
                <a:latin typeface="+mn-ea"/>
              </a:rPr>
              <a:t>        console.log(response);</a:t>
            </a:r>
          </a:p>
          <a:p>
            <a:r>
              <a:rPr lang="en-US" altLang="zh-CN" sz="1400" b="1" dirty="0">
                <a:solidFill>
                  <a:schemeClr val="tx1"/>
                </a:solidFill>
                <a:effectLst/>
                <a:latin typeface="+mn-ea"/>
              </a:rPr>
              <a:t>        // </a:t>
            </a:r>
            <a:r>
              <a:rPr lang="zh-CN" altLang="en-US" sz="1400" b="1" dirty="0">
                <a:solidFill>
                  <a:schemeClr val="tx1"/>
                </a:solidFill>
                <a:effectLst/>
                <a:latin typeface="+mn-ea"/>
              </a:rPr>
              <a:t>根据</a:t>
            </a:r>
            <a:r>
              <a:rPr lang="en-US" altLang="zh-CN" sz="1400" b="1" dirty="0">
                <a:solidFill>
                  <a:schemeClr val="tx1"/>
                </a:solidFill>
                <a:effectLst/>
                <a:latin typeface="+mn-ea"/>
              </a:rPr>
              <a:t>login</a:t>
            </a:r>
            <a:r>
              <a:rPr lang="zh-CN" altLang="en-US" sz="1400" b="1" dirty="0">
                <a:solidFill>
                  <a:schemeClr val="tx1"/>
                </a:solidFill>
                <a:effectLst/>
                <a:latin typeface="+mn-ea"/>
              </a:rPr>
              <a:t>结果执行页面跳转或提示</a:t>
            </a:r>
          </a:p>
          <a:p>
            <a:r>
              <a:rPr lang="zh-CN" altLang="en-US" sz="1400" b="1" dirty="0">
                <a:solidFill>
                  <a:schemeClr val="tx1"/>
                </a:solidFill>
                <a:effectLst/>
                <a:latin typeface="+mn-ea"/>
              </a:rPr>
              <a:t>        </a:t>
            </a:r>
            <a:r>
              <a:rPr lang="en-US" altLang="zh-CN" sz="1400" b="1" dirty="0">
                <a:solidFill>
                  <a:schemeClr val="tx1"/>
                </a:solidFill>
                <a:effectLst/>
                <a:latin typeface="+mn-ea"/>
              </a:rPr>
              <a:t>if (</a:t>
            </a:r>
            <a:r>
              <a:rPr lang="en-US" altLang="zh-CN" sz="1400" b="1" dirty="0" err="1">
                <a:solidFill>
                  <a:schemeClr val="tx1"/>
                </a:solidFill>
                <a:effectLst/>
                <a:latin typeface="+mn-ea"/>
              </a:rPr>
              <a:t>response.data.code</a:t>
            </a:r>
            <a:r>
              <a:rPr lang="en-US" altLang="zh-CN" sz="1400" b="1" dirty="0">
                <a:solidFill>
                  <a:schemeClr val="tx1"/>
                </a:solidFill>
                <a:effectLst/>
                <a:latin typeface="+mn-ea"/>
              </a:rPr>
              <a:t> === 200) {</a:t>
            </a:r>
          </a:p>
          <a:p>
            <a:r>
              <a:rPr lang="en-US" altLang="zh-CN" sz="1400" b="1" dirty="0">
                <a:solidFill>
                  <a:schemeClr val="tx1"/>
                </a:solidFill>
                <a:effectLst/>
                <a:latin typeface="+mn-ea"/>
              </a:rPr>
              <a:t>            // </a:t>
            </a:r>
            <a:r>
              <a:rPr lang="zh-CN" altLang="en-US" sz="1400" b="1" dirty="0">
                <a:solidFill>
                  <a:schemeClr val="tx1"/>
                </a:solidFill>
                <a:effectLst/>
                <a:latin typeface="+mn-ea"/>
              </a:rPr>
              <a:t>登录成功，跳转到首页</a:t>
            </a:r>
          </a:p>
          <a:p>
            <a:r>
              <a:rPr lang="zh-CN" altLang="en-US" sz="1400" b="1" dirty="0">
                <a:solidFill>
                  <a:schemeClr val="tx1"/>
                </a:solidFill>
                <a:effectLst/>
                <a:latin typeface="+mn-ea"/>
              </a:rPr>
              <a:t>            </a:t>
            </a:r>
            <a:r>
              <a:rPr lang="en-US" altLang="zh-CN" sz="1400" b="1" dirty="0" err="1">
                <a:solidFill>
                  <a:schemeClr val="tx1"/>
                </a:solidFill>
                <a:effectLst/>
                <a:latin typeface="+mn-ea"/>
              </a:rPr>
              <a:t>window.location.href</a:t>
            </a:r>
            <a:r>
              <a:rPr lang="en-US" altLang="zh-CN" sz="1400" b="1" dirty="0">
                <a:solidFill>
                  <a:schemeClr val="tx1"/>
                </a:solidFill>
                <a:effectLst/>
                <a:latin typeface="+mn-ea"/>
              </a:rPr>
              <a:t> = "internal";</a:t>
            </a:r>
          </a:p>
          <a:p>
            <a:r>
              <a:rPr lang="en-US" altLang="zh-CN" sz="1400" b="1" dirty="0">
                <a:solidFill>
                  <a:schemeClr val="tx1"/>
                </a:solidFill>
                <a:effectLst/>
                <a:latin typeface="+mn-ea"/>
              </a:rPr>
              <a:t>        } else {</a:t>
            </a:r>
          </a:p>
          <a:p>
            <a:r>
              <a:rPr lang="en-US" altLang="zh-CN" sz="1400" b="1" dirty="0">
                <a:solidFill>
                  <a:schemeClr val="tx1"/>
                </a:solidFill>
                <a:effectLst/>
                <a:latin typeface="+mn-ea"/>
              </a:rPr>
              <a:t>            // </a:t>
            </a:r>
            <a:r>
              <a:rPr lang="zh-CN" altLang="en-US" sz="1400" b="1" dirty="0">
                <a:solidFill>
                  <a:schemeClr val="tx1"/>
                </a:solidFill>
                <a:effectLst/>
                <a:latin typeface="+mn-ea"/>
              </a:rPr>
              <a:t>登录失败，提示错误信息</a:t>
            </a:r>
          </a:p>
          <a:p>
            <a:r>
              <a:rPr lang="zh-CN" altLang="en-US" sz="1400" b="1" dirty="0">
                <a:solidFill>
                  <a:schemeClr val="tx1"/>
                </a:solidFill>
                <a:effectLst/>
                <a:latin typeface="+mn-ea"/>
              </a:rPr>
              <a:t>            </a:t>
            </a:r>
            <a:r>
              <a:rPr lang="en-US" altLang="zh-CN" sz="1400" b="1" dirty="0">
                <a:solidFill>
                  <a:schemeClr val="tx1"/>
                </a:solidFill>
                <a:effectLst/>
                <a:latin typeface="+mn-ea"/>
              </a:rPr>
              <a:t>alert(</a:t>
            </a:r>
            <a:r>
              <a:rPr lang="en-US" altLang="zh-CN" sz="1400" b="1" dirty="0" err="1">
                <a:solidFill>
                  <a:schemeClr val="tx1"/>
                </a:solidFill>
                <a:effectLst/>
                <a:latin typeface="+mn-ea"/>
              </a:rPr>
              <a:t>response.data.message</a:t>
            </a:r>
            <a:r>
              <a:rPr lang="en-US" altLang="zh-CN" sz="1400" b="1" dirty="0">
                <a:solidFill>
                  <a:schemeClr val="tx1"/>
                </a:solidFill>
                <a:effectLst/>
                <a:latin typeface="+mn-ea"/>
              </a:rPr>
              <a:t>);</a:t>
            </a:r>
          </a:p>
          <a:p>
            <a:r>
              <a:rPr lang="en-US" altLang="zh-CN" sz="1400" b="1" dirty="0">
                <a:solidFill>
                  <a:schemeClr val="tx1"/>
                </a:solidFill>
                <a:effectLst/>
                <a:latin typeface="+mn-ea"/>
              </a:rPr>
              <a:t>        }</a:t>
            </a:r>
          </a:p>
          <a:p>
            <a:r>
              <a:rPr lang="en-US" altLang="zh-CN" sz="1400" b="1" dirty="0">
                <a:solidFill>
                  <a:schemeClr val="tx1"/>
                </a:solidFill>
                <a:effectLst/>
                <a:latin typeface="+mn-ea"/>
              </a:rPr>
              <a:t>     })</a:t>
            </a:r>
          </a:p>
          <a:p>
            <a:r>
              <a:rPr lang="en-US" altLang="zh-CN" sz="1400" b="1" dirty="0">
                <a:solidFill>
                  <a:schemeClr val="tx1"/>
                </a:solidFill>
                <a:effectLst/>
                <a:latin typeface="+mn-ea"/>
              </a:rPr>
              <a:t>     .catch(function (error) {</a:t>
            </a:r>
          </a:p>
          <a:p>
            <a:r>
              <a:rPr lang="en-US" altLang="zh-CN" sz="1400" b="1" dirty="0">
                <a:solidFill>
                  <a:schemeClr val="tx1"/>
                </a:solidFill>
                <a:effectLst/>
                <a:latin typeface="+mn-ea"/>
              </a:rPr>
              <a:t>          // </a:t>
            </a:r>
            <a:r>
              <a:rPr lang="zh-CN" altLang="en-US" sz="1400" b="1" dirty="0">
                <a:solidFill>
                  <a:schemeClr val="tx1"/>
                </a:solidFill>
                <a:effectLst/>
                <a:latin typeface="+mn-ea"/>
              </a:rPr>
              <a:t>处理错误情况</a:t>
            </a:r>
          </a:p>
          <a:p>
            <a:r>
              <a:rPr lang="zh-CN" altLang="en-US" sz="1400" b="1" dirty="0">
                <a:solidFill>
                  <a:schemeClr val="tx1"/>
                </a:solidFill>
                <a:effectLst/>
                <a:latin typeface="+mn-ea"/>
              </a:rPr>
              <a:t>         </a:t>
            </a:r>
            <a:r>
              <a:rPr lang="en-US" altLang="zh-CN" sz="1400" b="1" dirty="0" err="1">
                <a:solidFill>
                  <a:schemeClr val="tx1"/>
                </a:solidFill>
                <a:effectLst/>
                <a:latin typeface="+mn-ea"/>
              </a:rPr>
              <a:t>console.error</a:t>
            </a:r>
            <a:r>
              <a:rPr lang="en-US" altLang="zh-CN" sz="1400" b="1" dirty="0">
                <a:solidFill>
                  <a:schemeClr val="tx1"/>
                </a:solidFill>
                <a:effectLst/>
                <a:latin typeface="+mn-ea"/>
              </a:rPr>
              <a:t>("</a:t>
            </a:r>
            <a:r>
              <a:rPr lang="zh-CN" altLang="en-US" sz="1400" b="1" dirty="0">
                <a:solidFill>
                  <a:schemeClr val="tx1"/>
                </a:solidFill>
                <a:effectLst/>
                <a:latin typeface="+mn-ea"/>
              </a:rPr>
              <a:t>登录请求失败</a:t>
            </a:r>
            <a:r>
              <a:rPr lang="en-US" altLang="zh-CN" sz="1400" b="1" dirty="0">
                <a:solidFill>
                  <a:schemeClr val="tx1"/>
                </a:solidFill>
                <a:effectLst/>
                <a:latin typeface="+mn-ea"/>
              </a:rPr>
              <a:t>:", error);</a:t>
            </a:r>
          </a:p>
          <a:p>
            <a:r>
              <a:rPr lang="en-US" altLang="zh-CN" sz="1400" b="1" dirty="0">
                <a:solidFill>
                  <a:schemeClr val="tx1"/>
                </a:solidFill>
                <a:effectLst/>
                <a:latin typeface="+mn-ea"/>
              </a:rPr>
              <a:t>     });</a:t>
            </a:r>
          </a:p>
          <a:p>
            <a:r>
              <a:rPr lang="en-US" altLang="zh-CN" sz="1400" b="1" dirty="0">
                <a:solidFill>
                  <a:schemeClr val="tx1"/>
                </a:solidFill>
                <a:effectLst/>
                <a:latin typeface="+mn-ea"/>
              </a:rPr>
              <a:t>  };</a:t>
            </a:r>
          </a:p>
        </p:txBody>
      </p:sp>
      <p:sp>
        <p:nvSpPr>
          <p:cNvPr id="11" name="文本框 10">
            <a:extLst>
              <a:ext uri="{FF2B5EF4-FFF2-40B4-BE49-F238E27FC236}">
                <a16:creationId xmlns:a16="http://schemas.microsoft.com/office/drawing/2014/main" id="{25F2B0E4-FC7A-4609-9E30-2B194BB6C603}"/>
              </a:ext>
            </a:extLst>
          </p:cNvPr>
          <p:cNvSpPr txBox="1"/>
          <p:nvPr/>
        </p:nvSpPr>
        <p:spPr>
          <a:xfrm>
            <a:off x="6037022" y="2340149"/>
            <a:ext cx="5728294" cy="246221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400" b="1" dirty="0">
                <a:solidFill>
                  <a:schemeClr val="tx1"/>
                </a:solidFill>
                <a:effectLst/>
                <a:latin typeface="+mn-ea"/>
              </a:rPr>
              <a:t>// </a:t>
            </a:r>
            <a:r>
              <a:rPr lang="zh-CN" altLang="en-US" sz="1400" b="1" dirty="0">
                <a:solidFill>
                  <a:schemeClr val="tx1"/>
                </a:solidFill>
                <a:effectLst/>
                <a:latin typeface="+mn-ea"/>
              </a:rPr>
              <a:t>登录按钮的点击事件</a:t>
            </a:r>
          </a:p>
          <a:p>
            <a:r>
              <a:rPr lang="en-US" altLang="zh-CN" sz="1400" b="1" dirty="0" err="1">
                <a:solidFill>
                  <a:schemeClr val="tx1"/>
                </a:solidFill>
                <a:effectLst/>
                <a:latin typeface="+mn-ea"/>
              </a:rPr>
              <a:t>document.querySelector</a:t>
            </a:r>
            <a:r>
              <a:rPr lang="en-US" altLang="zh-CN" sz="1400" b="1" dirty="0">
                <a:solidFill>
                  <a:schemeClr val="tx1"/>
                </a:solidFill>
                <a:effectLst/>
                <a:latin typeface="+mn-ea"/>
              </a:rPr>
              <a:t>('input[type="button"]')</a:t>
            </a:r>
          </a:p>
          <a:p>
            <a:r>
              <a:rPr lang="en-US" altLang="zh-CN" sz="1400" b="1" dirty="0">
                <a:solidFill>
                  <a:schemeClr val="tx1"/>
                </a:solidFill>
                <a:latin typeface="+mn-ea"/>
              </a:rPr>
              <a:t>  </a:t>
            </a:r>
            <a:r>
              <a:rPr lang="en-US" altLang="zh-CN" sz="1400" b="1" dirty="0">
                <a:solidFill>
                  <a:schemeClr val="tx1"/>
                </a:solidFill>
                <a:effectLst/>
                <a:latin typeface="+mn-ea"/>
              </a:rPr>
              <a:t>.</a:t>
            </a:r>
            <a:r>
              <a:rPr lang="en-US" altLang="zh-CN" sz="1400" b="1" dirty="0" err="1">
                <a:solidFill>
                  <a:schemeClr val="tx1"/>
                </a:solidFill>
                <a:effectLst/>
                <a:latin typeface="+mn-ea"/>
              </a:rPr>
              <a:t>addEventListener</a:t>
            </a:r>
            <a:r>
              <a:rPr lang="en-US" altLang="zh-CN" sz="1400" b="1" dirty="0">
                <a:solidFill>
                  <a:schemeClr val="tx1"/>
                </a:solidFill>
                <a:effectLst/>
                <a:latin typeface="+mn-ea"/>
              </a:rPr>
              <a:t>("click", function () {</a:t>
            </a:r>
          </a:p>
          <a:p>
            <a:r>
              <a:rPr lang="en-US" altLang="zh-CN" sz="1400" b="1" dirty="0">
                <a:solidFill>
                  <a:schemeClr val="tx1"/>
                </a:solidFill>
                <a:effectLst/>
                <a:latin typeface="+mn-ea"/>
              </a:rPr>
              <a:t>    // </a:t>
            </a:r>
            <a:r>
              <a:rPr lang="zh-CN" altLang="en-US" sz="1400" b="1" dirty="0">
                <a:solidFill>
                  <a:schemeClr val="tx1"/>
                </a:solidFill>
                <a:effectLst/>
                <a:latin typeface="+mn-ea"/>
              </a:rPr>
              <a:t>获取表单的所有对象的值，并放到一个对象中</a:t>
            </a:r>
          </a:p>
          <a:p>
            <a:r>
              <a:rPr lang="zh-CN" altLang="en-US" sz="1400" b="1" dirty="0">
                <a:solidFill>
                  <a:schemeClr val="tx1"/>
                </a:solidFill>
                <a:effectLst/>
                <a:latin typeface="+mn-ea"/>
              </a:rPr>
              <a:t>    </a:t>
            </a:r>
            <a:r>
              <a:rPr lang="en-US" altLang="zh-CN" sz="1400" b="1" dirty="0">
                <a:solidFill>
                  <a:schemeClr val="tx1"/>
                </a:solidFill>
                <a:effectLst/>
                <a:latin typeface="+mn-ea"/>
              </a:rPr>
              <a:t>const </a:t>
            </a:r>
            <a:r>
              <a:rPr lang="en-US" altLang="zh-CN" sz="1400" b="1" dirty="0" err="1">
                <a:solidFill>
                  <a:schemeClr val="tx1"/>
                </a:solidFill>
                <a:effectLst/>
                <a:latin typeface="+mn-ea"/>
              </a:rPr>
              <a:t>formData</a:t>
            </a:r>
            <a:r>
              <a:rPr lang="en-US" altLang="zh-CN" sz="1400" b="1" dirty="0">
                <a:solidFill>
                  <a:schemeClr val="tx1"/>
                </a:solidFill>
                <a:effectLst/>
                <a:latin typeface="+mn-ea"/>
              </a:rPr>
              <a:t> = {</a:t>
            </a:r>
          </a:p>
          <a:p>
            <a:r>
              <a:rPr lang="en-US" altLang="zh-CN" sz="1400" b="1" dirty="0">
                <a:solidFill>
                  <a:schemeClr val="tx1"/>
                </a:solidFill>
                <a:effectLst/>
                <a:latin typeface="+mn-ea"/>
              </a:rPr>
              <a:t>        username: </a:t>
            </a:r>
            <a:r>
              <a:rPr lang="en-US" altLang="zh-CN" sz="1400" b="1" dirty="0" err="1">
                <a:solidFill>
                  <a:schemeClr val="tx1"/>
                </a:solidFill>
                <a:effectLst/>
                <a:latin typeface="+mn-ea"/>
              </a:rPr>
              <a:t>document.getElementById</a:t>
            </a:r>
            <a:r>
              <a:rPr lang="en-US" altLang="zh-CN" sz="1400" b="1" dirty="0">
                <a:solidFill>
                  <a:schemeClr val="tx1"/>
                </a:solidFill>
                <a:effectLst/>
                <a:latin typeface="+mn-ea"/>
              </a:rPr>
              <a:t>("username").value,</a:t>
            </a:r>
          </a:p>
          <a:p>
            <a:r>
              <a:rPr lang="en-US" altLang="zh-CN" sz="1400" b="1" dirty="0">
                <a:solidFill>
                  <a:schemeClr val="tx1"/>
                </a:solidFill>
                <a:effectLst/>
                <a:latin typeface="+mn-ea"/>
              </a:rPr>
              <a:t>        password: </a:t>
            </a:r>
            <a:r>
              <a:rPr lang="en-US" altLang="zh-CN" sz="1400" b="1" dirty="0" err="1">
                <a:solidFill>
                  <a:schemeClr val="tx1"/>
                </a:solidFill>
                <a:effectLst/>
                <a:latin typeface="+mn-ea"/>
              </a:rPr>
              <a:t>document.getElementById</a:t>
            </a:r>
            <a:r>
              <a:rPr lang="en-US" altLang="zh-CN" sz="1400" b="1" dirty="0">
                <a:solidFill>
                  <a:schemeClr val="tx1"/>
                </a:solidFill>
                <a:effectLst/>
                <a:latin typeface="+mn-ea"/>
              </a:rPr>
              <a:t>("password").value,</a:t>
            </a:r>
          </a:p>
          <a:p>
            <a:r>
              <a:rPr lang="en-US" altLang="zh-CN" sz="1400" b="1" dirty="0">
                <a:solidFill>
                  <a:schemeClr val="tx1"/>
                </a:solidFill>
                <a:effectLst/>
                <a:latin typeface="+mn-ea"/>
              </a:rPr>
              <a:t>    };</a:t>
            </a:r>
          </a:p>
          <a:p>
            <a:r>
              <a:rPr lang="en-US" altLang="zh-CN" sz="1400" b="1" dirty="0">
                <a:solidFill>
                  <a:schemeClr val="tx1"/>
                </a:solidFill>
                <a:latin typeface="+mn-ea"/>
              </a:rPr>
              <a:t>    // </a:t>
            </a:r>
            <a:r>
              <a:rPr lang="zh-CN" altLang="en-US" sz="1400" b="1" dirty="0">
                <a:solidFill>
                  <a:schemeClr val="tx1"/>
                </a:solidFill>
                <a:latin typeface="+mn-ea"/>
              </a:rPr>
              <a:t>调用登录接口函数</a:t>
            </a:r>
            <a:endParaRPr lang="en-US" altLang="zh-CN" sz="1400" b="1" dirty="0">
              <a:solidFill>
                <a:schemeClr val="tx1"/>
              </a:solidFill>
              <a:effectLst/>
              <a:latin typeface="+mn-ea"/>
            </a:endParaRPr>
          </a:p>
          <a:p>
            <a:r>
              <a:rPr lang="en-US" altLang="zh-CN" sz="1400" b="1" dirty="0">
                <a:solidFill>
                  <a:schemeClr val="tx1"/>
                </a:solidFill>
                <a:effectLst/>
                <a:latin typeface="+mn-ea"/>
              </a:rPr>
              <a:t>    login(</a:t>
            </a:r>
            <a:r>
              <a:rPr lang="en-US" altLang="zh-CN" sz="1400" b="1" dirty="0" err="1">
                <a:solidFill>
                  <a:schemeClr val="tx1"/>
                </a:solidFill>
                <a:effectLst/>
                <a:latin typeface="+mn-ea"/>
              </a:rPr>
              <a:t>formData</a:t>
            </a:r>
            <a:r>
              <a:rPr lang="en-US" altLang="zh-CN" sz="1400" b="1" dirty="0">
                <a:solidFill>
                  <a:schemeClr val="tx1"/>
                </a:solidFill>
                <a:effectLst/>
                <a:latin typeface="+mn-ea"/>
              </a:rPr>
              <a:t>)</a:t>
            </a:r>
          </a:p>
          <a:p>
            <a:r>
              <a:rPr lang="en-US" altLang="zh-CN" sz="1400" b="1" dirty="0">
                <a:solidFill>
                  <a:schemeClr val="tx1"/>
                </a:solidFill>
                <a:effectLst/>
                <a:latin typeface="+mn-ea"/>
              </a:rPr>
              <a:t>});</a:t>
            </a:r>
          </a:p>
        </p:txBody>
      </p:sp>
    </p:spTree>
    <p:extLst>
      <p:ext uri="{BB962C8B-B14F-4D97-AF65-F5344CB8AC3E}">
        <p14:creationId xmlns:p14="http://schemas.microsoft.com/office/powerpoint/2010/main" val="41578000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实例</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a:lnSpc>
                <a:spcPct val="150000"/>
              </a:lnSpc>
            </a:pPr>
            <a:r>
              <a:rPr lang="en-US" altLang="zh-CN" sz="2000" b="1" dirty="0">
                <a:latin typeface="+mn-ea"/>
                <a:ea typeface="+mn-ea"/>
              </a:rPr>
              <a:t>3</a:t>
            </a:r>
            <a:r>
              <a:rPr lang="zh-CN" altLang="en-US" sz="2000" b="1" dirty="0">
                <a:latin typeface="+mn-ea"/>
                <a:ea typeface="+mn-ea"/>
              </a:rPr>
              <a:t>、实现用户管理界面和查询接口</a:t>
            </a:r>
            <a:r>
              <a:rPr lang="en-US" altLang="zh-CN" sz="2000" b="1" dirty="0">
                <a:latin typeface="+mn-ea"/>
                <a:ea typeface="+mn-ea"/>
              </a:rPr>
              <a:t>--&gt;</a:t>
            </a:r>
            <a:r>
              <a:rPr lang="zh-CN" altLang="en-US" sz="2000" b="1" dirty="0">
                <a:latin typeface="+mn-ea"/>
                <a:ea typeface="+mn-ea"/>
              </a:rPr>
              <a:t>实现查询接口部分</a:t>
            </a:r>
            <a:endParaRPr lang="en-US" altLang="zh-CN" sz="2000" b="1" dirty="0">
              <a:latin typeface="+mn-ea"/>
              <a:ea typeface="+mn-ea"/>
            </a:endParaRPr>
          </a:p>
        </p:txBody>
      </p:sp>
      <p:sp>
        <p:nvSpPr>
          <p:cNvPr id="7" name="文本框 6">
            <a:extLst>
              <a:ext uri="{FF2B5EF4-FFF2-40B4-BE49-F238E27FC236}">
                <a16:creationId xmlns:a16="http://schemas.microsoft.com/office/drawing/2014/main" id="{DEBD206D-5EFA-432C-A302-AD6DA8F6C5CB}"/>
              </a:ext>
            </a:extLst>
          </p:cNvPr>
          <p:cNvSpPr txBox="1"/>
          <p:nvPr/>
        </p:nvSpPr>
        <p:spPr>
          <a:xfrm>
            <a:off x="895549" y="2346660"/>
            <a:ext cx="9145016" cy="332398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400" b="1" dirty="0">
                <a:solidFill>
                  <a:srgbClr val="008000"/>
                </a:solidFill>
                <a:effectLst/>
                <a:latin typeface="+mn-ea"/>
              </a:rPr>
              <a:t># </a:t>
            </a:r>
            <a:r>
              <a:rPr lang="zh-CN" altLang="en-US" sz="1400" b="1" dirty="0">
                <a:solidFill>
                  <a:srgbClr val="008000"/>
                </a:solidFill>
                <a:effectLst/>
                <a:latin typeface="+mn-ea"/>
              </a:rPr>
              <a:t>查询用户列表</a:t>
            </a:r>
            <a:endParaRPr lang="zh-CN" altLang="en-US" sz="1400" b="1" dirty="0">
              <a:solidFill>
                <a:srgbClr val="000000"/>
              </a:solidFill>
              <a:effectLst/>
              <a:latin typeface="+mn-ea"/>
            </a:endParaRPr>
          </a:p>
          <a:p>
            <a:r>
              <a:rPr lang="en-US" altLang="zh-CN" sz="1400" b="1" dirty="0">
                <a:solidFill>
                  <a:srgbClr val="000000"/>
                </a:solidFill>
                <a:effectLst/>
                <a:latin typeface="+mn-ea"/>
              </a:rPr>
              <a:t>@app.route(</a:t>
            </a:r>
            <a:r>
              <a:rPr lang="en-US" altLang="zh-CN" sz="1400" b="1" dirty="0">
                <a:solidFill>
                  <a:srgbClr val="A31515"/>
                </a:solidFill>
                <a:effectLst/>
                <a:latin typeface="+mn-ea"/>
              </a:rPr>
              <a:t>'/api/v1.0/users'</a:t>
            </a:r>
            <a:r>
              <a:rPr lang="en-US" altLang="zh-CN" sz="1400" b="1" dirty="0">
                <a:solidFill>
                  <a:srgbClr val="000000"/>
                </a:solidFill>
                <a:effectLst/>
                <a:latin typeface="+mn-ea"/>
              </a:rPr>
              <a:t>)</a:t>
            </a:r>
          </a:p>
          <a:p>
            <a:r>
              <a:rPr lang="en-US" altLang="zh-CN" sz="1400" b="1" dirty="0">
                <a:solidFill>
                  <a:srgbClr val="0000FF"/>
                </a:solidFill>
                <a:effectLst/>
                <a:latin typeface="+mn-ea"/>
              </a:rPr>
              <a:t>def</a:t>
            </a:r>
            <a:r>
              <a:rPr lang="en-US" altLang="zh-CN" sz="1400" b="1" dirty="0">
                <a:solidFill>
                  <a:srgbClr val="000000"/>
                </a:solidFill>
                <a:effectLst/>
                <a:latin typeface="+mn-ea"/>
              </a:rPr>
              <a:t> users(): </a:t>
            </a:r>
          </a:p>
          <a:p>
            <a:r>
              <a:rPr lang="en-US" altLang="zh-CN" sz="1400" b="1" dirty="0">
                <a:solidFill>
                  <a:srgbClr val="000000"/>
                </a:solidFill>
                <a:effectLst/>
                <a:latin typeface="+mn-ea"/>
              </a:rPr>
              <a:t>    </a:t>
            </a:r>
            <a:r>
              <a:rPr lang="en-US" altLang="zh-CN" sz="1400" b="1" dirty="0">
                <a:solidFill>
                  <a:srgbClr val="0000FF"/>
                </a:solidFill>
                <a:effectLst/>
                <a:latin typeface="+mn-ea"/>
              </a:rPr>
              <a:t>if</a:t>
            </a:r>
            <a:r>
              <a:rPr lang="en-US" altLang="zh-CN" sz="1400" b="1" dirty="0">
                <a:solidFill>
                  <a:srgbClr val="000000"/>
                </a:solidFill>
                <a:effectLst/>
                <a:latin typeface="+mn-ea"/>
              </a:rPr>
              <a:t> </a:t>
            </a:r>
            <a:r>
              <a:rPr lang="en-US" altLang="zh-CN" sz="1400" b="1" dirty="0">
                <a:solidFill>
                  <a:srgbClr val="A31515"/>
                </a:solidFill>
                <a:effectLst/>
                <a:latin typeface="+mn-ea"/>
              </a:rPr>
              <a:t>'username'</a:t>
            </a:r>
            <a:r>
              <a:rPr lang="en-US" altLang="zh-CN" sz="1400" b="1" dirty="0">
                <a:solidFill>
                  <a:srgbClr val="000000"/>
                </a:solidFill>
                <a:effectLst/>
                <a:latin typeface="+mn-ea"/>
              </a:rPr>
              <a:t> </a:t>
            </a:r>
            <a:r>
              <a:rPr lang="en-US" altLang="zh-CN" sz="1400" b="1" dirty="0">
                <a:solidFill>
                  <a:srgbClr val="0000FF"/>
                </a:solidFill>
                <a:effectLst/>
                <a:latin typeface="+mn-ea"/>
              </a:rPr>
              <a:t>in</a:t>
            </a:r>
            <a:r>
              <a:rPr lang="en-US" altLang="zh-CN" sz="1400" b="1" dirty="0">
                <a:solidFill>
                  <a:srgbClr val="000000"/>
                </a:solidFill>
                <a:effectLst/>
                <a:latin typeface="+mn-ea"/>
              </a:rPr>
              <a:t> session:</a:t>
            </a:r>
          </a:p>
          <a:p>
            <a:r>
              <a:rPr lang="en-US" altLang="zh-CN" sz="1400" b="1" dirty="0">
                <a:solidFill>
                  <a:srgbClr val="000000"/>
                </a:solidFill>
                <a:effectLst/>
                <a:latin typeface="+mn-ea"/>
              </a:rPr>
              <a:t>        </a:t>
            </a:r>
            <a:r>
              <a:rPr lang="en-US" altLang="zh-CN" sz="1400" b="1" dirty="0">
                <a:solidFill>
                  <a:srgbClr val="008000"/>
                </a:solidFill>
                <a:effectLst/>
                <a:latin typeface="+mn-ea"/>
              </a:rPr>
              <a:t># </a:t>
            </a:r>
            <a:r>
              <a:rPr lang="zh-CN" altLang="en-US" sz="1400" b="1" dirty="0">
                <a:solidFill>
                  <a:srgbClr val="008000"/>
                </a:solidFill>
                <a:effectLst/>
                <a:latin typeface="+mn-ea"/>
              </a:rPr>
              <a:t>查询所有用户 </a:t>
            </a:r>
            <a:endParaRPr lang="zh-CN" altLang="en-US" sz="1400" b="1" dirty="0">
              <a:solidFill>
                <a:srgbClr val="000000"/>
              </a:solidFill>
              <a:effectLst/>
              <a:latin typeface="+mn-ea"/>
            </a:endParaRPr>
          </a:p>
          <a:p>
            <a:r>
              <a:rPr lang="zh-CN" altLang="en-US" sz="1400" b="1" dirty="0">
                <a:solidFill>
                  <a:srgbClr val="000000"/>
                </a:solidFill>
                <a:effectLst/>
                <a:latin typeface="+mn-ea"/>
              </a:rPr>
              <a:t>        </a:t>
            </a:r>
            <a:r>
              <a:rPr lang="en-US" altLang="zh-CN" sz="1400" b="1" dirty="0">
                <a:solidFill>
                  <a:srgbClr val="000000"/>
                </a:solidFill>
                <a:effectLst/>
                <a:latin typeface="+mn-ea"/>
              </a:rPr>
              <a:t>users = </a:t>
            </a:r>
            <a:r>
              <a:rPr lang="en-US" altLang="zh-CN" sz="1400" b="1" dirty="0" err="1">
                <a:solidFill>
                  <a:srgbClr val="000000"/>
                </a:solidFill>
                <a:effectLst/>
                <a:latin typeface="+mn-ea"/>
              </a:rPr>
              <a:t>db.session.execute</a:t>
            </a:r>
            <a:r>
              <a:rPr lang="en-US" altLang="zh-CN" sz="1400" b="1" dirty="0">
                <a:solidFill>
                  <a:srgbClr val="000000"/>
                </a:solidFill>
                <a:effectLst/>
                <a:latin typeface="+mn-ea"/>
              </a:rPr>
              <a:t>(</a:t>
            </a:r>
            <a:r>
              <a:rPr lang="en-US" altLang="zh-CN" sz="1400" b="1" dirty="0" err="1">
                <a:solidFill>
                  <a:srgbClr val="000000"/>
                </a:solidFill>
                <a:effectLst/>
                <a:latin typeface="+mn-ea"/>
              </a:rPr>
              <a:t>db.select</a:t>
            </a:r>
            <a:r>
              <a:rPr lang="en-US" altLang="zh-CN" sz="1400" b="1" dirty="0">
                <a:solidFill>
                  <a:srgbClr val="000000"/>
                </a:solidFill>
                <a:effectLst/>
                <a:latin typeface="+mn-ea"/>
              </a:rPr>
              <a:t>(User).</a:t>
            </a:r>
            <a:r>
              <a:rPr lang="en-US" altLang="zh-CN" sz="1400" b="1" dirty="0" err="1">
                <a:solidFill>
                  <a:srgbClr val="000000"/>
                </a:solidFill>
                <a:effectLst/>
                <a:latin typeface="+mn-ea"/>
              </a:rPr>
              <a:t>order_by</a:t>
            </a:r>
            <a:r>
              <a:rPr lang="en-US" altLang="zh-CN" sz="1400" b="1" dirty="0">
                <a:solidFill>
                  <a:srgbClr val="000000"/>
                </a:solidFill>
                <a:effectLst/>
                <a:latin typeface="+mn-ea"/>
              </a:rPr>
              <a:t>(User.id)).scalars().all()</a:t>
            </a:r>
          </a:p>
          <a:p>
            <a:r>
              <a:rPr lang="en-US" altLang="zh-CN" sz="1400" b="1" dirty="0">
                <a:solidFill>
                  <a:srgbClr val="000000"/>
                </a:solidFill>
                <a:effectLst/>
                <a:latin typeface="+mn-ea"/>
              </a:rPr>
              <a:t>        </a:t>
            </a:r>
            <a:r>
              <a:rPr lang="en-US" altLang="zh-CN" sz="1400" b="1" dirty="0">
                <a:solidFill>
                  <a:srgbClr val="0000FF"/>
                </a:solidFill>
                <a:effectLst/>
                <a:latin typeface="+mn-ea"/>
              </a:rPr>
              <a:t>return</a:t>
            </a:r>
            <a:r>
              <a:rPr lang="en-US" altLang="zh-CN" sz="1400" b="1" dirty="0">
                <a:solidFill>
                  <a:srgbClr val="000000"/>
                </a:solidFill>
                <a:effectLst/>
                <a:latin typeface="+mn-ea"/>
              </a:rPr>
              <a:t> {</a:t>
            </a:r>
          </a:p>
          <a:p>
            <a:r>
              <a:rPr lang="en-US" altLang="zh-CN" sz="1400" b="1" dirty="0">
                <a:solidFill>
                  <a:srgbClr val="000000"/>
                </a:solidFill>
                <a:effectLst/>
                <a:latin typeface="+mn-ea"/>
              </a:rPr>
              <a:t>                    </a:t>
            </a:r>
            <a:r>
              <a:rPr lang="en-US" altLang="zh-CN" sz="1400" b="1" dirty="0">
                <a:solidFill>
                  <a:srgbClr val="A31515"/>
                </a:solidFill>
                <a:effectLst/>
                <a:latin typeface="+mn-ea"/>
              </a:rPr>
              <a:t>'code'</a:t>
            </a:r>
            <a:r>
              <a:rPr lang="en-US" altLang="zh-CN" sz="1400" b="1" dirty="0">
                <a:solidFill>
                  <a:srgbClr val="000000"/>
                </a:solidFill>
                <a:effectLst/>
                <a:latin typeface="+mn-ea"/>
              </a:rPr>
              <a:t>: </a:t>
            </a:r>
            <a:r>
              <a:rPr lang="en-US" altLang="zh-CN" sz="1400" b="1" dirty="0">
                <a:solidFill>
                  <a:srgbClr val="098658"/>
                </a:solidFill>
                <a:effectLst/>
                <a:latin typeface="+mn-ea"/>
              </a:rPr>
              <a:t>200</a:t>
            </a:r>
            <a:r>
              <a:rPr lang="en-US" altLang="zh-CN" sz="1400" b="1" dirty="0">
                <a:solidFill>
                  <a:srgbClr val="000000"/>
                </a:solidFill>
                <a:effectLst/>
                <a:latin typeface="+mn-ea"/>
              </a:rPr>
              <a:t>,</a:t>
            </a:r>
          </a:p>
          <a:p>
            <a:r>
              <a:rPr lang="en-US" altLang="zh-CN" sz="1400" b="1" dirty="0">
                <a:solidFill>
                  <a:srgbClr val="000000"/>
                </a:solidFill>
                <a:effectLst/>
                <a:latin typeface="+mn-ea"/>
              </a:rPr>
              <a:t>                    </a:t>
            </a:r>
            <a:r>
              <a:rPr lang="en-US" altLang="zh-CN" sz="1400" b="1" dirty="0">
                <a:solidFill>
                  <a:srgbClr val="A31515"/>
                </a:solidFill>
                <a:effectLst/>
                <a:latin typeface="+mn-ea"/>
              </a:rPr>
              <a:t>'users'</a:t>
            </a:r>
            <a:r>
              <a:rPr lang="en-US" altLang="zh-CN" sz="1400" b="1" dirty="0">
                <a:solidFill>
                  <a:srgbClr val="000000"/>
                </a:solidFill>
                <a:effectLst/>
                <a:latin typeface="+mn-ea"/>
              </a:rPr>
              <a:t>: query2dict(users), </a:t>
            </a:r>
          </a:p>
          <a:p>
            <a:r>
              <a:rPr lang="en-US" altLang="zh-CN" sz="1400" b="1" dirty="0">
                <a:solidFill>
                  <a:srgbClr val="000000"/>
                </a:solidFill>
                <a:effectLst/>
                <a:latin typeface="+mn-ea"/>
              </a:rPr>
              <a:t>        }</a:t>
            </a:r>
          </a:p>
          <a:p>
            <a:r>
              <a:rPr lang="en-US" altLang="zh-CN" sz="1400" b="1" dirty="0">
                <a:solidFill>
                  <a:srgbClr val="000000"/>
                </a:solidFill>
                <a:effectLst/>
                <a:latin typeface="+mn-ea"/>
              </a:rPr>
              <a:t>    </a:t>
            </a:r>
            <a:r>
              <a:rPr lang="en-US" altLang="zh-CN" sz="1400" b="1" dirty="0">
                <a:solidFill>
                  <a:srgbClr val="0000FF"/>
                </a:solidFill>
                <a:effectLst/>
                <a:latin typeface="+mn-ea"/>
              </a:rPr>
              <a:t>else</a:t>
            </a:r>
            <a:r>
              <a:rPr lang="en-US" altLang="zh-CN" sz="1400" b="1" dirty="0">
                <a:solidFill>
                  <a:srgbClr val="000000"/>
                </a:solidFill>
                <a:effectLst/>
                <a:latin typeface="+mn-ea"/>
              </a:rPr>
              <a:t>:</a:t>
            </a:r>
          </a:p>
          <a:p>
            <a:r>
              <a:rPr lang="en-US" altLang="zh-CN" sz="1400" b="1" dirty="0">
                <a:solidFill>
                  <a:srgbClr val="000000"/>
                </a:solidFill>
                <a:effectLst/>
                <a:latin typeface="+mn-ea"/>
              </a:rPr>
              <a:t>        </a:t>
            </a:r>
            <a:r>
              <a:rPr lang="en-US" altLang="zh-CN" sz="1400" b="1" dirty="0">
                <a:solidFill>
                  <a:srgbClr val="0000FF"/>
                </a:solidFill>
                <a:effectLst/>
                <a:latin typeface="+mn-ea"/>
              </a:rPr>
              <a:t>return</a:t>
            </a:r>
            <a:r>
              <a:rPr lang="en-US" altLang="zh-CN" sz="1400" b="1" dirty="0">
                <a:solidFill>
                  <a:srgbClr val="000000"/>
                </a:solidFill>
                <a:effectLst/>
                <a:latin typeface="+mn-ea"/>
              </a:rPr>
              <a:t> {</a:t>
            </a:r>
          </a:p>
          <a:p>
            <a:r>
              <a:rPr lang="en-US" altLang="zh-CN" sz="1400" b="1" dirty="0">
                <a:solidFill>
                  <a:srgbClr val="000000"/>
                </a:solidFill>
                <a:effectLst/>
                <a:latin typeface="+mn-ea"/>
              </a:rPr>
              <a:t>                    </a:t>
            </a:r>
            <a:r>
              <a:rPr lang="en-US" altLang="zh-CN" sz="1400" b="1" dirty="0">
                <a:solidFill>
                  <a:srgbClr val="A31515"/>
                </a:solidFill>
                <a:effectLst/>
                <a:latin typeface="+mn-ea"/>
              </a:rPr>
              <a:t>'code'</a:t>
            </a:r>
            <a:r>
              <a:rPr lang="en-US" altLang="zh-CN" sz="1400" b="1" dirty="0">
                <a:solidFill>
                  <a:srgbClr val="000000"/>
                </a:solidFill>
                <a:effectLst/>
                <a:latin typeface="+mn-ea"/>
              </a:rPr>
              <a:t>: </a:t>
            </a:r>
            <a:r>
              <a:rPr lang="en-US" altLang="zh-CN" sz="1400" b="1" dirty="0">
                <a:solidFill>
                  <a:srgbClr val="098658"/>
                </a:solidFill>
                <a:effectLst/>
                <a:latin typeface="+mn-ea"/>
              </a:rPr>
              <a:t>401</a:t>
            </a:r>
            <a:r>
              <a:rPr lang="en-US" altLang="zh-CN" sz="1400" b="1" dirty="0">
                <a:solidFill>
                  <a:srgbClr val="000000"/>
                </a:solidFill>
                <a:effectLst/>
                <a:latin typeface="+mn-ea"/>
              </a:rPr>
              <a:t>,</a:t>
            </a:r>
          </a:p>
          <a:p>
            <a:r>
              <a:rPr lang="en-US" altLang="zh-CN" sz="1400" b="1" dirty="0">
                <a:solidFill>
                  <a:srgbClr val="000000"/>
                </a:solidFill>
                <a:effectLst/>
                <a:latin typeface="+mn-ea"/>
              </a:rPr>
              <a:t>                    </a:t>
            </a:r>
            <a:r>
              <a:rPr lang="en-US" altLang="zh-CN" sz="1400" b="1" dirty="0">
                <a:solidFill>
                  <a:srgbClr val="A31515"/>
                </a:solidFill>
                <a:effectLst/>
                <a:latin typeface="+mn-ea"/>
              </a:rPr>
              <a:t>'message'</a:t>
            </a:r>
            <a:r>
              <a:rPr lang="en-US" altLang="zh-CN" sz="1400" b="1" dirty="0">
                <a:solidFill>
                  <a:srgbClr val="000000"/>
                </a:solidFill>
                <a:effectLst/>
                <a:latin typeface="+mn-ea"/>
              </a:rPr>
              <a:t>: </a:t>
            </a:r>
            <a:r>
              <a:rPr lang="en-US" altLang="zh-CN" sz="1400" b="1" dirty="0">
                <a:solidFill>
                  <a:srgbClr val="A31515"/>
                </a:solidFill>
                <a:effectLst/>
                <a:latin typeface="+mn-ea"/>
              </a:rPr>
              <a:t>'</a:t>
            </a:r>
            <a:r>
              <a:rPr lang="zh-CN" altLang="en-US" sz="1400" b="1" dirty="0">
                <a:solidFill>
                  <a:srgbClr val="A31515"/>
                </a:solidFill>
                <a:effectLst/>
                <a:latin typeface="+mn-ea"/>
              </a:rPr>
              <a:t>请先登录</a:t>
            </a:r>
            <a:r>
              <a:rPr lang="en-US" altLang="zh-CN" sz="1400" b="1" dirty="0">
                <a:solidFill>
                  <a:srgbClr val="A31515"/>
                </a:solidFill>
                <a:effectLst/>
                <a:latin typeface="+mn-ea"/>
              </a:rPr>
              <a:t>'</a:t>
            </a:r>
            <a:r>
              <a:rPr lang="en-US" altLang="zh-CN" sz="1400" b="1" dirty="0">
                <a:solidFill>
                  <a:srgbClr val="000000"/>
                </a:solidFill>
                <a:effectLst/>
                <a:latin typeface="+mn-ea"/>
              </a:rPr>
              <a:t>, </a:t>
            </a:r>
          </a:p>
          <a:p>
            <a:r>
              <a:rPr lang="en-US" altLang="zh-CN" sz="1400" b="1" dirty="0">
                <a:solidFill>
                  <a:srgbClr val="000000"/>
                </a:solidFill>
                <a:effectLst/>
                <a:latin typeface="+mn-ea"/>
              </a:rPr>
              <a:t>        }</a:t>
            </a:r>
          </a:p>
        </p:txBody>
      </p:sp>
    </p:spTree>
    <p:extLst>
      <p:ext uri="{BB962C8B-B14F-4D97-AF65-F5344CB8AC3E}">
        <p14:creationId xmlns:p14="http://schemas.microsoft.com/office/powerpoint/2010/main" val="7106834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实例</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a:lnSpc>
                <a:spcPct val="150000"/>
              </a:lnSpc>
            </a:pPr>
            <a:r>
              <a:rPr lang="en-US" altLang="zh-CN" sz="2000" b="1" dirty="0">
                <a:latin typeface="+mn-ea"/>
                <a:ea typeface="+mn-ea"/>
              </a:rPr>
              <a:t>3</a:t>
            </a:r>
            <a:r>
              <a:rPr lang="zh-CN" altLang="en-US" sz="2000" b="1" dirty="0">
                <a:latin typeface="+mn-ea"/>
                <a:ea typeface="+mn-ea"/>
              </a:rPr>
              <a:t>、实现用户管理界面和查询接口</a:t>
            </a:r>
            <a:r>
              <a:rPr lang="en-US" altLang="zh-CN" sz="2000" b="1" dirty="0">
                <a:latin typeface="+mn-ea"/>
                <a:ea typeface="+mn-ea"/>
              </a:rPr>
              <a:t>--&gt;</a:t>
            </a:r>
            <a:r>
              <a:rPr lang="zh-CN" altLang="en-US" sz="2000" b="1" dirty="0">
                <a:latin typeface="+mn-ea"/>
                <a:ea typeface="+mn-ea"/>
              </a:rPr>
              <a:t>实现</a:t>
            </a:r>
            <a:r>
              <a:rPr lang="en-US" altLang="zh-CN" sz="2000" b="1" dirty="0">
                <a:latin typeface="+mn-ea"/>
                <a:ea typeface="+mn-ea"/>
              </a:rPr>
              <a:t>HTML</a:t>
            </a:r>
            <a:r>
              <a:rPr lang="zh-CN" altLang="en-US" sz="2000" b="1" dirty="0">
                <a:latin typeface="+mn-ea"/>
                <a:ea typeface="+mn-ea"/>
              </a:rPr>
              <a:t>部分</a:t>
            </a:r>
            <a:endParaRPr lang="en-US" altLang="zh-CN" sz="2000" b="1" dirty="0">
              <a:latin typeface="+mn-ea"/>
              <a:ea typeface="+mn-ea"/>
            </a:endParaRPr>
          </a:p>
        </p:txBody>
      </p:sp>
      <p:sp>
        <p:nvSpPr>
          <p:cNvPr id="10" name="文本框 9">
            <a:extLst>
              <a:ext uri="{FF2B5EF4-FFF2-40B4-BE49-F238E27FC236}">
                <a16:creationId xmlns:a16="http://schemas.microsoft.com/office/drawing/2014/main" id="{727E30AA-A11E-4292-BFFE-0209949FC03A}"/>
              </a:ext>
            </a:extLst>
          </p:cNvPr>
          <p:cNvSpPr txBox="1"/>
          <p:nvPr/>
        </p:nvSpPr>
        <p:spPr>
          <a:xfrm>
            <a:off x="895549" y="2340149"/>
            <a:ext cx="8984827" cy="304698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600" b="1" dirty="0">
                <a:solidFill>
                  <a:srgbClr val="800000"/>
                </a:solidFill>
                <a:effectLst/>
                <a:latin typeface="+mn-ea"/>
              </a:rPr>
              <a:t>&lt;h1&gt;</a:t>
            </a:r>
            <a:r>
              <a:rPr lang="zh-CN" altLang="en-US" sz="1600" b="1" dirty="0">
                <a:solidFill>
                  <a:srgbClr val="000000"/>
                </a:solidFill>
                <a:effectLst/>
                <a:latin typeface="+mn-ea"/>
              </a:rPr>
              <a:t>用户列表</a:t>
            </a:r>
            <a:r>
              <a:rPr lang="en-US" altLang="zh-CN" sz="1600" b="1" dirty="0">
                <a:solidFill>
                  <a:srgbClr val="800000"/>
                </a:solidFill>
                <a:effectLst/>
                <a:latin typeface="+mn-ea"/>
              </a:rPr>
              <a:t>&lt;/h1&gt;</a:t>
            </a:r>
            <a:endParaRPr lang="en-US" altLang="zh-CN" sz="1600" b="1" dirty="0">
              <a:solidFill>
                <a:srgbClr val="000000"/>
              </a:solidFill>
              <a:effectLst/>
              <a:latin typeface="+mn-ea"/>
            </a:endParaRPr>
          </a:p>
          <a:p>
            <a:r>
              <a:rPr lang="en-US" altLang="zh-CN" sz="1600" b="1" dirty="0">
                <a:solidFill>
                  <a:srgbClr val="008000"/>
                </a:solidFill>
                <a:effectLst/>
                <a:latin typeface="+mn-ea"/>
              </a:rPr>
              <a:t>&lt;!-- </a:t>
            </a:r>
            <a:r>
              <a:rPr lang="zh-CN" altLang="en-US" sz="1600" b="1" dirty="0">
                <a:solidFill>
                  <a:srgbClr val="008000"/>
                </a:solidFill>
                <a:effectLst/>
                <a:latin typeface="+mn-ea"/>
              </a:rPr>
              <a:t>以下是根据</a:t>
            </a:r>
            <a:r>
              <a:rPr lang="en-US" altLang="zh-CN" sz="1600" b="1" dirty="0">
                <a:solidFill>
                  <a:srgbClr val="008000"/>
                </a:solidFill>
                <a:effectLst/>
                <a:latin typeface="+mn-ea"/>
              </a:rPr>
              <a:t>users</a:t>
            </a:r>
            <a:r>
              <a:rPr lang="zh-CN" altLang="en-US" sz="1600" b="1" dirty="0">
                <a:solidFill>
                  <a:srgbClr val="008000"/>
                </a:solidFill>
                <a:effectLst/>
                <a:latin typeface="+mn-ea"/>
              </a:rPr>
              <a:t>对象生成的列表 </a:t>
            </a:r>
            <a:r>
              <a:rPr lang="en-US" altLang="zh-CN" sz="1600" b="1" dirty="0">
                <a:solidFill>
                  <a:srgbClr val="008000"/>
                </a:solidFill>
                <a:effectLst/>
                <a:latin typeface="+mn-ea"/>
              </a:rPr>
              <a:t>--&gt;</a:t>
            </a:r>
            <a:endParaRPr lang="zh-CN" altLang="en-US" sz="1600" b="1" dirty="0">
              <a:solidFill>
                <a:srgbClr val="000000"/>
              </a:solidFill>
              <a:effectLst/>
              <a:latin typeface="+mn-ea"/>
            </a:endParaRPr>
          </a:p>
          <a:p>
            <a:r>
              <a:rPr lang="en-US" altLang="zh-CN" sz="1600" b="1" dirty="0">
                <a:solidFill>
                  <a:srgbClr val="800000"/>
                </a:solidFill>
                <a:effectLst/>
                <a:latin typeface="+mn-ea"/>
              </a:rPr>
              <a:t>&lt;a</a:t>
            </a:r>
            <a:r>
              <a:rPr lang="en-US" altLang="zh-CN" sz="1600" b="1" dirty="0">
                <a:solidFill>
                  <a:srgbClr val="000000"/>
                </a:solidFill>
                <a:effectLst/>
                <a:latin typeface="+mn-ea"/>
              </a:rPr>
              <a:t> </a:t>
            </a:r>
            <a:r>
              <a:rPr lang="en-US" altLang="zh-CN" sz="1600" b="1" dirty="0" err="1">
                <a:solidFill>
                  <a:srgbClr val="E50000"/>
                </a:solidFill>
                <a:effectLst/>
                <a:latin typeface="+mn-ea"/>
              </a:rPr>
              <a:t>href</a:t>
            </a:r>
            <a:r>
              <a:rPr lang="en-US" altLang="zh-CN" sz="1600" b="1" dirty="0">
                <a:solidFill>
                  <a:srgbClr val="000000"/>
                </a:solidFill>
                <a:effectLst/>
                <a:latin typeface="+mn-ea"/>
              </a:rPr>
              <a:t>=</a:t>
            </a:r>
            <a:r>
              <a:rPr lang="en-US" altLang="zh-CN" sz="1600" b="1" dirty="0">
                <a:solidFill>
                  <a:srgbClr val="0000FF"/>
                </a:solidFill>
                <a:effectLst/>
                <a:latin typeface="+mn-ea"/>
              </a:rPr>
              <a:t>"add"</a:t>
            </a:r>
            <a:r>
              <a:rPr lang="en-US" altLang="zh-CN" sz="1600" b="1" dirty="0">
                <a:solidFill>
                  <a:srgbClr val="800000"/>
                </a:solidFill>
                <a:effectLst/>
                <a:latin typeface="+mn-ea"/>
              </a:rPr>
              <a:t>&gt;</a:t>
            </a:r>
            <a:r>
              <a:rPr lang="zh-CN" altLang="en-US" sz="1600" b="1" dirty="0">
                <a:solidFill>
                  <a:srgbClr val="000000"/>
                </a:solidFill>
                <a:effectLst/>
                <a:latin typeface="+mn-ea"/>
              </a:rPr>
              <a:t>添加用户</a:t>
            </a:r>
            <a:r>
              <a:rPr lang="en-US" altLang="zh-CN" sz="1600" b="1" dirty="0">
                <a:solidFill>
                  <a:srgbClr val="800000"/>
                </a:solidFill>
                <a:effectLst/>
                <a:latin typeface="+mn-ea"/>
              </a:rPr>
              <a:t>&lt;/a&gt;&lt;a</a:t>
            </a:r>
            <a:r>
              <a:rPr lang="en-US" altLang="zh-CN" sz="1600" b="1" dirty="0">
                <a:solidFill>
                  <a:srgbClr val="000000"/>
                </a:solidFill>
                <a:effectLst/>
                <a:latin typeface="+mn-ea"/>
              </a:rPr>
              <a:t> </a:t>
            </a:r>
            <a:r>
              <a:rPr lang="en-US" altLang="zh-CN" sz="1600" b="1" dirty="0" err="1">
                <a:solidFill>
                  <a:srgbClr val="E50000"/>
                </a:solidFill>
                <a:effectLst/>
                <a:latin typeface="+mn-ea"/>
              </a:rPr>
              <a:t>href</a:t>
            </a:r>
            <a:r>
              <a:rPr lang="en-US" altLang="zh-CN" sz="1600" b="1" dirty="0">
                <a:solidFill>
                  <a:srgbClr val="000000"/>
                </a:solidFill>
                <a:effectLst/>
                <a:latin typeface="+mn-ea"/>
              </a:rPr>
              <a:t>=</a:t>
            </a:r>
            <a:r>
              <a:rPr lang="en-US" altLang="zh-CN" sz="1600" b="1" dirty="0">
                <a:solidFill>
                  <a:srgbClr val="0000FF"/>
                </a:solidFill>
                <a:effectLst/>
                <a:latin typeface="+mn-ea"/>
              </a:rPr>
              <a:t>"/</a:t>
            </a:r>
            <a:r>
              <a:rPr lang="en-US" altLang="zh-CN" sz="1600" b="1" dirty="0" err="1">
                <a:solidFill>
                  <a:srgbClr val="0000FF"/>
                </a:solidFill>
                <a:effectLst/>
                <a:latin typeface="+mn-ea"/>
              </a:rPr>
              <a:t>api</a:t>
            </a:r>
            <a:r>
              <a:rPr lang="en-US" altLang="zh-CN" sz="1600" b="1" dirty="0">
                <a:solidFill>
                  <a:srgbClr val="0000FF"/>
                </a:solidFill>
                <a:effectLst/>
                <a:latin typeface="+mn-ea"/>
              </a:rPr>
              <a:t>/v1.0/logout"</a:t>
            </a:r>
            <a:r>
              <a:rPr lang="en-US" altLang="zh-CN" sz="1600" b="1" dirty="0">
                <a:solidFill>
                  <a:srgbClr val="800000"/>
                </a:solidFill>
                <a:effectLst/>
                <a:latin typeface="+mn-ea"/>
              </a:rPr>
              <a:t>&gt;</a:t>
            </a:r>
            <a:r>
              <a:rPr lang="zh-CN" altLang="en-US" sz="1600" b="1" dirty="0">
                <a:solidFill>
                  <a:srgbClr val="000000"/>
                </a:solidFill>
                <a:effectLst/>
                <a:latin typeface="+mn-ea"/>
              </a:rPr>
              <a:t>退出登录</a:t>
            </a:r>
            <a:r>
              <a:rPr lang="en-US" altLang="zh-CN" sz="1600" b="1" dirty="0">
                <a:solidFill>
                  <a:srgbClr val="800000"/>
                </a:solidFill>
                <a:effectLst/>
                <a:latin typeface="+mn-ea"/>
              </a:rPr>
              <a:t>&lt;/a&gt;</a:t>
            </a:r>
            <a:endParaRPr lang="en-US" altLang="zh-CN" sz="1600" b="1" dirty="0">
              <a:solidFill>
                <a:srgbClr val="000000"/>
              </a:solidFill>
              <a:effectLst/>
              <a:latin typeface="+mn-ea"/>
            </a:endParaRPr>
          </a:p>
          <a:p>
            <a:r>
              <a:rPr lang="en-US" altLang="zh-CN" sz="1600" b="1" dirty="0">
                <a:solidFill>
                  <a:srgbClr val="800000"/>
                </a:solidFill>
                <a:effectLst/>
                <a:latin typeface="+mn-ea"/>
              </a:rPr>
              <a:t>&lt;table</a:t>
            </a:r>
            <a:r>
              <a:rPr lang="en-US" altLang="zh-CN" sz="1600" b="1" dirty="0">
                <a:solidFill>
                  <a:srgbClr val="000000"/>
                </a:solidFill>
                <a:effectLst/>
                <a:latin typeface="+mn-ea"/>
              </a:rPr>
              <a:t> </a:t>
            </a:r>
            <a:r>
              <a:rPr lang="en-US" altLang="zh-CN" sz="1600" b="1" dirty="0">
                <a:solidFill>
                  <a:srgbClr val="CD3131"/>
                </a:solidFill>
                <a:effectLst/>
                <a:latin typeface="+mn-ea"/>
              </a:rPr>
              <a:t>border</a:t>
            </a:r>
            <a:r>
              <a:rPr lang="en-US" altLang="zh-CN" sz="1600" b="1" dirty="0">
                <a:solidFill>
                  <a:srgbClr val="000000"/>
                </a:solidFill>
                <a:effectLst/>
                <a:latin typeface="+mn-ea"/>
              </a:rPr>
              <a:t>=</a:t>
            </a:r>
            <a:r>
              <a:rPr lang="en-US" altLang="zh-CN" sz="1600" b="1" dirty="0">
                <a:solidFill>
                  <a:srgbClr val="0000FF"/>
                </a:solidFill>
                <a:effectLst/>
                <a:latin typeface="+mn-ea"/>
              </a:rPr>
              <a:t>"0"</a:t>
            </a:r>
            <a:r>
              <a:rPr lang="en-US" altLang="zh-CN" sz="1600" b="1" dirty="0">
                <a:solidFill>
                  <a:srgbClr val="800000"/>
                </a:solidFill>
                <a:effectLst/>
                <a:latin typeface="+mn-ea"/>
              </a:rPr>
              <a:t>&gt;</a:t>
            </a:r>
            <a:endParaRPr lang="en-US" altLang="zh-CN" sz="1600" b="1" dirty="0">
              <a:solidFill>
                <a:srgbClr val="000000"/>
              </a:solidFill>
              <a:effectLst/>
              <a:latin typeface="+mn-ea"/>
            </a:endParaRPr>
          </a:p>
          <a:p>
            <a:r>
              <a:rPr lang="en-US" altLang="zh-CN" sz="1600" b="1" dirty="0">
                <a:solidFill>
                  <a:srgbClr val="000000"/>
                </a:solidFill>
                <a:effectLst/>
                <a:latin typeface="+mn-ea"/>
              </a:rPr>
              <a:t>    </a:t>
            </a:r>
            <a:r>
              <a:rPr lang="en-US" altLang="zh-CN" sz="1600" b="1" dirty="0">
                <a:solidFill>
                  <a:srgbClr val="800000"/>
                </a:solidFill>
                <a:effectLst/>
                <a:latin typeface="+mn-ea"/>
              </a:rPr>
              <a:t>&lt;tr&gt;</a:t>
            </a:r>
            <a:endParaRPr lang="en-US" altLang="zh-CN" sz="1600" b="1" dirty="0">
              <a:solidFill>
                <a:srgbClr val="000000"/>
              </a:solidFill>
              <a:effectLst/>
              <a:latin typeface="+mn-ea"/>
            </a:endParaRPr>
          </a:p>
          <a:p>
            <a:r>
              <a:rPr lang="en-US" altLang="zh-CN" sz="1600" b="1" dirty="0">
                <a:solidFill>
                  <a:srgbClr val="000000"/>
                </a:solidFill>
                <a:effectLst/>
                <a:latin typeface="+mn-ea"/>
              </a:rPr>
              <a:t>        </a:t>
            </a:r>
            <a:r>
              <a:rPr lang="en-US" altLang="zh-CN" sz="1600" b="1" dirty="0">
                <a:solidFill>
                  <a:srgbClr val="800000"/>
                </a:solidFill>
                <a:effectLst/>
                <a:latin typeface="+mn-ea"/>
              </a:rPr>
              <a:t>&lt;</a:t>
            </a:r>
            <a:r>
              <a:rPr lang="en-US" altLang="zh-CN" sz="1600" b="1" dirty="0" err="1">
                <a:solidFill>
                  <a:srgbClr val="800000"/>
                </a:solidFill>
                <a:effectLst/>
                <a:latin typeface="+mn-ea"/>
              </a:rPr>
              <a:t>th</a:t>
            </a:r>
            <a:r>
              <a:rPr lang="en-US" altLang="zh-CN" sz="1600" b="1" dirty="0">
                <a:solidFill>
                  <a:srgbClr val="800000"/>
                </a:solidFill>
                <a:effectLst/>
                <a:latin typeface="+mn-ea"/>
              </a:rPr>
              <a:t>&gt;</a:t>
            </a:r>
            <a:r>
              <a:rPr lang="en-US" altLang="zh-CN" sz="1600" b="1" dirty="0">
                <a:solidFill>
                  <a:srgbClr val="000000"/>
                </a:solidFill>
                <a:effectLst/>
                <a:latin typeface="+mn-ea"/>
              </a:rPr>
              <a:t>id</a:t>
            </a:r>
            <a:r>
              <a:rPr lang="en-US" altLang="zh-CN" sz="1600" b="1" dirty="0">
                <a:solidFill>
                  <a:srgbClr val="800000"/>
                </a:solidFill>
                <a:effectLst/>
                <a:latin typeface="+mn-ea"/>
              </a:rPr>
              <a:t>&lt;/</a:t>
            </a:r>
            <a:r>
              <a:rPr lang="en-US" altLang="zh-CN" sz="1600" b="1" dirty="0" err="1">
                <a:solidFill>
                  <a:srgbClr val="800000"/>
                </a:solidFill>
                <a:effectLst/>
                <a:latin typeface="+mn-ea"/>
              </a:rPr>
              <a:t>th</a:t>
            </a:r>
            <a:r>
              <a:rPr lang="en-US" altLang="zh-CN" sz="1600" b="1" dirty="0">
                <a:solidFill>
                  <a:srgbClr val="800000"/>
                </a:solidFill>
                <a:effectLst/>
                <a:latin typeface="+mn-ea"/>
              </a:rPr>
              <a:t>&gt;</a:t>
            </a:r>
            <a:endParaRPr lang="en-US" altLang="zh-CN" sz="1600" b="1" dirty="0">
              <a:solidFill>
                <a:srgbClr val="000000"/>
              </a:solidFill>
              <a:effectLst/>
              <a:latin typeface="+mn-ea"/>
            </a:endParaRPr>
          </a:p>
          <a:p>
            <a:r>
              <a:rPr lang="en-US" altLang="zh-CN" sz="1600" b="1" dirty="0">
                <a:solidFill>
                  <a:srgbClr val="000000"/>
                </a:solidFill>
                <a:effectLst/>
                <a:latin typeface="+mn-ea"/>
              </a:rPr>
              <a:t>        </a:t>
            </a:r>
            <a:r>
              <a:rPr lang="en-US" altLang="zh-CN" sz="1600" b="1" dirty="0">
                <a:solidFill>
                  <a:srgbClr val="800000"/>
                </a:solidFill>
                <a:effectLst/>
                <a:latin typeface="+mn-ea"/>
              </a:rPr>
              <a:t>&lt;</a:t>
            </a:r>
            <a:r>
              <a:rPr lang="en-US" altLang="zh-CN" sz="1600" b="1" dirty="0" err="1">
                <a:solidFill>
                  <a:srgbClr val="800000"/>
                </a:solidFill>
                <a:effectLst/>
                <a:latin typeface="+mn-ea"/>
              </a:rPr>
              <a:t>th</a:t>
            </a:r>
            <a:r>
              <a:rPr lang="en-US" altLang="zh-CN" sz="1600" b="1" dirty="0">
                <a:solidFill>
                  <a:srgbClr val="800000"/>
                </a:solidFill>
                <a:effectLst/>
                <a:latin typeface="+mn-ea"/>
              </a:rPr>
              <a:t>&gt;</a:t>
            </a:r>
            <a:r>
              <a:rPr lang="en-US" altLang="zh-CN" sz="1600" b="1" dirty="0">
                <a:solidFill>
                  <a:srgbClr val="000000"/>
                </a:solidFill>
                <a:effectLst/>
                <a:latin typeface="+mn-ea"/>
              </a:rPr>
              <a:t>name</a:t>
            </a:r>
            <a:r>
              <a:rPr lang="en-US" altLang="zh-CN" sz="1600" b="1" dirty="0">
                <a:solidFill>
                  <a:srgbClr val="800000"/>
                </a:solidFill>
                <a:effectLst/>
                <a:latin typeface="+mn-ea"/>
              </a:rPr>
              <a:t>&lt;/</a:t>
            </a:r>
            <a:r>
              <a:rPr lang="en-US" altLang="zh-CN" sz="1600" b="1" dirty="0" err="1">
                <a:solidFill>
                  <a:srgbClr val="800000"/>
                </a:solidFill>
                <a:effectLst/>
                <a:latin typeface="+mn-ea"/>
              </a:rPr>
              <a:t>th</a:t>
            </a:r>
            <a:r>
              <a:rPr lang="en-US" altLang="zh-CN" sz="1600" b="1" dirty="0">
                <a:solidFill>
                  <a:srgbClr val="800000"/>
                </a:solidFill>
                <a:effectLst/>
                <a:latin typeface="+mn-ea"/>
              </a:rPr>
              <a:t>&gt;</a:t>
            </a:r>
            <a:endParaRPr lang="en-US" altLang="zh-CN" sz="1600" b="1" dirty="0">
              <a:solidFill>
                <a:srgbClr val="000000"/>
              </a:solidFill>
              <a:effectLst/>
              <a:latin typeface="+mn-ea"/>
            </a:endParaRPr>
          </a:p>
          <a:p>
            <a:r>
              <a:rPr lang="en-US" altLang="zh-CN" sz="1600" b="1" dirty="0">
                <a:solidFill>
                  <a:srgbClr val="000000"/>
                </a:solidFill>
                <a:effectLst/>
                <a:latin typeface="+mn-ea"/>
              </a:rPr>
              <a:t>        </a:t>
            </a:r>
            <a:r>
              <a:rPr lang="en-US" altLang="zh-CN" sz="1600" b="1" dirty="0">
                <a:solidFill>
                  <a:srgbClr val="800000"/>
                </a:solidFill>
                <a:effectLst/>
                <a:latin typeface="+mn-ea"/>
              </a:rPr>
              <a:t>&lt;</a:t>
            </a:r>
            <a:r>
              <a:rPr lang="en-US" altLang="zh-CN" sz="1600" b="1" dirty="0" err="1">
                <a:solidFill>
                  <a:srgbClr val="800000"/>
                </a:solidFill>
                <a:effectLst/>
                <a:latin typeface="+mn-ea"/>
              </a:rPr>
              <a:t>th</a:t>
            </a:r>
            <a:r>
              <a:rPr lang="en-US" altLang="zh-CN" sz="1600" b="1" dirty="0">
                <a:solidFill>
                  <a:srgbClr val="800000"/>
                </a:solidFill>
                <a:effectLst/>
                <a:latin typeface="+mn-ea"/>
              </a:rPr>
              <a:t>&gt;</a:t>
            </a:r>
            <a:r>
              <a:rPr lang="en-US" altLang="zh-CN" sz="1600" b="1" dirty="0">
                <a:solidFill>
                  <a:srgbClr val="000000"/>
                </a:solidFill>
                <a:effectLst/>
                <a:latin typeface="+mn-ea"/>
              </a:rPr>
              <a:t>age</a:t>
            </a:r>
            <a:r>
              <a:rPr lang="en-US" altLang="zh-CN" sz="1600" b="1" dirty="0">
                <a:solidFill>
                  <a:srgbClr val="800000"/>
                </a:solidFill>
                <a:effectLst/>
                <a:latin typeface="+mn-ea"/>
              </a:rPr>
              <a:t>&lt;/</a:t>
            </a:r>
            <a:r>
              <a:rPr lang="en-US" altLang="zh-CN" sz="1600" b="1" dirty="0" err="1">
                <a:solidFill>
                  <a:srgbClr val="800000"/>
                </a:solidFill>
                <a:effectLst/>
                <a:latin typeface="+mn-ea"/>
              </a:rPr>
              <a:t>th</a:t>
            </a:r>
            <a:r>
              <a:rPr lang="en-US" altLang="zh-CN" sz="1600" b="1" dirty="0">
                <a:solidFill>
                  <a:srgbClr val="800000"/>
                </a:solidFill>
                <a:effectLst/>
                <a:latin typeface="+mn-ea"/>
              </a:rPr>
              <a:t>&gt;</a:t>
            </a:r>
            <a:endParaRPr lang="en-US" altLang="zh-CN" sz="1600" b="1" dirty="0">
              <a:solidFill>
                <a:srgbClr val="000000"/>
              </a:solidFill>
              <a:effectLst/>
              <a:latin typeface="+mn-ea"/>
            </a:endParaRPr>
          </a:p>
          <a:p>
            <a:r>
              <a:rPr lang="en-US" altLang="zh-CN" sz="1600" b="1" dirty="0">
                <a:solidFill>
                  <a:srgbClr val="000000"/>
                </a:solidFill>
                <a:effectLst/>
                <a:latin typeface="+mn-ea"/>
              </a:rPr>
              <a:t>        </a:t>
            </a:r>
            <a:r>
              <a:rPr lang="en-US" altLang="zh-CN" sz="1600" b="1" dirty="0">
                <a:solidFill>
                  <a:srgbClr val="800000"/>
                </a:solidFill>
                <a:effectLst/>
                <a:latin typeface="+mn-ea"/>
              </a:rPr>
              <a:t>&lt;</a:t>
            </a:r>
            <a:r>
              <a:rPr lang="en-US" altLang="zh-CN" sz="1600" b="1" dirty="0" err="1">
                <a:solidFill>
                  <a:srgbClr val="800000"/>
                </a:solidFill>
                <a:effectLst/>
                <a:latin typeface="+mn-ea"/>
              </a:rPr>
              <a:t>th</a:t>
            </a:r>
            <a:r>
              <a:rPr lang="en-US" altLang="zh-CN" sz="1600" b="1" dirty="0">
                <a:solidFill>
                  <a:srgbClr val="800000"/>
                </a:solidFill>
                <a:effectLst/>
                <a:latin typeface="+mn-ea"/>
              </a:rPr>
              <a:t>&gt;</a:t>
            </a:r>
            <a:r>
              <a:rPr lang="en-US" altLang="zh-CN" sz="1600" b="1" dirty="0">
                <a:solidFill>
                  <a:srgbClr val="000000"/>
                </a:solidFill>
                <a:effectLst/>
                <a:latin typeface="+mn-ea"/>
              </a:rPr>
              <a:t>email</a:t>
            </a:r>
            <a:r>
              <a:rPr lang="en-US" altLang="zh-CN" sz="1600" b="1" dirty="0">
                <a:solidFill>
                  <a:srgbClr val="800000"/>
                </a:solidFill>
                <a:effectLst/>
                <a:latin typeface="+mn-ea"/>
              </a:rPr>
              <a:t>&lt;/</a:t>
            </a:r>
            <a:r>
              <a:rPr lang="en-US" altLang="zh-CN" sz="1600" b="1" dirty="0" err="1">
                <a:solidFill>
                  <a:srgbClr val="800000"/>
                </a:solidFill>
                <a:effectLst/>
                <a:latin typeface="+mn-ea"/>
              </a:rPr>
              <a:t>th</a:t>
            </a:r>
            <a:r>
              <a:rPr lang="en-US" altLang="zh-CN" sz="1600" b="1" dirty="0">
                <a:solidFill>
                  <a:srgbClr val="800000"/>
                </a:solidFill>
                <a:effectLst/>
                <a:latin typeface="+mn-ea"/>
              </a:rPr>
              <a:t>&gt;</a:t>
            </a:r>
            <a:endParaRPr lang="en-US" altLang="zh-CN" sz="1600" b="1" dirty="0">
              <a:solidFill>
                <a:srgbClr val="000000"/>
              </a:solidFill>
              <a:effectLst/>
              <a:latin typeface="+mn-ea"/>
            </a:endParaRPr>
          </a:p>
          <a:p>
            <a:r>
              <a:rPr lang="en-US" altLang="zh-CN" sz="1600" b="1" dirty="0">
                <a:solidFill>
                  <a:srgbClr val="000000"/>
                </a:solidFill>
                <a:effectLst/>
                <a:latin typeface="+mn-ea"/>
              </a:rPr>
              <a:t>        </a:t>
            </a:r>
            <a:r>
              <a:rPr lang="en-US" altLang="zh-CN" sz="1600" b="1" dirty="0">
                <a:solidFill>
                  <a:srgbClr val="800000"/>
                </a:solidFill>
                <a:effectLst/>
                <a:latin typeface="+mn-ea"/>
              </a:rPr>
              <a:t>&lt;</a:t>
            </a:r>
            <a:r>
              <a:rPr lang="en-US" altLang="zh-CN" sz="1600" b="1" dirty="0" err="1">
                <a:solidFill>
                  <a:srgbClr val="800000"/>
                </a:solidFill>
                <a:effectLst/>
                <a:latin typeface="+mn-ea"/>
              </a:rPr>
              <a:t>th</a:t>
            </a:r>
            <a:r>
              <a:rPr lang="en-US" altLang="zh-CN" sz="1600" b="1" dirty="0">
                <a:solidFill>
                  <a:srgbClr val="800000"/>
                </a:solidFill>
                <a:effectLst/>
                <a:latin typeface="+mn-ea"/>
              </a:rPr>
              <a:t>&gt;</a:t>
            </a:r>
            <a:r>
              <a:rPr lang="en-US" altLang="zh-CN" sz="1600" b="1" dirty="0">
                <a:solidFill>
                  <a:srgbClr val="000000"/>
                </a:solidFill>
                <a:effectLst/>
                <a:latin typeface="+mn-ea"/>
              </a:rPr>
              <a:t>operate</a:t>
            </a:r>
            <a:r>
              <a:rPr lang="en-US" altLang="zh-CN" sz="1600" b="1" dirty="0">
                <a:solidFill>
                  <a:srgbClr val="800000"/>
                </a:solidFill>
                <a:effectLst/>
                <a:latin typeface="+mn-ea"/>
              </a:rPr>
              <a:t>&lt;/</a:t>
            </a:r>
            <a:r>
              <a:rPr lang="en-US" altLang="zh-CN" sz="1600" b="1" dirty="0" err="1">
                <a:solidFill>
                  <a:srgbClr val="800000"/>
                </a:solidFill>
                <a:effectLst/>
                <a:latin typeface="+mn-ea"/>
              </a:rPr>
              <a:t>th</a:t>
            </a:r>
            <a:r>
              <a:rPr lang="en-US" altLang="zh-CN" sz="1600" b="1" dirty="0">
                <a:solidFill>
                  <a:srgbClr val="800000"/>
                </a:solidFill>
                <a:effectLst/>
                <a:latin typeface="+mn-ea"/>
              </a:rPr>
              <a:t>&gt;</a:t>
            </a:r>
            <a:endParaRPr lang="en-US" altLang="zh-CN" sz="1600" b="1" dirty="0">
              <a:solidFill>
                <a:srgbClr val="000000"/>
              </a:solidFill>
              <a:effectLst/>
              <a:latin typeface="+mn-ea"/>
            </a:endParaRPr>
          </a:p>
          <a:p>
            <a:r>
              <a:rPr lang="en-US" altLang="zh-CN" sz="1600" b="1" dirty="0">
                <a:solidFill>
                  <a:srgbClr val="000000"/>
                </a:solidFill>
                <a:effectLst/>
                <a:latin typeface="+mn-ea"/>
              </a:rPr>
              <a:t>    </a:t>
            </a:r>
            <a:r>
              <a:rPr lang="en-US" altLang="zh-CN" sz="1600" b="1" dirty="0">
                <a:solidFill>
                  <a:srgbClr val="800000"/>
                </a:solidFill>
                <a:effectLst/>
                <a:latin typeface="+mn-ea"/>
              </a:rPr>
              <a:t>&lt;/tr&gt;</a:t>
            </a:r>
            <a:endParaRPr lang="en-US" altLang="zh-CN" sz="1600" b="1" dirty="0">
              <a:solidFill>
                <a:srgbClr val="000000"/>
              </a:solidFill>
              <a:effectLst/>
              <a:latin typeface="+mn-ea"/>
            </a:endParaRPr>
          </a:p>
          <a:p>
            <a:r>
              <a:rPr lang="en-US" altLang="zh-CN" sz="1600" b="1" dirty="0">
                <a:solidFill>
                  <a:srgbClr val="800000"/>
                </a:solidFill>
                <a:effectLst/>
                <a:latin typeface="+mn-ea"/>
              </a:rPr>
              <a:t>&lt;/table&gt;</a:t>
            </a:r>
            <a:endParaRPr lang="en-US" altLang="zh-CN" sz="1600" b="1" dirty="0">
              <a:solidFill>
                <a:srgbClr val="000000"/>
              </a:solidFill>
              <a:effectLst/>
              <a:latin typeface="+mn-ea"/>
            </a:endParaRPr>
          </a:p>
        </p:txBody>
      </p:sp>
    </p:spTree>
    <p:extLst>
      <p:ext uri="{BB962C8B-B14F-4D97-AF65-F5344CB8AC3E}">
        <p14:creationId xmlns:p14="http://schemas.microsoft.com/office/powerpoint/2010/main" val="25155563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实例</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a:lnSpc>
                <a:spcPct val="150000"/>
              </a:lnSpc>
            </a:pPr>
            <a:r>
              <a:rPr lang="en-US" altLang="zh-CN" sz="2000" b="1" dirty="0">
                <a:latin typeface="+mn-ea"/>
                <a:ea typeface="+mn-ea"/>
              </a:rPr>
              <a:t>3</a:t>
            </a:r>
            <a:r>
              <a:rPr lang="zh-CN" altLang="en-US" sz="2000" b="1" dirty="0">
                <a:latin typeface="+mn-ea"/>
                <a:ea typeface="+mn-ea"/>
              </a:rPr>
              <a:t>、实现用户管理界面和查询接口</a:t>
            </a:r>
            <a:r>
              <a:rPr lang="en-US" altLang="zh-CN" sz="2000" b="1" dirty="0">
                <a:latin typeface="+mn-ea"/>
                <a:ea typeface="+mn-ea"/>
              </a:rPr>
              <a:t>--&gt;</a:t>
            </a:r>
            <a:r>
              <a:rPr lang="zh-CN" altLang="en-US" sz="2000" b="1" dirty="0">
                <a:latin typeface="+mn-ea"/>
                <a:ea typeface="+mn-ea"/>
              </a:rPr>
              <a:t>实现</a:t>
            </a:r>
            <a:r>
              <a:rPr lang="en-US" altLang="zh-CN" sz="2000" b="1" dirty="0">
                <a:latin typeface="+mn-ea"/>
                <a:ea typeface="+mn-ea"/>
              </a:rPr>
              <a:t>JS</a:t>
            </a:r>
            <a:r>
              <a:rPr lang="zh-CN" altLang="en-US" sz="2000" b="1" dirty="0">
                <a:latin typeface="+mn-ea"/>
                <a:ea typeface="+mn-ea"/>
              </a:rPr>
              <a:t>部分</a:t>
            </a:r>
            <a:endParaRPr lang="en-US" altLang="zh-CN" sz="2000" b="1" dirty="0">
              <a:latin typeface="+mn-ea"/>
              <a:ea typeface="+mn-ea"/>
            </a:endParaRPr>
          </a:p>
        </p:txBody>
      </p:sp>
      <p:sp>
        <p:nvSpPr>
          <p:cNvPr id="7" name="文本框 6">
            <a:extLst>
              <a:ext uri="{FF2B5EF4-FFF2-40B4-BE49-F238E27FC236}">
                <a16:creationId xmlns:a16="http://schemas.microsoft.com/office/drawing/2014/main" id="{DEBD206D-5EFA-432C-A302-AD6DA8F6C5CB}"/>
              </a:ext>
            </a:extLst>
          </p:cNvPr>
          <p:cNvSpPr txBox="1"/>
          <p:nvPr/>
        </p:nvSpPr>
        <p:spPr>
          <a:xfrm>
            <a:off x="895549" y="2307917"/>
            <a:ext cx="10853464" cy="3477875"/>
          </a:xfrm>
          <a:prstGeom prst="rect">
            <a:avLst/>
          </a:prstGeom>
        </p:spPr>
        <p:style>
          <a:lnRef idx="2">
            <a:schemeClr val="accent2"/>
          </a:lnRef>
          <a:fillRef idx="1">
            <a:schemeClr val="lt1"/>
          </a:fillRef>
          <a:effectRef idx="0">
            <a:schemeClr val="accent2"/>
          </a:effectRef>
          <a:fontRef idx="minor">
            <a:schemeClr val="dk1"/>
          </a:fontRef>
        </p:style>
        <p:txBody>
          <a:bodyPr wrap="square" numCol="2">
            <a:spAutoFit/>
          </a:bodyPr>
          <a:lstStyle/>
          <a:p>
            <a:r>
              <a:rPr lang="en-US" altLang="zh-CN" sz="1100" b="1" dirty="0">
                <a:solidFill>
                  <a:srgbClr val="008000"/>
                </a:solidFill>
                <a:effectLst/>
                <a:latin typeface="+mn-ea"/>
              </a:rPr>
              <a:t>// </a:t>
            </a:r>
            <a:r>
              <a:rPr lang="zh-CN" altLang="en-US" sz="1100" b="1" dirty="0">
                <a:solidFill>
                  <a:srgbClr val="008000"/>
                </a:solidFill>
                <a:effectLst/>
                <a:latin typeface="+mn-ea"/>
              </a:rPr>
              <a:t>定义获取用户列表数据接口函数</a:t>
            </a:r>
            <a:endParaRPr lang="zh-CN" altLang="en-US" sz="1100" b="1" dirty="0">
              <a:solidFill>
                <a:srgbClr val="000000"/>
              </a:solidFill>
              <a:effectLst/>
              <a:latin typeface="+mn-ea"/>
            </a:endParaRPr>
          </a:p>
          <a:p>
            <a:r>
              <a:rPr lang="en-US" altLang="zh-CN" sz="1100" b="1" dirty="0">
                <a:solidFill>
                  <a:srgbClr val="0000FF"/>
                </a:solidFill>
                <a:effectLst/>
                <a:latin typeface="+mn-ea"/>
              </a:rPr>
              <a:t>const</a:t>
            </a:r>
            <a:r>
              <a:rPr lang="en-US" altLang="zh-CN" sz="1100" b="1" dirty="0">
                <a:solidFill>
                  <a:srgbClr val="000000"/>
                </a:solidFill>
                <a:effectLst/>
                <a:latin typeface="+mn-ea"/>
              </a:rPr>
              <a:t> </a:t>
            </a:r>
            <a:r>
              <a:rPr lang="en-US" altLang="zh-CN" sz="1100" b="1" dirty="0" err="1">
                <a:solidFill>
                  <a:srgbClr val="000000"/>
                </a:solidFill>
                <a:effectLst/>
                <a:latin typeface="+mn-ea"/>
              </a:rPr>
              <a:t>getUserList</a:t>
            </a:r>
            <a:r>
              <a:rPr lang="en-US" altLang="zh-CN" sz="1100" b="1" dirty="0">
                <a:solidFill>
                  <a:srgbClr val="000000"/>
                </a:solidFill>
                <a:effectLst/>
                <a:latin typeface="+mn-ea"/>
              </a:rPr>
              <a:t> = </a:t>
            </a:r>
            <a:r>
              <a:rPr lang="en-US" altLang="zh-CN" sz="1100" b="1" dirty="0">
                <a:solidFill>
                  <a:srgbClr val="0000FF"/>
                </a:solidFill>
                <a:effectLst/>
                <a:latin typeface="+mn-ea"/>
              </a:rPr>
              <a:t>async</a:t>
            </a:r>
            <a:r>
              <a:rPr lang="en-US" altLang="zh-CN" sz="1100" b="1" dirty="0">
                <a:solidFill>
                  <a:srgbClr val="000000"/>
                </a:solidFill>
                <a:effectLst/>
                <a:latin typeface="+mn-ea"/>
              </a:rPr>
              <a:t> () </a:t>
            </a:r>
            <a:r>
              <a:rPr lang="en-US" altLang="zh-CN" sz="1100" b="1" dirty="0">
                <a:solidFill>
                  <a:srgbClr val="0000FF"/>
                </a:solidFill>
                <a:effectLst/>
                <a:latin typeface="+mn-ea"/>
              </a:rPr>
              <a:t>=&gt;</a:t>
            </a:r>
            <a:r>
              <a:rPr lang="en-US" altLang="zh-CN" sz="1100" b="1" dirty="0">
                <a:solidFill>
                  <a:srgbClr val="000000"/>
                </a:solidFill>
                <a:effectLst/>
                <a:latin typeface="+mn-ea"/>
              </a:rPr>
              <a:t> {</a:t>
            </a:r>
          </a:p>
          <a:p>
            <a:r>
              <a:rPr lang="en-US" altLang="zh-CN" sz="1100" b="1" dirty="0">
                <a:solidFill>
                  <a:srgbClr val="000000"/>
                </a:solidFill>
                <a:effectLst/>
                <a:latin typeface="+mn-ea"/>
              </a:rPr>
              <a:t>    </a:t>
            </a:r>
            <a:r>
              <a:rPr lang="en-US" altLang="zh-CN" sz="1100" b="1" dirty="0">
                <a:solidFill>
                  <a:srgbClr val="0000FF"/>
                </a:solidFill>
                <a:effectLst/>
                <a:latin typeface="+mn-ea"/>
              </a:rPr>
              <a:t>const</a:t>
            </a:r>
            <a:r>
              <a:rPr lang="en-US" altLang="zh-CN" sz="1100" b="1" dirty="0">
                <a:solidFill>
                  <a:srgbClr val="000000"/>
                </a:solidFill>
                <a:effectLst/>
                <a:latin typeface="+mn-ea"/>
              </a:rPr>
              <a:t> </a:t>
            </a:r>
            <a:r>
              <a:rPr lang="en-US" altLang="zh-CN" sz="1100" b="1" dirty="0" err="1">
                <a:solidFill>
                  <a:srgbClr val="000000"/>
                </a:solidFill>
                <a:effectLst/>
                <a:latin typeface="+mn-ea"/>
              </a:rPr>
              <a:t>tableBody</a:t>
            </a:r>
            <a:r>
              <a:rPr lang="en-US" altLang="zh-CN" sz="1100" b="1" dirty="0">
                <a:solidFill>
                  <a:srgbClr val="000000"/>
                </a:solidFill>
                <a:effectLst/>
                <a:latin typeface="+mn-ea"/>
              </a:rPr>
              <a:t> = </a:t>
            </a:r>
            <a:r>
              <a:rPr lang="en-US" altLang="zh-CN" sz="1100" b="1" dirty="0" err="1">
                <a:solidFill>
                  <a:srgbClr val="000000"/>
                </a:solidFill>
                <a:effectLst/>
                <a:latin typeface="+mn-ea"/>
              </a:rPr>
              <a:t>document.querySelector</a:t>
            </a:r>
            <a:r>
              <a:rPr lang="en-US" altLang="zh-CN" sz="1100" b="1" dirty="0">
                <a:solidFill>
                  <a:srgbClr val="000000"/>
                </a:solidFill>
                <a:effectLst/>
                <a:latin typeface="+mn-ea"/>
              </a:rPr>
              <a:t>(</a:t>
            </a:r>
            <a:r>
              <a:rPr lang="en-US" altLang="zh-CN" sz="1100" b="1" dirty="0">
                <a:solidFill>
                  <a:srgbClr val="A31515"/>
                </a:solidFill>
                <a:effectLst/>
                <a:latin typeface="+mn-ea"/>
              </a:rPr>
              <a:t>"table </a:t>
            </a:r>
            <a:r>
              <a:rPr lang="en-US" altLang="zh-CN" sz="1100" b="1" dirty="0" err="1">
                <a:solidFill>
                  <a:srgbClr val="A31515"/>
                </a:solidFill>
                <a:effectLst/>
                <a:latin typeface="+mn-ea"/>
              </a:rPr>
              <a:t>tbody</a:t>
            </a:r>
            <a:r>
              <a:rPr lang="en-US" altLang="zh-CN" sz="1100" b="1" dirty="0">
                <a:solidFill>
                  <a:srgbClr val="A31515"/>
                </a:solidFill>
                <a:effectLst/>
                <a:latin typeface="+mn-ea"/>
              </a:rPr>
              <a:t>"</a:t>
            </a:r>
            <a:r>
              <a:rPr lang="en-US" altLang="zh-CN" sz="1100" b="1" dirty="0">
                <a:solidFill>
                  <a:srgbClr val="000000"/>
                </a:solidFill>
                <a:effectLst/>
                <a:latin typeface="+mn-ea"/>
              </a:rPr>
              <a:t>);</a:t>
            </a:r>
          </a:p>
          <a:p>
            <a:r>
              <a:rPr lang="en-US" altLang="zh-CN" sz="1100" b="1" dirty="0">
                <a:solidFill>
                  <a:srgbClr val="000000"/>
                </a:solidFill>
                <a:effectLst/>
                <a:latin typeface="+mn-ea"/>
              </a:rPr>
              <a:t>    </a:t>
            </a:r>
            <a:r>
              <a:rPr lang="en-US" altLang="zh-CN" sz="1100" b="1" dirty="0" err="1">
                <a:solidFill>
                  <a:srgbClr val="000000"/>
                </a:solidFill>
                <a:effectLst/>
                <a:latin typeface="+mn-ea"/>
              </a:rPr>
              <a:t>tableBody.innerHTML</a:t>
            </a:r>
            <a:r>
              <a:rPr lang="en-US" altLang="zh-CN" sz="1100" b="1" dirty="0">
                <a:solidFill>
                  <a:srgbClr val="000000"/>
                </a:solidFill>
                <a:effectLst/>
                <a:latin typeface="+mn-ea"/>
              </a:rPr>
              <a:t> = </a:t>
            </a:r>
            <a:r>
              <a:rPr lang="en-US" altLang="zh-CN" sz="1100" b="1" dirty="0">
                <a:solidFill>
                  <a:srgbClr val="A31515"/>
                </a:solidFill>
                <a:effectLst/>
                <a:latin typeface="+mn-ea"/>
              </a:rPr>
              <a:t>`&lt;tr&gt;</a:t>
            </a:r>
            <a:endParaRPr lang="en-US" altLang="zh-CN" sz="1100" b="1" dirty="0">
              <a:solidFill>
                <a:srgbClr val="000000"/>
              </a:solidFill>
              <a:effectLst/>
              <a:latin typeface="+mn-ea"/>
            </a:endParaRPr>
          </a:p>
          <a:p>
            <a:r>
              <a:rPr lang="en-US" altLang="zh-CN" sz="1100" b="1" dirty="0">
                <a:solidFill>
                  <a:srgbClr val="A31515"/>
                </a:solidFill>
                <a:effectLst/>
                <a:latin typeface="+mn-ea"/>
              </a:rPr>
              <a:t>                        &lt;</a:t>
            </a:r>
            <a:r>
              <a:rPr lang="en-US" altLang="zh-CN" sz="1100" b="1" dirty="0" err="1">
                <a:solidFill>
                  <a:srgbClr val="A31515"/>
                </a:solidFill>
                <a:effectLst/>
                <a:latin typeface="+mn-ea"/>
              </a:rPr>
              <a:t>th</a:t>
            </a:r>
            <a:r>
              <a:rPr lang="en-US" altLang="zh-CN" sz="1100" b="1" dirty="0">
                <a:solidFill>
                  <a:srgbClr val="A31515"/>
                </a:solidFill>
                <a:effectLst/>
                <a:latin typeface="+mn-ea"/>
              </a:rPr>
              <a:t>&gt;id&lt;/</a:t>
            </a:r>
            <a:r>
              <a:rPr lang="en-US" altLang="zh-CN" sz="1100" b="1" dirty="0" err="1">
                <a:solidFill>
                  <a:srgbClr val="A31515"/>
                </a:solidFill>
                <a:effectLst/>
                <a:latin typeface="+mn-ea"/>
              </a:rPr>
              <a:t>th</a:t>
            </a:r>
            <a:r>
              <a:rPr lang="en-US" altLang="zh-CN" sz="1100" b="1" dirty="0">
                <a:solidFill>
                  <a:srgbClr val="A31515"/>
                </a:solidFill>
                <a:effectLst/>
                <a:latin typeface="+mn-ea"/>
              </a:rPr>
              <a:t>&gt;</a:t>
            </a:r>
            <a:endParaRPr lang="en-US" altLang="zh-CN" sz="1100" b="1" dirty="0">
              <a:solidFill>
                <a:srgbClr val="000000"/>
              </a:solidFill>
              <a:effectLst/>
              <a:latin typeface="+mn-ea"/>
            </a:endParaRPr>
          </a:p>
          <a:p>
            <a:r>
              <a:rPr lang="en-US" altLang="zh-CN" sz="1100" b="1" dirty="0">
                <a:solidFill>
                  <a:srgbClr val="A31515"/>
                </a:solidFill>
                <a:effectLst/>
                <a:latin typeface="+mn-ea"/>
              </a:rPr>
              <a:t>                        &lt;</a:t>
            </a:r>
            <a:r>
              <a:rPr lang="en-US" altLang="zh-CN" sz="1100" b="1" dirty="0" err="1">
                <a:solidFill>
                  <a:srgbClr val="A31515"/>
                </a:solidFill>
                <a:effectLst/>
                <a:latin typeface="+mn-ea"/>
              </a:rPr>
              <a:t>th</a:t>
            </a:r>
            <a:r>
              <a:rPr lang="en-US" altLang="zh-CN" sz="1100" b="1" dirty="0">
                <a:solidFill>
                  <a:srgbClr val="A31515"/>
                </a:solidFill>
                <a:effectLst/>
                <a:latin typeface="+mn-ea"/>
              </a:rPr>
              <a:t>&gt;name&lt;/</a:t>
            </a:r>
            <a:r>
              <a:rPr lang="en-US" altLang="zh-CN" sz="1100" b="1" dirty="0" err="1">
                <a:solidFill>
                  <a:srgbClr val="A31515"/>
                </a:solidFill>
                <a:effectLst/>
                <a:latin typeface="+mn-ea"/>
              </a:rPr>
              <a:t>th</a:t>
            </a:r>
            <a:r>
              <a:rPr lang="en-US" altLang="zh-CN" sz="1100" b="1" dirty="0">
                <a:solidFill>
                  <a:srgbClr val="A31515"/>
                </a:solidFill>
                <a:effectLst/>
                <a:latin typeface="+mn-ea"/>
              </a:rPr>
              <a:t>&gt;</a:t>
            </a:r>
            <a:endParaRPr lang="en-US" altLang="zh-CN" sz="1100" b="1" dirty="0">
              <a:solidFill>
                <a:srgbClr val="000000"/>
              </a:solidFill>
              <a:effectLst/>
              <a:latin typeface="+mn-ea"/>
            </a:endParaRPr>
          </a:p>
          <a:p>
            <a:r>
              <a:rPr lang="en-US" altLang="zh-CN" sz="1100" b="1" dirty="0">
                <a:solidFill>
                  <a:srgbClr val="A31515"/>
                </a:solidFill>
                <a:effectLst/>
                <a:latin typeface="+mn-ea"/>
              </a:rPr>
              <a:t>                        &lt;</a:t>
            </a:r>
            <a:r>
              <a:rPr lang="en-US" altLang="zh-CN" sz="1100" b="1" dirty="0" err="1">
                <a:solidFill>
                  <a:srgbClr val="A31515"/>
                </a:solidFill>
                <a:effectLst/>
                <a:latin typeface="+mn-ea"/>
              </a:rPr>
              <a:t>th</a:t>
            </a:r>
            <a:r>
              <a:rPr lang="en-US" altLang="zh-CN" sz="1100" b="1" dirty="0">
                <a:solidFill>
                  <a:srgbClr val="A31515"/>
                </a:solidFill>
                <a:effectLst/>
                <a:latin typeface="+mn-ea"/>
              </a:rPr>
              <a:t>&gt;age&lt;/</a:t>
            </a:r>
            <a:r>
              <a:rPr lang="en-US" altLang="zh-CN" sz="1100" b="1" dirty="0" err="1">
                <a:solidFill>
                  <a:srgbClr val="A31515"/>
                </a:solidFill>
                <a:effectLst/>
                <a:latin typeface="+mn-ea"/>
              </a:rPr>
              <a:t>th</a:t>
            </a:r>
            <a:r>
              <a:rPr lang="en-US" altLang="zh-CN" sz="1100" b="1" dirty="0">
                <a:solidFill>
                  <a:srgbClr val="A31515"/>
                </a:solidFill>
                <a:effectLst/>
                <a:latin typeface="+mn-ea"/>
              </a:rPr>
              <a:t>&gt;</a:t>
            </a:r>
            <a:endParaRPr lang="en-US" altLang="zh-CN" sz="1100" b="1" dirty="0">
              <a:solidFill>
                <a:srgbClr val="000000"/>
              </a:solidFill>
              <a:effectLst/>
              <a:latin typeface="+mn-ea"/>
            </a:endParaRPr>
          </a:p>
          <a:p>
            <a:r>
              <a:rPr lang="en-US" altLang="zh-CN" sz="1100" b="1" dirty="0">
                <a:solidFill>
                  <a:srgbClr val="A31515"/>
                </a:solidFill>
                <a:effectLst/>
                <a:latin typeface="+mn-ea"/>
              </a:rPr>
              <a:t>                        &lt;</a:t>
            </a:r>
            <a:r>
              <a:rPr lang="en-US" altLang="zh-CN" sz="1100" b="1" dirty="0" err="1">
                <a:solidFill>
                  <a:srgbClr val="A31515"/>
                </a:solidFill>
                <a:effectLst/>
                <a:latin typeface="+mn-ea"/>
              </a:rPr>
              <a:t>th</a:t>
            </a:r>
            <a:r>
              <a:rPr lang="en-US" altLang="zh-CN" sz="1100" b="1" dirty="0">
                <a:solidFill>
                  <a:srgbClr val="A31515"/>
                </a:solidFill>
                <a:effectLst/>
                <a:latin typeface="+mn-ea"/>
              </a:rPr>
              <a:t>&gt;email&lt;/</a:t>
            </a:r>
            <a:r>
              <a:rPr lang="en-US" altLang="zh-CN" sz="1100" b="1" dirty="0" err="1">
                <a:solidFill>
                  <a:srgbClr val="A31515"/>
                </a:solidFill>
                <a:effectLst/>
                <a:latin typeface="+mn-ea"/>
              </a:rPr>
              <a:t>th</a:t>
            </a:r>
            <a:r>
              <a:rPr lang="en-US" altLang="zh-CN" sz="1100" b="1" dirty="0">
                <a:solidFill>
                  <a:srgbClr val="A31515"/>
                </a:solidFill>
                <a:effectLst/>
                <a:latin typeface="+mn-ea"/>
              </a:rPr>
              <a:t>&gt;</a:t>
            </a:r>
            <a:endParaRPr lang="en-US" altLang="zh-CN" sz="1100" b="1" dirty="0">
              <a:solidFill>
                <a:srgbClr val="000000"/>
              </a:solidFill>
              <a:effectLst/>
              <a:latin typeface="+mn-ea"/>
            </a:endParaRPr>
          </a:p>
          <a:p>
            <a:r>
              <a:rPr lang="en-US" altLang="zh-CN" sz="1100" b="1" dirty="0">
                <a:solidFill>
                  <a:srgbClr val="A31515"/>
                </a:solidFill>
                <a:effectLst/>
                <a:latin typeface="+mn-ea"/>
              </a:rPr>
              <a:t>                        &lt;</a:t>
            </a:r>
            <a:r>
              <a:rPr lang="en-US" altLang="zh-CN" sz="1100" b="1" dirty="0" err="1">
                <a:solidFill>
                  <a:srgbClr val="A31515"/>
                </a:solidFill>
                <a:effectLst/>
                <a:latin typeface="+mn-ea"/>
              </a:rPr>
              <a:t>th</a:t>
            </a:r>
            <a:r>
              <a:rPr lang="en-US" altLang="zh-CN" sz="1100" b="1" dirty="0">
                <a:solidFill>
                  <a:srgbClr val="A31515"/>
                </a:solidFill>
                <a:effectLst/>
                <a:latin typeface="+mn-ea"/>
              </a:rPr>
              <a:t>&gt;operate&lt;/</a:t>
            </a:r>
            <a:r>
              <a:rPr lang="en-US" altLang="zh-CN" sz="1100" b="1" dirty="0" err="1">
                <a:solidFill>
                  <a:srgbClr val="A31515"/>
                </a:solidFill>
                <a:effectLst/>
                <a:latin typeface="+mn-ea"/>
              </a:rPr>
              <a:t>th</a:t>
            </a:r>
            <a:r>
              <a:rPr lang="en-US" altLang="zh-CN" sz="1100" b="1" dirty="0">
                <a:solidFill>
                  <a:srgbClr val="A31515"/>
                </a:solidFill>
                <a:effectLst/>
                <a:latin typeface="+mn-ea"/>
              </a:rPr>
              <a:t>&gt;</a:t>
            </a:r>
            <a:endParaRPr lang="en-US" altLang="zh-CN" sz="1100" b="1" dirty="0">
              <a:solidFill>
                <a:srgbClr val="000000"/>
              </a:solidFill>
              <a:effectLst/>
              <a:latin typeface="+mn-ea"/>
            </a:endParaRPr>
          </a:p>
          <a:p>
            <a:r>
              <a:rPr lang="en-US" altLang="zh-CN" sz="1100" b="1" dirty="0">
                <a:solidFill>
                  <a:srgbClr val="A31515"/>
                </a:solidFill>
                <a:effectLst/>
                <a:latin typeface="+mn-ea"/>
              </a:rPr>
              <a:t>                    &lt;/tr&gt;`</a:t>
            </a:r>
            <a:r>
              <a:rPr lang="en-US" altLang="zh-CN" sz="1100" b="1" dirty="0">
                <a:solidFill>
                  <a:srgbClr val="000000"/>
                </a:solidFill>
                <a:effectLst/>
                <a:latin typeface="+mn-ea"/>
              </a:rPr>
              <a:t>; </a:t>
            </a:r>
          </a:p>
          <a:p>
            <a:r>
              <a:rPr lang="en-US" altLang="zh-CN" sz="1100" b="1" dirty="0">
                <a:solidFill>
                  <a:srgbClr val="000000"/>
                </a:solidFill>
                <a:effectLst/>
                <a:latin typeface="+mn-ea"/>
              </a:rPr>
              <a:t>    </a:t>
            </a:r>
            <a:r>
              <a:rPr lang="en-US" altLang="zh-CN" sz="1100" b="1" dirty="0">
                <a:solidFill>
                  <a:srgbClr val="0000FF"/>
                </a:solidFill>
                <a:effectLst/>
                <a:latin typeface="+mn-ea"/>
              </a:rPr>
              <a:t>const</a:t>
            </a:r>
            <a:r>
              <a:rPr lang="en-US" altLang="zh-CN" sz="1100" b="1" dirty="0">
                <a:solidFill>
                  <a:srgbClr val="000000"/>
                </a:solidFill>
                <a:effectLst/>
                <a:latin typeface="+mn-ea"/>
              </a:rPr>
              <a:t> response = </a:t>
            </a:r>
            <a:r>
              <a:rPr lang="en-US" altLang="zh-CN" sz="1100" b="1" dirty="0">
                <a:solidFill>
                  <a:srgbClr val="0000FF"/>
                </a:solidFill>
                <a:effectLst/>
                <a:latin typeface="+mn-ea"/>
              </a:rPr>
              <a:t>await</a:t>
            </a:r>
            <a:r>
              <a:rPr lang="en-US" altLang="zh-CN" sz="1100" b="1" dirty="0">
                <a:solidFill>
                  <a:srgbClr val="000000"/>
                </a:solidFill>
                <a:effectLst/>
                <a:latin typeface="+mn-ea"/>
              </a:rPr>
              <a:t> axios.get(</a:t>
            </a:r>
            <a:r>
              <a:rPr lang="en-US" altLang="zh-CN" sz="1100" b="1" dirty="0">
                <a:solidFill>
                  <a:srgbClr val="A31515"/>
                </a:solidFill>
                <a:effectLst/>
                <a:latin typeface="+mn-ea"/>
              </a:rPr>
              <a:t>"/</a:t>
            </a:r>
            <a:r>
              <a:rPr lang="en-US" altLang="zh-CN" sz="1100" b="1" dirty="0" err="1">
                <a:solidFill>
                  <a:srgbClr val="A31515"/>
                </a:solidFill>
                <a:effectLst/>
                <a:latin typeface="+mn-ea"/>
              </a:rPr>
              <a:t>api</a:t>
            </a:r>
            <a:r>
              <a:rPr lang="en-US" altLang="zh-CN" sz="1100" b="1" dirty="0">
                <a:solidFill>
                  <a:srgbClr val="A31515"/>
                </a:solidFill>
                <a:effectLst/>
                <a:latin typeface="+mn-ea"/>
              </a:rPr>
              <a:t>/v1.0/users"</a:t>
            </a:r>
            <a:r>
              <a:rPr lang="en-US" altLang="zh-CN" sz="1100" b="1" dirty="0">
                <a:solidFill>
                  <a:srgbClr val="000000"/>
                </a:solidFill>
                <a:effectLst/>
                <a:latin typeface="+mn-ea"/>
              </a:rPr>
              <a:t>)</a:t>
            </a:r>
          </a:p>
          <a:p>
            <a:r>
              <a:rPr lang="en-US" altLang="zh-CN" sz="1100" b="1" dirty="0">
                <a:solidFill>
                  <a:srgbClr val="000000"/>
                </a:solidFill>
                <a:effectLst/>
                <a:latin typeface="+mn-ea"/>
              </a:rPr>
              <a:t>        .then(</a:t>
            </a:r>
            <a:r>
              <a:rPr lang="en-US" altLang="zh-CN" sz="1100" b="1" dirty="0">
                <a:solidFill>
                  <a:srgbClr val="0000FF"/>
                </a:solidFill>
                <a:effectLst/>
                <a:latin typeface="+mn-ea"/>
              </a:rPr>
              <a:t>function</a:t>
            </a:r>
            <a:r>
              <a:rPr lang="en-US" altLang="zh-CN" sz="1100" b="1" dirty="0">
                <a:solidFill>
                  <a:srgbClr val="000000"/>
                </a:solidFill>
                <a:effectLst/>
                <a:latin typeface="+mn-ea"/>
              </a:rPr>
              <a:t> (response) {</a:t>
            </a:r>
          </a:p>
          <a:p>
            <a:r>
              <a:rPr lang="en-US" altLang="zh-CN" sz="1100" b="1" dirty="0">
                <a:solidFill>
                  <a:srgbClr val="000000"/>
                </a:solidFill>
                <a:effectLst/>
                <a:latin typeface="+mn-ea"/>
              </a:rPr>
              <a:t>            console.log(response);</a:t>
            </a:r>
          </a:p>
          <a:p>
            <a:r>
              <a:rPr lang="en-US" altLang="zh-CN" sz="1100" b="1" dirty="0">
                <a:solidFill>
                  <a:srgbClr val="000000"/>
                </a:solidFill>
                <a:effectLst/>
                <a:latin typeface="+mn-ea"/>
              </a:rPr>
              <a:t>            </a:t>
            </a:r>
            <a:r>
              <a:rPr lang="en-US" altLang="zh-CN" sz="1100" b="1" dirty="0">
                <a:solidFill>
                  <a:srgbClr val="008000"/>
                </a:solidFill>
                <a:effectLst/>
                <a:latin typeface="+mn-ea"/>
              </a:rPr>
              <a:t>// </a:t>
            </a:r>
            <a:r>
              <a:rPr lang="zh-CN" altLang="en-US" sz="1100" b="1" dirty="0">
                <a:solidFill>
                  <a:srgbClr val="008000"/>
                </a:solidFill>
                <a:effectLst/>
                <a:latin typeface="+mn-ea"/>
              </a:rPr>
              <a:t>遍历用户列表数据并渲染到表格中</a:t>
            </a:r>
            <a:endParaRPr lang="zh-CN" altLang="en-US" sz="1100" b="1" dirty="0">
              <a:solidFill>
                <a:srgbClr val="000000"/>
              </a:solidFill>
              <a:effectLst/>
              <a:latin typeface="+mn-ea"/>
            </a:endParaRPr>
          </a:p>
          <a:p>
            <a:r>
              <a:rPr lang="zh-CN" altLang="en-US" sz="1100" b="1" dirty="0">
                <a:solidFill>
                  <a:srgbClr val="000000"/>
                </a:solidFill>
                <a:effectLst/>
                <a:latin typeface="+mn-ea"/>
              </a:rPr>
              <a:t>            </a:t>
            </a:r>
            <a:r>
              <a:rPr lang="en-US" altLang="zh-CN" sz="1100" b="1" dirty="0">
                <a:solidFill>
                  <a:srgbClr val="0000FF"/>
                </a:solidFill>
                <a:effectLst/>
                <a:latin typeface="+mn-ea"/>
              </a:rPr>
              <a:t>const</a:t>
            </a:r>
            <a:r>
              <a:rPr lang="en-US" altLang="zh-CN" sz="1100" b="1" dirty="0">
                <a:solidFill>
                  <a:srgbClr val="000000"/>
                </a:solidFill>
                <a:effectLst/>
                <a:latin typeface="+mn-ea"/>
              </a:rPr>
              <a:t> users = </a:t>
            </a:r>
            <a:r>
              <a:rPr lang="en-US" altLang="zh-CN" sz="1100" b="1" dirty="0" err="1">
                <a:solidFill>
                  <a:srgbClr val="000000"/>
                </a:solidFill>
                <a:effectLst/>
                <a:latin typeface="+mn-ea"/>
              </a:rPr>
              <a:t>response.data</a:t>
            </a:r>
            <a:r>
              <a:rPr lang="en-US" altLang="zh-CN" sz="1100" b="1" dirty="0">
                <a:solidFill>
                  <a:srgbClr val="000000"/>
                </a:solidFill>
                <a:effectLst/>
                <a:latin typeface="+mn-ea"/>
              </a:rPr>
              <a:t>[</a:t>
            </a:r>
            <a:r>
              <a:rPr lang="en-US" altLang="zh-CN" sz="1100" b="1" dirty="0">
                <a:solidFill>
                  <a:srgbClr val="A31515"/>
                </a:solidFill>
                <a:effectLst/>
                <a:latin typeface="+mn-ea"/>
              </a:rPr>
              <a:t>'users'</a:t>
            </a:r>
            <a:r>
              <a:rPr lang="en-US" altLang="zh-CN" sz="1100" b="1" dirty="0">
                <a:solidFill>
                  <a:srgbClr val="000000"/>
                </a:solidFill>
                <a:effectLst/>
                <a:latin typeface="+mn-ea"/>
              </a:rPr>
              <a:t>];</a:t>
            </a:r>
          </a:p>
          <a:p>
            <a:r>
              <a:rPr lang="en-US" altLang="zh-CN" sz="1100" b="1" dirty="0">
                <a:solidFill>
                  <a:srgbClr val="000000"/>
                </a:solidFill>
                <a:effectLst/>
                <a:latin typeface="+mn-ea"/>
              </a:rPr>
              <a:t>            </a:t>
            </a:r>
            <a:r>
              <a:rPr lang="en-US" altLang="zh-CN" sz="1100" b="1" dirty="0" err="1">
                <a:solidFill>
                  <a:srgbClr val="000000"/>
                </a:solidFill>
                <a:effectLst/>
                <a:latin typeface="+mn-ea"/>
              </a:rPr>
              <a:t>users.forEach</a:t>
            </a:r>
            <a:r>
              <a:rPr lang="en-US" altLang="zh-CN" sz="1100" b="1" dirty="0">
                <a:solidFill>
                  <a:srgbClr val="000000"/>
                </a:solidFill>
                <a:effectLst/>
                <a:latin typeface="+mn-ea"/>
              </a:rPr>
              <a:t>(user </a:t>
            </a:r>
            <a:r>
              <a:rPr lang="en-US" altLang="zh-CN" sz="1100" b="1" dirty="0">
                <a:solidFill>
                  <a:srgbClr val="0000FF"/>
                </a:solidFill>
                <a:effectLst/>
                <a:latin typeface="+mn-ea"/>
              </a:rPr>
              <a:t>=&gt;</a:t>
            </a:r>
            <a:r>
              <a:rPr lang="en-US" altLang="zh-CN" sz="1100" b="1" dirty="0">
                <a:solidFill>
                  <a:srgbClr val="000000"/>
                </a:solidFill>
                <a:effectLst/>
                <a:latin typeface="+mn-ea"/>
              </a:rPr>
              <a:t> {</a:t>
            </a:r>
          </a:p>
          <a:p>
            <a:r>
              <a:rPr lang="en-US" altLang="zh-CN" sz="1100" b="1" dirty="0">
                <a:solidFill>
                  <a:srgbClr val="000000"/>
                </a:solidFill>
                <a:effectLst/>
                <a:latin typeface="+mn-ea"/>
              </a:rPr>
              <a:t>                </a:t>
            </a:r>
            <a:r>
              <a:rPr lang="en-US" altLang="zh-CN" sz="1100" b="1" dirty="0">
                <a:solidFill>
                  <a:srgbClr val="0000FF"/>
                </a:solidFill>
                <a:effectLst/>
                <a:latin typeface="+mn-ea"/>
              </a:rPr>
              <a:t>const</a:t>
            </a:r>
            <a:r>
              <a:rPr lang="en-US" altLang="zh-CN" sz="1100" b="1" dirty="0">
                <a:solidFill>
                  <a:srgbClr val="000000"/>
                </a:solidFill>
                <a:effectLst/>
                <a:latin typeface="+mn-ea"/>
              </a:rPr>
              <a:t> row = </a:t>
            </a:r>
            <a:r>
              <a:rPr lang="en-US" altLang="zh-CN" sz="1100" b="1" dirty="0" err="1">
                <a:solidFill>
                  <a:srgbClr val="000000"/>
                </a:solidFill>
                <a:effectLst/>
                <a:latin typeface="+mn-ea"/>
              </a:rPr>
              <a:t>document.createElement</a:t>
            </a:r>
            <a:r>
              <a:rPr lang="en-US" altLang="zh-CN" sz="1100" b="1" dirty="0">
                <a:solidFill>
                  <a:srgbClr val="000000"/>
                </a:solidFill>
                <a:effectLst/>
                <a:latin typeface="+mn-ea"/>
              </a:rPr>
              <a:t>(</a:t>
            </a:r>
            <a:r>
              <a:rPr lang="en-US" altLang="zh-CN" sz="1100" b="1" dirty="0">
                <a:solidFill>
                  <a:srgbClr val="A31515"/>
                </a:solidFill>
                <a:effectLst/>
                <a:latin typeface="+mn-ea"/>
              </a:rPr>
              <a:t>"tr"</a:t>
            </a:r>
            <a:r>
              <a:rPr lang="en-US" altLang="zh-CN" sz="1100" b="1" dirty="0">
                <a:solidFill>
                  <a:srgbClr val="000000"/>
                </a:solidFill>
                <a:effectLst/>
                <a:latin typeface="+mn-ea"/>
              </a:rPr>
              <a:t>);</a:t>
            </a:r>
          </a:p>
          <a:p>
            <a:r>
              <a:rPr lang="en-US" altLang="zh-CN" sz="1100" b="1" dirty="0">
                <a:solidFill>
                  <a:srgbClr val="000000"/>
                </a:solidFill>
                <a:effectLst/>
                <a:latin typeface="+mn-ea"/>
              </a:rPr>
              <a:t>                      </a:t>
            </a:r>
            <a:r>
              <a:rPr lang="en-US" altLang="zh-CN" sz="1100" b="1" dirty="0" err="1">
                <a:solidFill>
                  <a:srgbClr val="000000"/>
                </a:solidFill>
                <a:effectLst/>
                <a:latin typeface="+mn-ea"/>
              </a:rPr>
              <a:t>row.innerHTML</a:t>
            </a:r>
            <a:r>
              <a:rPr lang="en-US" altLang="zh-CN" sz="1100" b="1" dirty="0">
                <a:solidFill>
                  <a:srgbClr val="000000"/>
                </a:solidFill>
                <a:effectLst/>
                <a:latin typeface="+mn-ea"/>
              </a:rPr>
              <a:t> = </a:t>
            </a:r>
            <a:r>
              <a:rPr lang="en-US" altLang="zh-CN" sz="1100" b="1" dirty="0">
                <a:solidFill>
                  <a:srgbClr val="A31515"/>
                </a:solidFill>
                <a:effectLst/>
                <a:latin typeface="+mn-ea"/>
              </a:rPr>
              <a:t>`</a:t>
            </a:r>
            <a:endParaRPr lang="en-US" altLang="zh-CN" sz="1100" b="1" dirty="0">
              <a:solidFill>
                <a:srgbClr val="000000"/>
              </a:solidFill>
              <a:effectLst/>
              <a:latin typeface="+mn-ea"/>
            </a:endParaRPr>
          </a:p>
          <a:p>
            <a:r>
              <a:rPr lang="en-US" altLang="zh-CN" sz="1100" b="1" dirty="0">
                <a:solidFill>
                  <a:srgbClr val="A31515"/>
                </a:solidFill>
                <a:effectLst/>
                <a:latin typeface="+mn-ea"/>
              </a:rPr>
              <a:t>                            &lt;td&gt;</a:t>
            </a:r>
            <a:r>
              <a:rPr lang="en-US" altLang="zh-CN" sz="1100" b="1" dirty="0">
                <a:solidFill>
                  <a:srgbClr val="0000FF"/>
                </a:solidFill>
                <a:effectLst/>
                <a:latin typeface="+mn-ea"/>
              </a:rPr>
              <a:t>${</a:t>
            </a:r>
            <a:r>
              <a:rPr lang="en-US" altLang="zh-CN" sz="1100" b="1" dirty="0">
                <a:solidFill>
                  <a:srgbClr val="000000"/>
                </a:solidFill>
                <a:effectLst/>
                <a:latin typeface="+mn-ea"/>
              </a:rPr>
              <a:t>user.id</a:t>
            </a:r>
            <a:r>
              <a:rPr lang="en-US" altLang="zh-CN" sz="1100" b="1" dirty="0">
                <a:solidFill>
                  <a:srgbClr val="0000FF"/>
                </a:solidFill>
                <a:effectLst/>
                <a:latin typeface="+mn-ea"/>
              </a:rPr>
              <a:t>}</a:t>
            </a:r>
            <a:r>
              <a:rPr lang="en-US" altLang="zh-CN" sz="1100" b="1" dirty="0">
                <a:solidFill>
                  <a:srgbClr val="A31515"/>
                </a:solidFill>
                <a:effectLst/>
                <a:latin typeface="+mn-ea"/>
              </a:rPr>
              <a:t>&lt;/td&gt;</a:t>
            </a:r>
            <a:endParaRPr lang="en-US" altLang="zh-CN" sz="1100" b="1" dirty="0">
              <a:solidFill>
                <a:srgbClr val="000000"/>
              </a:solidFill>
              <a:effectLst/>
              <a:latin typeface="+mn-ea"/>
            </a:endParaRPr>
          </a:p>
          <a:p>
            <a:r>
              <a:rPr lang="en-US" altLang="zh-CN" sz="1100" b="1" dirty="0">
                <a:solidFill>
                  <a:srgbClr val="A31515"/>
                </a:solidFill>
                <a:effectLst/>
                <a:latin typeface="+mn-ea"/>
              </a:rPr>
              <a:t>                            &lt;td&gt;</a:t>
            </a:r>
            <a:r>
              <a:rPr lang="en-US" altLang="zh-CN" sz="1100" b="1" dirty="0">
                <a:solidFill>
                  <a:srgbClr val="0000FF"/>
                </a:solidFill>
                <a:effectLst/>
                <a:latin typeface="+mn-ea"/>
              </a:rPr>
              <a:t>${</a:t>
            </a:r>
            <a:r>
              <a:rPr lang="en-US" altLang="zh-CN" sz="1100" b="1" dirty="0" err="1">
                <a:solidFill>
                  <a:srgbClr val="000000"/>
                </a:solidFill>
                <a:effectLst/>
                <a:latin typeface="+mn-ea"/>
              </a:rPr>
              <a:t>user.username</a:t>
            </a:r>
            <a:r>
              <a:rPr lang="en-US" altLang="zh-CN" sz="1100" b="1" dirty="0">
                <a:solidFill>
                  <a:srgbClr val="0000FF"/>
                </a:solidFill>
                <a:effectLst/>
                <a:latin typeface="+mn-ea"/>
              </a:rPr>
              <a:t>}</a:t>
            </a:r>
            <a:r>
              <a:rPr lang="en-US" altLang="zh-CN" sz="1100" b="1" dirty="0">
                <a:solidFill>
                  <a:srgbClr val="A31515"/>
                </a:solidFill>
                <a:effectLst/>
                <a:latin typeface="+mn-ea"/>
              </a:rPr>
              <a:t>&lt;/td&gt;</a:t>
            </a:r>
            <a:endParaRPr lang="en-US" altLang="zh-CN" sz="1100" b="1" dirty="0">
              <a:solidFill>
                <a:srgbClr val="000000"/>
              </a:solidFill>
              <a:effectLst/>
              <a:latin typeface="+mn-ea"/>
            </a:endParaRPr>
          </a:p>
          <a:p>
            <a:r>
              <a:rPr lang="en-US" altLang="zh-CN" sz="1100" b="1" dirty="0">
                <a:solidFill>
                  <a:srgbClr val="A31515"/>
                </a:solidFill>
                <a:effectLst/>
                <a:latin typeface="+mn-ea"/>
              </a:rPr>
              <a:t>                      &lt;td&gt;</a:t>
            </a:r>
            <a:r>
              <a:rPr lang="en-US" altLang="zh-CN" sz="1100" b="1" dirty="0">
                <a:solidFill>
                  <a:srgbClr val="0000FF"/>
                </a:solidFill>
                <a:effectLst/>
                <a:latin typeface="+mn-ea"/>
              </a:rPr>
              <a:t>${</a:t>
            </a:r>
            <a:r>
              <a:rPr lang="en-US" altLang="zh-CN" sz="1100" b="1" dirty="0" err="1">
                <a:solidFill>
                  <a:srgbClr val="000000"/>
                </a:solidFill>
                <a:effectLst/>
                <a:latin typeface="+mn-ea"/>
              </a:rPr>
              <a:t>user.age</a:t>
            </a:r>
            <a:r>
              <a:rPr lang="en-US" altLang="zh-CN" sz="1100" b="1" dirty="0">
                <a:solidFill>
                  <a:srgbClr val="0000FF"/>
                </a:solidFill>
                <a:effectLst/>
                <a:latin typeface="+mn-ea"/>
              </a:rPr>
              <a:t>}</a:t>
            </a:r>
            <a:r>
              <a:rPr lang="en-US" altLang="zh-CN" sz="1100" b="1" dirty="0">
                <a:solidFill>
                  <a:srgbClr val="A31515"/>
                </a:solidFill>
                <a:effectLst/>
                <a:latin typeface="+mn-ea"/>
              </a:rPr>
              <a:t>&lt;/td&gt;</a:t>
            </a:r>
            <a:endParaRPr lang="en-US" altLang="zh-CN" sz="1100" b="1" dirty="0">
              <a:solidFill>
                <a:srgbClr val="000000"/>
              </a:solidFill>
              <a:effectLst/>
              <a:latin typeface="+mn-ea"/>
            </a:endParaRPr>
          </a:p>
          <a:p>
            <a:r>
              <a:rPr lang="en-US" altLang="zh-CN" sz="1100" b="1" dirty="0">
                <a:solidFill>
                  <a:srgbClr val="A31515"/>
                </a:solidFill>
                <a:effectLst/>
                <a:latin typeface="+mn-ea"/>
              </a:rPr>
              <a:t>                      &lt;td&gt;</a:t>
            </a:r>
            <a:r>
              <a:rPr lang="en-US" altLang="zh-CN" sz="1100" b="1" dirty="0">
                <a:solidFill>
                  <a:srgbClr val="0000FF"/>
                </a:solidFill>
                <a:effectLst/>
                <a:latin typeface="+mn-ea"/>
              </a:rPr>
              <a:t>${</a:t>
            </a:r>
            <a:r>
              <a:rPr lang="en-US" altLang="zh-CN" sz="1100" b="1" dirty="0" err="1">
                <a:solidFill>
                  <a:srgbClr val="000000"/>
                </a:solidFill>
                <a:effectLst/>
                <a:latin typeface="+mn-ea"/>
              </a:rPr>
              <a:t>user.email</a:t>
            </a:r>
            <a:r>
              <a:rPr lang="en-US" altLang="zh-CN" sz="1100" b="1" dirty="0">
                <a:solidFill>
                  <a:srgbClr val="0000FF"/>
                </a:solidFill>
                <a:effectLst/>
                <a:latin typeface="+mn-ea"/>
              </a:rPr>
              <a:t>}</a:t>
            </a:r>
            <a:r>
              <a:rPr lang="en-US" altLang="zh-CN" sz="1100" b="1" dirty="0">
                <a:solidFill>
                  <a:srgbClr val="A31515"/>
                </a:solidFill>
                <a:effectLst/>
                <a:latin typeface="+mn-ea"/>
              </a:rPr>
              <a:t>&lt;/td&gt;</a:t>
            </a:r>
            <a:endParaRPr lang="en-US" altLang="zh-CN" sz="1100" b="1" dirty="0">
              <a:solidFill>
                <a:srgbClr val="000000"/>
              </a:solidFill>
              <a:effectLst/>
              <a:latin typeface="+mn-ea"/>
            </a:endParaRPr>
          </a:p>
          <a:p>
            <a:r>
              <a:rPr lang="en-US" altLang="zh-CN" sz="1100" b="1" dirty="0">
                <a:solidFill>
                  <a:srgbClr val="A31515"/>
                </a:solidFill>
                <a:effectLst/>
                <a:latin typeface="+mn-ea"/>
              </a:rPr>
              <a:t>                      &lt;td&gt;</a:t>
            </a:r>
            <a:endParaRPr lang="en-US" altLang="zh-CN" sz="1100" b="1" dirty="0">
              <a:solidFill>
                <a:srgbClr val="000000"/>
              </a:solidFill>
              <a:effectLst/>
              <a:latin typeface="+mn-ea"/>
            </a:endParaRPr>
          </a:p>
          <a:p>
            <a:r>
              <a:rPr lang="en-US" altLang="zh-CN" sz="1100" b="1" dirty="0">
                <a:solidFill>
                  <a:srgbClr val="A31515"/>
                </a:solidFill>
                <a:effectLst/>
                <a:latin typeface="+mn-ea"/>
              </a:rPr>
              <a:t>                           &lt;a </a:t>
            </a:r>
            <a:r>
              <a:rPr lang="en-US" altLang="zh-CN" sz="1100" b="1" dirty="0" err="1">
                <a:solidFill>
                  <a:srgbClr val="A31515"/>
                </a:solidFill>
                <a:effectLst/>
                <a:latin typeface="+mn-ea"/>
              </a:rPr>
              <a:t>href</a:t>
            </a:r>
            <a:r>
              <a:rPr lang="en-US" altLang="zh-CN" sz="1100" b="1" dirty="0">
                <a:solidFill>
                  <a:srgbClr val="A31515"/>
                </a:solidFill>
                <a:effectLst/>
                <a:latin typeface="+mn-ea"/>
              </a:rPr>
              <a:t>="</a:t>
            </a:r>
            <a:r>
              <a:rPr lang="en-US" altLang="zh-CN" sz="1100" b="1" dirty="0" err="1">
                <a:solidFill>
                  <a:srgbClr val="A31515"/>
                </a:solidFill>
                <a:effectLst/>
                <a:latin typeface="+mn-ea"/>
              </a:rPr>
              <a:t>edit?id</a:t>
            </a:r>
            <a:r>
              <a:rPr lang="en-US" altLang="zh-CN" sz="1100" b="1" dirty="0">
                <a:solidFill>
                  <a:srgbClr val="A31515"/>
                </a:solidFill>
                <a:effectLst/>
                <a:latin typeface="+mn-ea"/>
              </a:rPr>
              <a:t>=</a:t>
            </a:r>
            <a:r>
              <a:rPr lang="en-US" altLang="zh-CN" sz="1100" b="1" dirty="0">
                <a:solidFill>
                  <a:srgbClr val="0000FF"/>
                </a:solidFill>
                <a:effectLst/>
                <a:latin typeface="+mn-ea"/>
              </a:rPr>
              <a:t>${</a:t>
            </a:r>
            <a:r>
              <a:rPr lang="en-US" altLang="zh-CN" sz="1100" b="1" dirty="0">
                <a:solidFill>
                  <a:srgbClr val="000000"/>
                </a:solidFill>
                <a:effectLst/>
                <a:latin typeface="+mn-ea"/>
              </a:rPr>
              <a:t>user.id</a:t>
            </a:r>
            <a:r>
              <a:rPr lang="en-US" altLang="zh-CN" sz="1100" b="1" dirty="0">
                <a:solidFill>
                  <a:srgbClr val="0000FF"/>
                </a:solidFill>
                <a:effectLst/>
                <a:latin typeface="+mn-ea"/>
              </a:rPr>
              <a:t>}</a:t>
            </a:r>
            <a:r>
              <a:rPr lang="en-US" altLang="zh-CN" sz="1100" b="1" dirty="0">
                <a:solidFill>
                  <a:srgbClr val="A31515"/>
                </a:solidFill>
                <a:effectLst/>
                <a:latin typeface="+mn-ea"/>
              </a:rPr>
              <a:t>"&gt;</a:t>
            </a:r>
            <a:r>
              <a:rPr lang="zh-CN" altLang="en-US" sz="1100" b="1" dirty="0">
                <a:solidFill>
                  <a:srgbClr val="A31515"/>
                </a:solidFill>
                <a:effectLst/>
                <a:latin typeface="+mn-ea"/>
              </a:rPr>
              <a:t>编辑</a:t>
            </a:r>
            <a:r>
              <a:rPr lang="en-US" altLang="zh-CN" sz="1100" b="1" dirty="0">
                <a:solidFill>
                  <a:srgbClr val="A31515"/>
                </a:solidFill>
                <a:effectLst/>
                <a:latin typeface="+mn-ea"/>
              </a:rPr>
              <a:t>&lt;/a&gt;</a:t>
            </a:r>
            <a:endParaRPr lang="en-US" altLang="zh-CN" sz="1100" b="1" dirty="0">
              <a:solidFill>
                <a:srgbClr val="000000"/>
              </a:solidFill>
              <a:effectLst/>
              <a:latin typeface="+mn-ea"/>
            </a:endParaRPr>
          </a:p>
          <a:p>
            <a:r>
              <a:rPr lang="en-US" altLang="zh-CN" sz="1100" b="1" dirty="0">
                <a:solidFill>
                  <a:srgbClr val="A31515"/>
                </a:solidFill>
                <a:effectLst/>
                <a:latin typeface="+mn-ea"/>
              </a:rPr>
              <a:t>                           &lt;a </a:t>
            </a:r>
            <a:r>
              <a:rPr lang="en-US" altLang="zh-CN" sz="1100" b="1" dirty="0" err="1">
                <a:solidFill>
                  <a:srgbClr val="A31515"/>
                </a:solidFill>
                <a:effectLst/>
                <a:latin typeface="+mn-ea"/>
              </a:rPr>
              <a:t>href</a:t>
            </a:r>
            <a:r>
              <a:rPr lang="en-US" altLang="zh-CN" sz="1100" b="1" dirty="0">
                <a:solidFill>
                  <a:srgbClr val="A31515"/>
                </a:solidFill>
                <a:effectLst/>
                <a:latin typeface="+mn-ea"/>
              </a:rPr>
              <a:t>="</a:t>
            </a:r>
            <a:r>
              <a:rPr lang="en-US" altLang="zh-CN" sz="1100" b="1" dirty="0" err="1">
                <a:solidFill>
                  <a:srgbClr val="A31515"/>
                </a:solidFill>
                <a:effectLst/>
                <a:latin typeface="+mn-ea"/>
              </a:rPr>
              <a:t>delete?id</a:t>
            </a:r>
            <a:r>
              <a:rPr lang="en-US" altLang="zh-CN" sz="1100" b="1" dirty="0">
                <a:solidFill>
                  <a:srgbClr val="A31515"/>
                </a:solidFill>
                <a:effectLst/>
                <a:latin typeface="+mn-ea"/>
              </a:rPr>
              <a:t>=</a:t>
            </a:r>
            <a:r>
              <a:rPr lang="en-US" altLang="zh-CN" sz="1100" b="1" dirty="0">
                <a:solidFill>
                  <a:srgbClr val="0000FF"/>
                </a:solidFill>
                <a:effectLst/>
                <a:latin typeface="+mn-ea"/>
              </a:rPr>
              <a:t>${</a:t>
            </a:r>
            <a:r>
              <a:rPr lang="en-US" altLang="zh-CN" sz="1100" b="1" dirty="0">
                <a:solidFill>
                  <a:srgbClr val="000000"/>
                </a:solidFill>
                <a:effectLst/>
                <a:latin typeface="+mn-ea"/>
              </a:rPr>
              <a:t>user.id</a:t>
            </a:r>
            <a:r>
              <a:rPr lang="en-US" altLang="zh-CN" sz="1100" b="1" dirty="0">
                <a:solidFill>
                  <a:srgbClr val="0000FF"/>
                </a:solidFill>
                <a:effectLst/>
                <a:latin typeface="+mn-ea"/>
              </a:rPr>
              <a:t>}</a:t>
            </a:r>
            <a:r>
              <a:rPr lang="en-US" altLang="zh-CN" sz="1100" b="1" dirty="0">
                <a:solidFill>
                  <a:srgbClr val="A31515"/>
                </a:solidFill>
                <a:effectLst/>
                <a:latin typeface="+mn-ea"/>
              </a:rPr>
              <a:t>"&gt;</a:t>
            </a:r>
            <a:r>
              <a:rPr lang="zh-CN" altLang="en-US" sz="1100" b="1" dirty="0">
                <a:solidFill>
                  <a:srgbClr val="A31515"/>
                </a:solidFill>
                <a:effectLst/>
                <a:latin typeface="+mn-ea"/>
              </a:rPr>
              <a:t>删除</a:t>
            </a:r>
            <a:r>
              <a:rPr lang="en-US" altLang="zh-CN" sz="1100" b="1" dirty="0">
                <a:solidFill>
                  <a:srgbClr val="A31515"/>
                </a:solidFill>
                <a:effectLst/>
                <a:latin typeface="+mn-ea"/>
              </a:rPr>
              <a:t>&lt;/a&gt;</a:t>
            </a:r>
            <a:endParaRPr lang="en-US" altLang="zh-CN" sz="1100" b="1" dirty="0">
              <a:solidFill>
                <a:srgbClr val="000000"/>
              </a:solidFill>
              <a:effectLst/>
              <a:latin typeface="+mn-ea"/>
            </a:endParaRPr>
          </a:p>
          <a:p>
            <a:r>
              <a:rPr lang="en-US" altLang="zh-CN" sz="1100" b="1" dirty="0">
                <a:solidFill>
                  <a:srgbClr val="A31515"/>
                </a:solidFill>
                <a:effectLst/>
                <a:latin typeface="+mn-ea"/>
              </a:rPr>
              <a:t>                      &lt;/td&gt;`</a:t>
            </a:r>
            <a:r>
              <a:rPr lang="en-US" altLang="zh-CN" sz="1100" b="1" dirty="0">
                <a:solidFill>
                  <a:srgbClr val="000000"/>
                </a:solidFill>
                <a:effectLst/>
                <a:latin typeface="+mn-ea"/>
              </a:rPr>
              <a:t>;</a:t>
            </a:r>
          </a:p>
          <a:p>
            <a:r>
              <a:rPr lang="en-US" altLang="zh-CN" sz="1100" b="1" dirty="0">
                <a:solidFill>
                  <a:srgbClr val="000000"/>
                </a:solidFill>
                <a:effectLst/>
                <a:latin typeface="+mn-ea"/>
              </a:rPr>
              <a:t>                      </a:t>
            </a:r>
            <a:r>
              <a:rPr lang="en-US" altLang="zh-CN" sz="1100" b="1" dirty="0" err="1">
                <a:solidFill>
                  <a:srgbClr val="000000"/>
                </a:solidFill>
                <a:effectLst/>
                <a:latin typeface="+mn-ea"/>
              </a:rPr>
              <a:t>tableBody.appendChild</a:t>
            </a:r>
            <a:r>
              <a:rPr lang="en-US" altLang="zh-CN" sz="1100" b="1" dirty="0">
                <a:solidFill>
                  <a:srgbClr val="000000"/>
                </a:solidFill>
                <a:effectLst/>
                <a:latin typeface="+mn-ea"/>
              </a:rPr>
              <a:t>(row);</a:t>
            </a:r>
          </a:p>
          <a:p>
            <a:r>
              <a:rPr lang="en-US" altLang="zh-CN" sz="1100" b="1" dirty="0">
                <a:solidFill>
                  <a:srgbClr val="000000"/>
                </a:solidFill>
                <a:effectLst/>
                <a:latin typeface="+mn-ea"/>
              </a:rPr>
              <a:t>               });</a:t>
            </a:r>
          </a:p>
          <a:p>
            <a:r>
              <a:rPr lang="en-US" altLang="zh-CN" sz="1100" b="1" dirty="0">
                <a:solidFill>
                  <a:srgbClr val="000000"/>
                </a:solidFill>
                <a:effectLst/>
                <a:latin typeface="+mn-ea"/>
              </a:rPr>
              <a:t>           })</a:t>
            </a:r>
          </a:p>
          <a:p>
            <a:r>
              <a:rPr lang="en-US" altLang="zh-CN" sz="1100" b="1" dirty="0">
                <a:solidFill>
                  <a:srgbClr val="000000"/>
                </a:solidFill>
                <a:effectLst/>
                <a:latin typeface="+mn-ea"/>
              </a:rPr>
              <a:t>           .catch(</a:t>
            </a:r>
            <a:r>
              <a:rPr lang="en-US" altLang="zh-CN" sz="1100" b="1" dirty="0">
                <a:solidFill>
                  <a:srgbClr val="0000FF"/>
                </a:solidFill>
                <a:effectLst/>
                <a:latin typeface="+mn-ea"/>
              </a:rPr>
              <a:t>function</a:t>
            </a:r>
            <a:r>
              <a:rPr lang="en-US" altLang="zh-CN" sz="1100" b="1" dirty="0">
                <a:solidFill>
                  <a:srgbClr val="000000"/>
                </a:solidFill>
                <a:effectLst/>
                <a:latin typeface="+mn-ea"/>
              </a:rPr>
              <a:t> (error) {</a:t>
            </a:r>
          </a:p>
          <a:p>
            <a:r>
              <a:rPr lang="en-US" altLang="zh-CN" sz="1100" b="1" dirty="0">
                <a:solidFill>
                  <a:srgbClr val="000000"/>
                </a:solidFill>
                <a:effectLst/>
                <a:latin typeface="+mn-ea"/>
              </a:rPr>
              <a:t>               </a:t>
            </a:r>
            <a:r>
              <a:rPr lang="en-US" altLang="zh-CN" sz="1100" b="1" dirty="0" err="1">
                <a:solidFill>
                  <a:srgbClr val="000000"/>
                </a:solidFill>
                <a:effectLst/>
                <a:latin typeface="+mn-ea"/>
              </a:rPr>
              <a:t>console.error</a:t>
            </a:r>
            <a:r>
              <a:rPr lang="en-US" altLang="zh-CN" sz="1100" b="1" dirty="0">
                <a:solidFill>
                  <a:srgbClr val="000000"/>
                </a:solidFill>
                <a:effectLst/>
                <a:latin typeface="+mn-ea"/>
              </a:rPr>
              <a:t>(</a:t>
            </a:r>
            <a:r>
              <a:rPr lang="en-US" altLang="zh-CN" sz="1100" b="1" dirty="0">
                <a:solidFill>
                  <a:srgbClr val="A31515"/>
                </a:solidFill>
                <a:effectLst/>
                <a:latin typeface="+mn-ea"/>
              </a:rPr>
              <a:t>"Error fetching user list:"</a:t>
            </a:r>
            <a:r>
              <a:rPr lang="en-US" altLang="zh-CN" sz="1100" b="1" dirty="0">
                <a:solidFill>
                  <a:srgbClr val="000000"/>
                </a:solidFill>
                <a:effectLst/>
                <a:latin typeface="+mn-ea"/>
              </a:rPr>
              <a:t>, error);</a:t>
            </a:r>
          </a:p>
          <a:p>
            <a:r>
              <a:rPr lang="en-US" altLang="zh-CN" sz="1100" b="1" dirty="0">
                <a:solidFill>
                  <a:srgbClr val="000000"/>
                </a:solidFill>
                <a:effectLst/>
                <a:latin typeface="+mn-ea"/>
              </a:rPr>
              <a:t>           });</a:t>
            </a:r>
          </a:p>
          <a:p>
            <a:r>
              <a:rPr lang="en-US" altLang="zh-CN" sz="1100" b="1" dirty="0">
                <a:solidFill>
                  <a:srgbClr val="000000"/>
                </a:solidFill>
                <a:effectLst/>
                <a:latin typeface="+mn-ea"/>
              </a:rPr>
              <a:t>        };</a:t>
            </a:r>
          </a:p>
          <a:p>
            <a:r>
              <a:rPr lang="en-US" altLang="zh-CN" sz="1100" b="1" dirty="0">
                <a:solidFill>
                  <a:srgbClr val="000000"/>
                </a:solidFill>
                <a:effectLst/>
                <a:latin typeface="+mn-ea"/>
              </a:rPr>
              <a:t>        </a:t>
            </a:r>
            <a:r>
              <a:rPr lang="en-US" altLang="zh-CN" sz="1100" b="1" dirty="0">
                <a:solidFill>
                  <a:srgbClr val="008000"/>
                </a:solidFill>
                <a:effectLst/>
                <a:latin typeface="+mn-ea"/>
              </a:rPr>
              <a:t>// </a:t>
            </a:r>
            <a:r>
              <a:rPr lang="zh-CN" altLang="en-US" sz="1100" b="1" dirty="0">
                <a:solidFill>
                  <a:srgbClr val="008000"/>
                </a:solidFill>
                <a:effectLst/>
                <a:latin typeface="+mn-ea"/>
              </a:rPr>
              <a:t>调用接口获取用户列表函数</a:t>
            </a:r>
            <a:endParaRPr lang="zh-CN" altLang="en-US" sz="1100" b="1" dirty="0">
              <a:solidFill>
                <a:srgbClr val="000000"/>
              </a:solidFill>
              <a:effectLst/>
              <a:latin typeface="+mn-ea"/>
            </a:endParaRPr>
          </a:p>
          <a:p>
            <a:r>
              <a:rPr lang="zh-CN" altLang="en-US" sz="1100" b="1" dirty="0">
                <a:solidFill>
                  <a:srgbClr val="000000"/>
                </a:solidFill>
                <a:effectLst/>
                <a:latin typeface="+mn-ea"/>
              </a:rPr>
              <a:t>        </a:t>
            </a:r>
            <a:r>
              <a:rPr lang="en-US" altLang="zh-CN" sz="1100" b="1" dirty="0" err="1">
                <a:solidFill>
                  <a:srgbClr val="000000"/>
                </a:solidFill>
                <a:effectLst/>
                <a:latin typeface="+mn-ea"/>
              </a:rPr>
              <a:t>getUserList</a:t>
            </a:r>
            <a:r>
              <a:rPr lang="en-US" altLang="zh-CN" sz="1100" b="1" dirty="0">
                <a:solidFill>
                  <a:srgbClr val="000000"/>
                </a:solidFill>
                <a:effectLst/>
                <a:latin typeface="+mn-ea"/>
              </a:rPr>
              <a:t>();</a:t>
            </a:r>
          </a:p>
        </p:txBody>
      </p:sp>
      <p:sp>
        <p:nvSpPr>
          <p:cNvPr id="3" name="对话气泡: 矩形 2">
            <a:extLst>
              <a:ext uri="{FF2B5EF4-FFF2-40B4-BE49-F238E27FC236}">
                <a16:creationId xmlns:a16="http://schemas.microsoft.com/office/drawing/2014/main" id="{91C844C0-F5B0-4143-9265-DF47F1F30907}"/>
              </a:ext>
            </a:extLst>
          </p:cNvPr>
          <p:cNvSpPr/>
          <p:nvPr/>
        </p:nvSpPr>
        <p:spPr>
          <a:xfrm>
            <a:off x="9536509" y="1486566"/>
            <a:ext cx="1568003" cy="949766"/>
          </a:xfrm>
          <a:prstGeom prst="wedgeRectCallout">
            <a:avLst>
              <a:gd name="adj1" fmla="val -37095"/>
              <a:gd name="adj2" fmla="val 1056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修改和删除</a:t>
            </a:r>
            <a:endParaRPr lang="en-US" altLang="zh-CN" dirty="0"/>
          </a:p>
          <a:p>
            <a:pPr algn="ctr"/>
            <a:r>
              <a:rPr lang="zh-CN" altLang="en-US" dirty="0"/>
              <a:t>需要在</a:t>
            </a:r>
            <a:r>
              <a:rPr lang="en-US" altLang="zh-CN" dirty="0"/>
              <a:t>URL</a:t>
            </a:r>
            <a:r>
              <a:rPr lang="zh-CN" altLang="en-US" dirty="0"/>
              <a:t>中携带用户的</a:t>
            </a:r>
            <a:r>
              <a:rPr lang="en-US" altLang="zh-CN" dirty="0"/>
              <a:t>id</a:t>
            </a:r>
            <a:endParaRPr lang="zh-CN" altLang="en-US" dirty="0"/>
          </a:p>
        </p:txBody>
      </p:sp>
    </p:spTree>
    <p:extLst>
      <p:ext uri="{BB962C8B-B14F-4D97-AF65-F5344CB8AC3E}">
        <p14:creationId xmlns:p14="http://schemas.microsoft.com/office/powerpoint/2010/main" val="10997942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实例</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a:lnSpc>
                <a:spcPct val="150000"/>
              </a:lnSpc>
            </a:pPr>
            <a:r>
              <a:rPr lang="en-US" altLang="zh-CN" sz="2000" b="1" dirty="0">
                <a:latin typeface="+mn-ea"/>
                <a:ea typeface="+mn-ea"/>
              </a:rPr>
              <a:t>4</a:t>
            </a:r>
            <a:r>
              <a:rPr lang="zh-CN" altLang="en-US" sz="2000" b="1" dirty="0">
                <a:latin typeface="+mn-ea"/>
                <a:ea typeface="+mn-ea"/>
              </a:rPr>
              <a:t>、实现用户增删查改</a:t>
            </a:r>
            <a:r>
              <a:rPr lang="en-US" altLang="zh-CN" sz="2000" b="1" dirty="0">
                <a:latin typeface="+mn-ea"/>
                <a:ea typeface="+mn-ea"/>
              </a:rPr>
              <a:t>--&gt;</a:t>
            </a:r>
            <a:r>
              <a:rPr lang="zh-CN" altLang="en-US" sz="2000" b="1" dirty="0">
                <a:latin typeface="+mn-ea"/>
                <a:ea typeface="+mn-ea"/>
              </a:rPr>
              <a:t>实现接口</a:t>
            </a:r>
            <a:endParaRPr lang="en-US" altLang="zh-CN" sz="2000" b="1" dirty="0">
              <a:latin typeface="+mn-ea"/>
              <a:ea typeface="+mn-ea"/>
            </a:endParaRPr>
          </a:p>
        </p:txBody>
      </p:sp>
      <p:sp>
        <p:nvSpPr>
          <p:cNvPr id="7" name="文本框 6">
            <a:extLst>
              <a:ext uri="{FF2B5EF4-FFF2-40B4-BE49-F238E27FC236}">
                <a16:creationId xmlns:a16="http://schemas.microsoft.com/office/drawing/2014/main" id="{DEBD206D-5EFA-432C-A302-AD6DA8F6C5CB}"/>
              </a:ext>
            </a:extLst>
          </p:cNvPr>
          <p:cNvSpPr txBox="1"/>
          <p:nvPr/>
        </p:nvSpPr>
        <p:spPr>
          <a:xfrm>
            <a:off x="823541" y="2537765"/>
            <a:ext cx="9145016" cy="304698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600" b="1" dirty="0">
                <a:solidFill>
                  <a:srgbClr val="008000"/>
                </a:solidFill>
                <a:effectLst/>
                <a:latin typeface="+mn-ea"/>
              </a:rPr>
              <a:t># </a:t>
            </a:r>
            <a:r>
              <a:rPr lang="zh-CN" altLang="en-US" sz="1600" b="1" dirty="0">
                <a:solidFill>
                  <a:srgbClr val="008000"/>
                </a:solidFill>
                <a:effectLst/>
                <a:latin typeface="+mn-ea"/>
              </a:rPr>
              <a:t>增删查改指定用户</a:t>
            </a:r>
            <a:endParaRPr lang="en-US" altLang="zh-CN" sz="1600" b="1" dirty="0">
              <a:solidFill>
                <a:srgbClr val="000000"/>
              </a:solidFill>
              <a:effectLst/>
              <a:latin typeface="+mn-ea"/>
            </a:endParaRPr>
          </a:p>
          <a:p>
            <a:r>
              <a:rPr lang="en-US" altLang="zh-CN" sz="1600" b="1" dirty="0">
                <a:solidFill>
                  <a:srgbClr val="000000"/>
                </a:solidFill>
                <a:effectLst/>
                <a:latin typeface="+mn-ea"/>
              </a:rPr>
              <a:t>@app.route(</a:t>
            </a:r>
            <a:r>
              <a:rPr lang="en-US" altLang="zh-CN" sz="1600" b="1" dirty="0">
                <a:solidFill>
                  <a:srgbClr val="A31515"/>
                </a:solidFill>
                <a:effectLst/>
                <a:latin typeface="+mn-ea"/>
              </a:rPr>
              <a:t>'/api/v1.0/user/&lt;int:id&gt;'</a:t>
            </a:r>
            <a:r>
              <a:rPr lang="en-US" altLang="zh-CN" sz="1600" b="1" dirty="0">
                <a:solidFill>
                  <a:srgbClr val="000000"/>
                </a:solidFill>
                <a:effectLst/>
                <a:latin typeface="+mn-ea"/>
              </a:rPr>
              <a:t>,methods=[</a:t>
            </a:r>
            <a:r>
              <a:rPr lang="en-US" altLang="zh-CN" sz="1600" b="1" dirty="0">
                <a:solidFill>
                  <a:srgbClr val="A31515"/>
                </a:solidFill>
                <a:effectLst/>
                <a:latin typeface="+mn-ea"/>
              </a:rPr>
              <a:t>'GET'</a:t>
            </a:r>
            <a:r>
              <a:rPr lang="en-US" altLang="zh-CN" sz="1600" b="1" dirty="0">
                <a:solidFill>
                  <a:srgbClr val="000000"/>
                </a:solidFill>
                <a:effectLst/>
                <a:latin typeface="+mn-ea"/>
              </a:rPr>
              <a:t>,</a:t>
            </a:r>
            <a:r>
              <a:rPr lang="en-US" altLang="zh-CN" sz="1600" b="1" dirty="0">
                <a:solidFill>
                  <a:srgbClr val="A31515"/>
                </a:solidFill>
                <a:effectLst/>
                <a:latin typeface="+mn-ea"/>
              </a:rPr>
              <a:t>'POST'</a:t>
            </a:r>
            <a:r>
              <a:rPr lang="en-US" altLang="zh-CN" sz="1600" b="1" dirty="0">
                <a:solidFill>
                  <a:srgbClr val="000000"/>
                </a:solidFill>
                <a:effectLst/>
                <a:latin typeface="+mn-ea"/>
              </a:rPr>
              <a:t>,</a:t>
            </a:r>
            <a:r>
              <a:rPr lang="en-US" altLang="zh-CN" sz="1600" b="1" dirty="0">
                <a:solidFill>
                  <a:srgbClr val="A31515"/>
                </a:solidFill>
                <a:effectLst/>
                <a:latin typeface="+mn-ea"/>
              </a:rPr>
              <a:t>'PUT'</a:t>
            </a:r>
            <a:r>
              <a:rPr lang="en-US" altLang="zh-CN" sz="1600" b="1" dirty="0">
                <a:solidFill>
                  <a:srgbClr val="000000"/>
                </a:solidFill>
                <a:effectLst/>
                <a:latin typeface="+mn-ea"/>
              </a:rPr>
              <a:t>,</a:t>
            </a:r>
            <a:r>
              <a:rPr lang="en-US" altLang="zh-CN" sz="1600" b="1" dirty="0">
                <a:solidFill>
                  <a:srgbClr val="A31515"/>
                </a:solidFill>
                <a:effectLst/>
                <a:latin typeface="+mn-ea"/>
              </a:rPr>
              <a:t>'DELETE'</a:t>
            </a:r>
            <a:r>
              <a:rPr lang="en-US" altLang="zh-CN" sz="1600" b="1" dirty="0">
                <a:solidFill>
                  <a:srgbClr val="000000"/>
                </a:solidFill>
                <a:effectLst/>
                <a:latin typeface="+mn-ea"/>
              </a:rPr>
              <a:t>])</a:t>
            </a:r>
          </a:p>
          <a:p>
            <a:r>
              <a:rPr lang="en-US" altLang="zh-CN" sz="1600" b="1" dirty="0">
                <a:solidFill>
                  <a:srgbClr val="0000FF"/>
                </a:solidFill>
                <a:effectLst/>
                <a:latin typeface="+mn-ea"/>
              </a:rPr>
              <a:t>def</a:t>
            </a:r>
            <a:r>
              <a:rPr lang="en-US" altLang="zh-CN" sz="1600" b="1" dirty="0">
                <a:solidFill>
                  <a:srgbClr val="000000"/>
                </a:solidFill>
                <a:effectLst/>
                <a:latin typeface="+mn-ea"/>
              </a:rPr>
              <a:t> user(id):</a:t>
            </a:r>
          </a:p>
          <a:p>
            <a:r>
              <a:rPr lang="en-US" altLang="zh-CN" sz="1600" b="1" dirty="0">
                <a:solidFill>
                  <a:srgbClr val="000000"/>
                </a:solidFill>
                <a:effectLst/>
                <a:latin typeface="+mn-ea"/>
              </a:rPr>
              <a:t>    </a:t>
            </a:r>
            <a:r>
              <a:rPr lang="en-US" altLang="zh-CN" sz="1600" b="1" dirty="0">
                <a:solidFill>
                  <a:srgbClr val="0000FF"/>
                </a:solidFill>
                <a:effectLst/>
                <a:latin typeface="+mn-ea"/>
              </a:rPr>
              <a:t>if</a:t>
            </a:r>
            <a:r>
              <a:rPr lang="en-US" altLang="zh-CN" sz="1600" b="1" dirty="0">
                <a:solidFill>
                  <a:srgbClr val="000000"/>
                </a:solidFill>
                <a:effectLst/>
                <a:latin typeface="+mn-ea"/>
              </a:rPr>
              <a:t> </a:t>
            </a:r>
            <a:r>
              <a:rPr lang="en-US" altLang="zh-CN" sz="1600" b="1" dirty="0">
                <a:solidFill>
                  <a:srgbClr val="A31515"/>
                </a:solidFill>
                <a:effectLst/>
                <a:latin typeface="+mn-ea"/>
              </a:rPr>
              <a:t>'username'</a:t>
            </a:r>
            <a:r>
              <a:rPr lang="en-US" altLang="zh-CN" sz="1600" b="1" dirty="0">
                <a:solidFill>
                  <a:srgbClr val="000000"/>
                </a:solidFill>
                <a:effectLst/>
                <a:latin typeface="+mn-ea"/>
              </a:rPr>
              <a:t> </a:t>
            </a:r>
            <a:r>
              <a:rPr lang="en-US" altLang="zh-CN" sz="1600" b="1" dirty="0">
                <a:solidFill>
                  <a:srgbClr val="0000FF"/>
                </a:solidFill>
                <a:effectLst/>
                <a:latin typeface="+mn-ea"/>
              </a:rPr>
              <a:t>in</a:t>
            </a:r>
            <a:r>
              <a:rPr lang="en-US" altLang="zh-CN" sz="1600" b="1" dirty="0">
                <a:solidFill>
                  <a:srgbClr val="000000"/>
                </a:solidFill>
                <a:effectLst/>
                <a:latin typeface="+mn-ea"/>
              </a:rPr>
              <a:t> session:</a:t>
            </a:r>
          </a:p>
          <a:p>
            <a:r>
              <a:rPr lang="en-US" altLang="zh-CN" sz="1600" b="1" dirty="0">
                <a:solidFill>
                  <a:srgbClr val="008000"/>
                </a:solidFill>
                <a:latin typeface="+mn-ea"/>
              </a:rPr>
              <a:t>        # </a:t>
            </a:r>
            <a:r>
              <a:rPr lang="zh-CN" altLang="en-US" sz="1600" b="1" dirty="0">
                <a:solidFill>
                  <a:srgbClr val="008000"/>
                </a:solidFill>
                <a:latin typeface="+mn-ea"/>
              </a:rPr>
              <a:t>这里编写增删查改逻辑</a:t>
            </a:r>
            <a:endParaRPr lang="en-US" altLang="zh-CN" sz="1600" b="1" dirty="0">
              <a:solidFill>
                <a:srgbClr val="008000"/>
              </a:solidFill>
              <a:latin typeface="+mn-ea"/>
            </a:endParaRPr>
          </a:p>
          <a:p>
            <a:r>
              <a:rPr lang="en-US" altLang="zh-CN" sz="1600" b="1" dirty="0">
                <a:solidFill>
                  <a:srgbClr val="008000"/>
                </a:solidFill>
                <a:latin typeface="+mn-ea"/>
              </a:rPr>
              <a:t>        pass</a:t>
            </a:r>
          </a:p>
          <a:p>
            <a:r>
              <a:rPr lang="en-US" altLang="zh-CN" sz="1600" b="1" dirty="0">
                <a:solidFill>
                  <a:srgbClr val="000000"/>
                </a:solidFill>
                <a:effectLst/>
                <a:latin typeface="+mn-ea"/>
              </a:rPr>
              <a:t>    </a:t>
            </a:r>
            <a:r>
              <a:rPr lang="en-US" altLang="zh-CN" sz="1600" b="1" dirty="0">
                <a:solidFill>
                  <a:srgbClr val="0000FF"/>
                </a:solidFill>
                <a:effectLst/>
                <a:latin typeface="+mn-ea"/>
              </a:rPr>
              <a:t>else</a:t>
            </a:r>
            <a:r>
              <a:rPr lang="en-US" altLang="zh-CN" sz="1600" b="1" dirty="0">
                <a:solidFill>
                  <a:srgbClr val="000000"/>
                </a:solidFill>
                <a:effectLst/>
                <a:latin typeface="+mn-ea"/>
              </a:rPr>
              <a:t>:</a:t>
            </a:r>
          </a:p>
          <a:p>
            <a:r>
              <a:rPr lang="en-US" altLang="zh-CN" sz="1600" b="1" dirty="0">
                <a:solidFill>
                  <a:srgbClr val="000000"/>
                </a:solidFill>
                <a:effectLst/>
                <a:latin typeface="+mn-ea"/>
              </a:rPr>
              <a:t>        </a:t>
            </a:r>
            <a:r>
              <a:rPr lang="en-US" altLang="zh-CN" sz="1600" b="1" dirty="0">
                <a:solidFill>
                  <a:srgbClr val="0000FF"/>
                </a:solidFill>
                <a:effectLst/>
                <a:latin typeface="+mn-ea"/>
              </a:rPr>
              <a:t>return</a:t>
            </a:r>
            <a:r>
              <a:rPr lang="en-US" altLang="zh-CN" sz="1600" b="1" dirty="0">
                <a:solidFill>
                  <a:srgbClr val="000000"/>
                </a:solidFill>
                <a:effectLst/>
                <a:latin typeface="+mn-ea"/>
              </a:rPr>
              <a:t> {</a:t>
            </a:r>
          </a:p>
          <a:p>
            <a:r>
              <a:rPr lang="en-US" altLang="zh-CN" sz="1600" b="1" dirty="0">
                <a:solidFill>
                  <a:srgbClr val="000000"/>
                </a:solidFill>
                <a:effectLst/>
                <a:latin typeface="+mn-ea"/>
              </a:rPr>
              <a:t>                    </a:t>
            </a:r>
            <a:r>
              <a:rPr lang="en-US" altLang="zh-CN" sz="1600" b="1" dirty="0">
                <a:solidFill>
                  <a:srgbClr val="A31515"/>
                </a:solidFill>
                <a:effectLst/>
                <a:latin typeface="+mn-ea"/>
              </a:rPr>
              <a:t>'code'</a:t>
            </a:r>
            <a:r>
              <a:rPr lang="en-US" altLang="zh-CN" sz="1600" b="1" dirty="0">
                <a:solidFill>
                  <a:srgbClr val="000000"/>
                </a:solidFill>
                <a:effectLst/>
                <a:latin typeface="+mn-ea"/>
              </a:rPr>
              <a:t>: </a:t>
            </a:r>
            <a:r>
              <a:rPr lang="en-US" altLang="zh-CN" sz="1600" b="1" dirty="0">
                <a:solidFill>
                  <a:srgbClr val="098658"/>
                </a:solidFill>
                <a:effectLst/>
                <a:latin typeface="+mn-ea"/>
              </a:rPr>
              <a:t>401</a:t>
            </a:r>
            <a:r>
              <a:rPr lang="en-US" altLang="zh-CN" sz="1600" b="1" dirty="0">
                <a:solidFill>
                  <a:srgbClr val="000000"/>
                </a:solidFill>
                <a:effectLst/>
                <a:latin typeface="+mn-ea"/>
              </a:rPr>
              <a:t>,</a:t>
            </a:r>
          </a:p>
          <a:p>
            <a:r>
              <a:rPr lang="en-US" altLang="zh-CN" sz="1600" b="1" dirty="0">
                <a:solidFill>
                  <a:srgbClr val="000000"/>
                </a:solidFill>
                <a:effectLst/>
                <a:latin typeface="+mn-ea"/>
              </a:rPr>
              <a:t>                    </a:t>
            </a:r>
            <a:r>
              <a:rPr lang="en-US" altLang="zh-CN" sz="1600" b="1" dirty="0">
                <a:solidFill>
                  <a:srgbClr val="A31515"/>
                </a:solidFill>
                <a:effectLst/>
                <a:latin typeface="+mn-ea"/>
              </a:rPr>
              <a:t>'message'</a:t>
            </a:r>
            <a:r>
              <a:rPr lang="en-US" altLang="zh-CN" sz="1600" b="1" dirty="0">
                <a:solidFill>
                  <a:srgbClr val="000000"/>
                </a:solidFill>
                <a:effectLst/>
                <a:latin typeface="+mn-ea"/>
              </a:rPr>
              <a:t>: </a:t>
            </a:r>
            <a:r>
              <a:rPr lang="en-US" altLang="zh-CN" sz="1600" b="1" dirty="0">
                <a:solidFill>
                  <a:srgbClr val="A31515"/>
                </a:solidFill>
                <a:effectLst/>
                <a:latin typeface="+mn-ea"/>
              </a:rPr>
              <a:t>'</a:t>
            </a:r>
            <a:r>
              <a:rPr lang="zh-CN" altLang="en-US" sz="1600" b="1" dirty="0">
                <a:solidFill>
                  <a:srgbClr val="A31515"/>
                </a:solidFill>
                <a:effectLst/>
                <a:latin typeface="+mn-ea"/>
              </a:rPr>
              <a:t>请先登录</a:t>
            </a:r>
            <a:r>
              <a:rPr lang="en-US" altLang="zh-CN" sz="1600" b="1" dirty="0">
                <a:solidFill>
                  <a:srgbClr val="A31515"/>
                </a:solidFill>
                <a:effectLst/>
                <a:latin typeface="+mn-ea"/>
              </a:rPr>
              <a:t>'</a:t>
            </a:r>
            <a:r>
              <a:rPr lang="en-US" altLang="zh-CN" sz="1600" b="1" dirty="0">
                <a:solidFill>
                  <a:srgbClr val="000000"/>
                </a:solidFill>
                <a:effectLst/>
                <a:latin typeface="+mn-ea"/>
              </a:rPr>
              <a:t>, </a:t>
            </a:r>
          </a:p>
          <a:p>
            <a:r>
              <a:rPr lang="en-US" altLang="zh-CN" sz="1600" b="1" dirty="0">
                <a:solidFill>
                  <a:srgbClr val="000000"/>
                </a:solidFill>
                <a:effectLst/>
                <a:latin typeface="+mn-ea"/>
              </a:rPr>
              <a:t>        }</a:t>
            </a:r>
          </a:p>
          <a:p>
            <a:endParaRPr lang="en-US" altLang="zh-CN" sz="1600" b="1" dirty="0">
              <a:solidFill>
                <a:srgbClr val="000000"/>
              </a:solidFill>
              <a:effectLst/>
              <a:latin typeface="+mn-ea"/>
            </a:endParaRPr>
          </a:p>
        </p:txBody>
      </p:sp>
    </p:spTree>
    <p:extLst>
      <p:ext uri="{BB962C8B-B14F-4D97-AF65-F5344CB8AC3E}">
        <p14:creationId xmlns:p14="http://schemas.microsoft.com/office/powerpoint/2010/main" val="30028243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4.2 </a:t>
            </a:r>
            <a:r>
              <a:rPr lang="zh-CN" altLang="en-US" b="1" dirty="0">
                <a:solidFill>
                  <a:srgbClr val="C00000"/>
                </a:solidFill>
                <a:latin typeface="黑体" panose="02010609060101010101" pitchFamily="49" charset="-122"/>
                <a:ea typeface="黑体" panose="02010609060101010101" pitchFamily="49" charset="-122"/>
              </a:rPr>
              <a:t>使用</a:t>
            </a:r>
            <a:r>
              <a:rPr lang="en-US" altLang="zh-CN" b="1" dirty="0">
                <a:solidFill>
                  <a:srgbClr val="C00000"/>
                </a:solidFill>
                <a:latin typeface="黑体" panose="02010609060101010101" pitchFamily="49" charset="-122"/>
                <a:ea typeface="黑体" panose="02010609060101010101" pitchFamily="49" charset="-122"/>
              </a:rPr>
              <a:t>AJAX</a:t>
            </a:r>
            <a:r>
              <a:rPr lang="zh-CN" altLang="en-US" b="1" dirty="0">
                <a:solidFill>
                  <a:srgbClr val="C00000"/>
                </a:solidFill>
                <a:latin typeface="黑体" panose="02010609060101010101" pitchFamily="49" charset="-122"/>
                <a:ea typeface="黑体" panose="02010609060101010101" pitchFamily="49" charset="-122"/>
              </a:rPr>
              <a:t>实现接口通讯</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实例</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a:lnSpc>
                <a:spcPct val="150000"/>
              </a:lnSpc>
            </a:pPr>
            <a:r>
              <a:rPr lang="en-US" altLang="zh-CN" sz="2000" b="1" dirty="0">
                <a:latin typeface="+mn-ea"/>
                <a:ea typeface="+mn-ea"/>
              </a:rPr>
              <a:t>4</a:t>
            </a:r>
            <a:r>
              <a:rPr lang="zh-CN" altLang="en-US" sz="2000" b="1" dirty="0">
                <a:latin typeface="+mn-ea"/>
                <a:ea typeface="+mn-ea"/>
              </a:rPr>
              <a:t>、实现用户增删查改</a:t>
            </a:r>
            <a:r>
              <a:rPr lang="en-US" altLang="zh-CN" sz="2000" b="1" dirty="0">
                <a:latin typeface="+mn-ea"/>
                <a:ea typeface="+mn-ea"/>
              </a:rPr>
              <a:t>--&gt;</a:t>
            </a:r>
            <a:r>
              <a:rPr lang="zh-CN" altLang="en-US" sz="2000" b="1" dirty="0">
                <a:latin typeface="+mn-ea"/>
                <a:ea typeface="+mn-ea"/>
              </a:rPr>
              <a:t>实现接口</a:t>
            </a:r>
            <a:endParaRPr lang="en-US" altLang="zh-CN" sz="2000" b="1" dirty="0">
              <a:latin typeface="+mn-ea"/>
              <a:ea typeface="+mn-ea"/>
            </a:endParaRPr>
          </a:p>
        </p:txBody>
      </p:sp>
      <p:sp>
        <p:nvSpPr>
          <p:cNvPr id="7" name="文本框 6">
            <a:extLst>
              <a:ext uri="{FF2B5EF4-FFF2-40B4-BE49-F238E27FC236}">
                <a16:creationId xmlns:a16="http://schemas.microsoft.com/office/drawing/2014/main" id="{DEBD206D-5EFA-432C-A302-AD6DA8F6C5CB}"/>
              </a:ext>
            </a:extLst>
          </p:cNvPr>
          <p:cNvSpPr txBox="1"/>
          <p:nvPr/>
        </p:nvSpPr>
        <p:spPr>
          <a:xfrm>
            <a:off x="895549" y="2484165"/>
            <a:ext cx="4536504" cy="289310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1400" b="1" dirty="0">
                <a:solidFill>
                  <a:srgbClr val="000000"/>
                </a:solidFill>
                <a:effectLst/>
                <a:latin typeface="+mn-ea"/>
              </a:rPr>
              <a:t> </a:t>
            </a:r>
            <a:r>
              <a:rPr lang="en-US" altLang="zh-CN" sz="1400" b="1" dirty="0">
                <a:solidFill>
                  <a:srgbClr val="008000"/>
                </a:solidFill>
                <a:effectLst/>
                <a:latin typeface="+mn-ea"/>
              </a:rPr>
              <a:t># </a:t>
            </a:r>
            <a:r>
              <a:rPr lang="zh-CN" altLang="en-US" sz="1400" b="1" dirty="0">
                <a:solidFill>
                  <a:srgbClr val="008000"/>
                </a:solidFill>
                <a:latin typeface="+mn-ea"/>
              </a:rPr>
              <a:t>增删查改</a:t>
            </a:r>
            <a:endParaRPr lang="zh-CN" altLang="en-US" sz="1400" b="1" dirty="0">
              <a:solidFill>
                <a:srgbClr val="000000"/>
              </a:solidFill>
              <a:effectLst/>
              <a:latin typeface="+mn-ea"/>
            </a:endParaRPr>
          </a:p>
          <a:p>
            <a:r>
              <a:rPr lang="zh-CN" altLang="en-US" sz="1400" b="1" dirty="0">
                <a:solidFill>
                  <a:srgbClr val="000000"/>
                </a:solidFill>
                <a:effectLst/>
                <a:latin typeface="+mn-ea"/>
              </a:rPr>
              <a:t> </a:t>
            </a:r>
            <a:r>
              <a:rPr lang="en-US" altLang="zh-CN" sz="1400" b="1" dirty="0">
                <a:solidFill>
                  <a:srgbClr val="0000FF"/>
                </a:solidFill>
                <a:effectLst/>
                <a:latin typeface="+mn-ea"/>
              </a:rPr>
              <a:t>if</a:t>
            </a:r>
            <a:r>
              <a:rPr lang="en-US" altLang="zh-CN" sz="1400" b="1" dirty="0">
                <a:solidFill>
                  <a:srgbClr val="000000"/>
                </a:solidFill>
                <a:effectLst/>
                <a:latin typeface="+mn-ea"/>
              </a:rPr>
              <a:t> </a:t>
            </a:r>
            <a:r>
              <a:rPr lang="en-US" altLang="zh-CN" sz="1400" b="1" dirty="0" err="1">
                <a:solidFill>
                  <a:srgbClr val="000000"/>
                </a:solidFill>
                <a:effectLst/>
                <a:latin typeface="+mn-ea"/>
              </a:rPr>
              <a:t>request.method</a:t>
            </a:r>
            <a:r>
              <a:rPr lang="en-US" altLang="zh-CN" sz="1400" b="1" dirty="0">
                <a:solidFill>
                  <a:srgbClr val="000000"/>
                </a:solidFill>
                <a:effectLst/>
                <a:latin typeface="+mn-ea"/>
              </a:rPr>
              <a:t> == </a:t>
            </a:r>
            <a:r>
              <a:rPr lang="en-US" altLang="zh-CN" sz="1400" b="1" dirty="0">
                <a:solidFill>
                  <a:srgbClr val="A31515"/>
                </a:solidFill>
                <a:effectLst/>
                <a:latin typeface="+mn-ea"/>
              </a:rPr>
              <a:t>'GET'</a:t>
            </a:r>
            <a:r>
              <a:rPr lang="en-US" altLang="zh-CN" sz="1400" b="1" dirty="0">
                <a:solidFill>
                  <a:srgbClr val="000000"/>
                </a:solidFill>
                <a:effectLst/>
                <a:latin typeface="+mn-ea"/>
              </a:rPr>
              <a:t>:</a:t>
            </a:r>
          </a:p>
          <a:p>
            <a:r>
              <a:rPr lang="en-US" altLang="zh-CN" sz="1400" b="1" dirty="0">
                <a:solidFill>
                  <a:srgbClr val="000000"/>
                </a:solidFill>
                <a:latin typeface="+mn-ea"/>
              </a:rPr>
              <a:t>    # </a:t>
            </a:r>
            <a:r>
              <a:rPr lang="zh-CN" altLang="en-US" sz="1400" b="1" dirty="0">
                <a:solidFill>
                  <a:srgbClr val="000000"/>
                </a:solidFill>
                <a:latin typeface="+mn-ea"/>
              </a:rPr>
              <a:t>这里编写查询逻辑</a:t>
            </a:r>
            <a:endParaRPr lang="en-US" altLang="zh-CN" sz="1400" b="1" dirty="0">
              <a:solidFill>
                <a:srgbClr val="000000"/>
              </a:solidFill>
              <a:latin typeface="+mn-ea"/>
            </a:endParaRPr>
          </a:p>
          <a:p>
            <a:r>
              <a:rPr lang="en-US" altLang="zh-CN" sz="1400" b="1" dirty="0">
                <a:solidFill>
                  <a:srgbClr val="000000"/>
                </a:solidFill>
                <a:latin typeface="+mn-ea"/>
              </a:rPr>
              <a:t>    pass</a:t>
            </a:r>
          </a:p>
          <a:p>
            <a:r>
              <a:rPr lang="en-US" altLang="zh-CN" sz="1400" b="1" dirty="0">
                <a:solidFill>
                  <a:srgbClr val="0000FF"/>
                </a:solidFill>
                <a:effectLst/>
                <a:latin typeface="+mn-ea"/>
              </a:rPr>
              <a:t> </a:t>
            </a:r>
            <a:r>
              <a:rPr lang="en-US" altLang="zh-CN" sz="1400" b="1" dirty="0" err="1">
                <a:solidFill>
                  <a:srgbClr val="0000FF"/>
                </a:solidFill>
                <a:effectLst/>
                <a:latin typeface="+mn-ea"/>
              </a:rPr>
              <a:t>elif</a:t>
            </a:r>
            <a:r>
              <a:rPr lang="en-US" altLang="zh-CN" sz="1400" b="1" dirty="0">
                <a:solidFill>
                  <a:srgbClr val="000000"/>
                </a:solidFill>
                <a:effectLst/>
                <a:latin typeface="+mn-ea"/>
              </a:rPr>
              <a:t> </a:t>
            </a:r>
            <a:r>
              <a:rPr lang="en-US" altLang="zh-CN" sz="1400" b="1" dirty="0" err="1">
                <a:solidFill>
                  <a:srgbClr val="000000"/>
                </a:solidFill>
                <a:effectLst/>
                <a:latin typeface="+mn-ea"/>
              </a:rPr>
              <a:t>request.method</a:t>
            </a:r>
            <a:r>
              <a:rPr lang="en-US" altLang="zh-CN" sz="1400" b="1" dirty="0">
                <a:solidFill>
                  <a:srgbClr val="000000"/>
                </a:solidFill>
                <a:effectLst/>
                <a:latin typeface="+mn-ea"/>
              </a:rPr>
              <a:t> == </a:t>
            </a:r>
            <a:r>
              <a:rPr lang="en-US" altLang="zh-CN" sz="1400" b="1" dirty="0">
                <a:solidFill>
                  <a:srgbClr val="A31515"/>
                </a:solidFill>
                <a:effectLst/>
                <a:latin typeface="+mn-ea"/>
              </a:rPr>
              <a:t>'POST'</a:t>
            </a:r>
            <a:r>
              <a:rPr lang="en-US" altLang="zh-CN" sz="1400" b="1" dirty="0">
                <a:solidFill>
                  <a:srgbClr val="000000"/>
                </a:solidFill>
                <a:effectLst/>
                <a:latin typeface="+mn-ea"/>
              </a:rPr>
              <a:t>:</a:t>
            </a:r>
          </a:p>
          <a:p>
            <a:r>
              <a:rPr lang="en-US" altLang="zh-CN" sz="1400" b="1" dirty="0">
                <a:solidFill>
                  <a:srgbClr val="000000"/>
                </a:solidFill>
                <a:latin typeface="+mn-ea"/>
              </a:rPr>
              <a:t>    # </a:t>
            </a:r>
            <a:r>
              <a:rPr lang="zh-CN" altLang="en-US" sz="1400" b="1" dirty="0">
                <a:solidFill>
                  <a:srgbClr val="000000"/>
                </a:solidFill>
                <a:latin typeface="+mn-ea"/>
              </a:rPr>
              <a:t>这里编写新增用户逻辑</a:t>
            </a:r>
            <a:endParaRPr lang="en-US" altLang="zh-CN" sz="1400" b="1" dirty="0">
              <a:solidFill>
                <a:srgbClr val="000000"/>
              </a:solidFill>
              <a:latin typeface="+mn-ea"/>
            </a:endParaRPr>
          </a:p>
          <a:p>
            <a:r>
              <a:rPr lang="en-US" altLang="zh-CN" sz="1400" b="1" dirty="0">
                <a:solidFill>
                  <a:srgbClr val="000000"/>
                </a:solidFill>
                <a:latin typeface="+mn-ea"/>
              </a:rPr>
              <a:t>    pass</a:t>
            </a:r>
          </a:p>
          <a:p>
            <a:r>
              <a:rPr lang="en-US" altLang="zh-CN" sz="1400" b="1" dirty="0">
                <a:solidFill>
                  <a:srgbClr val="0000FF"/>
                </a:solidFill>
                <a:effectLst/>
                <a:latin typeface="+mn-ea"/>
              </a:rPr>
              <a:t> </a:t>
            </a:r>
            <a:r>
              <a:rPr lang="en-US" altLang="zh-CN" sz="1400" b="1" dirty="0" err="1">
                <a:solidFill>
                  <a:srgbClr val="0000FF"/>
                </a:solidFill>
                <a:effectLst/>
                <a:latin typeface="+mn-ea"/>
              </a:rPr>
              <a:t>elif</a:t>
            </a:r>
            <a:r>
              <a:rPr lang="en-US" altLang="zh-CN" sz="1400" b="1" dirty="0">
                <a:solidFill>
                  <a:srgbClr val="000000"/>
                </a:solidFill>
                <a:effectLst/>
                <a:latin typeface="+mn-ea"/>
              </a:rPr>
              <a:t> </a:t>
            </a:r>
            <a:r>
              <a:rPr lang="en-US" altLang="zh-CN" sz="1400" b="1" dirty="0" err="1">
                <a:solidFill>
                  <a:srgbClr val="000000"/>
                </a:solidFill>
                <a:effectLst/>
                <a:latin typeface="+mn-ea"/>
              </a:rPr>
              <a:t>request.method</a:t>
            </a:r>
            <a:r>
              <a:rPr lang="en-US" altLang="zh-CN" sz="1400" b="1" dirty="0">
                <a:solidFill>
                  <a:srgbClr val="000000"/>
                </a:solidFill>
                <a:effectLst/>
                <a:latin typeface="+mn-ea"/>
              </a:rPr>
              <a:t> == </a:t>
            </a:r>
            <a:r>
              <a:rPr lang="en-US" altLang="zh-CN" sz="1400" b="1" dirty="0">
                <a:solidFill>
                  <a:srgbClr val="A31515"/>
                </a:solidFill>
                <a:effectLst/>
                <a:latin typeface="+mn-ea"/>
              </a:rPr>
              <a:t>'PUT'</a:t>
            </a:r>
            <a:r>
              <a:rPr lang="en-US" altLang="zh-CN" sz="1400" b="1" dirty="0">
                <a:solidFill>
                  <a:srgbClr val="000000"/>
                </a:solidFill>
                <a:effectLst/>
                <a:latin typeface="+mn-ea"/>
              </a:rPr>
              <a:t>:</a:t>
            </a:r>
          </a:p>
          <a:p>
            <a:r>
              <a:rPr lang="en-US" altLang="zh-CN" sz="1400" b="1" dirty="0">
                <a:solidFill>
                  <a:srgbClr val="000000"/>
                </a:solidFill>
                <a:latin typeface="+mn-ea"/>
              </a:rPr>
              <a:t>    # </a:t>
            </a:r>
            <a:r>
              <a:rPr lang="zh-CN" altLang="en-US" sz="1400" b="1" dirty="0">
                <a:solidFill>
                  <a:srgbClr val="000000"/>
                </a:solidFill>
                <a:latin typeface="+mn-ea"/>
              </a:rPr>
              <a:t>这里编写修改用户逻辑</a:t>
            </a:r>
            <a:endParaRPr lang="en-US" altLang="zh-CN" sz="1400" b="1" dirty="0">
              <a:solidFill>
                <a:srgbClr val="000000"/>
              </a:solidFill>
              <a:latin typeface="+mn-ea"/>
            </a:endParaRPr>
          </a:p>
          <a:p>
            <a:r>
              <a:rPr lang="en-US" altLang="zh-CN" sz="1400" b="1" dirty="0">
                <a:solidFill>
                  <a:srgbClr val="000000"/>
                </a:solidFill>
                <a:latin typeface="+mn-ea"/>
              </a:rPr>
              <a:t>    pass</a:t>
            </a:r>
          </a:p>
          <a:p>
            <a:r>
              <a:rPr lang="en-US" altLang="zh-CN" sz="1400" b="1" dirty="0">
                <a:solidFill>
                  <a:srgbClr val="0000FF"/>
                </a:solidFill>
                <a:effectLst/>
                <a:latin typeface="+mn-ea"/>
              </a:rPr>
              <a:t> </a:t>
            </a:r>
            <a:r>
              <a:rPr lang="en-US" altLang="zh-CN" sz="1400" b="1" dirty="0" err="1">
                <a:solidFill>
                  <a:srgbClr val="0000FF"/>
                </a:solidFill>
                <a:effectLst/>
                <a:latin typeface="+mn-ea"/>
              </a:rPr>
              <a:t>elif</a:t>
            </a:r>
            <a:r>
              <a:rPr lang="en-US" altLang="zh-CN" sz="1400" b="1" dirty="0">
                <a:solidFill>
                  <a:srgbClr val="000000"/>
                </a:solidFill>
                <a:effectLst/>
                <a:latin typeface="+mn-ea"/>
              </a:rPr>
              <a:t> </a:t>
            </a:r>
            <a:r>
              <a:rPr lang="en-US" altLang="zh-CN" sz="1400" b="1" dirty="0" err="1">
                <a:solidFill>
                  <a:srgbClr val="000000"/>
                </a:solidFill>
                <a:effectLst/>
                <a:latin typeface="+mn-ea"/>
              </a:rPr>
              <a:t>request.method</a:t>
            </a:r>
            <a:r>
              <a:rPr lang="en-US" altLang="zh-CN" sz="1400" b="1" dirty="0">
                <a:solidFill>
                  <a:srgbClr val="000000"/>
                </a:solidFill>
                <a:effectLst/>
                <a:latin typeface="+mn-ea"/>
              </a:rPr>
              <a:t> == </a:t>
            </a:r>
            <a:r>
              <a:rPr lang="en-US" altLang="zh-CN" sz="1400" b="1" dirty="0">
                <a:solidFill>
                  <a:srgbClr val="A31515"/>
                </a:solidFill>
                <a:effectLst/>
                <a:latin typeface="+mn-ea"/>
              </a:rPr>
              <a:t>'DELETE'</a:t>
            </a:r>
            <a:r>
              <a:rPr lang="en-US" altLang="zh-CN" sz="1400" b="1" dirty="0">
                <a:solidFill>
                  <a:srgbClr val="000000"/>
                </a:solidFill>
                <a:effectLst/>
                <a:latin typeface="+mn-ea"/>
              </a:rPr>
              <a:t>:</a:t>
            </a:r>
          </a:p>
          <a:p>
            <a:r>
              <a:rPr lang="en-US" altLang="zh-CN" sz="1400" b="1" dirty="0">
                <a:solidFill>
                  <a:srgbClr val="000000"/>
                </a:solidFill>
                <a:latin typeface="+mn-ea"/>
              </a:rPr>
              <a:t>    # </a:t>
            </a:r>
            <a:r>
              <a:rPr lang="zh-CN" altLang="en-US" sz="1400" b="1" dirty="0">
                <a:solidFill>
                  <a:srgbClr val="000000"/>
                </a:solidFill>
                <a:latin typeface="+mn-ea"/>
              </a:rPr>
              <a:t>这里编写删除用户逻辑</a:t>
            </a:r>
            <a:endParaRPr lang="en-US" altLang="zh-CN" sz="1400" b="1" dirty="0">
              <a:solidFill>
                <a:srgbClr val="000000"/>
              </a:solidFill>
              <a:latin typeface="+mn-ea"/>
            </a:endParaRPr>
          </a:p>
          <a:p>
            <a:r>
              <a:rPr lang="en-US" altLang="zh-CN" sz="1400" b="1" dirty="0">
                <a:solidFill>
                  <a:srgbClr val="000000"/>
                </a:solidFill>
                <a:latin typeface="+mn-ea"/>
              </a:rPr>
              <a:t>    pass</a:t>
            </a:r>
            <a:endParaRPr lang="en-US" altLang="zh-CN" sz="1400" b="1" dirty="0">
              <a:solidFill>
                <a:srgbClr val="000000"/>
              </a:solidFill>
              <a:effectLst/>
              <a:latin typeface="+mn-ea"/>
            </a:endParaRPr>
          </a:p>
        </p:txBody>
      </p:sp>
      <p:sp>
        <p:nvSpPr>
          <p:cNvPr id="9" name="文本框 8">
            <a:extLst>
              <a:ext uri="{FF2B5EF4-FFF2-40B4-BE49-F238E27FC236}">
                <a16:creationId xmlns:a16="http://schemas.microsoft.com/office/drawing/2014/main" id="{C71F4DB2-1C1E-44B7-9855-A2A5E117EA90}"/>
              </a:ext>
            </a:extLst>
          </p:cNvPr>
          <p:cNvSpPr txBox="1"/>
          <p:nvPr/>
        </p:nvSpPr>
        <p:spPr>
          <a:xfrm>
            <a:off x="895549" y="5580509"/>
            <a:ext cx="4536504" cy="7386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400" b="1" dirty="0">
                <a:solidFill>
                  <a:srgbClr val="008000"/>
                </a:solidFill>
                <a:effectLst/>
                <a:latin typeface="+mn-ea"/>
              </a:rPr>
              <a:t>#</a:t>
            </a:r>
            <a:r>
              <a:rPr lang="zh-CN" altLang="en-US" sz="1400" b="1" dirty="0">
                <a:solidFill>
                  <a:srgbClr val="008000"/>
                </a:solidFill>
                <a:effectLst/>
                <a:latin typeface="+mn-ea"/>
              </a:rPr>
              <a:t>查询用户</a:t>
            </a:r>
            <a:endParaRPr lang="zh-CN" altLang="en-US" sz="1400" b="1" dirty="0">
              <a:solidFill>
                <a:srgbClr val="000000"/>
              </a:solidFill>
              <a:effectLst/>
              <a:latin typeface="+mn-ea"/>
            </a:endParaRPr>
          </a:p>
          <a:p>
            <a:r>
              <a:rPr lang="en-US" altLang="zh-CN" sz="1400" b="1" dirty="0">
                <a:solidFill>
                  <a:srgbClr val="000000"/>
                </a:solidFill>
                <a:effectLst/>
                <a:latin typeface="+mn-ea"/>
              </a:rPr>
              <a:t>user=db.get_or_404(</a:t>
            </a:r>
            <a:r>
              <a:rPr lang="en-US" altLang="zh-CN" sz="1400" b="1" dirty="0" err="1">
                <a:solidFill>
                  <a:srgbClr val="000000"/>
                </a:solidFill>
                <a:effectLst/>
                <a:latin typeface="+mn-ea"/>
              </a:rPr>
              <a:t>User,id</a:t>
            </a:r>
            <a:r>
              <a:rPr lang="en-US" altLang="zh-CN" sz="1400" b="1" dirty="0">
                <a:solidFill>
                  <a:srgbClr val="000000"/>
                </a:solidFill>
                <a:effectLst/>
                <a:latin typeface="+mn-ea"/>
              </a:rPr>
              <a:t>) #</a:t>
            </a:r>
            <a:r>
              <a:rPr lang="zh-CN" altLang="en-US" sz="1400" b="1" dirty="0">
                <a:solidFill>
                  <a:srgbClr val="008000"/>
                </a:solidFill>
                <a:effectLst/>
                <a:latin typeface="+mn-ea"/>
              </a:rPr>
              <a:t>从</a:t>
            </a:r>
            <a:r>
              <a:rPr lang="en-US" altLang="zh-CN" sz="1400" b="1" dirty="0">
                <a:solidFill>
                  <a:srgbClr val="008000"/>
                </a:solidFill>
                <a:effectLst/>
                <a:latin typeface="+mn-ea"/>
              </a:rPr>
              <a:t>URL</a:t>
            </a:r>
            <a:r>
              <a:rPr lang="zh-CN" altLang="en-US" sz="1400" b="1" dirty="0">
                <a:solidFill>
                  <a:srgbClr val="008000"/>
                </a:solidFill>
                <a:effectLst/>
                <a:latin typeface="+mn-ea"/>
              </a:rPr>
              <a:t>获取用户</a:t>
            </a:r>
            <a:r>
              <a:rPr lang="en-US" altLang="zh-CN" sz="1400" b="1" dirty="0">
                <a:solidFill>
                  <a:srgbClr val="008000"/>
                </a:solidFill>
                <a:effectLst/>
                <a:latin typeface="+mn-ea"/>
              </a:rPr>
              <a:t>id</a:t>
            </a:r>
            <a:endParaRPr lang="en-US" altLang="zh-CN" sz="1400" b="1" dirty="0">
              <a:solidFill>
                <a:srgbClr val="000000"/>
              </a:solidFill>
              <a:effectLst/>
              <a:latin typeface="+mn-ea"/>
            </a:endParaRPr>
          </a:p>
          <a:p>
            <a:r>
              <a:rPr lang="en-US" altLang="zh-CN" sz="1400" b="1" dirty="0">
                <a:solidFill>
                  <a:srgbClr val="0000FF"/>
                </a:solidFill>
                <a:effectLst/>
                <a:latin typeface="+mn-ea"/>
              </a:rPr>
              <a:t>return</a:t>
            </a:r>
            <a:r>
              <a:rPr lang="en-US" altLang="zh-CN" sz="1400" b="1" dirty="0">
                <a:solidFill>
                  <a:srgbClr val="000000"/>
                </a:solidFill>
                <a:effectLst/>
                <a:latin typeface="+mn-ea"/>
              </a:rPr>
              <a:t> {</a:t>
            </a:r>
            <a:r>
              <a:rPr lang="en-US" altLang="zh-CN" sz="1400" b="1" dirty="0">
                <a:solidFill>
                  <a:srgbClr val="A31515"/>
                </a:solidFill>
                <a:effectLst/>
                <a:latin typeface="+mn-ea"/>
              </a:rPr>
              <a:t>'code'</a:t>
            </a:r>
            <a:r>
              <a:rPr lang="en-US" altLang="zh-CN" sz="1400" b="1" dirty="0">
                <a:solidFill>
                  <a:srgbClr val="000000"/>
                </a:solidFill>
                <a:effectLst/>
                <a:latin typeface="+mn-ea"/>
              </a:rPr>
              <a:t>: </a:t>
            </a:r>
            <a:r>
              <a:rPr lang="en-US" altLang="zh-CN" sz="1400" b="1" dirty="0">
                <a:solidFill>
                  <a:srgbClr val="098658"/>
                </a:solidFill>
                <a:effectLst/>
                <a:latin typeface="+mn-ea"/>
              </a:rPr>
              <a:t>200</a:t>
            </a:r>
            <a:r>
              <a:rPr lang="en-US" altLang="zh-CN" sz="1400" b="1" dirty="0">
                <a:solidFill>
                  <a:srgbClr val="000000"/>
                </a:solidFill>
                <a:effectLst/>
                <a:latin typeface="+mn-ea"/>
              </a:rPr>
              <a:t>, </a:t>
            </a:r>
            <a:r>
              <a:rPr lang="en-US" altLang="zh-CN" sz="1400" b="1" dirty="0">
                <a:solidFill>
                  <a:srgbClr val="A31515"/>
                </a:solidFill>
                <a:effectLst/>
                <a:latin typeface="+mn-ea"/>
              </a:rPr>
              <a:t>'user'</a:t>
            </a:r>
            <a:r>
              <a:rPr lang="en-US" altLang="zh-CN" sz="1400" b="1" dirty="0">
                <a:solidFill>
                  <a:srgbClr val="000000"/>
                </a:solidFill>
                <a:effectLst/>
                <a:latin typeface="+mn-ea"/>
              </a:rPr>
              <a:t>: query2dict(user)}</a:t>
            </a:r>
          </a:p>
        </p:txBody>
      </p:sp>
      <p:sp>
        <p:nvSpPr>
          <p:cNvPr id="10" name="文本框 9">
            <a:extLst>
              <a:ext uri="{FF2B5EF4-FFF2-40B4-BE49-F238E27FC236}">
                <a16:creationId xmlns:a16="http://schemas.microsoft.com/office/drawing/2014/main" id="{006E47A2-6093-4888-8A6F-A6564A9789CE}"/>
              </a:ext>
            </a:extLst>
          </p:cNvPr>
          <p:cNvSpPr txBox="1"/>
          <p:nvPr/>
        </p:nvSpPr>
        <p:spPr>
          <a:xfrm>
            <a:off x="5597127" y="755973"/>
            <a:ext cx="6336704" cy="249299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200" b="1" dirty="0">
                <a:solidFill>
                  <a:srgbClr val="008000"/>
                </a:solidFill>
                <a:effectLst/>
                <a:latin typeface="+mn-ea"/>
              </a:rPr>
              <a:t>#</a:t>
            </a:r>
            <a:r>
              <a:rPr lang="zh-CN" altLang="en-US" sz="1200" b="1" dirty="0">
                <a:solidFill>
                  <a:srgbClr val="008000"/>
                </a:solidFill>
                <a:latin typeface="+mn-ea"/>
              </a:rPr>
              <a:t>添加</a:t>
            </a:r>
            <a:r>
              <a:rPr lang="zh-CN" altLang="en-US" sz="1200" b="1" dirty="0">
                <a:solidFill>
                  <a:srgbClr val="008000"/>
                </a:solidFill>
                <a:effectLst/>
                <a:latin typeface="+mn-ea"/>
              </a:rPr>
              <a:t>用户</a:t>
            </a:r>
            <a:endParaRPr lang="en-US" altLang="zh-CN" sz="1200" b="1" dirty="0">
              <a:solidFill>
                <a:srgbClr val="0000FF"/>
              </a:solidFill>
              <a:effectLst/>
              <a:latin typeface="+mn-ea"/>
            </a:endParaRPr>
          </a:p>
          <a:p>
            <a:r>
              <a:rPr lang="en-US" altLang="zh-CN" sz="1200" b="1" dirty="0">
                <a:solidFill>
                  <a:srgbClr val="0000FF"/>
                </a:solidFill>
                <a:effectLst/>
                <a:latin typeface="+mn-ea"/>
              </a:rPr>
              <a:t>try</a:t>
            </a:r>
            <a:r>
              <a:rPr lang="en-US" altLang="zh-CN" sz="1200" b="1" dirty="0">
                <a:solidFill>
                  <a:srgbClr val="000000"/>
                </a:solidFill>
                <a:effectLst/>
                <a:latin typeface="+mn-ea"/>
              </a:rPr>
              <a:t>:</a:t>
            </a:r>
          </a:p>
          <a:p>
            <a:r>
              <a:rPr lang="zh-CN" altLang="en-US" sz="1200" b="1" dirty="0">
                <a:solidFill>
                  <a:srgbClr val="000000"/>
                </a:solidFill>
                <a:effectLst/>
                <a:latin typeface="+mn-ea"/>
              </a:rPr>
              <a:t>    </a:t>
            </a:r>
            <a:r>
              <a:rPr lang="en-US" altLang="zh-CN" sz="1200" b="1" dirty="0">
                <a:solidFill>
                  <a:srgbClr val="000000"/>
                </a:solidFill>
                <a:effectLst/>
                <a:latin typeface="+mn-ea"/>
              </a:rPr>
              <a:t>user = User(</a:t>
            </a:r>
          </a:p>
          <a:p>
            <a:r>
              <a:rPr lang="en-US" altLang="zh-CN" sz="1200" b="1" dirty="0">
                <a:solidFill>
                  <a:srgbClr val="000000"/>
                </a:solidFill>
                <a:effectLst/>
                <a:latin typeface="+mn-ea"/>
              </a:rPr>
              <a:t>        username=</a:t>
            </a:r>
            <a:r>
              <a:rPr lang="en-US" altLang="zh-CN" sz="1200" b="1" dirty="0" err="1">
                <a:solidFill>
                  <a:srgbClr val="000000"/>
                </a:solidFill>
                <a:effectLst/>
                <a:latin typeface="+mn-ea"/>
              </a:rPr>
              <a:t>request.get_json</a:t>
            </a:r>
            <a:r>
              <a:rPr lang="en-US" altLang="zh-CN" sz="1200" b="1" dirty="0">
                <a:solidFill>
                  <a:srgbClr val="000000"/>
                </a:solidFill>
                <a:effectLst/>
                <a:latin typeface="+mn-ea"/>
              </a:rPr>
              <a:t>()[</a:t>
            </a:r>
            <a:r>
              <a:rPr lang="en-US" altLang="zh-CN" sz="1200" b="1" dirty="0">
                <a:solidFill>
                  <a:srgbClr val="A31515"/>
                </a:solidFill>
                <a:effectLst/>
                <a:latin typeface="+mn-ea"/>
              </a:rPr>
              <a:t>"username"</a:t>
            </a:r>
            <a:r>
              <a:rPr lang="en-US" altLang="zh-CN" sz="1200" b="1" dirty="0">
                <a:solidFill>
                  <a:srgbClr val="000000"/>
                </a:solidFill>
                <a:effectLst/>
                <a:latin typeface="+mn-ea"/>
              </a:rPr>
              <a:t>],</a:t>
            </a:r>
          </a:p>
          <a:p>
            <a:r>
              <a:rPr lang="en-US" altLang="zh-CN" sz="1200" b="1" dirty="0">
                <a:solidFill>
                  <a:srgbClr val="000000"/>
                </a:solidFill>
                <a:effectLst/>
                <a:latin typeface="+mn-ea"/>
              </a:rPr>
              <a:t>        password=</a:t>
            </a:r>
            <a:r>
              <a:rPr lang="en-US" altLang="zh-CN" sz="1200" b="1" dirty="0" err="1">
                <a:solidFill>
                  <a:srgbClr val="000000"/>
                </a:solidFill>
                <a:effectLst/>
                <a:latin typeface="+mn-ea"/>
              </a:rPr>
              <a:t>request.get_json</a:t>
            </a:r>
            <a:r>
              <a:rPr lang="en-US" altLang="zh-CN" sz="1200" b="1" dirty="0">
                <a:solidFill>
                  <a:srgbClr val="000000"/>
                </a:solidFill>
                <a:effectLst/>
                <a:latin typeface="+mn-ea"/>
              </a:rPr>
              <a:t>()[</a:t>
            </a:r>
            <a:r>
              <a:rPr lang="en-US" altLang="zh-CN" sz="1200" b="1" dirty="0">
                <a:solidFill>
                  <a:srgbClr val="A31515"/>
                </a:solidFill>
                <a:effectLst/>
                <a:latin typeface="+mn-ea"/>
              </a:rPr>
              <a:t>'password'</a:t>
            </a:r>
            <a:r>
              <a:rPr lang="en-US" altLang="zh-CN" sz="1200" b="1" dirty="0">
                <a:solidFill>
                  <a:srgbClr val="000000"/>
                </a:solidFill>
                <a:effectLst/>
                <a:latin typeface="+mn-ea"/>
              </a:rPr>
              <a:t>],</a:t>
            </a:r>
          </a:p>
          <a:p>
            <a:r>
              <a:rPr lang="en-US" altLang="zh-CN" sz="1200" b="1" dirty="0">
                <a:solidFill>
                  <a:srgbClr val="000000"/>
                </a:solidFill>
                <a:effectLst/>
                <a:latin typeface="+mn-ea"/>
              </a:rPr>
              <a:t>        age=</a:t>
            </a:r>
            <a:r>
              <a:rPr lang="en-US" altLang="zh-CN" sz="1200" b="1" dirty="0" err="1">
                <a:solidFill>
                  <a:srgbClr val="000000"/>
                </a:solidFill>
                <a:effectLst/>
                <a:latin typeface="+mn-ea"/>
              </a:rPr>
              <a:t>request.get_json</a:t>
            </a:r>
            <a:r>
              <a:rPr lang="en-US" altLang="zh-CN" sz="1200" b="1" dirty="0">
                <a:solidFill>
                  <a:srgbClr val="000000"/>
                </a:solidFill>
                <a:effectLst/>
                <a:latin typeface="+mn-ea"/>
              </a:rPr>
              <a:t>()[</a:t>
            </a:r>
            <a:r>
              <a:rPr lang="en-US" altLang="zh-CN" sz="1200" b="1" dirty="0">
                <a:solidFill>
                  <a:srgbClr val="A31515"/>
                </a:solidFill>
                <a:effectLst/>
                <a:latin typeface="+mn-ea"/>
              </a:rPr>
              <a:t>"age"</a:t>
            </a:r>
            <a:r>
              <a:rPr lang="en-US" altLang="zh-CN" sz="1200" b="1" dirty="0">
                <a:solidFill>
                  <a:srgbClr val="000000"/>
                </a:solidFill>
                <a:effectLst/>
                <a:latin typeface="+mn-ea"/>
              </a:rPr>
              <a:t>],</a:t>
            </a:r>
          </a:p>
          <a:p>
            <a:r>
              <a:rPr lang="en-US" altLang="zh-CN" sz="1200" b="1" dirty="0">
                <a:solidFill>
                  <a:srgbClr val="000000"/>
                </a:solidFill>
                <a:effectLst/>
                <a:latin typeface="+mn-ea"/>
              </a:rPr>
              <a:t>        email=</a:t>
            </a:r>
            <a:r>
              <a:rPr lang="en-US" altLang="zh-CN" sz="1200" b="1" dirty="0" err="1">
                <a:solidFill>
                  <a:srgbClr val="000000"/>
                </a:solidFill>
                <a:effectLst/>
                <a:latin typeface="+mn-ea"/>
              </a:rPr>
              <a:t>request.get_json</a:t>
            </a:r>
            <a:r>
              <a:rPr lang="en-US" altLang="zh-CN" sz="1200" b="1" dirty="0">
                <a:solidFill>
                  <a:srgbClr val="000000"/>
                </a:solidFill>
                <a:effectLst/>
                <a:latin typeface="+mn-ea"/>
              </a:rPr>
              <a:t>()[</a:t>
            </a:r>
            <a:r>
              <a:rPr lang="en-US" altLang="zh-CN" sz="1200" b="1" dirty="0">
                <a:solidFill>
                  <a:srgbClr val="A31515"/>
                </a:solidFill>
                <a:effectLst/>
                <a:latin typeface="+mn-ea"/>
              </a:rPr>
              <a:t>"email"</a:t>
            </a:r>
            <a:r>
              <a:rPr lang="en-US" altLang="zh-CN" sz="1200" b="1" dirty="0">
                <a:solidFill>
                  <a:srgbClr val="000000"/>
                </a:solidFill>
                <a:effectLst/>
                <a:latin typeface="+mn-ea"/>
              </a:rPr>
              <a:t>],</a:t>
            </a:r>
          </a:p>
          <a:p>
            <a:r>
              <a:rPr lang="en-US" altLang="zh-CN" sz="1200" b="1" dirty="0">
                <a:solidFill>
                  <a:srgbClr val="000000"/>
                </a:solidFill>
                <a:effectLst/>
                <a:latin typeface="+mn-ea"/>
              </a:rPr>
              <a:t>    )</a:t>
            </a:r>
            <a:endParaRPr lang="zh-CN" altLang="en-US" sz="1200" b="1" dirty="0">
              <a:solidFill>
                <a:srgbClr val="000000"/>
              </a:solidFill>
              <a:effectLst/>
              <a:latin typeface="+mn-ea"/>
            </a:endParaRPr>
          </a:p>
          <a:p>
            <a:r>
              <a:rPr lang="zh-CN" altLang="en-US" sz="1200" b="1" dirty="0">
                <a:solidFill>
                  <a:srgbClr val="000000"/>
                </a:solidFill>
                <a:effectLst/>
                <a:latin typeface="+mn-ea"/>
              </a:rPr>
              <a:t>    </a:t>
            </a:r>
            <a:r>
              <a:rPr lang="en-US" altLang="zh-CN" sz="1200" b="1" dirty="0" err="1">
                <a:solidFill>
                  <a:srgbClr val="000000"/>
                </a:solidFill>
                <a:effectLst/>
                <a:latin typeface="+mn-ea"/>
              </a:rPr>
              <a:t>db.session.add</a:t>
            </a:r>
            <a:r>
              <a:rPr lang="en-US" altLang="zh-CN" sz="1200" b="1" dirty="0">
                <a:solidFill>
                  <a:srgbClr val="000000"/>
                </a:solidFill>
                <a:effectLst/>
                <a:latin typeface="+mn-ea"/>
              </a:rPr>
              <a:t>(user)</a:t>
            </a:r>
            <a:r>
              <a:rPr lang="en-US" altLang="zh-CN" sz="1200" b="1" dirty="0">
                <a:solidFill>
                  <a:srgbClr val="008000"/>
                </a:solidFill>
                <a:effectLst/>
                <a:latin typeface="+mn-ea"/>
              </a:rPr>
              <a:t> # </a:t>
            </a:r>
            <a:r>
              <a:rPr lang="zh-CN" altLang="en-US" sz="1200" b="1" dirty="0">
                <a:solidFill>
                  <a:srgbClr val="008000"/>
                </a:solidFill>
                <a:effectLst/>
                <a:latin typeface="+mn-ea"/>
              </a:rPr>
              <a:t>将数据添加到数据库</a:t>
            </a:r>
            <a:endParaRPr lang="zh-CN" altLang="en-US" sz="1200" b="1" dirty="0">
              <a:solidFill>
                <a:srgbClr val="000000"/>
              </a:solidFill>
              <a:effectLst/>
              <a:latin typeface="+mn-ea"/>
            </a:endParaRPr>
          </a:p>
          <a:p>
            <a:r>
              <a:rPr lang="zh-CN" altLang="en-US" sz="1200" b="1" dirty="0">
                <a:solidFill>
                  <a:srgbClr val="000000"/>
                </a:solidFill>
                <a:effectLst/>
                <a:latin typeface="+mn-ea"/>
              </a:rPr>
              <a:t>    </a:t>
            </a:r>
            <a:r>
              <a:rPr lang="en-US" altLang="zh-CN" sz="1200" b="1" dirty="0" err="1">
                <a:solidFill>
                  <a:srgbClr val="000000"/>
                </a:solidFill>
                <a:effectLst/>
                <a:latin typeface="+mn-ea"/>
              </a:rPr>
              <a:t>db.session.commit</a:t>
            </a:r>
            <a:r>
              <a:rPr lang="en-US" altLang="zh-CN" sz="1200" b="1" dirty="0">
                <a:solidFill>
                  <a:srgbClr val="000000"/>
                </a:solidFill>
                <a:effectLst/>
                <a:latin typeface="+mn-ea"/>
              </a:rPr>
              <a:t>()</a:t>
            </a:r>
            <a:r>
              <a:rPr lang="en-US" altLang="zh-CN" sz="1200" b="1" dirty="0">
                <a:solidFill>
                  <a:srgbClr val="008000"/>
                </a:solidFill>
                <a:effectLst/>
                <a:latin typeface="+mn-ea"/>
              </a:rPr>
              <a:t>  # </a:t>
            </a:r>
            <a:r>
              <a:rPr lang="zh-CN" altLang="en-US" sz="1200" b="1" dirty="0">
                <a:solidFill>
                  <a:srgbClr val="008000"/>
                </a:solidFill>
                <a:effectLst/>
                <a:latin typeface="+mn-ea"/>
              </a:rPr>
              <a:t>提交数据</a:t>
            </a:r>
            <a:endParaRPr lang="en-US" altLang="zh-CN" sz="1200" b="1" dirty="0">
              <a:solidFill>
                <a:srgbClr val="000000"/>
              </a:solidFill>
              <a:effectLst/>
              <a:latin typeface="+mn-ea"/>
            </a:endParaRPr>
          </a:p>
          <a:p>
            <a:r>
              <a:rPr lang="en-US" altLang="zh-CN" sz="1200" b="1" dirty="0">
                <a:solidFill>
                  <a:srgbClr val="000000"/>
                </a:solidFill>
                <a:effectLst/>
                <a:latin typeface="+mn-ea"/>
              </a:rPr>
              <a:t>    </a:t>
            </a:r>
            <a:r>
              <a:rPr lang="en-US" altLang="zh-CN" sz="1200" b="1" dirty="0">
                <a:solidFill>
                  <a:srgbClr val="0000FF"/>
                </a:solidFill>
                <a:effectLst/>
                <a:latin typeface="+mn-ea"/>
              </a:rPr>
              <a:t>return</a:t>
            </a:r>
            <a:r>
              <a:rPr lang="en-US" altLang="zh-CN" sz="1200" b="1" dirty="0">
                <a:solidFill>
                  <a:srgbClr val="000000"/>
                </a:solidFill>
                <a:effectLst/>
                <a:latin typeface="+mn-ea"/>
              </a:rPr>
              <a:t> {</a:t>
            </a:r>
            <a:r>
              <a:rPr lang="en-US" altLang="zh-CN" sz="1200" b="1" dirty="0">
                <a:solidFill>
                  <a:srgbClr val="A31515"/>
                </a:solidFill>
                <a:effectLst/>
                <a:latin typeface="+mn-ea"/>
              </a:rPr>
              <a:t>'code'</a:t>
            </a:r>
            <a:r>
              <a:rPr lang="en-US" altLang="zh-CN" sz="1200" b="1" dirty="0">
                <a:solidFill>
                  <a:srgbClr val="000000"/>
                </a:solidFill>
                <a:effectLst/>
                <a:latin typeface="+mn-ea"/>
              </a:rPr>
              <a:t>: </a:t>
            </a:r>
            <a:r>
              <a:rPr lang="en-US" altLang="zh-CN" sz="1200" b="1" dirty="0">
                <a:solidFill>
                  <a:srgbClr val="098658"/>
                </a:solidFill>
                <a:effectLst/>
                <a:latin typeface="+mn-ea"/>
              </a:rPr>
              <a:t>200</a:t>
            </a:r>
            <a:r>
              <a:rPr lang="en-US" altLang="zh-CN" sz="1200" b="1" dirty="0">
                <a:solidFill>
                  <a:srgbClr val="000000"/>
                </a:solidFill>
                <a:effectLst/>
                <a:latin typeface="+mn-ea"/>
              </a:rPr>
              <a:t>, </a:t>
            </a:r>
            <a:r>
              <a:rPr lang="en-US" altLang="zh-CN" sz="1200" b="1" dirty="0">
                <a:solidFill>
                  <a:srgbClr val="A31515"/>
                </a:solidFill>
                <a:effectLst/>
                <a:latin typeface="+mn-ea"/>
              </a:rPr>
              <a:t>'message'</a:t>
            </a:r>
            <a:r>
              <a:rPr lang="en-US" altLang="zh-CN" sz="1200" b="1" dirty="0">
                <a:solidFill>
                  <a:srgbClr val="000000"/>
                </a:solidFill>
                <a:effectLst/>
                <a:latin typeface="+mn-ea"/>
              </a:rPr>
              <a:t>: </a:t>
            </a:r>
            <a:r>
              <a:rPr lang="en-US" altLang="zh-CN" sz="1200" b="1" dirty="0">
                <a:solidFill>
                  <a:srgbClr val="A31515"/>
                </a:solidFill>
                <a:effectLst/>
                <a:latin typeface="+mn-ea"/>
              </a:rPr>
              <a:t>'</a:t>
            </a:r>
            <a:r>
              <a:rPr lang="zh-CN" altLang="en-US" sz="1200" b="1" dirty="0">
                <a:solidFill>
                  <a:srgbClr val="A31515"/>
                </a:solidFill>
                <a:effectLst/>
                <a:latin typeface="+mn-ea"/>
              </a:rPr>
              <a:t>添加用户成功</a:t>
            </a:r>
            <a:r>
              <a:rPr lang="en-US" altLang="zh-CN" sz="1200" b="1" dirty="0">
                <a:solidFill>
                  <a:srgbClr val="A31515"/>
                </a:solidFill>
                <a:effectLst/>
                <a:latin typeface="+mn-ea"/>
              </a:rPr>
              <a:t>'</a:t>
            </a:r>
            <a:r>
              <a:rPr lang="en-US" altLang="zh-CN" sz="1200" b="1" dirty="0">
                <a:solidFill>
                  <a:srgbClr val="000000"/>
                </a:solidFill>
                <a:effectLst/>
                <a:latin typeface="+mn-ea"/>
              </a:rPr>
              <a:t>}</a:t>
            </a:r>
          </a:p>
          <a:p>
            <a:r>
              <a:rPr lang="en-US" altLang="zh-CN" sz="1200" b="1" dirty="0">
                <a:solidFill>
                  <a:srgbClr val="0000FF"/>
                </a:solidFill>
                <a:effectLst/>
                <a:latin typeface="+mn-ea"/>
              </a:rPr>
              <a:t>except</a:t>
            </a:r>
            <a:r>
              <a:rPr lang="en-US" altLang="zh-CN" sz="1200" b="1" dirty="0">
                <a:solidFill>
                  <a:srgbClr val="000000"/>
                </a:solidFill>
                <a:effectLst/>
                <a:latin typeface="+mn-ea"/>
              </a:rPr>
              <a:t>:</a:t>
            </a:r>
          </a:p>
          <a:p>
            <a:r>
              <a:rPr lang="en-US" altLang="zh-CN" sz="1200" b="1" dirty="0">
                <a:solidFill>
                  <a:srgbClr val="000000"/>
                </a:solidFill>
                <a:effectLst/>
                <a:latin typeface="+mn-ea"/>
              </a:rPr>
              <a:t>    </a:t>
            </a:r>
            <a:r>
              <a:rPr lang="en-US" altLang="zh-CN" sz="1200" b="1" dirty="0">
                <a:solidFill>
                  <a:srgbClr val="0000FF"/>
                </a:solidFill>
                <a:effectLst/>
                <a:latin typeface="+mn-ea"/>
              </a:rPr>
              <a:t>return</a:t>
            </a:r>
            <a:r>
              <a:rPr lang="en-US" altLang="zh-CN" sz="1200" b="1" dirty="0">
                <a:solidFill>
                  <a:srgbClr val="000000"/>
                </a:solidFill>
                <a:effectLst/>
                <a:latin typeface="+mn-ea"/>
              </a:rPr>
              <a:t> {</a:t>
            </a:r>
            <a:r>
              <a:rPr lang="en-US" altLang="zh-CN" sz="1200" b="1" dirty="0">
                <a:solidFill>
                  <a:srgbClr val="A31515"/>
                </a:solidFill>
                <a:effectLst/>
                <a:latin typeface="+mn-ea"/>
              </a:rPr>
              <a:t>'code'</a:t>
            </a:r>
            <a:r>
              <a:rPr lang="en-US" altLang="zh-CN" sz="1200" b="1" dirty="0">
                <a:solidFill>
                  <a:srgbClr val="000000"/>
                </a:solidFill>
                <a:effectLst/>
                <a:latin typeface="+mn-ea"/>
              </a:rPr>
              <a:t>: </a:t>
            </a:r>
            <a:r>
              <a:rPr lang="en-US" altLang="zh-CN" sz="1200" b="1" dirty="0">
                <a:solidFill>
                  <a:srgbClr val="098658"/>
                </a:solidFill>
                <a:effectLst/>
                <a:latin typeface="+mn-ea"/>
              </a:rPr>
              <a:t>500</a:t>
            </a:r>
            <a:r>
              <a:rPr lang="en-US" altLang="zh-CN" sz="1200" b="1" dirty="0">
                <a:solidFill>
                  <a:srgbClr val="000000"/>
                </a:solidFill>
                <a:effectLst/>
                <a:latin typeface="+mn-ea"/>
              </a:rPr>
              <a:t>, </a:t>
            </a:r>
            <a:r>
              <a:rPr lang="en-US" altLang="zh-CN" sz="1200" b="1" dirty="0">
                <a:solidFill>
                  <a:srgbClr val="A31515"/>
                </a:solidFill>
                <a:effectLst/>
                <a:latin typeface="+mn-ea"/>
              </a:rPr>
              <a:t>'message'</a:t>
            </a:r>
            <a:r>
              <a:rPr lang="en-US" altLang="zh-CN" sz="1200" b="1" dirty="0">
                <a:solidFill>
                  <a:srgbClr val="000000"/>
                </a:solidFill>
                <a:effectLst/>
                <a:latin typeface="+mn-ea"/>
              </a:rPr>
              <a:t>: </a:t>
            </a:r>
            <a:r>
              <a:rPr lang="en-US" altLang="zh-CN" sz="1200" b="1" dirty="0">
                <a:solidFill>
                  <a:srgbClr val="A31515"/>
                </a:solidFill>
                <a:effectLst/>
                <a:latin typeface="+mn-ea"/>
              </a:rPr>
              <a:t>'</a:t>
            </a:r>
            <a:r>
              <a:rPr lang="zh-CN" altLang="en-US" sz="1200" b="1" dirty="0">
                <a:solidFill>
                  <a:srgbClr val="A31515"/>
                </a:solidFill>
                <a:effectLst/>
                <a:latin typeface="+mn-ea"/>
              </a:rPr>
              <a:t>添加用户失败</a:t>
            </a:r>
            <a:r>
              <a:rPr lang="en-US" altLang="zh-CN" sz="1200" b="1" dirty="0">
                <a:solidFill>
                  <a:srgbClr val="A31515"/>
                </a:solidFill>
                <a:effectLst/>
                <a:latin typeface="+mn-ea"/>
              </a:rPr>
              <a:t>'</a:t>
            </a:r>
            <a:r>
              <a:rPr lang="en-US" altLang="zh-CN" sz="1200" b="1" dirty="0">
                <a:solidFill>
                  <a:srgbClr val="000000"/>
                </a:solidFill>
                <a:effectLst/>
                <a:latin typeface="+mn-ea"/>
              </a:rPr>
              <a:t>}</a:t>
            </a:r>
          </a:p>
        </p:txBody>
      </p:sp>
      <p:sp>
        <p:nvSpPr>
          <p:cNvPr id="11" name="文本框 10">
            <a:extLst>
              <a:ext uri="{FF2B5EF4-FFF2-40B4-BE49-F238E27FC236}">
                <a16:creationId xmlns:a16="http://schemas.microsoft.com/office/drawing/2014/main" id="{29175D2B-4EDA-4176-AF43-FF8D5963565F}"/>
              </a:ext>
            </a:extLst>
          </p:cNvPr>
          <p:cNvSpPr txBox="1"/>
          <p:nvPr/>
        </p:nvSpPr>
        <p:spPr>
          <a:xfrm>
            <a:off x="5597127" y="3338096"/>
            <a:ext cx="6336704" cy="195438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100" b="1" dirty="0">
                <a:solidFill>
                  <a:srgbClr val="008000"/>
                </a:solidFill>
                <a:effectLst/>
                <a:latin typeface="+mn-ea"/>
              </a:rPr>
              <a:t>#</a:t>
            </a:r>
            <a:r>
              <a:rPr lang="zh-CN" altLang="en-US" sz="1100" b="1" dirty="0">
                <a:solidFill>
                  <a:srgbClr val="008000"/>
                </a:solidFill>
                <a:latin typeface="+mn-ea"/>
              </a:rPr>
              <a:t>修改</a:t>
            </a:r>
            <a:r>
              <a:rPr lang="zh-CN" altLang="en-US" sz="1100" b="1" dirty="0">
                <a:solidFill>
                  <a:srgbClr val="008000"/>
                </a:solidFill>
                <a:effectLst/>
                <a:latin typeface="+mn-ea"/>
              </a:rPr>
              <a:t>用户</a:t>
            </a:r>
            <a:endParaRPr lang="en-US" altLang="zh-CN" sz="1100" b="1" dirty="0">
              <a:solidFill>
                <a:srgbClr val="0000FF"/>
              </a:solidFill>
              <a:effectLst/>
              <a:latin typeface="+mn-ea"/>
            </a:endParaRPr>
          </a:p>
          <a:p>
            <a:r>
              <a:rPr lang="en-US" altLang="zh-CN" sz="1100" b="1" dirty="0">
                <a:solidFill>
                  <a:srgbClr val="0000FF"/>
                </a:solidFill>
                <a:effectLst/>
                <a:latin typeface="+mn-ea"/>
              </a:rPr>
              <a:t>try</a:t>
            </a:r>
            <a:r>
              <a:rPr lang="en-US" altLang="zh-CN" sz="1100" b="1" dirty="0">
                <a:solidFill>
                  <a:srgbClr val="000000"/>
                </a:solidFill>
                <a:effectLst/>
                <a:latin typeface="+mn-ea"/>
              </a:rPr>
              <a:t>:</a:t>
            </a:r>
          </a:p>
          <a:p>
            <a:r>
              <a:rPr lang="en-US" altLang="zh-CN" sz="1100" b="1" dirty="0">
                <a:solidFill>
                  <a:srgbClr val="000000"/>
                </a:solidFill>
                <a:effectLst/>
                <a:latin typeface="+mn-ea"/>
              </a:rPr>
              <a:t>    user=db.get_or_404(</a:t>
            </a:r>
            <a:r>
              <a:rPr lang="en-US" altLang="zh-CN" sz="1100" b="1" dirty="0" err="1">
                <a:solidFill>
                  <a:srgbClr val="000000"/>
                </a:solidFill>
                <a:effectLst/>
                <a:latin typeface="+mn-ea"/>
              </a:rPr>
              <a:t>User,id</a:t>
            </a:r>
            <a:r>
              <a:rPr lang="en-US" altLang="zh-CN" sz="1100" b="1" dirty="0">
                <a:solidFill>
                  <a:srgbClr val="000000"/>
                </a:solidFill>
                <a:effectLst/>
                <a:latin typeface="+mn-ea"/>
              </a:rPr>
              <a:t>)</a:t>
            </a:r>
            <a:r>
              <a:rPr lang="en-US" altLang="zh-CN" sz="1100" b="1" dirty="0">
                <a:solidFill>
                  <a:srgbClr val="008000"/>
                </a:solidFill>
                <a:effectLst/>
                <a:latin typeface="+mn-ea"/>
              </a:rPr>
              <a:t> # </a:t>
            </a:r>
            <a:r>
              <a:rPr lang="zh-CN" altLang="en-US" sz="1100" b="1" dirty="0">
                <a:solidFill>
                  <a:srgbClr val="008000"/>
                </a:solidFill>
                <a:effectLst/>
                <a:latin typeface="+mn-ea"/>
              </a:rPr>
              <a:t>从</a:t>
            </a:r>
            <a:r>
              <a:rPr lang="en-US" altLang="zh-CN" sz="1100" b="1" dirty="0">
                <a:solidFill>
                  <a:srgbClr val="008000"/>
                </a:solidFill>
                <a:effectLst/>
                <a:latin typeface="+mn-ea"/>
              </a:rPr>
              <a:t>URL</a:t>
            </a:r>
            <a:r>
              <a:rPr lang="zh-CN" altLang="en-US" sz="1100" b="1" dirty="0">
                <a:solidFill>
                  <a:srgbClr val="008000"/>
                </a:solidFill>
                <a:effectLst/>
                <a:latin typeface="+mn-ea"/>
              </a:rPr>
              <a:t>获取用户</a:t>
            </a:r>
            <a:r>
              <a:rPr lang="en-US" altLang="zh-CN" sz="1100" b="1" dirty="0">
                <a:solidFill>
                  <a:srgbClr val="008000"/>
                </a:solidFill>
                <a:effectLst/>
                <a:latin typeface="+mn-ea"/>
              </a:rPr>
              <a:t>id</a:t>
            </a:r>
            <a:endParaRPr lang="en-US" altLang="zh-CN" sz="1100" b="1" dirty="0">
              <a:solidFill>
                <a:srgbClr val="000000"/>
              </a:solidFill>
              <a:effectLst/>
              <a:latin typeface="+mn-ea"/>
            </a:endParaRPr>
          </a:p>
          <a:p>
            <a:r>
              <a:rPr lang="en-US" altLang="zh-CN" sz="1100" b="1" dirty="0">
                <a:solidFill>
                  <a:srgbClr val="000000"/>
                </a:solidFill>
                <a:effectLst/>
                <a:latin typeface="+mn-ea"/>
              </a:rPr>
              <a:t>    </a:t>
            </a:r>
            <a:r>
              <a:rPr lang="en-US" altLang="zh-CN" sz="1100" b="1" dirty="0" err="1">
                <a:solidFill>
                  <a:srgbClr val="000000"/>
                </a:solidFill>
                <a:effectLst/>
                <a:latin typeface="+mn-ea"/>
              </a:rPr>
              <a:t>user.username</a:t>
            </a:r>
            <a:r>
              <a:rPr lang="en-US" altLang="zh-CN" sz="1100" b="1" dirty="0">
                <a:solidFill>
                  <a:srgbClr val="000000"/>
                </a:solidFill>
                <a:effectLst/>
                <a:latin typeface="+mn-ea"/>
              </a:rPr>
              <a:t> = </a:t>
            </a:r>
            <a:r>
              <a:rPr lang="en-US" altLang="zh-CN" sz="1100" b="1" dirty="0" err="1">
                <a:solidFill>
                  <a:srgbClr val="000000"/>
                </a:solidFill>
                <a:effectLst/>
                <a:latin typeface="+mn-ea"/>
              </a:rPr>
              <a:t>request.get_json</a:t>
            </a:r>
            <a:r>
              <a:rPr lang="en-US" altLang="zh-CN" sz="1100" b="1" dirty="0">
                <a:solidFill>
                  <a:srgbClr val="000000"/>
                </a:solidFill>
                <a:effectLst/>
                <a:latin typeface="+mn-ea"/>
              </a:rPr>
              <a:t>()[</a:t>
            </a:r>
            <a:r>
              <a:rPr lang="en-US" altLang="zh-CN" sz="1100" b="1" dirty="0">
                <a:solidFill>
                  <a:srgbClr val="A31515"/>
                </a:solidFill>
                <a:effectLst/>
                <a:latin typeface="+mn-ea"/>
              </a:rPr>
              <a:t>"username"</a:t>
            </a:r>
            <a:r>
              <a:rPr lang="en-US" altLang="zh-CN" sz="1100" b="1" dirty="0">
                <a:solidFill>
                  <a:srgbClr val="000000"/>
                </a:solidFill>
                <a:effectLst/>
                <a:latin typeface="+mn-ea"/>
              </a:rPr>
              <a:t>]</a:t>
            </a:r>
          </a:p>
          <a:p>
            <a:r>
              <a:rPr lang="en-US" altLang="zh-CN" sz="1100" b="1" dirty="0">
                <a:solidFill>
                  <a:srgbClr val="000000"/>
                </a:solidFill>
                <a:effectLst/>
                <a:latin typeface="+mn-ea"/>
              </a:rPr>
              <a:t>    </a:t>
            </a:r>
            <a:r>
              <a:rPr lang="en-US" altLang="zh-CN" sz="1100" b="1" dirty="0" err="1">
                <a:solidFill>
                  <a:srgbClr val="000000"/>
                </a:solidFill>
                <a:effectLst/>
                <a:latin typeface="+mn-ea"/>
              </a:rPr>
              <a:t>user.age</a:t>
            </a:r>
            <a:r>
              <a:rPr lang="en-US" altLang="zh-CN" sz="1100" b="1" dirty="0">
                <a:solidFill>
                  <a:srgbClr val="000000"/>
                </a:solidFill>
                <a:effectLst/>
                <a:latin typeface="+mn-ea"/>
              </a:rPr>
              <a:t> = </a:t>
            </a:r>
            <a:r>
              <a:rPr lang="en-US" altLang="zh-CN" sz="1100" b="1" dirty="0" err="1">
                <a:solidFill>
                  <a:srgbClr val="000000"/>
                </a:solidFill>
                <a:effectLst/>
                <a:latin typeface="+mn-ea"/>
              </a:rPr>
              <a:t>request.get_json</a:t>
            </a:r>
            <a:r>
              <a:rPr lang="en-US" altLang="zh-CN" sz="1100" b="1" dirty="0">
                <a:solidFill>
                  <a:srgbClr val="000000"/>
                </a:solidFill>
                <a:effectLst/>
                <a:latin typeface="+mn-ea"/>
              </a:rPr>
              <a:t>()[</a:t>
            </a:r>
            <a:r>
              <a:rPr lang="en-US" altLang="zh-CN" sz="1100" b="1" dirty="0">
                <a:solidFill>
                  <a:srgbClr val="A31515"/>
                </a:solidFill>
                <a:effectLst/>
                <a:latin typeface="+mn-ea"/>
              </a:rPr>
              <a:t>"age"</a:t>
            </a:r>
            <a:r>
              <a:rPr lang="en-US" altLang="zh-CN" sz="1100" b="1" dirty="0">
                <a:solidFill>
                  <a:srgbClr val="000000"/>
                </a:solidFill>
                <a:effectLst/>
                <a:latin typeface="+mn-ea"/>
              </a:rPr>
              <a:t>]</a:t>
            </a:r>
          </a:p>
          <a:p>
            <a:r>
              <a:rPr lang="en-US" altLang="zh-CN" sz="1100" b="1" dirty="0">
                <a:solidFill>
                  <a:srgbClr val="000000"/>
                </a:solidFill>
                <a:effectLst/>
                <a:latin typeface="+mn-ea"/>
              </a:rPr>
              <a:t>    </a:t>
            </a:r>
            <a:r>
              <a:rPr lang="en-US" altLang="zh-CN" sz="1100" b="1" dirty="0" err="1">
                <a:solidFill>
                  <a:srgbClr val="000000"/>
                </a:solidFill>
                <a:effectLst/>
                <a:latin typeface="+mn-ea"/>
              </a:rPr>
              <a:t>user.email</a:t>
            </a:r>
            <a:r>
              <a:rPr lang="en-US" altLang="zh-CN" sz="1100" b="1" dirty="0">
                <a:solidFill>
                  <a:srgbClr val="000000"/>
                </a:solidFill>
                <a:effectLst/>
                <a:latin typeface="+mn-ea"/>
              </a:rPr>
              <a:t> = </a:t>
            </a:r>
            <a:r>
              <a:rPr lang="en-US" altLang="zh-CN" sz="1100" b="1" dirty="0" err="1">
                <a:solidFill>
                  <a:srgbClr val="000000"/>
                </a:solidFill>
                <a:effectLst/>
                <a:latin typeface="+mn-ea"/>
              </a:rPr>
              <a:t>request.get_json</a:t>
            </a:r>
            <a:r>
              <a:rPr lang="en-US" altLang="zh-CN" sz="1100" b="1" dirty="0">
                <a:solidFill>
                  <a:srgbClr val="000000"/>
                </a:solidFill>
                <a:effectLst/>
                <a:latin typeface="+mn-ea"/>
              </a:rPr>
              <a:t>()[</a:t>
            </a:r>
            <a:r>
              <a:rPr lang="en-US" altLang="zh-CN" sz="1100" b="1" dirty="0">
                <a:solidFill>
                  <a:srgbClr val="A31515"/>
                </a:solidFill>
                <a:effectLst/>
                <a:latin typeface="+mn-ea"/>
              </a:rPr>
              <a:t>"email"</a:t>
            </a:r>
            <a:r>
              <a:rPr lang="en-US" altLang="zh-CN" sz="1100" b="1" dirty="0">
                <a:solidFill>
                  <a:srgbClr val="000000"/>
                </a:solidFill>
                <a:effectLst/>
                <a:latin typeface="+mn-ea"/>
              </a:rPr>
              <a:t>]</a:t>
            </a:r>
          </a:p>
          <a:p>
            <a:r>
              <a:rPr lang="en-US" altLang="zh-CN" sz="1100" b="1" dirty="0">
                <a:solidFill>
                  <a:srgbClr val="000000"/>
                </a:solidFill>
                <a:effectLst/>
                <a:latin typeface="+mn-ea"/>
              </a:rPr>
              <a:t>    </a:t>
            </a:r>
            <a:r>
              <a:rPr lang="en-US" altLang="zh-CN" sz="1100" b="1" dirty="0" err="1">
                <a:solidFill>
                  <a:srgbClr val="000000"/>
                </a:solidFill>
                <a:effectLst/>
                <a:latin typeface="+mn-ea"/>
              </a:rPr>
              <a:t>user.verified</a:t>
            </a:r>
            <a:r>
              <a:rPr lang="en-US" altLang="zh-CN" sz="1100" b="1" dirty="0">
                <a:solidFill>
                  <a:srgbClr val="000000"/>
                </a:solidFill>
                <a:effectLst/>
                <a:latin typeface="+mn-ea"/>
              </a:rPr>
              <a:t> = </a:t>
            </a:r>
            <a:r>
              <a:rPr lang="en-US" altLang="zh-CN" sz="1100" b="1" dirty="0">
                <a:solidFill>
                  <a:srgbClr val="0000FF"/>
                </a:solidFill>
                <a:effectLst/>
                <a:latin typeface="+mn-ea"/>
              </a:rPr>
              <a:t>True    </a:t>
            </a:r>
            <a:r>
              <a:rPr lang="en-US" altLang="zh-CN" sz="1100" b="1" dirty="0">
                <a:solidFill>
                  <a:srgbClr val="008000"/>
                </a:solidFill>
                <a:effectLst/>
                <a:latin typeface="+mn-ea"/>
              </a:rPr>
              <a:t># </a:t>
            </a:r>
            <a:r>
              <a:rPr lang="zh-CN" altLang="en-US" sz="1100" b="1" dirty="0">
                <a:solidFill>
                  <a:srgbClr val="008000"/>
                </a:solidFill>
                <a:effectLst/>
                <a:latin typeface="+mn-ea"/>
              </a:rPr>
              <a:t>确认修改</a:t>
            </a:r>
            <a:endParaRPr lang="en-US" altLang="zh-CN" sz="1100" b="1" dirty="0">
              <a:solidFill>
                <a:srgbClr val="000000"/>
              </a:solidFill>
              <a:effectLst/>
              <a:latin typeface="+mn-ea"/>
            </a:endParaRPr>
          </a:p>
          <a:p>
            <a:r>
              <a:rPr lang="en-US" altLang="zh-CN" sz="1100" b="1" dirty="0">
                <a:solidFill>
                  <a:srgbClr val="000000"/>
                </a:solidFill>
                <a:effectLst/>
                <a:latin typeface="+mn-ea"/>
              </a:rPr>
              <a:t>    </a:t>
            </a:r>
            <a:r>
              <a:rPr lang="en-US" altLang="zh-CN" sz="1100" b="1" dirty="0" err="1">
                <a:solidFill>
                  <a:srgbClr val="000000"/>
                </a:solidFill>
                <a:effectLst/>
                <a:latin typeface="+mn-ea"/>
              </a:rPr>
              <a:t>db.session.commit</a:t>
            </a:r>
            <a:r>
              <a:rPr lang="en-US" altLang="zh-CN" sz="1100" b="1" dirty="0">
                <a:solidFill>
                  <a:srgbClr val="000000"/>
                </a:solidFill>
                <a:effectLst/>
                <a:latin typeface="+mn-ea"/>
              </a:rPr>
              <a:t>()</a:t>
            </a:r>
            <a:r>
              <a:rPr lang="en-US" altLang="zh-CN" sz="1100" b="1" dirty="0">
                <a:solidFill>
                  <a:srgbClr val="008000"/>
                </a:solidFill>
                <a:effectLst/>
                <a:latin typeface="+mn-ea"/>
              </a:rPr>
              <a:t>     # </a:t>
            </a:r>
            <a:r>
              <a:rPr lang="zh-CN" altLang="en-US" sz="1100" b="1" dirty="0">
                <a:solidFill>
                  <a:srgbClr val="008000"/>
                </a:solidFill>
                <a:effectLst/>
                <a:latin typeface="+mn-ea"/>
              </a:rPr>
              <a:t>提交数据</a:t>
            </a:r>
            <a:endParaRPr lang="en-US" altLang="zh-CN" sz="1100" b="1" dirty="0">
              <a:solidFill>
                <a:srgbClr val="000000"/>
              </a:solidFill>
              <a:effectLst/>
              <a:latin typeface="+mn-ea"/>
            </a:endParaRPr>
          </a:p>
          <a:p>
            <a:r>
              <a:rPr lang="en-US" altLang="zh-CN" sz="1100" b="1" dirty="0">
                <a:solidFill>
                  <a:srgbClr val="000000"/>
                </a:solidFill>
                <a:effectLst/>
                <a:latin typeface="+mn-ea"/>
              </a:rPr>
              <a:t>    </a:t>
            </a:r>
            <a:r>
              <a:rPr lang="en-US" altLang="zh-CN" sz="1100" b="1" dirty="0">
                <a:solidFill>
                  <a:srgbClr val="0000FF"/>
                </a:solidFill>
                <a:effectLst/>
                <a:latin typeface="+mn-ea"/>
              </a:rPr>
              <a:t>return</a:t>
            </a:r>
            <a:r>
              <a:rPr lang="en-US" altLang="zh-CN" sz="1100" b="1" dirty="0">
                <a:solidFill>
                  <a:srgbClr val="000000"/>
                </a:solidFill>
                <a:effectLst/>
                <a:latin typeface="+mn-ea"/>
              </a:rPr>
              <a:t> {</a:t>
            </a:r>
            <a:r>
              <a:rPr lang="en-US" altLang="zh-CN" sz="1100" b="1" dirty="0">
                <a:solidFill>
                  <a:srgbClr val="A31515"/>
                </a:solidFill>
                <a:effectLst/>
                <a:latin typeface="+mn-ea"/>
              </a:rPr>
              <a:t>'code'</a:t>
            </a:r>
            <a:r>
              <a:rPr lang="en-US" altLang="zh-CN" sz="1100" b="1" dirty="0">
                <a:solidFill>
                  <a:srgbClr val="000000"/>
                </a:solidFill>
                <a:effectLst/>
                <a:latin typeface="+mn-ea"/>
              </a:rPr>
              <a:t>: </a:t>
            </a:r>
            <a:r>
              <a:rPr lang="en-US" altLang="zh-CN" sz="1100" b="1" dirty="0">
                <a:solidFill>
                  <a:srgbClr val="098658"/>
                </a:solidFill>
                <a:effectLst/>
                <a:latin typeface="+mn-ea"/>
              </a:rPr>
              <a:t>200</a:t>
            </a:r>
            <a:r>
              <a:rPr lang="en-US" altLang="zh-CN" sz="1100" b="1" dirty="0">
                <a:solidFill>
                  <a:srgbClr val="000000"/>
                </a:solidFill>
                <a:effectLst/>
                <a:latin typeface="+mn-ea"/>
              </a:rPr>
              <a:t>, </a:t>
            </a:r>
            <a:r>
              <a:rPr lang="en-US" altLang="zh-CN" sz="1100" b="1" dirty="0">
                <a:solidFill>
                  <a:srgbClr val="A31515"/>
                </a:solidFill>
                <a:effectLst/>
                <a:latin typeface="+mn-ea"/>
              </a:rPr>
              <a:t>'message'</a:t>
            </a:r>
            <a:r>
              <a:rPr lang="en-US" altLang="zh-CN" sz="1100" b="1" dirty="0">
                <a:solidFill>
                  <a:srgbClr val="000000"/>
                </a:solidFill>
                <a:effectLst/>
                <a:latin typeface="+mn-ea"/>
              </a:rPr>
              <a:t>: </a:t>
            </a:r>
            <a:r>
              <a:rPr lang="en-US" altLang="zh-CN" sz="1100" b="1" dirty="0">
                <a:solidFill>
                  <a:srgbClr val="A31515"/>
                </a:solidFill>
                <a:effectLst/>
                <a:latin typeface="+mn-ea"/>
              </a:rPr>
              <a:t>'</a:t>
            </a:r>
            <a:r>
              <a:rPr lang="zh-CN" altLang="en-US" sz="1100" b="1" dirty="0">
                <a:solidFill>
                  <a:srgbClr val="A31515"/>
                </a:solidFill>
                <a:latin typeface="+mn-ea"/>
              </a:rPr>
              <a:t>修改</a:t>
            </a:r>
            <a:r>
              <a:rPr lang="zh-CN" altLang="en-US" sz="1100" b="1" dirty="0">
                <a:solidFill>
                  <a:srgbClr val="A31515"/>
                </a:solidFill>
                <a:effectLst/>
                <a:latin typeface="+mn-ea"/>
              </a:rPr>
              <a:t>用户成功</a:t>
            </a:r>
            <a:r>
              <a:rPr lang="en-US" altLang="zh-CN" sz="1100" b="1" dirty="0">
                <a:solidFill>
                  <a:srgbClr val="A31515"/>
                </a:solidFill>
                <a:effectLst/>
                <a:latin typeface="+mn-ea"/>
              </a:rPr>
              <a:t>'</a:t>
            </a:r>
            <a:r>
              <a:rPr lang="en-US" altLang="zh-CN" sz="1100" b="1" dirty="0">
                <a:solidFill>
                  <a:srgbClr val="000000"/>
                </a:solidFill>
                <a:effectLst/>
                <a:latin typeface="+mn-ea"/>
              </a:rPr>
              <a:t>}</a:t>
            </a:r>
          </a:p>
          <a:p>
            <a:r>
              <a:rPr lang="en-US" altLang="zh-CN" sz="1100" b="1" dirty="0">
                <a:solidFill>
                  <a:srgbClr val="0000FF"/>
                </a:solidFill>
                <a:effectLst/>
                <a:latin typeface="+mn-ea"/>
              </a:rPr>
              <a:t>except</a:t>
            </a:r>
            <a:r>
              <a:rPr lang="en-US" altLang="zh-CN" sz="1100" b="1" dirty="0">
                <a:solidFill>
                  <a:srgbClr val="000000"/>
                </a:solidFill>
                <a:effectLst/>
                <a:latin typeface="+mn-ea"/>
              </a:rPr>
              <a:t>:</a:t>
            </a:r>
          </a:p>
          <a:p>
            <a:r>
              <a:rPr lang="en-US" altLang="zh-CN" sz="1100" b="1" dirty="0">
                <a:solidFill>
                  <a:srgbClr val="000000"/>
                </a:solidFill>
                <a:effectLst/>
                <a:latin typeface="+mn-ea"/>
              </a:rPr>
              <a:t>    </a:t>
            </a:r>
            <a:r>
              <a:rPr lang="en-US" altLang="zh-CN" sz="1100" b="1" dirty="0">
                <a:solidFill>
                  <a:srgbClr val="0000FF"/>
                </a:solidFill>
                <a:effectLst/>
                <a:latin typeface="+mn-ea"/>
              </a:rPr>
              <a:t>return</a:t>
            </a:r>
            <a:r>
              <a:rPr lang="en-US" altLang="zh-CN" sz="1100" b="1" dirty="0">
                <a:solidFill>
                  <a:srgbClr val="000000"/>
                </a:solidFill>
                <a:effectLst/>
                <a:latin typeface="+mn-ea"/>
              </a:rPr>
              <a:t> {</a:t>
            </a:r>
            <a:r>
              <a:rPr lang="en-US" altLang="zh-CN" sz="1100" b="1" dirty="0">
                <a:solidFill>
                  <a:srgbClr val="A31515"/>
                </a:solidFill>
                <a:effectLst/>
                <a:latin typeface="+mn-ea"/>
              </a:rPr>
              <a:t>'code'</a:t>
            </a:r>
            <a:r>
              <a:rPr lang="en-US" altLang="zh-CN" sz="1100" b="1" dirty="0">
                <a:solidFill>
                  <a:srgbClr val="000000"/>
                </a:solidFill>
                <a:effectLst/>
                <a:latin typeface="+mn-ea"/>
              </a:rPr>
              <a:t>: </a:t>
            </a:r>
            <a:r>
              <a:rPr lang="en-US" altLang="zh-CN" sz="1100" b="1" dirty="0">
                <a:solidFill>
                  <a:srgbClr val="098658"/>
                </a:solidFill>
                <a:effectLst/>
                <a:latin typeface="+mn-ea"/>
              </a:rPr>
              <a:t>500</a:t>
            </a:r>
            <a:r>
              <a:rPr lang="en-US" altLang="zh-CN" sz="1100" b="1" dirty="0">
                <a:solidFill>
                  <a:srgbClr val="000000"/>
                </a:solidFill>
                <a:effectLst/>
                <a:latin typeface="+mn-ea"/>
              </a:rPr>
              <a:t>, </a:t>
            </a:r>
            <a:r>
              <a:rPr lang="en-US" altLang="zh-CN" sz="1100" b="1" dirty="0">
                <a:solidFill>
                  <a:srgbClr val="A31515"/>
                </a:solidFill>
                <a:effectLst/>
                <a:latin typeface="+mn-ea"/>
              </a:rPr>
              <a:t>'message'</a:t>
            </a:r>
            <a:r>
              <a:rPr lang="en-US" altLang="zh-CN" sz="1100" b="1" dirty="0">
                <a:solidFill>
                  <a:srgbClr val="000000"/>
                </a:solidFill>
                <a:effectLst/>
                <a:latin typeface="+mn-ea"/>
              </a:rPr>
              <a:t>: </a:t>
            </a:r>
            <a:r>
              <a:rPr lang="en-US" altLang="zh-CN" sz="1100" b="1" dirty="0">
                <a:solidFill>
                  <a:srgbClr val="A31515"/>
                </a:solidFill>
                <a:effectLst/>
                <a:latin typeface="+mn-ea"/>
              </a:rPr>
              <a:t>'</a:t>
            </a:r>
            <a:r>
              <a:rPr lang="zh-CN" altLang="en-US" sz="1100" b="1" dirty="0">
                <a:solidFill>
                  <a:srgbClr val="A31515"/>
                </a:solidFill>
                <a:effectLst/>
                <a:latin typeface="+mn-ea"/>
              </a:rPr>
              <a:t>修改用户失败</a:t>
            </a:r>
            <a:r>
              <a:rPr lang="en-US" altLang="zh-CN" sz="1100" b="1" dirty="0">
                <a:solidFill>
                  <a:srgbClr val="A31515"/>
                </a:solidFill>
                <a:effectLst/>
                <a:latin typeface="+mn-ea"/>
              </a:rPr>
              <a:t>'</a:t>
            </a:r>
            <a:r>
              <a:rPr lang="en-US" altLang="zh-CN" sz="1100" b="1" dirty="0">
                <a:solidFill>
                  <a:srgbClr val="000000"/>
                </a:solidFill>
                <a:effectLst/>
                <a:latin typeface="+mn-ea"/>
              </a:rPr>
              <a:t>}</a:t>
            </a:r>
          </a:p>
        </p:txBody>
      </p:sp>
      <p:sp>
        <p:nvSpPr>
          <p:cNvPr id="12" name="文本框 11">
            <a:extLst>
              <a:ext uri="{FF2B5EF4-FFF2-40B4-BE49-F238E27FC236}">
                <a16:creationId xmlns:a16="http://schemas.microsoft.com/office/drawing/2014/main" id="{5349A850-788F-4988-BDA4-2780FEA76365}"/>
              </a:ext>
            </a:extLst>
          </p:cNvPr>
          <p:cNvSpPr txBox="1"/>
          <p:nvPr/>
        </p:nvSpPr>
        <p:spPr>
          <a:xfrm>
            <a:off x="5597127" y="5364485"/>
            <a:ext cx="6336704" cy="14465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100" b="1" dirty="0">
                <a:solidFill>
                  <a:srgbClr val="008000"/>
                </a:solidFill>
                <a:effectLst/>
                <a:latin typeface="+mn-ea"/>
              </a:rPr>
              <a:t>#</a:t>
            </a:r>
            <a:r>
              <a:rPr lang="zh-CN" altLang="en-US" sz="1100" b="1" dirty="0">
                <a:solidFill>
                  <a:srgbClr val="008000"/>
                </a:solidFill>
                <a:latin typeface="+mn-ea"/>
              </a:rPr>
              <a:t>删除</a:t>
            </a:r>
            <a:r>
              <a:rPr lang="zh-CN" altLang="en-US" sz="1100" b="1" dirty="0">
                <a:solidFill>
                  <a:srgbClr val="008000"/>
                </a:solidFill>
                <a:effectLst/>
                <a:latin typeface="+mn-ea"/>
              </a:rPr>
              <a:t>用户</a:t>
            </a:r>
            <a:endParaRPr lang="en-US" altLang="zh-CN" sz="1100" b="1" dirty="0">
              <a:solidFill>
                <a:srgbClr val="0000FF"/>
              </a:solidFill>
              <a:effectLst/>
              <a:latin typeface="+mn-ea"/>
            </a:endParaRPr>
          </a:p>
          <a:p>
            <a:r>
              <a:rPr lang="en-US" altLang="zh-CN" sz="1100" b="1" dirty="0">
                <a:solidFill>
                  <a:srgbClr val="0000FF"/>
                </a:solidFill>
                <a:effectLst/>
                <a:latin typeface="+mn-ea"/>
              </a:rPr>
              <a:t>try</a:t>
            </a:r>
            <a:r>
              <a:rPr lang="en-US" altLang="zh-CN" sz="1100" b="1" dirty="0">
                <a:solidFill>
                  <a:srgbClr val="000000"/>
                </a:solidFill>
                <a:effectLst/>
                <a:latin typeface="+mn-ea"/>
              </a:rPr>
              <a:t>:</a:t>
            </a:r>
          </a:p>
          <a:p>
            <a:r>
              <a:rPr lang="en-US" altLang="zh-CN" sz="1100" b="1" dirty="0">
                <a:solidFill>
                  <a:srgbClr val="000000"/>
                </a:solidFill>
                <a:effectLst/>
                <a:latin typeface="+mn-ea"/>
              </a:rPr>
              <a:t>    user=db.get_or_404(</a:t>
            </a:r>
            <a:r>
              <a:rPr lang="en-US" altLang="zh-CN" sz="1100" b="1" dirty="0" err="1">
                <a:solidFill>
                  <a:srgbClr val="000000"/>
                </a:solidFill>
                <a:effectLst/>
                <a:latin typeface="+mn-ea"/>
              </a:rPr>
              <a:t>User,id</a:t>
            </a:r>
            <a:r>
              <a:rPr lang="en-US" altLang="zh-CN" sz="1100" b="1" dirty="0">
                <a:solidFill>
                  <a:srgbClr val="000000"/>
                </a:solidFill>
                <a:effectLst/>
                <a:latin typeface="+mn-ea"/>
              </a:rPr>
              <a:t>)</a:t>
            </a:r>
            <a:r>
              <a:rPr lang="en-US" altLang="zh-CN" sz="1100" b="1" dirty="0">
                <a:solidFill>
                  <a:srgbClr val="008000"/>
                </a:solidFill>
                <a:effectLst/>
                <a:latin typeface="+mn-ea"/>
              </a:rPr>
              <a:t> # </a:t>
            </a:r>
            <a:r>
              <a:rPr lang="zh-CN" altLang="en-US" sz="1100" b="1" dirty="0">
                <a:solidFill>
                  <a:srgbClr val="008000"/>
                </a:solidFill>
                <a:effectLst/>
                <a:latin typeface="+mn-ea"/>
              </a:rPr>
              <a:t>从</a:t>
            </a:r>
            <a:r>
              <a:rPr lang="en-US" altLang="zh-CN" sz="1100" b="1" dirty="0">
                <a:solidFill>
                  <a:srgbClr val="008000"/>
                </a:solidFill>
                <a:effectLst/>
                <a:latin typeface="+mn-ea"/>
              </a:rPr>
              <a:t>URL</a:t>
            </a:r>
            <a:r>
              <a:rPr lang="zh-CN" altLang="en-US" sz="1100" b="1" dirty="0">
                <a:solidFill>
                  <a:srgbClr val="008000"/>
                </a:solidFill>
                <a:effectLst/>
                <a:latin typeface="+mn-ea"/>
              </a:rPr>
              <a:t>获取用户</a:t>
            </a:r>
            <a:r>
              <a:rPr lang="en-US" altLang="zh-CN" sz="1100" b="1" dirty="0">
                <a:solidFill>
                  <a:srgbClr val="008000"/>
                </a:solidFill>
                <a:effectLst/>
                <a:latin typeface="+mn-ea"/>
              </a:rPr>
              <a:t>id</a:t>
            </a:r>
            <a:endParaRPr lang="en-US" altLang="zh-CN" sz="1100" b="1" dirty="0">
              <a:solidFill>
                <a:srgbClr val="000000"/>
              </a:solidFill>
              <a:effectLst/>
              <a:latin typeface="+mn-ea"/>
            </a:endParaRPr>
          </a:p>
          <a:p>
            <a:r>
              <a:rPr lang="en-US" altLang="zh-CN" sz="1100" b="1" dirty="0">
                <a:solidFill>
                  <a:srgbClr val="000000"/>
                </a:solidFill>
                <a:effectLst/>
                <a:latin typeface="+mn-ea"/>
              </a:rPr>
              <a:t>    </a:t>
            </a:r>
            <a:r>
              <a:rPr lang="en-US" altLang="zh-CN" sz="1100" b="1" dirty="0" err="1">
                <a:solidFill>
                  <a:srgbClr val="000000"/>
                </a:solidFill>
                <a:effectLst/>
                <a:latin typeface="+mn-ea"/>
              </a:rPr>
              <a:t>db.session.delete</a:t>
            </a:r>
            <a:r>
              <a:rPr lang="en-US" altLang="zh-CN" sz="1100" b="1" dirty="0">
                <a:solidFill>
                  <a:srgbClr val="000000"/>
                </a:solidFill>
                <a:effectLst/>
                <a:latin typeface="+mn-ea"/>
              </a:rPr>
              <a:t>(user)</a:t>
            </a:r>
            <a:r>
              <a:rPr lang="en-US" altLang="zh-CN" sz="1100" b="1" dirty="0">
                <a:solidFill>
                  <a:srgbClr val="008000"/>
                </a:solidFill>
                <a:effectLst/>
                <a:latin typeface="+mn-ea"/>
              </a:rPr>
              <a:t>     # </a:t>
            </a:r>
            <a:r>
              <a:rPr lang="zh-CN" altLang="en-US" sz="1100" b="1" dirty="0">
                <a:solidFill>
                  <a:srgbClr val="008000"/>
                </a:solidFill>
                <a:effectLst/>
                <a:latin typeface="+mn-ea"/>
              </a:rPr>
              <a:t>从数据库删除用户</a:t>
            </a:r>
            <a:endParaRPr lang="en-US" altLang="zh-CN" sz="1100" b="1" dirty="0">
              <a:solidFill>
                <a:srgbClr val="000000"/>
              </a:solidFill>
              <a:effectLst/>
              <a:latin typeface="+mn-ea"/>
            </a:endParaRPr>
          </a:p>
          <a:p>
            <a:r>
              <a:rPr lang="en-US" altLang="zh-CN" sz="1100" b="1" dirty="0">
                <a:solidFill>
                  <a:srgbClr val="000000"/>
                </a:solidFill>
                <a:effectLst/>
                <a:latin typeface="+mn-ea"/>
              </a:rPr>
              <a:t>    </a:t>
            </a:r>
            <a:r>
              <a:rPr lang="en-US" altLang="zh-CN" sz="1100" b="1" dirty="0" err="1">
                <a:solidFill>
                  <a:srgbClr val="000000"/>
                </a:solidFill>
                <a:effectLst/>
                <a:latin typeface="+mn-ea"/>
              </a:rPr>
              <a:t>db.session.commit</a:t>
            </a:r>
            <a:r>
              <a:rPr lang="en-US" altLang="zh-CN" sz="1100" b="1" dirty="0">
                <a:solidFill>
                  <a:srgbClr val="000000"/>
                </a:solidFill>
                <a:effectLst/>
                <a:latin typeface="+mn-ea"/>
              </a:rPr>
              <a:t>()</a:t>
            </a:r>
            <a:r>
              <a:rPr lang="en-US" altLang="zh-CN" sz="1100" b="1" dirty="0">
                <a:solidFill>
                  <a:srgbClr val="008000"/>
                </a:solidFill>
                <a:effectLst/>
                <a:latin typeface="+mn-ea"/>
              </a:rPr>
              <a:t>         # </a:t>
            </a:r>
            <a:r>
              <a:rPr lang="zh-CN" altLang="en-US" sz="1100" b="1" dirty="0">
                <a:solidFill>
                  <a:srgbClr val="008000"/>
                </a:solidFill>
                <a:effectLst/>
                <a:latin typeface="+mn-ea"/>
              </a:rPr>
              <a:t>提交操作</a:t>
            </a:r>
            <a:endParaRPr lang="en-US" altLang="zh-CN" sz="1100" b="1" dirty="0">
              <a:solidFill>
                <a:srgbClr val="000000"/>
              </a:solidFill>
              <a:effectLst/>
              <a:latin typeface="+mn-ea"/>
            </a:endParaRPr>
          </a:p>
          <a:p>
            <a:r>
              <a:rPr lang="en-US" altLang="zh-CN" sz="1100" b="1" dirty="0">
                <a:solidFill>
                  <a:srgbClr val="000000"/>
                </a:solidFill>
                <a:effectLst/>
                <a:latin typeface="+mn-ea"/>
              </a:rPr>
              <a:t>    </a:t>
            </a:r>
            <a:r>
              <a:rPr lang="en-US" altLang="zh-CN" sz="1100" b="1" dirty="0">
                <a:solidFill>
                  <a:srgbClr val="0000FF"/>
                </a:solidFill>
                <a:effectLst/>
                <a:latin typeface="+mn-ea"/>
              </a:rPr>
              <a:t>return</a:t>
            </a:r>
            <a:r>
              <a:rPr lang="en-US" altLang="zh-CN" sz="1100" b="1" dirty="0">
                <a:solidFill>
                  <a:srgbClr val="000000"/>
                </a:solidFill>
                <a:effectLst/>
                <a:latin typeface="+mn-ea"/>
              </a:rPr>
              <a:t> {</a:t>
            </a:r>
            <a:r>
              <a:rPr lang="en-US" altLang="zh-CN" sz="1100" b="1" dirty="0">
                <a:solidFill>
                  <a:srgbClr val="A31515"/>
                </a:solidFill>
                <a:effectLst/>
                <a:latin typeface="+mn-ea"/>
              </a:rPr>
              <a:t>'code'</a:t>
            </a:r>
            <a:r>
              <a:rPr lang="en-US" altLang="zh-CN" sz="1100" b="1" dirty="0">
                <a:solidFill>
                  <a:srgbClr val="000000"/>
                </a:solidFill>
                <a:effectLst/>
                <a:latin typeface="+mn-ea"/>
              </a:rPr>
              <a:t>: </a:t>
            </a:r>
            <a:r>
              <a:rPr lang="en-US" altLang="zh-CN" sz="1100" b="1" dirty="0">
                <a:solidFill>
                  <a:srgbClr val="098658"/>
                </a:solidFill>
                <a:effectLst/>
                <a:latin typeface="+mn-ea"/>
              </a:rPr>
              <a:t>200</a:t>
            </a:r>
            <a:r>
              <a:rPr lang="en-US" altLang="zh-CN" sz="1100" b="1" dirty="0">
                <a:solidFill>
                  <a:srgbClr val="000000"/>
                </a:solidFill>
                <a:effectLst/>
                <a:latin typeface="+mn-ea"/>
              </a:rPr>
              <a:t>, </a:t>
            </a:r>
            <a:r>
              <a:rPr lang="en-US" altLang="zh-CN" sz="1100" b="1" dirty="0">
                <a:solidFill>
                  <a:srgbClr val="A31515"/>
                </a:solidFill>
                <a:effectLst/>
                <a:latin typeface="+mn-ea"/>
              </a:rPr>
              <a:t>'message'</a:t>
            </a:r>
            <a:r>
              <a:rPr lang="en-US" altLang="zh-CN" sz="1100" b="1" dirty="0">
                <a:solidFill>
                  <a:srgbClr val="000000"/>
                </a:solidFill>
                <a:effectLst/>
                <a:latin typeface="+mn-ea"/>
              </a:rPr>
              <a:t>: </a:t>
            </a:r>
            <a:r>
              <a:rPr lang="en-US" altLang="zh-CN" sz="1100" b="1" dirty="0">
                <a:solidFill>
                  <a:srgbClr val="A31515"/>
                </a:solidFill>
                <a:effectLst/>
                <a:latin typeface="+mn-ea"/>
              </a:rPr>
              <a:t>'</a:t>
            </a:r>
            <a:r>
              <a:rPr lang="zh-CN" altLang="en-US" sz="1100" b="1" dirty="0">
                <a:solidFill>
                  <a:srgbClr val="A31515"/>
                </a:solidFill>
                <a:latin typeface="+mn-ea"/>
              </a:rPr>
              <a:t>删除</a:t>
            </a:r>
            <a:r>
              <a:rPr lang="zh-CN" altLang="en-US" sz="1100" b="1" dirty="0">
                <a:solidFill>
                  <a:srgbClr val="A31515"/>
                </a:solidFill>
                <a:effectLst/>
                <a:latin typeface="+mn-ea"/>
              </a:rPr>
              <a:t>用户成功</a:t>
            </a:r>
            <a:r>
              <a:rPr lang="en-US" altLang="zh-CN" sz="1100" b="1" dirty="0">
                <a:solidFill>
                  <a:srgbClr val="A31515"/>
                </a:solidFill>
                <a:effectLst/>
                <a:latin typeface="+mn-ea"/>
              </a:rPr>
              <a:t>'</a:t>
            </a:r>
            <a:r>
              <a:rPr lang="en-US" altLang="zh-CN" sz="1100" b="1" dirty="0">
                <a:solidFill>
                  <a:srgbClr val="000000"/>
                </a:solidFill>
                <a:effectLst/>
                <a:latin typeface="+mn-ea"/>
              </a:rPr>
              <a:t>}</a:t>
            </a:r>
          </a:p>
          <a:p>
            <a:r>
              <a:rPr lang="en-US" altLang="zh-CN" sz="1100" b="1" dirty="0">
                <a:solidFill>
                  <a:srgbClr val="0000FF"/>
                </a:solidFill>
                <a:effectLst/>
                <a:latin typeface="+mn-ea"/>
              </a:rPr>
              <a:t>except</a:t>
            </a:r>
            <a:r>
              <a:rPr lang="en-US" altLang="zh-CN" sz="1100" b="1" dirty="0">
                <a:solidFill>
                  <a:srgbClr val="000000"/>
                </a:solidFill>
                <a:effectLst/>
                <a:latin typeface="+mn-ea"/>
              </a:rPr>
              <a:t>:</a:t>
            </a:r>
          </a:p>
          <a:p>
            <a:r>
              <a:rPr lang="en-US" altLang="zh-CN" sz="1100" b="1" dirty="0">
                <a:solidFill>
                  <a:srgbClr val="000000"/>
                </a:solidFill>
                <a:effectLst/>
                <a:latin typeface="+mn-ea"/>
              </a:rPr>
              <a:t>    </a:t>
            </a:r>
            <a:r>
              <a:rPr lang="en-US" altLang="zh-CN" sz="1100" b="1" dirty="0">
                <a:solidFill>
                  <a:srgbClr val="0000FF"/>
                </a:solidFill>
                <a:effectLst/>
                <a:latin typeface="+mn-ea"/>
              </a:rPr>
              <a:t>return</a:t>
            </a:r>
            <a:r>
              <a:rPr lang="en-US" altLang="zh-CN" sz="1100" b="1" dirty="0">
                <a:solidFill>
                  <a:srgbClr val="000000"/>
                </a:solidFill>
                <a:effectLst/>
                <a:latin typeface="+mn-ea"/>
              </a:rPr>
              <a:t> {</a:t>
            </a:r>
            <a:r>
              <a:rPr lang="en-US" altLang="zh-CN" sz="1100" b="1" dirty="0">
                <a:solidFill>
                  <a:srgbClr val="A31515"/>
                </a:solidFill>
                <a:effectLst/>
                <a:latin typeface="+mn-ea"/>
              </a:rPr>
              <a:t>'code'</a:t>
            </a:r>
            <a:r>
              <a:rPr lang="en-US" altLang="zh-CN" sz="1100" b="1" dirty="0">
                <a:solidFill>
                  <a:srgbClr val="000000"/>
                </a:solidFill>
                <a:effectLst/>
                <a:latin typeface="+mn-ea"/>
              </a:rPr>
              <a:t>: </a:t>
            </a:r>
            <a:r>
              <a:rPr lang="en-US" altLang="zh-CN" sz="1100" b="1" dirty="0">
                <a:solidFill>
                  <a:srgbClr val="098658"/>
                </a:solidFill>
                <a:effectLst/>
                <a:latin typeface="+mn-ea"/>
              </a:rPr>
              <a:t>500</a:t>
            </a:r>
            <a:r>
              <a:rPr lang="en-US" altLang="zh-CN" sz="1100" b="1" dirty="0">
                <a:solidFill>
                  <a:srgbClr val="000000"/>
                </a:solidFill>
                <a:effectLst/>
                <a:latin typeface="+mn-ea"/>
              </a:rPr>
              <a:t>, </a:t>
            </a:r>
            <a:r>
              <a:rPr lang="en-US" altLang="zh-CN" sz="1100" b="1" dirty="0">
                <a:solidFill>
                  <a:srgbClr val="A31515"/>
                </a:solidFill>
                <a:effectLst/>
                <a:latin typeface="+mn-ea"/>
              </a:rPr>
              <a:t>'message'</a:t>
            </a:r>
            <a:r>
              <a:rPr lang="en-US" altLang="zh-CN" sz="1100" b="1" dirty="0">
                <a:solidFill>
                  <a:srgbClr val="000000"/>
                </a:solidFill>
                <a:effectLst/>
                <a:latin typeface="+mn-ea"/>
              </a:rPr>
              <a:t>: </a:t>
            </a:r>
            <a:r>
              <a:rPr lang="en-US" altLang="zh-CN" sz="1100" b="1" dirty="0">
                <a:solidFill>
                  <a:srgbClr val="A31515"/>
                </a:solidFill>
                <a:effectLst/>
                <a:latin typeface="+mn-ea"/>
              </a:rPr>
              <a:t>'</a:t>
            </a:r>
            <a:r>
              <a:rPr lang="zh-CN" altLang="en-US" sz="1100" b="1" dirty="0">
                <a:solidFill>
                  <a:srgbClr val="A31515"/>
                </a:solidFill>
                <a:latin typeface="+mn-ea"/>
              </a:rPr>
              <a:t>删除</a:t>
            </a:r>
            <a:r>
              <a:rPr lang="zh-CN" altLang="en-US" sz="1100" b="1" dirty="0">
                <a:solidFill>
                  <a:srgbClr val="A31515"/>
                </a:solidFill>
                <a:effectLst/>
                <a:latin typeface="+mn-ea"/>
              </a:rPr>
              <a:t>用户失败</a:t>
            </a:r>
            <a:r>
              <a:rPr lang="en-US" altLang="zh-CN" sz="1100" b="1" dirty="0">
                <a:solidFill>
                  <a:srgbClr val="A31515"/>
                </a:solidFill>
                <a:effectLst/>
                <a:latin typeface="+mn-ea"/>
              </a:rPr>
              <a:t>'</a:t>
            </a:r>
            <a:r>
              <a:rPr lang="en-US" altLang="zh-CN" sz="1100" b="1" dirty="0">
                <a:solidFill>
                  <a:srgbClr val="000000"/>
                </a:solidFill>
                <a:effectLst/>
                <a:latin typeface="+mn-ea"/>
              </a:rPr>
              <a:t>}</a:t>
            </a:r>
          </a:p>
        </p:txBody>
      </p:sp>
    </p:spTree>
    <p:extLst>
      <p:ext uri="{BB962C8B-B14F-4D97-AF65-F5344CB8AC3E}">
        <p14:creationId xmlns:p14="http://schemas.microsoft.com/office/powerpoint/2010/main" val="38882842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4.3 </a:t>
            </a:r>
            <a:r>
              <a:rPr lang="zh-CN" altLang="en-US" b="1" dirty="0">
                <a:solidFill>
                  <a:srgbClr val="C00000"/>
                </a:solidFill>
                <a:latin typeface="黑体" panose="02010609060101010101" pitchFamily="49" charset="-122"/>
                <a:ea typeface="黑体" panose="02010609060101010101" pitchFamily="49" charset="-122"/>
              </a:rPr>
              <a:t>解决跨源（域）问题</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同源策略</a:t>
            </a:r>
          </a:p>
        </p:txBody>
      </p:sp>
      <p:graphicFrame>
        <p:nvGraphicFramePr>
          <p:cNvPr id="3" name="表格 2">
            <a:extLst>
              <a:ext uri="{FF2B5EF4-FFF2-40B4-BE49-F238E27FC236}">
                <a16:creationId xmlns:a16="http://schemas.microsoft.com/office/drawing/2014/main" id="{87C9E80B-3904-40CE-AF02-87EA9BEF21D3}"/>
              </a:ext>
            </a:extLst>
          </p:cNvPr>
          <p:cNvGraphicFramePr>
            <a:graphicFrameLocks noGrp="1"/>
          </p:cNvGraphicFramePr>
          <p:nvPr>
            <p:extLst>
              <p:ext uri="{D42A27DB-BD31-4B8C-83A1-F6EECF244321}">
                <p14:modId xmlns:p14="http://schemas.microsoft.com/office/powerpoint/2010/main" val="3066537036"/>
              </p:ext>
            </p:extLst>
          </p:nvPr>
        </p:nvGraphicFramePr>
        <p:xfrm>
          <a:off x="823541" y="2484165"/>
          <a:ext cx="10297144" cy="2790102"/>
        </p:xfrm>
        <a:graphic>
          <a:graphicData uri="http://schemas.openxmlformats.org/drawingml/2006/table">
            <a:tbl>
              <a:tblPr/>
              <a:tblGrid>
                <a:gridCol w="2891972">
                  <a:extLst>
                    <a:ext uri="{9D8B030D-6E8A-4147-A177-3AD203B41FA5}">
                      <a16:colId xmlns:a16="http://schemas.microsoft.com/office/drawing/2014/main" val="3569045294"/>
                    </a:ext>
                  </a:extLst>
                </a:gridCol>
                <a:gridCol w="4092804">
                  <a:extLst>
                    <a:ext uri="{9D8B030D-6E8A-4147-A177-3AD203B41FA5}">
                      <a16:colId xmlns:a16="http://schemas.microsoft.com/office/drawing/2014/main" val="1905560122"/>
                    </a:ext>
                  </a:extLst>
                </a:gridCol>
                <a:gridCol w="720080">
                  <a:extLst>
                    <a:ext uri="{9D8B030D-6E8A-4147-A177-3AD203B41FA5}">
                      <a16:colId xmlns:a16="http://schemas.microsoft.com/office/drawing/2014/main" val="3806549075"/>
                    </a:ext>
                  </a:extLst>
                </a:gridCol>
                <a:gridCol w="2592288">
                  <a:extLst>
                    <a:ext uri="{9D8B030D-6E8A-4147-A177-3AD203B41FA5}">
                      <a16:colId xmlns:a16="http://schemas.microsoft.com/office/drawing/2014/main" val="351522345"/>
                    </a:ext>
                  </a:extLst>
                </a:gridCol>
              </a:tblGrid>
              <a:tr h="226543">
                <a:tc>
                  <a:txBody>
                    <a:bodyPr/>
                    <a:lstStyle/>
                    <a:p>
                      <a:pPr algn="l" fontAlgn="ctr"/>
                      <a:r>
                        <a:rPr lang="zh-CN" altLang="en-US" sz="1200" b="1" dirty="0">
                          <a:effectLst/>
                          <a:latin typeface="+mn-ea"/>
                          <a:ea typeface="+mn-ea"/>
                        </a:rPr>
                        <a:t>源</a:t>
                      </a:r>
                      <a:r>
                        <a:rPr lang="en-US" altLang="zh-CN" sz="1200" b="1" dirty="0">
                          <a:effectLst/>
                          <a:latin typeface="+mn-ea"/>
                          <a:ea typeface="+mn-ea"/>
                        </a:rPr>
                        <a:t>URL</a:t>
                      </a:r>
                      <a:endParaRPr lang="en-US" sz="1200" b="1" dirty="0">
                        <a:effectLst/>
                        <a:latin typeface="+mn-ea"/>
                        <a:ea typeface="+mn-ea"/>
                      </a:endParaRP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algn="l" fontAlgn="ctr"/>
                      <a:r>
                        <a:rPr lang="zh-CN" altLang="en-US" sz="1200" b="1" dirty="0">
                          <a:effectLst/>
                          <a:latin typeface="+mn-ea"/>
                          <a:ea typeface="+mn-ea"/>
                        </a:rPr>
                        <a:t>目标</a:t>
                      </a:r>
                      <a:r>
                        <a:rPr lang="en-US" altLang="zh-CN" sz="1200" b="1" dirty="0">
                          <a:effectLst/>
                          <a:latin typeface="+mn-ea"/>
                          <a:ea typeface="+mn-ea"/>
                        </a:rPr>
                        <a:t>URL</a:t>
                      </a:r>
                      <a:endParaRPr lang="en-US" sz="1200" b="1" dirty="0">
                        <a:effectLst/>
                        <a:latin typeface="+mn-ea"/>
                        <a:ea typeface="+mn-ea"/>
                      </a:endParaRP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algn="l" fontAlgn="ctr"/>
                      <a:r>
                        <a:rPr lang="zh-CN" altLang="en-US" sz="1200" b="1">
                          <a:effectLst/>
                          <a:latin typeface="+mn-ea"/>
                          <a:ea typeface="+mn-ea"/>
                        </a:rPr>
                        <a:t>结果</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algn="l" fontAlgn="ctr"/>
                      <a:r>
                        <a:rPr lang="zh-CN" altLang="en-US" sz="1200" b="1" dirty="0">
                          <a:effectLst/>
                          <a:latin typeface="+mn-ea"/>
                          <a:ea typeface="+mn-ea"/>
                        </a:rPr>
                        <a:t>原因</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1147235439"/>
                  </a:ext>
                </a:extLst>
              </a:tr>
              <a:tr h="503442">
                <a:tc rowSpan="5">
                  <a:txBody>
                    <a:bodyPr/>
                    <a:lstStyle/>
                    <a:p>
                      <a:pPr marL="0" marR="0" lvl="0" indent="0" algn="l" defTabSz="985898" rtl="0" eaLnBrk="1" fontAlgn="ctr" latinLnBrk="0" hangingPunct="1">
                        <a:lnSpc>
                          <a:spcPct val="100000"/>
                        </a:lnSpc>
                        <a:spcBef>
                          <a:spcPts val="0"/>
                        </a:spcBef>
                        <a:spcAft>
                          <a:spcPts val="0"/>
                        </a:spcAft>
                        <a:buClrTx/>
                        <a:buSzTx/>
                        <a:buFontTx/>
                        <a:buNone/>
                        <a:tabLst/>
                        <a:defRPr/>
                      </a:pPr>
                      <a:r>
                        <a:rPr lang="en-US" altLang="zh-CN" sz="1200" b="0" dirty="0">
                          <a:effectLst/>
                          <a:latin typeface="+mn-ea"/>
                          <a:ea typeface="+mn-ea"/>
                        </a:rPr>
                        <a:t>http://www.example.com/src.html</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marL="0" marR="0" lvl="0" indent="0" algn="l" defTabSz="985898" rtl="0" eaLnBrk="1" fontAlgn="ctr" latinLnBrk="0" hangingPunct="1">
                        <a:lnSpc>
                          <a:spcPct val="100000"/>
                        </a:lnSpc>
                        <a:spcBef>
                          <a:spcPts val="0"/>
                        </a:spcBef>
                        <a:spcAft>
                          <a:spcPts val="0"/>
                        </a:spcAft>
                        <a:buClrTx/>
                        <a:buSzTx/>
                        <a:buFontTx/>
                        <a:buNone/>
                        <a:tabLst/>
                        <a:defRPr/>
                      </a:pPr>
                      <a:r>
                        <a:rPr lang="en-US" altLang="zh-CN" sz="1200" b="0" dirty="0">
                          <a:effectLst/>
                          <a:latin typeface="+mn-ea"/>
                          <a:ea typeface="+mn-ea"/>
                        </a:rPr>
                        <a:t>http://www.example.com/dest.html</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rowSpan="2">
                  <a:txBody>
                    <a:bodyPr/>
                    <a:lstStyle/>
                    <a:p>
                      <a:pPr fontAlgn="ctr"/>
                      <a:r>
                        <a:rPr lang="zh-CN" altLang="en-US" sz="1200" b="0" dirty="0">
                          <a:effectLst/>
                          <a:latin typeface="+mn-ea"/>
                          <a:ea typeface="+mn-ea"/>
                        </a:rPr>
                        <a:t>同源</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rowSpan="2">
                  <a:txBody>
                    <a:bodyPr/>
                    <a:lstStyle/>
                    <a:p>
                      <a:pPr fontAlgn="ctr"/>
                      <a:r>
                        <a:rPr lang="zh-CN" altLang="en-US" sz="1200" b="0" dirty="0">
                          <a:effectLst/>
                          <a:latin typeface="+mn-ea"/>
                          <a:ea typeface="+mn-ea"/>
                        </a:rPr>
                        <a:t>只有路径不同</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788753231"/>
                  </a:ext>
                </a:extLst>
              </a:tr>
              <a:tr h="503442">
                <a:tc vMerge="1">
                  <a:txBody>
                    <a:bodyPr/>
                    <a:lstStyle/>
                    <a:p>
                      <a:pPr marL="0" marR="0" lvl="0" indent="0" algn="l" defTabSz="985898" rtl="0" eaLnBrk="1" fontAlgn="ctr" latinLnBrk="0" hangingPunct="1">
                        <a:lnSpc>
                          <a:spcPct val="100000"/>
                        </a:lnSpc>
                        <a:spcBef>
                          <a:spcPts val="0"/>
                        </a:spcBef>
                        <a:spcAft>
                          <a:spcPts val="0"/>
                        </a:spcAft>
                        <a:buClrTx/>
                        <a:buSzTx/>
                        <a:buFontTx/>
                        <a:buNone/>
                        <a:tabLst/>
                        <a:defRPr/>
                      </a:pPr>
                      <a:r>
                        <a:rPr lang="en-US" altLang="zh-CN" sz="1100" dirty="0">
                          <a:effectLst/>
                        </a:rPr>
                        <a:t>http://www.example.com/src.html</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marL="0" marR="0" lvl="0" indent="0" algn="l" defTabSz="985898" rtl="0" eaLnBrk="1" fontAlgn="ctr" latinLnBrk="0" hangingPunct="1">
                        <a:lnSpc>
                          <a:spcPct val="100000"/>
                        </a:lnSpc>
                        <a:spcBef>
                          <a:spcPts val="0"/>
                        </a:spcBef>
                        <a:spcAft>
                          <a:spcPts val="0"/>
                        </a:spcAft>
                        <a:buClrTx/>
                        <a:buSzTx/>
                        <a:buFontTx/>
                        <a:buNone/>
                        <a:tabLst/>
                        <a:defRPr/>
                      </a:pPr>
                      <a:r>
                        <a:rPr lang="en-US" altLang="zh-CN" sz="1200" b="0" dirty="0">
                          <a:effectLst/>
                          <a:latin typeface="+mn-ea"/>
                          <a:ea typeface="+mn-ea"/>
                        </a:rPr>
                        <a:t>http://www.example.com/other/dest.html</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vMerge="1">
                  <a:txBody>
                    <a:bodyPr/>
                    <a:lstStyle/>
                    <a:p>
                      <a:pPr fontAlgn="ctr"/>
                      <a:r>
                        <a:rPr lang="zh-CN" altLang="en-US" sz="1100" dirty="0">
                          <a:effectLst/>
                        </a:rPr>
                        <a:t>同源</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vMerge="1">
                  <a:txBody>
                    <a:bodyPr/>
                    <a:lstStyle/>
                    <a:p>
                      <a:pPr fontAlgn="ctr"/>
                      <a:r>
                        <a:rPr lang="zh-CN" altLang="en-US" sz="1100" dirty="0">
                          <a:effectLst/>
                        </a:rPr>
                        <a:t>只有路径不同</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761352853"/>
                  </a:ext>
                </a:extLst>
              </a:tr>
              <a:tr h="503442">
                <a:tc vMerge="1">
                  <a:txBody>
                    <a:bodyPr/>
                    <a:lstStyle/>
                    <a:p>
                      <a:pPr fontAlgn="ctr"/>
                      <a:endParaRPr lang="en-US" sz="1100" dirty="0">
                        <a:effectLst/>
                      </a:endParaRP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marL="0" marR="0" lvl="0" indent="0" algn="l" defTabSz="985898" rtl="0" eaLnBrk="1" fontAlgn="ctr" latinLnBrk="0" hangingPunct="1">
                        <a:lnSpc>
                          <a:spcPct val="100000"/>
                        </a:lnSpc>
                        <a:spcBef>
                          <a:spcPts val="0"/>
                        </a:spcBef>
                        <a:spcAft>
                          <a:spcPts val="0"/>
                        </a:spcAft>
                        <a:buClrTx/>
                        <a:buSzTx/>
                        <a:buFontTx/>
                        <a:buNone/>
                        <a:tabLst/>
                        <a:defRPr/>
                      </a:pPr>
                      <a:r>
                        <a:rPr lang="en-US" altLang="zh-CN" sz="1200" b="0" dirty="0">
                          <a:effectLst/>
                          <a:latin typeface="+mn-ea"/>
                          <a:ea typeface="+mn-ea"/>
                        </a:rPr>
                        <a:t>https://www.example.com/dest.html</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fontAlgn="ctr"/>
                      <a:r>
                        <a:rPr lang="zh-CN" altLang="en-US" sz="1200" b="0">
                          <a:effectLst/>
                          <a:latin typeface="+mn-ea"/>
                          <a:ea typeface="+mn-ea"/>
                        </a:rPr>
                        <a:t>失败</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fontAlgn="ctr"/>
                      <a:r>
                        <a:rPr lang="zh-CN" altLang="en-US" sz="1200" b="0" dirty="0">
                          <a:effectLst/>
                          <a:latin typeface="+mn-ea"/>
                          <a:ea typeface="+mn-ea"/>
                        </a:rPr>
                        <a:t>协议不同</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354014017"/>
                  </a:ext>
                </a:extLst>
              </a:tr>
              <a:tr h="503442">
                <a:tc vMerge="1">
                  <a:txBody>
                    <a:bodyPr/>
                    <a:lstStyle/>
                    <a:p>
                      <a:pPr fontAlgn="ctr"/>
                      <a:endParaRPr lang="en-US" sz="1100" dirty="0">
                        <a:effectLst/>
                      </a:endParaRP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marL="0" marR="0" lvl="0" indent="0" algn="l" defTabSz="985898" rtl="0" eaLnBrk="1" fontAlgn="ctr" latinLnBrk="0" hangingPunct="1">
                        <a:lnSpc>
                          <a:spcPct val="100000"/>
                        </a:lnSpc>
                        <a:spcBef>
                          <a:spcPts val="0"/>
                        </a:spcBef>
                        <a:spcAft>
                          <a:spcPts val="0"/>
                        </a:spcAft>
                        <a:buClrTx/>
                        <a:buSzTx/>
                        <a:buFontTx/>
                        <a:buNone/>
                        <a:tabLst/>
                        <a:defRPr/>
                      </a:pPr>
                      <a:r>
                        <a:rPr lang="en-US" altLang="zh-CN" sz="1200" b="0" dirty="0">
                          <a:effectLst/>
                          <a:latin typeface="+mn-ea"/>
                          <a:ea typeface="+mn-ea"/>
                        </a:rPr>
                        <a:t>http://www.example.com:8081/dest.html</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fontAlgn="ctr"/>
                      <a:r>
                        <a:rPr lang="zh-CN" altLang="en-US" sz="1200" b="0" dirty="0">
                          <a:effectLst/>
                          <a:latin typeface="+mn-ea"/>
                          <a:ea typeface="+mn-ea"/>
                        </a:rPr>
                        <a:t>失败</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fontAlgn="ctr"/>
                      <a:r>
                        <a:rPr lang="zh-CN" altLang="en-US" sz="1200" b="0" dirty="0">
                          <a:effectLst/>
                          <a:latin typeface="+mn-ea"/>
                          <a:ea typeface="+mn-ea"/>
                        </a:rPr>
                        <a:t>端口不同（</a:t>
                      </a:r>
                      <a:r>
                        <a:rPr lang="en-US" sz="1200" b="0" dirty="0">
                          <a:effectLst/>
                          <a:latin typeface="+mn-ea"/>
                          <a:ea typeface="+mn-ea"/>
                        </a:rPr>
                        <a:t>http:// </a:t>
                      </a:r>
                      <a:r>
                        <a:rPr lang="zh-CN" altLang="en-US" sz="1200" b="0" dirty="0">
                          <a:effectLst/>
                          <a:latin typeface="+mn-ea"/>
                          <a:ea typeface="+mn-ea"/>
                        </a:rPr>
                        <a:t>默认端口是 </a:t>
                      </a:r>
                      <a:r>
                        <a:rPr lang="en-US" altLang="zh-CN" sz="1200" b="0" dirty="0">
                          <a:effectLst/>
                          <a:latin typeface="+mn-ea"/>
                          <a:ea typeface="+mn-ea"/>
                        </a:rPr>
                        <a:t>80</a:t>
                      </a:r>
                      <a:r>
                        <a:rPr lang="zh-CN" altLang="en-US" sz="1200" b="0" dirty="0">
                          <a:effectLst/>
                          <a:latin typeface="+mn-ea"/>
                          <a:ea typeface="+mn-ea"/>
                        </a:rPr>
                        <a:t>）</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115947936"/>
                  </a:ext>
                </a:extLst>
              </a:tr>
              <a:tr h="503442">
                <a:tc vMerge="1">
                  <a:txBody>
                    <a:bodyPr/>
                    <a:lstStyle/>
                    <a:p>
                      <a:pPr fontAlgn="ctr"/>
                      <a:endParaRPr lang="en-US" sz="1100" dirty="0">
                        <a:effectLst/>
                      </a:endParaRP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marL="0" marR="0" lvl="0" indent="0" algn="l" defTabSz="985898" rtl="0" eaLnBrk="1" fontAlgn="ctr" latinLnBrk="0" hangingPunct="1">
                        <a:lnSpc>
                          <a:spcPct val="100000"/>
                        </a:lnSpc>
                        <a:spcBef>
                          <a:spcPts val="0"/>
                        </a:spcBef>
                        <a:spcAft>
                          <a:spcPts val="0"/>
                        </a:spcAft>
                        <a:buClrTx/>
                        <a:buSzTx/>
                        <a:buFontTx/>
                        <a:buNone/>
                        <a:tabLst/>
                        <a:defRPr/>
                      </a:pPr>
                      <a:r>
                        <a:rPr lang="en-US" altLang="zh-CN" sz="1200" b="0" dirty="0">
                          <a:effectLst/>
                          <a:latin typeface="+mn-ea"/>
                          <a:ea typeface="+mn-ea"/>
                        </a:rPr>
                        <a:t>http://www.example2.com/src.html</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fontAlgn="ctr"/>
                      <a:r>
                        <a:rPr lang="zh-CN" altLang="en-US" sz="1200" b="0" dirty="0">
                          <a:effectLst/>
                          <a:latin typeface="+mn-ea"/>
                          <a:ea typeface="+mn-ea"/>
                        </a:rPr>
                        <a:t>失败</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tc>
                  <a:txBody>
                    <a:bodyPr/>
                    <a:lstStyle/>
                    <a:p>
                      <a:pPr fontAlgn="ctr"/>
                      <a:r>
                        <a:rPr lang="zh-CN" altLang="en-US" sz="1200" b="0" dirty="0">
                          <a:effectLst/>
                          <a:latin typeface="+mn-ea"/>
                          <a:ea typeface="+mn-ea"/>
                        </a:rPr>
                        <a:t>主机不同</a:t>
                      </a:r>
                    </a:p>
                  </a:txBody>
                  <a:tcPr marL="90011" marR="90011" marT="45006" marB="45006" anchor="ctr">
                    <a:lnL w="7620" cap="flat" cmpd="sng" algn="ctr">
                      <a:solidFill>
                        <a:srgbClr val="CDCDCD"/>
                      </a:solidFill>
                      <a:prstDash val="solid"/>
                      <a:round/>
                      <a:headEnd type="none" w="med" len="med"/>
                      <a:tailEnd type="none" w="med" len="med"/>
                    </a:lnL>
                    <a:lnR w="7620" cap="flat" cmpd="sng" algn="ctr">
                      <a:solidFill>
                        <a:srgbClr val="CDCDCD"/>
                      </a:solidFill>
                      <a:prstDash val="solid"/>
                      <a:round/>
                      <a:headEnd type="none" w="med" len="med"/>
                      <a:tailEnd type="none" w="med" len="med"/>
                    </a:lnR>
                    <a:lnT w="7620" cap="flat" cmpd="sng" algn="ctr">
                      <a:solidFill>
                        <a:srgbClr val="CDCDCD"/>
                      </a:solidFill>
                      <a:prstDash val="solid"/>
                      <a:round/>
                      <a:headEnd type="none" w="med" len="med"/>
                      <a:tailEnd type="none" w="med" len="med"/>
                    </a:lnT>
                    <a:lnB w="762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168342850"/>
                  </a:ext>
                </a:extLst>
              </a:tr>
            </a:tbl>
          </a:graphicData>
        </a:graphic>
      </p:graphicFrame>
      <p:sp>
        <p:nvSpPr>
          <p:cNvPr id="9" name="文本框 8">
            <a:extLst>
              <a:ext uri="{FF2B5EF4-FFF2-40B4-BE49-F238E27FC236}">
                <a16:creationId xmlns:a16="http://schemas.microsoft.com/office/drawing/2014/main" id="{65AEB194-241A-4B1D-B3A8-BEEC73D06241}"/>
              </a:ext>
            </a:extLst>
          </p:cNvPr>
          <p:cNvSpPr txBox="1"/>
          <p:nvPr/>
        </p:nvSpPr>
        <p:spPr>
          <a:xfrm>
            <a:off x="751533" y="1767470"/>
            <a:ext cx="10297144" cy="400110"/>
          </a:xfrm>
          <a:prstGeom prst="rect">
            <a:avLst/>
          </a:prstGeom>
          <a:noFill/>
        </p:spPr>
        <p:txBody>
          <a:bodyPr wrap="square">
            <a:spAutoFit/>
          </a:bodyPr>
          <a:lstStyle/>
          <a:p>
            <a:r>
              <a:rPr lang="zh-CN" altLang="en-US" sz="2000" dirty="0">
                <a:latin typeface="+mn-ea"/>
                <a:ea typeface="+mn-ea"/>
              </a:rPr>
              <a:t>两个 </a:t>
            </a:r>
            <a:r>
              <a:rPr lang="en-US" altLang="zh-CN" sz="2000" dirty="0">
                <a:latin typeface="+mn-ea"/>
                <a:ea typeface="+mn-ea"/>
              </a:rPr>
              <a:t>URL </a:t>
            </a:r>
            <a:r>
              <a:rPr lang="zh-CN" altLang="en-US" sz="2000" dirty="0">
                <a:latin typeface="+mn-ea"/>
                <a:ea typeface="+mn-ea"/>
              </a:rPr>
              <a:t>的协议、端口（如果有指定的话）和主机都相同，则这两个 </a:t>
            </a:r>
            <a:r>
              <a:rPr lang="en-US" altLang="zh-CN" sz="2000" dirty="0">
                <a:latin typeface="+mn-ea"/>
                <a:ea typeface="+mn-ea"/>
              </a:rPr>
              <a:t>URL </a:t>
            </a:r>
            <a:r>
              <a:rPr lang="zh-CN" altLang="en-US" sz="2000" dirty="0">
                <a:latin typeface="+mn-ea"/>
                <a:ea typeface="+mn-ea"/>
              </a:rPr>
              <a:t>是同源的。</a:t>
            </a:r>
          </a:p>
        </p:txBody>
      </p:sp>
    </p:spTree>
    <p:extLst>
      <p:ext uri="{BB962C8B-B14F-4D97-AF65-F5344CB8AC3E}">
        <p14:creationId xmlns:p14="http://schemas.microsoft.com/office/powerpoint/2010/main" val="38072284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4.3 </a:t>
            </a:r>
            <a:r>
              <a:rPr lang="zh-CN" altLang="en-US" b="1" dirty="0">
                <a:solidFill>
                  <a:srgbClr val="C00000"/>
                </a:solidFill>
                <a:latin typeface="黑体" panose="02010609060101010101" pitchFamily="49" charset="-122"/>
                <a:ea typeface="黑体" panose="02010609060101010101" pitchFamily="49" charset="-122"/>
              </a:rPr>
              <a:t>解决跨源（域）问题</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同源策略</a:t>
            </a:r>
          </a:p>
        </p:txBody>
      </p:sp>
      <p:sp>
        <p:nvSpPr>
          <p:cNvPr id="13" name="文本框 12">
            <a:extLst>
              <a:ext uri="{FF2B5EF4-FFF2-40B4-BE49-F238E27FC236}">
                <a16:creationId xmlns:a16="http://schemas.microsoft.com/office/drawing/2014/main" id="{311ABDBD-5BB7-4821-B7F5-D76486728C49}"/>
              </a:ext>
            </a:extLst>
          </p:cNvPr>
          <p:cNvSpPr txBox="1"/>
          <p:nvPr/>
        </p:nvSpPr>
        <p:spPr>
          <a:xfrm>
            <a:off x="813882" y="1700245"/>
            <a:ext cx="10441160" cy="1281313"/>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dirty="0"/>
              <a:t>同源策略是一个重要的安全策略</a:t>
            </a:r>
            <a:endParaRPr lang="en-US" altLang="zh-CN" dirty="0"/>
          </a:p>
          <a:p>
            <a:pPr marL="285750" indent="-285750">
              <a:lnSpc>
                <a:spcPct val="150000"/>
              </a:lnSpc>
              <a:buFont typeface="Wingdings" panose="05000000000000000000" pitchFamily="2" charset="2"/>
              <a:buChar char="l"/>
            </a:pPr>
            <a:r>
              <a:rPr lang="zh-CN" altLang="en-US" dirty="0"/>
              <a:t>用于限制一个源的文档或者它加载的脚本如何能与另一个源的资源进行交互</a:t>
            </a:r>
            <a:endParaRPr lang="en-US" altLang="zh-CN" dirty="0"/>
          </a:p>
          <a:p>
            <a:pPr marL="285750" indent="-285750">
              <a:lnSpc>
                <a:spcPct val="150000"/>
              </a:lnSpc>
              <a:buFont typeface="Wingdings" panose="05000000000000000000" pitchFamily="2" charset="2"/>
              <a:buChar char="l"/>
            </a:pPr>
            <a:r>
              <a:rPr lang="zh-CN" altLang="en-US" b="0" i="0" dirty="0">
                <a:solidFill>
                  <a:srgbClr val="1B1B1B"/>
                </a:solidFill>
                <a:effectLst/>
                <a:latin typeface="Inter"/>
              </a:rPr>
              <a:t>帮助阻隔恶意文档，减少可能被攻击的媒介</a:t>
            </a:r>
            <a:endParaRPr lang="zh-CN" altLang="en-US" dirty="0"/>
          </a:p>
        </p:txBody>
      </p:sp>
      <p:sp>
        <p:nvSpPr>
          <p:cNvPr id="15" name="文本框 14">
            <a:extLst>
              <a:ext uri="{FF2B5EF4-FFF2-40B4-BE49-F238E27FC236}">
                <a16:creationId xmlns:a16="http://schemas.microsoft.com/office/drawing/2014/main" id="{E9E89F2E-6B6E-4A30-9327-3B97FFCDC34A}"/>
              </a:ext>
            </a:extLst>
          </p:cNvPr>
          <p:cNvSpPr txBox="1"/>
          <p:nvPr/>
        </p:nvSpPr>
        <p:spPr>
          <a:xfrm>
            <a:off x="761616" y="2989653"/>
            <a:ext cx="8640960" cy="1929118"/>
          </a:xfrm>
          <a:prstGeom prst="rect">
            <a:avLst/>
          </a:prstGeom>
          <a:noFill/>
        </p:spPr>
        <p:txBody>
          <a:bodyPr wrap="square">
            <a:spAutoFit/>
          </a:bodyPr>
          <a:lstStyle/>
          <a:p>
            <a:pPr marL="457200" indent="-457200" algn="just">
              <a:lnSpc>
                <a:spcPct val="150000"/>
              </a:lnSpc>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跨站请求伪造（</a:t>
            </a:r>
            <a:r>
              <a:rPr lang="en-US" altLang="zh-CN" sz="2800" b="1" dirty="0">
                <a:solidFill>
                  <a:srgbClr val="0000FF"/>
                </a:solidFill>
                <a:effectLst>
                  <a:outerShdw blurRad="38100" dist="38100" dir="2700000" algn="tl">
                    <a:srgbClr val="000000">
                      <a:alpha val="43137"/>
                    </a:srgbClr>
                  </a:outerShdw>
                </a:effectLst>
              </a:rPr>
              <a:t>CSRF</a:t>
            </a:r>
            <a:r>
              <a:rPr lang="zh-CN" altLang="en-US" sz="2800" b="1" dirty="0">
                <a:solidFill>
                  <a:srgbClr val="0000FF"/>
                </a:solidFill>
                <a:effectLst>
                  <a:outerShdw blurRad="38100" dist="38100" dir="2700000" algn="tl">
                    <a:srgbClr val="000000">
                      <a:alpha val="43137"/>
                    </a:srgbClr>
                  </a:outerShdw>
                </a:effectLst>
              </a:rPr>
              <a:t>）</a:t>
            </a:r>
            <a:endParaRPr lang="en-US" altLang="zh-CN" sz="2800" b="1" dirty="0">
              <a:solidFill>
                <a:srgbClr val="0000FF"/>
              </a:solidFill>
              <a:effectLst>
                <a:outerShdw blurRad="38100" dist="38100" dir="2700000" algn="tl">
                  <a:srgbClr val="000000">
                    <a:alpha val="43137"/>
                  </a:srgbClr>
                </a:outerShdw>
              </a:effectLst>
            </a:endParaRPr>
          </a:p>
          <a:p>
            <a:pPr>
              <a:lnSpc>
                <a:spcPct val="150000"/>
              </a:lnSpc>
            </a:pPr>
            <a:r>
              <a:rPr lang="en-US" altLang="zh-CN" dirty="0">
                <a:latin typeface="+mn-ea"/>
                <a:ea typeface="+mn-ea"/>
              </a:rPr>
              <a:t>CSRF </a:t>
            </a:r>
            <a:r>
              <a:rPr lang="zh-CN" altLang="en-US" dirty="0">
                <a:latin typeface="+mn-ea"/>
                <a:ea typeface="+mn-ea"/>
              </a:rPr>
              <a:t>是一种诱骗受害者提交恶意请求</a:t>
            </a:r>
            <a:endParaRPr lang="en-US" altLang="zh-CN" dirty="0">
              <a:latin typeface="+mn-ea"/>
              <a:ea typeface="+mn-ea"/>
            </a:endParaRPr>
          </a:p>
          <a:p>
            <a:pPr>
              <a:lnSpc>
                <a:spcPct val="150000"/>
              </a:lnSpc>
            </a:pPr>
            <a:endParaRPr lang="en-US" altLang="zh-CN" dirty="0"/>
          </a:p>
          <a:p>
            <a:pPr>
              <a:lnSpc>
                <a:spcPct val="150000"/>
              </a:lnSpc>
            </a:pPr>
            <a:endParaRPr lang="en-US" altLang="zh-CN" dirty="0"/>
          </a:p>
        </p:txBody>
      </p:sp>
      <p:pic>
        <p:nvPicPr>
          <p:cNvPr id="17" name="图形 16" descr="男人 纯色填充">
            <a:extLst>
              <a:ext uri="{FF2B5EF4-FFF2-40B4-BE49-F238E27FC236}">
                <a16:creationId xmlns:a16="http://schemas.microsoft.com/office/drawing/2014/main" id="{53DC9FBE-708F-4AAB-95F9-6B288BA692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37928" y="4719378"/>
            <a:ext cx="593068" cy="593068"/>
          </a:xfrm>
          <a:prstGeom prst="rect">
            <a:avLst/>
          </a:prstGeom>
        </p:spPr>
      </p:pic>
      <p:sp>
        <p:nvSpPr>
          <p:cNvPr id="20" name="文本框 19">
            <a:extLst>
              <a:ext uri="{FF2B5EF4-FFF2-40B4-BE49-F238E27FC236}">
                <a16:creationId xmlns:a16="http://schemas.microsoft.com/office/drawing/2014/main" id="{54A12C10-E220-44BA-A6A8-2A9A9B7DF439}"/>
              </a:ext>
            </a:extLst>
          </p:cNvPr>
          <p:cNvSpPr txBox="1"/>
          <p:nvPr/>
        </p:nvSpPr>
        <p:spPr>
          <a:xfrm>
            <a:off x="5605868" y="5364588"/>
            <a:ext cx="1158999" cy="369332"/>
          </a:xfrm>
          <a:prstGeom prst="rect">
            <a:avLst/>
          </a:prstGeom>
          <a:noFill/>
        </p:spPr>
        <p:txBody>
          <a:bodyPr wrap="square">
            <a:spAutoFit/>
          </a:bodyPr>
          <a:lstStyle/>
          <a:p>
            <a:r>
              <a:rPr lang="zh-CN" altLang="en-US" dirty="0"/>
              <a:t>受害者</a:t>
            </a:r>
          </a:p>
        </p:txBody>
      </p:sp>
      <p:sp>
        <p:nvSpPr>
          <p:cNvPr id="21" name="矩形 20">
            <a:extLst>
              <a:ext uri="{FF2B5EF4-FFF2-40B4-BE49-F238E27FC236}">
                <a16:creationId xmlns:a16="http://schemas.microsoft.com/office/drawing/2014/main" id="{6FB5C06D-BB10-4CAB-A966-E7090A5D1F15}"/>
              </a:ext>
            </a:extLst>
          </p:cNvPr>
          <p:cNvSpPr/>
          <p:nvPr/>
        </p:nvSpPr>
        <p:spPr>
          <a:xfrm>
            <a:off x="6519044" y="4044843"/>
            <a:ext cx="1001241" cy="2201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浏览器</a:t>
            </a:r>
          </a:p>
        </p:txBody>
      </p:sp>
      <p:sp>
        <p:nvSpPr>
          <p:cNvPr id="22" name="矩形 21">
            <a:extLst>
              <a:ext uri="{FF2B5EF4-FFF2-40B4-BE49-F238E27FC236}">
                <a16:creationId xmlns:a16="http://schemas.microsoft.com/office/drawing/2014/main" id="{AEF8447C-26A0-4F61-A705-CCD0A3BA6453}"/>
              </a:ext>
            </a:extLst>
          </p:cNvPr>
          <p:cNvSpPr/>
          <p:nvPr/>
        </p:nvSpPr>
        <p:spPr>
          <a:xfrm>
            <a:off x="9968557" y="3954212"/>
            <a:ext cx="1001241" cy="91198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网站</a:t>
            </a:r>
            <a:r>
              <a:rPr lang="en-US" altLang="zh-CN" dirty="0"/>
              <a:t>A</a:t>
            </a:r>
          </a:p>
          <a:p>
            <a:pPr algn="ctr"/>
            <a:r>
              <a:rPr lang="zh-CN" altLang="en-US" sz="1200" dirty="0"/>
              <a:t>（受害网站）</a:t>
            </a:r>
          </a:p>
        </p:txBody>
      </p:sp>
      <p:sp>
        <p:nvSpPr>
          <p:cNvPr id="23" name="矩形 22">
            <a:extLst>
              <a:ext uri="{FF2B5EF4-FFF2-40B4-BE49-F238E27FC236}">
                <a16:creationId xmlns:a16="http://schemas.microsoft.com/office/drawing/2014/main" id="{25E7138E-6738-4D3B-B07D-6408AA422D37}"/>
              </a:ext>
            </a:extLst>
          </p:cNvPr>
          <p:cNvSpPr/>
          <p:nvPr/>
        </p:nvSpPr>
        <p:spPr>
          <a:xfrm>
            <a:off x="9968557" y="5334641"/>
            <a:ext cx="1001241" cy="91198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t>网站</a:t>
            </a:r>
            <a:r>
              <a:rPr lang="en-US" altLang="zh-CN" dirty="0"/>
              <a:t>B</a:t>
            </a:r>
          </a:p>
          <a:p>
            <a:pPr algn="ctr"/>
            <a:r>
              <a:rPr lang="zh-CN" altLang="en-US" sz="1200" dirty="0"/>
              <a:t>（恶意网站）</a:t>
            </a:r>
          </a:p>
        </p:txBody>
      </p:sp>
      <p:grpSp>
        <p:nvGrpSpPr>
          <p:cNvPr id="5" name="组合 4">
            <a:extLst>
              <a:ext uri="{FF2B5EF4-FFF2-40B4-BE49-F238E27FC236}">
                <a16:creationId xmlns:a16="http://schemas.microsoft.com/office/drawing/2014/main" id="{90251EE3-D449-45D2-B1E1-9A586627841C}"/>
              </a:ext>
            </a:extLst>
          </p:cNvPr>
          <p:cNvGrpSpPr/>
          <p:nvPr/>
        </p:nvGrpSpPr>
        <p:grpSpPr>
          <a:xfrm>
            <a:off x="7664301" y="3901600"/>
            <a:ext cx="2160240" cy="286486"/>
            <a:chOff x="7664301" y="4123717"/>
            <a:chExt cx="2160240" cy="286486"/>
          </a:xfrm>
        </p:grpSpPr>
        <p:cxnSp>
          <p:nvCxnSpPr>
            <p:cNvPr id="4" name="直接箭头连接符 3">
              <a:extLst>
                <a:ext uri="{FF2B5EF4-FFF2-40B4-BE49-F238E27FC236}">
                  <a16:creationId xmlns:a16="http://schemas.microsoft.com/office/drawing/2014/main" id="{71F2D004-0C77-4C5B-8542-1B4654B85F15}"/>
                </a:ext>
              </a:extLst>
            </p:cNvPr>
            <p:cNvCxnSpPr/>
            <p:nvPr/>
          </p:nvCxnSpPr>
          <p:spPr>
            <a:xfrm>
              <a:off x="7664301" y="4410203"/>
              <a:ext cx="2160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EFDF83AA-5C48-4275-9F09-5F303E490E0A}"/>
                </a:ext>
              </a:extLst>
            </p:cNvPr>
            <p:cNvSpPr txBox="1"/>
            <p:nvPr/>
          </p:nvSpPr>
          <p:spPr>
            <a:xfrm>
              <a:off x="8433461" y="4123717"/>
              <a:ext cx="1158999" cy="276999"/>
            </a:xfrm>
            <a:prstGeom prst="rect">
              <a:avLst/>
            </a:prstGeom>
            <a:noFill/>
          </p:spPr>
          <p:txBody>
            <a:bodyPr wrap="square">
              <a:spAutoFit/>
            </a:bodyPr>
            <a:lstStyle/>
            <a:p>
              <a:r>
                <a:rPr lang="en-US" altLang="zh-CN" sz="1200" dirty="0"/>
                <a:t>1.</a:t>
              </a:r>
              <a:r>
                <a:rPr lang="zh-CN" altLang="en-US" sz="1200" dirty="0"/>
                <a:t>登录</a:t>
              </a:r>
            </a:p>
          </p:txBody>
        </p:sp>
      </p:grpSp>
      <p:grpSp>
        <p:nvGrpSpPr>
          <p:cNvPr id="16" name="组合 15">
            <a:extLst>
              <a:ext uri="{FF2B5EF4-FFF2-40B4-BE49-F238E27FC236}">
                <a16:creationId xmlns:a16="http://schemas.microsoft.com/office/drawing/2014/main" id="{A3851901-4B16-4AE2-9E8D-001CD37E12A6}"/>
              </a:ext>
            </a:extLst>
          </p:cNvPr>
          <p:cNvGrpSpPr/>
          <p:nvPr/>
        </p:nvGrpSpPr>
        <p:grpSpPr>
          <a:xfrm>
            <a:off x="7660729" y="4212560"/>
            <a:ext cx="2297112" cy="276999"/>
            <a:chOff x="7660729" y="4123717"/>
            <a:chExt cx="2297112" cy="276999"/>
          </a:xfrm>
        </p:grpSpPr>
        <p:cxnSp>
          <p:nvCxnSpPr>
            <p:cNvPr id="18" name="直接箭头连接符 17">
              <a:extLst>
                <a:ext uri="{FF2B5EF4-FFF2-40B4-BE49-F238E27FC236}">
                  <a16:creationId xmlns:a16="http://schemas.microsoft.com/office/drawing/2014/main" id="{73DD8648-A209-405B-9CF8-F117E9F598CA}"/>
                </a:ext>
              </a:extLst>
            </p:cNvPr>
            <p:cNvCxnSpPr>
              <a:cxnSpLocks/>
            </p:cNvCxnSpPr>
            <p:nvPr/>
          </p:nvCxnSpPr>
          <p:spPr>
            <a:xfrm flipH="1">
              <a:off x="7660729" y="4357081"/>
              <a:ext cx="21566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DAE83B53-7DB5-43F2-9B44-F6BE310C26C0}"/>
                </a:ext>
              </a:extLst>
            </p:cNvPr>
            <p:cNvSpPr txBox="1"/>
            <p:nvPr/>
          </p:nvSpPr>
          <p:spPr>
            <a:xfrm>
              <a:off x="7896383" y="4123717"/>
              <a:ext cx="2061458" cy="276999"/>
            </a:xfrm>
            <a:prstGeom prst="rect">
              <a:avLst/>
            </a:prstGeom>
            <a:noFill/>
          </p:spPr>
          <p:txBody>
            <a:bodyPr wrap="square">
              <a:spAutoFit/>
            </a:bodyPr>
            <a:lstStyle/>
            <a:p>
              <a:r>
                <a:rPr lang="en-US" altLang="zh-CN" sz="1200" dirty="0"/>
                <a:t>2.</a:t>
              </a:r>
              <a:r>
                <a:rPr lang="zh-CN" altLang="en-US" sz="1200" dirty="0"/>
                <a:t>登录成功，生成</a:t>
              </a:r>
              <a:r>
                <a:rPr lang="en-US" altLang="zh-CN" sz="1200" dirty="0"/>
                <a:t>Cookie</a:t>
              </a:r>
              <a:endParaRPr lang="zh-CN" altLang="en-US" sz="1200" dirty="0"/>
            </a:p>
          </p:txBody>
        </p:sp>
      </p:grpSp>
      <p:grpSp>
        <p:nvGrpSpPr>
          <p:cNvPr id="24" name="组合 23">
            <a:extLst>
              <a:ext uri="{FF2B5EF4-FFF2-40B4-BE49-F238E27FC236}">
                <a16:creationId xmlns:a16="http://schemas.microsoft.com/office/drawing/2014/main" id="{CAFC36CD-C8B7-4703-93A0-7D8DFA433AA8}"/>
              </a:ext>
            </a:extLst>
          </p:cNvPr>
          <p:cNvGrpSpPr/>
          <p:nvPr/>
        </p:nvGrpSpPr>
        <p:grpSpPr>
          <a:xfrm>
            <a:off x="7678043" y="5226089"/>
            <a:ext cx="2431395" cy="286159"/>
            <a:chOff x="7664301" y="4124044"/>
            <a:chExt cx="2431395" cy="286159"/>
          </a:xfrm>
        </p:grpSpPr>
        <p:cxnSp>
          <p:nvCxnSpPr>
            <p:cNvPr id="25" name="直接箭头连接符 24">
              <a:extLst>
                <a:ext uri="{FF2B5EF4-FFF2-40B4-BE49-F238E27FC236}">
                  <a16:creationId xmlns:a16="http://schemas.microsoft.com/office/drawing/2014/main" id="{3002EE32-03AA-4B1A-ABD9-1673089F1114}"/>
                </a:ext>
              </a:extLst>
            </p:cNvPr>
            <p:cNvCxnSpPr/>
            <p:nvPr/>
          </p:nvCxnSpPr>
          <p:spPr>
            <a:xfrm>
              <a:off x="7664301" y="4410203"/>
              <a:ext cx="2160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E1EA51CC-8A27-4A84-AA8D-428B86D9C32E}"/>
                </a:ext>
              </a:extLst>
            </p:cNvPr>
            <p:cNvSpPr txBox="1"/>
            <p:nvPr/>
          </p:nvSpPr>
          <p:spPr>
            <a:xfrm>
              <a:off x="7902740" y="4124044"/>
              <a:ext cx="2192956" cy="276999"/>
            </a:xfrm>
            <a:prstGeom prst="rect">
              <a:avLst/>
            </a:prstGeom>
            <a:noFill/>
          </p:spPr>
          <p:txBody>
            <a:bodyPr wrap="square">
              <a:spAutoFit/>
            </a:bodyPr>
            <a:lstStyle/>
            <a:p>
              <a:r>
                <a:rPr lang="en-US" altLang="zh-CN" sz="1200" dirty="0"/>
                <a:t>3.</a:t>
              </a:r>
              <a:r>
                <a:rPr lang="zh-CN" altLang="en-US" sz="1200" dirty="0"/>
                <a:t>没有登出</a:t>
              </a:r>
              <a:r>
                <a:rPr lang="en-US" altLang="zh-CN" sz="1200" dirty="0"/>
                <a:t>A</a:t>
              </a:r>
              <a:r>
                <a:rPr lang="zh-CN" altLang="en-US" sz="1200" dirty="0"/>
                <a:t>，访问</a:t>
              </a:r>
              <a:r>
                <a:rPr lang="en-US" altLang="zh-CN" sz="1200" dirty="0"/>
                <a:t>B</a:t>
              </a:r>
              <a:endParaRPr lang="zh-CN" altLang="en-US" sz="1200" dirty="0"/>
            </a:p>
          </p:txBody>
        </p:sp>
      </p:grpSp>
      <p:grpSp>
        <p:nvGrpSpPr>
          <p:cNvPr id="27" name="组合 26">
            <a:extLst>
              <a:ext uri="{FF2B5EF4-FFF2-40B4-BE49-F238E27FC236}">
                <a16:creationId xmlns:a16="http://schemas.microsoft.com/office/drawing/2014/main" id="{A38AC1EA-9290-4A37-9063-A55FA7EEB194}"/>
              </a:ext>
            </a:extLst>
          </p:cNvPr>
          <p:cNvGrpSpPr/>
          <p:nvPr/>
        </p:nvGrpSpPr>
        <p:grpSpPr>
          <a:xfrm>
            <a:off x="7669542" y="5644370"/>
            <a:ext cx="2439896" cy="276999"/>
            <a:chOff x="7660729" y="4123717"/>
            <a:chExt cx="2439896" cy="276999"/>
          </a:xfrm>
        </p:grpSpPr>
        <p:cxnSp>
          <p:nvCxnSpPr>
            <p:cNvPr id="28" name="直接箭头连接符 27">
              <a:extLst>
                <a:ext uri="{FF2B5EF4-FFF2-40B4-BE49-F238E27FC236}">
                  <a16:creationId xmlns:a16="http://schemas.microsoft.com/office/drawing/2014/main" id="{F4F1F196-7A6B-4D9F-916D-5A52F8956EFA}"/>
                </a:ext>
              </a:extLst>
            </p:cNvPr>
            <p:cNvCxnSpPr>
              <a:cxnSpLocks/>
            </p:cNvCxnSpPr>
            <p:nvPr/>
          </p:nvCxnSpPr>
          <p:spPr>
            <a:xfrm flipH="1">
              <a:off x="7660729" y="4357081"/>
              <a:ext cx="21566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0DAF7E73-52CD-4E30-B1E6-A39E72921FB7}"/>
                </a:ext>
              </a:extLst>
            </p:cNvPr>
            <p:cNvSpPr txBox="1"/>
            <p:nvPr/>
          </p:nvSpPr>
          <p:spPr>
            <a:xfrm>
              <a:off x="8039167" y="4123717"/>
              <a:ext cx="2061458" cy="276999"/>
            </a:xfrm>
            <a:prstGeom prst="rect">
              <a:avLst/>
            </a:prstGeom>
            <a:noFill/>
          </p:spPr>
          <p:txBody>
            <a:bodyPr wrap="square">
              <a:spAutoFit/>
            </a:bodyPr>
            <a:lstStyle/>
            <a:p>
              <a:r>
                <a:rPr lang="en-US" altLang="zh-CN" sz="1200" dirty="0"/>
                <a:t>4.B</a:t>
              </a:r>
              <a:r>
                <a:rPr lang="zh-CN" altLang="en-US" sz="1200" dirty="0"/>
                <a:t>通过受害者访问</a:t>
              </a:r>
              <a:r>
                <a:rPr lang="en-US" altLang="zh-CN" sz="1200" dirty="0"/>
                <a:t>A</a:t>
              </a:r>
              <a:endParaRPr lang="zh-CN" altLang="en-US" sz="1200" dirty="0"/>
            </a:p>
          </p:txBody>
        </p:sp>
      </p:grpSp>
      <p:grpSp>
        <p:nvGrpSpPr>
          <p:cNvPr id="33" name="组合 32">
            <a:extLst>
              <a:ext uri="{FF2B5EF4-FFF2-40B4-BE49-F238E27FC236}">
                <a16:creationId xmlns:a16="http://schemas.microsoft.com/office/drawing/2014/main" id="{2FC67FF8-47C6-4492-905F-87134EBBF2E7}"/>
              </a:ext>
            </a:extLst>
          </p:cNvPr>
          <p:cNvGrpSpPr/>
          <p:nvPr/>
        </p:nvGrpSpPr>
        <p:grpSpPr>
          <a:xfrm>
            <a:off x="7678043" y="4536582"/>
            <a:ext cx="2160240" cy="276999"/>
            <a:chOff x="7664301" y="4140965"/>
            <a:chExt cx="2160240" cy="276999"/>
          </a:xfrm>
        </p:grpSpPr>
        <p:cxnSp>
          <p:nvCxnSpPr>
            <p:cNvPr id="34" name="直接箭头连接符 33">
              <a:extLst>
                <a:ext uri="{FF2B5EF4-FFF2-40B4-BE49-F238E27FC236}">
                  <a16:creationId xmlns:a16="http://schemas.microsoft.com/office/drawing/2014/main" id="{839BF55F-6F87-42F1-BE33-88E8F365B98F}"/>
                </a:ext>
              </a:extLst>
            </p:cNvPr>
            <p:cNvCxnSpPr/>
            <p:nvPr/>
          </p:nvCxnSpPr>
          <p:spPr>
            <a:xfrm>
              <a:off x="7664301" y="4410203"/>
              <a:ext cx="2160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62881894-6666-40DF-BB41-95F4DD4FAEE3}"/>
                </a:ext>
              </a:extLst>
            </p:cNvPr>
            <p:cNvSpPr txBox="1"/>
            <p:nvPr/>
          </p:nvSpPr>
          <p:spPr>
            <a:xfrm>
              <a:off x="7795175" y="4140965"/>
              <a:ext cx="2029366" cy="276999"/>
            </a:xfrm>
            <a:prstGeom prst="rect">
              <a:avLst/>
            </a:prstGeom>
            <a:noFill/>
          </p:spPr>
          <p:txBody>
            <a:bodyPr wrap="square">
              <a:spAutoFit/>
            </a:bodyPr>
            <a:lstStyle/>
            <a:p>
              <a:r>
                <a:rPr lang="en-US" altLang="zh-CN" sz="1200" dirty="0">
                  <a:solidFill>
                    <a:srgbClr val="FF0000"/>
                  </a:solidFill>
                </a:rPr>
                <a:t>5.B</a:t>
              </a:r>
              <a:r>
                <a:rPr lang="zh-CN" altLang="en-US" sz="1200" dirty="0">
                  <a:solidFill>
                    <a:srgbClr val="FF0000"/>
                  </a:solidFill>
                </a:rPr>
                <a:t>带着</a:t>
              </a:r>
              <a:r>
                <a:rPr lang="en-US" altLang="zh-CN" sz="1200" dirty="0">
                  <a:solidFill>
                    <a:srgbClr val="FF0000"/>
                  </a:solidFill>
                </a:rPr>
                <a:t>Cookie</a:t>
              </a:r>
              <a:r>
                <a:rPr lang="zh-CN" altLang="en-US" sz="1200" dirty="0">
                  <a:solidFill>
                    <a:srgbClr val="FF0000"/>
                  </a:solidFill>
                </a:rPr>
                <a:t>恶意访问</a:t>
              </a:r>
              <a:r>
                <a:rPr lang="en-US" altLang="zh-CN" sz="1200" dirty="0">
                  <a:solidFill>
                    <a:srgbClr val="FF0000"/>
                  </a:solidFill>
                </a:rPr>
                <a:t>A</a:t>
              </a:r>
              <a:endParaRPr lang="zh-CN" altLang="en-US" sz="1200" dirty="0">
                <a:solidFill>
                  <a:srgbClr val="FF0000"/>
                </a:solidFill>
              </a:endParaRPr>
            </a:p>
          </p:txBody>
        </p:sp>
      </p:grpSp>
      <p:sp>
        <p:nvSpPr>
          <p:cNvPr id="36" name="文本框 35">
            <a:extLst>
              <a:ext uri="{FF2B5EF4-FFF2-40B4-BE49-F238E27FC236}">
                <a16:creationId xmlns:a16="http://schemas.microsoft.com/office/drawing/2014/main" id="{42B12A24-E79D-4D94-8F7F-2F8170C42A86}"/>
              </a:ext>
            </a:extLst>
          </p:cNvPr>
          <p:cNvSpPr txBox="1"/>
          <p:nvPr/>
        </p:nvSpPr>
        <p:spPr>
          <a:xfrm>
            <a:off x="761616" y="4311424"/>
            <a:ext cx="4680620" cy="450316"/>
          </a:xfrm>
          <a:prstGeom prst="rect">
            <a:avLst/>
          </a:prstGeom>
          <a:noFill/>
        </p:spPr>
        <p:txBody>
          <a:bodyPr wrap="square">
            <a:spAutoFit/>
          </a:bodyPr>
          <a:lstStyle/>
          <a:p>
            <a:pPr>
              <a:lnSpc>
                <a:spcPct val="150000"/>
              </a:lnSpc>
            </a:pPr>
            <a:r>
              <a:rPr lang="en-US" altLang="zh-CN" dirty="0">
                <a:latin typeface="+mn-ea"/>
                <a:ea typeface="+mn-ea"/>
              </a:rPr>
              <a:t>A</a:t>
            </a:r>
            <a:r>
              <a:rPr lang="zh-CN" altLang="en-US" dirty="0">
                <a:latin typeface="+mn-ea"/>
                <a:ea typeface="+mn-ea"/>
              </a:rPr>
              <a:t>和</a:t>
            </a:r>
            <a:r>
              <a:rPr lang="en-US" altLang="zh-CN" dirty="0">
                <a:latin typeface="+mn-ea"/>
                <a:ea typeface="+mn-ea"/>
              </a:rPr>
              <a:t>B</a:t>
            </a:r>
            <a:r>
              <a:rPr lang="zh-CN" altLang="en-US" dirty="0">
                <a:latin typeface="+mn-ea"/>
                <a:ea typeface="+mn-ea"/>
              </a:rPr>
              <a:t>不是同源，但是完成了访问（攻击）</a:t>
            </a:r>
            <a:endParaRPr lang="en-US" altLang="zh-CN" dirty="0">
              <a:latin typeface="+mn-ea"/>
              <a:ea typeface="+mn-ea"/>
            </a:endParaRPr>
          </a:p>
        </p:txBody>
      </p:sp>
      <p:sp>
        <p:nvSpPr>
          <p:cNvPr id="37" name="文本框 36">
            <a:extLst>
              <a:ext uri="{FF2B5EF4-FFF2-40B4-BE49-F238E27FC236}">
                <a16:creationId xmlns:a16="http://schemas.microsoft.com/office/drawing/2014/main" id="{A59CC003-A4BE-4AF9-BEEF-A9E03E5B87E2}"/>
              </a:ext>
            </a:extLst>
          </p:cNvPr>
          <p:cNvSpPr txBox="1"/>
          <p:nvPr/>
        </p:nvSpPr>
        <p:spPr>
          <a:xfrm>
            <a:off x="725742" y="4990351"/>
            <a:ext cx="4051897" cy="450316"/>
          </a:xfrm>
          <a:prstGeom prst="rect">
            <a:avLst/>
          </a:prstGeom>
          <a:noFill/>
        </p:spPr>
        <p:txBody>
          <a:bodyPr wrap="square">
            <a:spAutoFit/>
          </a:bodyPr>
          <a:lstStyle/>
          <a:p>
            <a:pPr>
              <a:lnSpc>
                <a:spcPct val="150000"/>
              </a:lnSpc>
            </a:pPr>
            <a:r>
              <a:rPr lang="zh-CN" altLang="en-US" dirty="0"/>
              <a:t>因此，浏览器默认</a:t>
            </a:r>
            <a:r>
              <a:rPr lang="zh-CN" altLang="en-US" b="1" dirty="0">
                <a:solidFill>
                  <a:srgbClr val="FF0000"/>
                </a:solidFill>
              </a:rPr>
              <a:t>不允许跨源读操作</a:t>
            </a:r>
            <a:endParaRPr lang="en-US" altLang="zh-CN" b="1" dirty="0">
              <a:solidFill>
                <a:srgbClr val="FF0000"/>
              </a:solidFill>
            </a:endParaRPr>
          </a:p>
        </p:txBody>
      </p:sp>
      <p:sp>
        <p:nvSpPr>
          <p:cNvPr id="12" name="对话气泡: 圆角矩形 11">
            <a:extLst>
              <a:ext uri="{FF2B5EF4-FFF2-40B4-BE49-F238E27FC236}">
                <a16:creationId xmlns:a16="http://schemas.microsoft.com/office/drawing/2014/main" id="{DEEC3D85-F731-4AFA-80EC-66BED9C70564}"/>
              </a:ext>
            </a:extLst>
          </p:cNvPr>
          <p:cNvSpPr/>
          <p:nvPr/>
        </p:nvSpPr>
        <p:spPr>
          <a:xfrm>
            <a:off x="2778364" y="5854833"/>
            <a:ext cx="2880320" cy="693972"/>
          </a:xfrm>
          <a:prstGeom prst="wedgeRoundRectCallout">
            <a:avLst>
              <a:gd name="adj1" fmla="val -39148"/>
              <a:gd name="adj2" fmla="val -7974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t>对于前后分离的</a:t>
            </a:r>
            <a:r>
              <a:rPr lang="en-US" altLang="zh-CN" dirty="0"/>
              <a:t>Web</a:t>
            </a:r>
            <a:r>
              <a:rPr lang="zh-CN" altLang="en-US" dirty="0"/>
              <a:t>程序同样会造成跨域问题</a:t>
            </a:r>
          </a:p>
        </p:txBody>
      </p:sp>
    </p:spTree>
    <p:extLst>
      <p:ext uri="{BB962C8B-B14F-4D97-AF65-F5344CB8AC3E}">
        <p14:creationId xmlns:p14="http://schemas.microsoft.com/office/powerpoint/2010/main" val="343142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fill="hold"/>
                                        <p:tgtEl>
                                          <p:spTgt spid="27"/>
                                        </p:tgtEl>
                                        <p:attrNameLst>
                                          <p:attrName>ppt_x</p:attrName>
                                        </p:attrNameLst>
                                      </p:cBhvr>
                                      <p:tavLst>
                                        <p:tav tm="0">
                                          <p:val>
                                            <p:strVal val="#ppt_x"/>
                                          </p:val>
                                        </p:tav>
                                        <p:tav tm="100000">
                                          <p:val>
                                            <p:strVal val="#ppt_x"/>
                                          </p:val>
                                        </p:tav>
                                      </p:tavLst>
                                    </p:anim>
                                    <p:anim calcmode="lin" valueType="num">
                                      <p:cBhvr additive="base">
                                        <p:cTn id="2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fill="hold"/>
                                        <p:tgtEl>
                                          <p:spTgt spid="33"/>
                                        </p:tgtEl>
                                        <p:attrNameLst>
                                          <p:attrName>ppt_x</p:attrName>
                                        </p:attrNameLst>
                                      </p:cBhvr>
                                      <p:tavLst>
                                        <p:tav tm="0">
                                          <p:val>
                                            <p:strVal val="#ppt_x"/>
                                          </p:val>
                                        </p:tav>
                                        <p:tav tm="100000">
                                          <p:val>
                                            <p:strVal val="#ppt_x"/>
                                          </p:val>
                                        </p:tav>
                                      </p:tavLst>
                                    </p:anim>
                                    <p:anim calcmode="lin" valueType="num">
                                      <p:cBhvr additive="base">
                                        <p:cTn id="3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additive="base">
                                        <p:cTn id="37" dur="500" fill="hold"/>
                                        <p:tgtEl>
                                          <p:spTgt spid="36"/>
                                        </p:tgtEl>
                                        <p:attrNameLst>
                                          <p:attrName>ppt_x</p:attrName>
                                        </p:attrNameLst>
                                      </p:cBhvr>
                                      <p:tavLst>
                                        <p:tav tm="0">
                                          <p:val>
                                            <p:strVal val="#ppt_x"/>
                                          </p:val>
                                        </p:tav>
                                        <p:tav tm="100000">
                                          <p:val>
                                            <p:strVal val="#ppt_x"/>
                                          </p:val>
                                        </p:tav>
                                      </p:tavLst>
                                    </p:anim>
                                    <p:anim calcmode="lin" valueType="num">
                                      <p:cBhvr additive="base">
                                        <p:cTn id="3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anim calcmode="lin" valueType="num">
                                      <p:cBhvr additive="base">
                                        <p:cTn id="43" dur="500" fill="hold"/>
                                        <p:tgtEl>
                                          <p:spTgt spid="37"/>
                                        </p:tgtEl>
                                        <p:attrNameLst>
                                          <p:attrName>ppt_x</p:attrName>
                                        </p:attrNameLst>
                                      </p:cBhvr>
                                      <p:tavLst>
                                        <p:tav tm="0">
                                          <p:val>
                                            <p:strVal val="#ppt_x"/>
                                          </p:val>
                                        </p:tav>
                                        <p:tav tm="100000">
                                          <p:val>
                                            <p:strVal val="#ppt_x"/>
                                          </p:val>
                                        </p:tav>
                                      </p:tavLst>
                                    </p:anim>
                                    <p:anim calcmode="lin" valueType="num">
                                      <p:cBhvr additive="base">
                                        <p:cTn id="4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4.3 </a:t>
            </a:r>
            <a:r>
              <a:rPr lang="zh-CN" altLang="en-US" b="1" dirty="0">
                <a:solidFill>
                  <a:srgbClr val="C00000"/>
                </a:solidFill>
                <a:latin typeface="黑体" panose="02010609060101010101" pitchFamily="49" charset="-122"/>
                <a:ea typeface="黑体" panose="02010609060101010101" pitchFamily="49" charset="-122"/>
              </a:rPr>
              <a:t>解决跨源（域）问题</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跨源资源共享（</a:t>
            </a:r>
            <a:r>
              <a:rPr lang="en-US" altLang="zh-CN" sz="2800" b="1" dirty="0">
                <a:solidFill>
                  <a:srgbClr val="0000FF"/>
                </a:solidFill>
                <a:effectLst>
                  <a:outerShdw blurRad="38100" dist="38100" dir="2700000" algn="tl">
                    <a:srgbClr val="000000">
                      <a:alpha val="43137"/>
                    </a:srgbClr>
                  </a:outerShdw>
                </a:effectLst>
              </a:rPr>
              <a:t>CORS</a:t>
            </a:r>
            <a:r>
              <a:rPr lang="zh-CN" altLang="en-US" sz="2800" b="1" dirty="0">
                <a:solidFill>
                  <a:srgbClr val="0000FF"/>
                </a:solidFill>
                <a:effectLst>
                  <a:outerShdw blurRad="38100" dist="38100" dir="2700000" algn="tl">
                    <a:srgbClr val="000000">
                      <a:alpha val="43137"/>
                    </a:srgbClr>
                  </a:outerShdw>
                </a:effectLst>
              </a:rPr>
              <a:t>）</a:t>
            </a:r>
          </a:p>
        </p:txBody>
      </p:sp>
      <p:pic>
        <p:nvPicPr>
          <p:cNvPr id="31" name="图片 30">
            <a:extLst>
              <a:ext uri="{FF2B5EF4-FFF2-40B4-BE49-F238E27FC236}">
                <a16:creationId xmlns:a16="http://schemas.microsoft.com/office/drawing/2014/main" id="{6EBD4655-ACEA-449E-90FA-289154522EFD}"/>
              </a:ext>
            </a:extLst>
          </p:cNvPr>
          <p:cNvPicPr>
            <a:picLocks noChangeAspect="1"/>
          </p:cNvPicPr>
          <p:nvPr/>
        </p:nvPicPr>
        <p:blipFill>
          <a:blip r:embed="rId2"/>
          <a:stretch>
            <a:fillRect/>
          </a:stretch>
        </p:blipFill>
        <p:spPr>
          <a:xfrm>
            <a:off x="1327597" y="3220650"/>
            <a:ext cx="6408712" cy="679591"/>
          </a:xfrm>
          <a:prstGeom prst="rect">
            <a:avLst/>
          </a:prstGeom>
        </p:spPr>
      </p:pic>
      <p:sp>
        <p:nvSpPr>
          <p:cNvPr id="32" name="文本框 31">
            <a:extLst>
              <a:ext uri="{FF2B5EF4-FFF2-40B4-BE49-F238E27FC236}">
                <a16:creationId xmlns:a16="http://schemas.microsoft.com/office/drawing/2014/main" id="{D23430BF-D4D8-48E9-9656-AB87662306DC}"/>
              </a:ext>
            </a:extLst>
          </p:cNvPr>
          <p:cNvSpPr txBox="1"/>
          <p:nvPr/>
        </p:nvSpPr>
        <p:spPr>
          <a:xfrm>
            <a:off x="789033" y="1706667"/>
            <a:ext cx="10441160" cy="1273875"/>
          </a:xfrm>
          <a:prstGeom prst="rect">
            <a:avLst/>
          </a:prstGeom>
          <a:noFill/>
        </p:spPr>
        <p:txBody>
          <a:bodyPr wrap="square">
            <a:spAutoFit/>
          </a:bodyPr>
          <a:lstStyle/>
          <a:p>
            <a:pPr>
              <a:lnSpc>
                <a:spcPct val="150000"/>
              </a:lnSpc>
            </a:pPr>
            <a:r>
              <a:rPr lang="zh-CN" altLang="en-US" b="1" dirty="0">
                <a:latin typeface="+mn-ea"/>
                <a:ea typeface="+mn-ea"/>
              </a:rPr>
              <a:t>例：</a:t>
            </a:r>
            <a:r>
              <a:rPr lang="zh-CN" altLang="en-US" dirty="0">
                <a:latin typeface="+mn-ea"/>
                <a:ea typeface="+mn-ea"/>
              </a:rPr>
              <a:t>以刚才的用户管理为例</a:t>
            </a:r>
            <a:endParaRPr lang="en-US" altLang="zh-CN" dirty="0">
              <a:latin typeface="+mn-ea"/>
              <a:ea typeface="+mn-ea"/>
            </a:endParaRPr>
          </a:p>
          <a:p>
            <a:pPr>
              <a:lnSpc>
                <a:spcPct val="150000"/>
              </a:lnSpc>
            </a:pPr>
            <a:r>
              <a:rPr lang="en-US" altLang="zh-CN" dirty="0">
                <a:latin typeface="+mn-ea"/>
                <a:ea typeface="+mn-ea"/>
              </a:rPr>
              <a:t>    </a:t>
            </a:r>
            <a:r>
              <a:rPr lang="zh-CN" altLang="en-US" dirty="0">
                <a:latin typeface="+mn-ea"/>
                <a:ea typeface="+mn-ea"/>
              </a:rPr>
              <a:t>前端</a:t>
            </a:r>
            <a:r>
              <a:rPr lang="en-US" altLang="zh-CN" dirty="0">
                <a:latin typeface="+mn-ea"/>
                <a:ea typeface="+mn-ea"/>
              </a:rPr>
              <a:t>Web</a:t>
            </a:r>
            <a:r>
              <a:rPr lang="zh-CN" altLang="en-US" dirty="0">
                <a:latin typeface="+mn-ea"/>
                <a:ea typeface="+mn-ea"/>
              </a:rPr>
              <a:t>界面服务独立启动，访问方法为</a:t>
            </a:r>
            <a:r>
              <a:rPr lang="en-US" altLang="zh-CN" dirty="0">
                <a:latin typeface="+mn-ea"/>
                <a:ea typeface="+mn-ea"/>
              </a:rPr>
              <a:t>http://127.0.0.1:5000</a:t>
            </a:r>
          </a:p>
          <a:p>
            <a:pPr>
              <a:lnSpc>
                <a:spcPct val="150000"/>
              </a:lnSpc>
            </a:pPr>
            <a:r>
              <a:rPr lang="zh-CN" altLang="en-US" dirty="0">
                <a:latin typeface="+mn-ea"/>
                <a:ea typeface="+mn-ea"/>
              </a:rPr>
              <a:t>    后端</a:t>
            </a:r>
            <a:r>
              <a:rPr lang="en-US" altLang="zh-CN" dirty="0">
                <a:latin typeface="+mn-ea"/>
                <a:ea typeface="+mn-ea"/>
              </a:rPr>
              <a:t>Web Flask</a:t>
            </a:r>
            <a:r>
              <a:rPr lang="zh-CN" altLang="en-US" dirty="0">
                <a:latin typeface="+mn-ea"/>
                <a:ea typeface="+mn-ea"/>
              </a:rPr>
              <a:t>服务独立启动，访问方法为</a:t>
            </a:r>
            <a:r>
              <a:rPr lang="en-US" altLang="zh-CN" dirty="0">
                <a:latin typeface="+mn-ea"/>
                <a:ea typeface="+mn-ea"/>
              </a:rPr>
              <a:t>http://127.0.0.1:5500</a:t>
            </a:r>
            <a:endParaRPr lang="zh-CN" altLang="en-US" dirty="0">
              <a:latin typeface="+mn-ea"/>
              <a:ea typeface="+mn-ea"/>
            </a:endParaRPr>
          </a:p>
        </p:txBody>
      </p:sp>
      <p:sp>
        <p:nvSpPr>
          <p:cNvPr id="36" name="文本框 35">
            <a:extLst>
              <a:ext uri="{FF2B5EF4-FFF2-40B4-BE49-F238E27FC236}">
                <a16:creationId xmlns:a16="http://schemas.microsoft.com/office/drawing/2014/main" id="{B129A414-E68D-4F97-A55C-22BC206EF8E8}"/>
              </a:ext>
            </a:extLst>
          </p:cNvPr>
          <p:cNvSpPr txBox="1"/>
          <p:nvPr/>
        </p:nvSpPr>
        <p:spPr>
          <a:xfrm>
            <a:off x="859545" y="4140349"/>
            <a:ext cx="10441160" cy="1866858"/>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zh-CN" altLang="en-US" sz="2000" b="1" dirty="0">
                <a:latin typeface="+mn-ea"/>
                <a:ea typeface="+mn-ea"/>
              </a:rPr>
              <a:t>解决方案</a:t>
            </a:r>
            <a:endParaRPr lang="en-US" altLang="zh-CN" sz="2000" b="1" dirty="0">
              <a:latin typeface="+mn-ea"/>
              <a:ea typeface="+mn-ea"/>
            </a:endParaRPr>
          </a:p>
          <a:p>
            <a:pPr>
              <a:lnSpc>
                <a:spcPct val="150000"/>
              </a:lnSpc>
            </a:pPr>
            <a:r>
              <a:rPr lang="zh-CN" altLang="en-US" sz="2000" dirty="0">
                <a:latin typeface="+mn-ea"/>
                <a:ea typeface="+mn-ea"/>
              </a:rPr>
              <a:t>方案</a:t>
            </a:r>
            <a:r>
              <a:rPr lang="en-US" altLang="zh-CN" sz="2000" dirty="0">
                <a:latin typeface="+mn-ea"/>
                <a:ea typeface="+mn-ea"/>
              </a:rPr>
              <a:t>1  </a:t>
            </a:r>
            <a:r>
              <a:rPr lang="zh-CN" altLang="en-US" sz="2000" dirty="0">
                <a:latin typeface="+mn-ea"/>
                <a:ea typeface="+mn-ea"/>
              </a:rPr>
              <a:t>取消浏览器跨域访问限制                </a:t>
            </a:r>
            <a:endParaRPr lang="en-US" altLang="zh-CN" sz="2000" dirty="0">
              <a:latin typeface="+mn-ea"/>
              <a:ea typeface="+mn-ea"/>
            </a:endParaRPr>
          </a:p>
          <a:p>
            <a:pPr>
              <a:lnSpc>
                <a:spcPct val="150000"/>
              </a:lnSpc>
            </a:pPr>
            <a:r>
              <a:rPr lang="zh-CN" altLang="en-US" sz="2000" dirty="0">
                <a:solidFill>
                  <a:schemeClr val="accent6"/>
                </a:solidFill>
                <a:latin typeface="+mn-ea"/>
                <a:ea typeface="+mn-ea"/>
              </a:rPr>
              <a:t>方案</a:t>
            </a:r>
            <a:r>
              <a:rPr lang="en-US" altLang="zh-CN" sz="2000" dirty="0">
                <a:solidFill>
                  <a:schemeClr val="accent6"/>
                </a:solidFill>
                <a:latin typeface="+mn-ea"/>
                <a:ea typeface="+mn-ea"/>
              </a:rPr>
              <a:t>2  </a:t>
            </a:r>
            <a:r>
              <a:rPr lang="zh-CN" altLang="en-US" sz="2000" b="1" dirty="0">
                <a:solidFill>
                  <a:schemeClr val="accent6"/>
                </a:solidFill>
                <a:latin typeface="+mn-ea"/>
                <a:ea typeface="+mn-ea"/>
              </a:rPr>
              <a:t>在</a:t>
            </a:r>
            <a:r>
              <a:rPr lang="en-US" altLang="zh-CN" sz="2000" b="1" dirty="0">
                <a:solidFill>
                  <a:schemeClr val="accent6"/>
                </a:solidFill>
                <a:latin typeface="+mn-ea"/>
                <a:ea typeface="+mn-ea"/>
              </a:rPr>
              <a:t>Flask</a:t>
            </a:r>
            <a:r>
              <a:rPr lang="zh-CN" altLang="en-US" sz="2000" b="1" dirty="0">
                <a:solidFill>
                  <a:schemeClr val="accent6"/>
                </a:solidFill>
                <a:latin typeface="+mn-ea"/>
                <a:ea typeface="+mn-ea"/>
              </a:rPr>
              <a:t>设置允许跨域的条件</a:t>
            </a:r>
            <a:endParaRPr lang="en-US" altLang="zh-CN" sz="2000" b="1" dirty="0">
              <a:solidFill>
                <a:schemeClr val="accent6"/>
              </a:solidFill>
              <a:latin typeface="+mn-ea"/>
              <a:ea typeface="+mn-ea"/>
            </a:endParaRPr>
          </a:p>
          <a:p>
            <a:pPr>
              <a:lnSpc>
                <a:spcPct val="150000"/>
              </a:lnSpc>
            </a:pPr>
            <a:r>
              <a:rPr lang="zh-CN" altLang="en-US" sz="2000" b="1" dirty="0">
                <a:solidFill>
                  <a:schemeClr val="accent6"/>
                </a:solidFill>
                <a:latin typeface="+mn-ea"/>
                <a:ea typeface="+mn-ea"/>
              </a:rPr>
              <a:t>方案</a:t>
            </a:r>
            <a:r>
              <a:rPr lang="en-US" altLang="zh-CN" sz="2000" b="1" dirty="0">
                <a:solidFill>
                  <a:schemeClr val="accent6"/>
                </a:solidFill>
                <a:latin typeface="+mn-ea"/>
                <a:ea typeface="+mn-ea"/>
              </a:rPr>
              <a:t>3  </a:t>
            </a:r>
            <a:r>
              <a:rPr lang="zh-CN" altLang="en-US" sz="2000" b="1" dirty="0">
                <a:solidFill>
                  <a:schemeClr val="accent6"/>
                </a:solidFill>
                <a:latin typeface="+mn-ea"/>
                <a:ea typeface="+mn-ea"/>
              </a:rPr>
              <a:t>使用反向代理服务（例如</a:t>
            </a:r>
            <a:r>
              <a:rPr lang="en-US" altLang="zh-CN" sz="2000" b="1" dirty="0" err="1">
                <a:solidFill>
                  <a:schemeClr val="accent6"/>
                </a:solidFill>
                <a:latin typeface="+mn-ea"/>
                <a:ea typeface="+mn-ea"/>
              </a:rPr>
              <a:t>ngnix</a:t>
            </a:r>
            <a:r>
              <a:rPr lang="zh-CN" altLang="en-US" sz="2000" b="1" dirty="0">
                <a:solidFill>
                  <a:schemeClr val="accent6"/>
                </a:solidFill>
                <a:latin typeface="+mn-ea"/>
                <a:ea typeface="+mn-ea"/>
              </a:rPr>
              <a:t>）配置跨域头</a:t>
            </a:r>
          </a:p>
        </p:txBody>
      </p:sp>
      <p:sp>
        <p:nvSpPr>
          <p:cNvPr id="38" name="对话气泡: 圆角矩形 37">
            <a:extLst>
              <a:ext uri="{FF2B5EF4-FFF2-40B4-BE49-F238E27FC236}">
                <a16:creationId xmlns:a16="http://schemas.microsoft.com/office/drawing/2014/main" id="{67C79038-24F7-4F2A-83B1-DF425B1BF5E5}"/>
              </a:ext>
            </a:extLst>
          </p:cNvPr>
          <p:cNvSpPr/>
          <p:nvPr/>
        </p:nvSpPr>
        <p:spPr>
          <a:xfrm>
            <a:off x="5432053" y="4140349"/>
            <a:ext cx="4248472" cy="693972"/>
          </a:xfrm>
          <a:prstGeom prst="wedgeRoundRectCallout">
            <a:avLst>
              <a:gd name="adj1" fmla="val -67688"/>
              <a:gd name="adj2" fmla="val 51492"/>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t>只能在本机浏览器实现跨域，因此主要用来开发时测试过程临时使用</a:t>
            </a:r>
          </a:p>
        </p:txBody>
      </p:sp>
    </p:spTree>
    <p:extLst>
      <p:ext uri="{BB962C8B-B14F-4D97-AF65-F5344CB8AC3E}">
        <p14:creationId xmlns:p14="http://schemas.microsoft.com/office/powerpoint/2010/main" val="33715299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4.3 </a:t>
            </a:r>
            <a:r>
              <a:rPr lang="zh-CN" altLang="en-US" b="1" dirty="0">
                <a:solidFill>
                  <a:srgbClr val="C00000"/>
                </a:solidFill>
                <a:latin typeface="黑体" panose="02010609060101010101" pitchFamily="49" charset="-122"/>
                <a:ea typeface="黑体" panose="02010609060101010101" pitchFamily="49" charset="-122"/>
              </a:rPr>
              <a:t>解决跨源（域）问题</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在</a:t>
            </a:r>
            <a:r>
              <a:rPr lang="en-US" altLang="zh-CN" sz="2800" b="1" dirty="0">
                <a:solidFill>
                  <a:srgbClr val="0000FF"/>
                </a:solidFill>
                <a:effectLst>
                  <a:outerShdw blurRad="38100" dist="38100" dir="2700000" algn="tl">
                    <a:srgbClr val="000000">
                      <a:alpha val="43137"/>
                    </a:srgbClr>
                  </a:outerShdw>
                </a:effectLst>
              </a:rPr>
              <a:t>Flask</a:t>
            </a:r>
            <a:r>
              <a:rPr lang="zh-CN" altLang="en-US" sz="2800" b="1" dirty="0">
                <a:solidFill>
                  <a:srgbClr val="0000FF"/>
                </a:solidFill>
                <a:effectLst>
                  <a:outerShdw blurRad="38100" dist="38100" dir="2700000" algn="tl">
                    <a:srgbClr val="000000">
                      <a:alpha val="43137"/>
                    </a:srgbClr>
                  </a:outerShdw>
                </a:effectLst>
              </a:rPr>
              <a:t>中实现跨源（域）</a:t>
            </a:r>
            <a:endParaRPr lang="en-US" altLang="zh-CN" sz="2800" b="1" dirty="0">
              <a:solidFill>
                <a:srgbClr val="0000FF"/>
              </a:solidFill>
              <a:effectLst>
                <a:outerShdw blurRad="38100" dist="38100" dir="2700000" algn="tl">
                  <a:srgbClr val="000000">
                    <a:alpha val="43137"/>
                  </a:srgbClr>
                </a:outerShdw>
              </a:effectLst>
            </a:endParaRP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05995"/>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mn-ea"/>
                <a:ea typeface="+mn-ea"/>
              </a:rPr>
              <a:t>在</a:t>
            </a:r>
            <a:r>
              <a:rPr lang="en-US" altLang="zh-CN" sz="2000" b="1" dirty="0">
                <a:latin typeface="+mn-ea"/>
                <a:ea typeface="+mn-ea"/>
              </a:rPr>
              <a:t>Flask</a:t>
            </a:r>
            <a:r>
              <a:rPr lang="zh-CN" altLang="en-US" sz="2000" b="1" dirty="0">
                <a:latin typeface="+mn-ea"/>
                <a:ea typeface="+mn-ea"/>
              </a:rPr>
              <a:t>中设置跨域的条件</a:t>
            </a:r>
          </a:p>
        </p:txBody>
      </p:sp>
      <p:sp>
        <p:nvSpPr>
          <p:cNvPr id="13" name="文本框 12">
            <a:extLst>
              <a:ext uri="{FF2B5EF4-FFF2-40B4-BE49-F238E27FC236}">
                <a16:creationId xmlns:a16="http://schemas.microsoft.com/office/drawing/2014/main" id="{311ABDBD-5BB7-4821-B7F5-D76486728C49}"/>
              </a:ext>
            </a:extLst>
          </p:cNvPr>
          <p:cNvSpPr txBox="1"/>
          <p:nvPr/>
        </p:nvSpPr>
        <p:spPr>
          <a:xfrm>
            <a:off x="1039565" y="2244918"/>
            <a:ext cx="10441160" cy="450316"/>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dirty="0">
                <a:latin typeface="+mn-ea"/>
                <a:ea typeface="+mn-ea"/>
              </a:rPr>
              <a:t>安装</a:t>
            </a:r>
            <a:r>
              <a:rPr lang="en-US" altLang="zh-CN" dirty="0">
                <a:latin typeface="+mn-ea"/>
                <a:ea typeface="+mn-ea"/>
              </a:rPr>
              <a:t>flask-</a:t>
            </a:r>
            <a:r>
              <a:rPr lang="en-US" altLang="zh-CN" dirty="0" err="1">
                <a:latin typeface="+mn-ea"/>
                <a:ea typeface="+mn-ea"/>
              </a:rPr>
              <a:t>cors</a:t>
            </a:r>
            <a:r>
              <a:rPr lang="zh-CN" altLang="en-US" dirty="0">
                <a:latin typeface="+mn-ea"/>
                <a:ea typeface="+mn-ea"/>
              </a:rPr>
              <a:t>插件</a:t>
            </a:r>
          </a:p>
        </p:txBody>
      </p:sp>
      <p:sp>
        <p:nvSpPr>
          <p:cNvPr id="7" name="文本框 6">
            <a:extLst>
              <a:ext uri="{FF2B5EF4-FFF2-40B4-BE49-F238E27FC236}">
                <a16:creationId xmlns:a16="http://schemas.microsoft.com/office/drawing/2014/main" id="{38082A75-03CA-426B-9EFC-DE6CE89F3458}"/>
              </a:ext>
            </a:extLst>
          </p:cNvPr>
          <p:cNvSpPr txBox="1"/>
          <p:nvPr/>
        </p:nvSpPr>
        <p:spPr>
          <a:xfrm>
            <a:off x="1183581" y="2874644"/>
            <a:ext cx="5969574" cy="33855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600" b="1" dirty="0">
                <a:latin typeface="+mn-ea"/>
              </a:rPr>
              <a:t>pip install -U flask-</a:t>
            </a:r>
            <a:r>
              <a:rPr lang="en-US" altLang="zh-CN" sz="1600" b="1" dirty="0" err="1">
                <a:latin typeface="+mn-ea"/>
              </a:rPr>
              <a:t>cors</a:t>
            </a:r>
            <a:endParaRPr lang="zh-CN" altLang="en-US" sz="1600" b="1" dirty="0">
              <a:latin typeface="+mn-ea"/>
            </a:endParaRPr>
          </a:p>
        </p:txBody>
      </p:sp>
      <p:sp>
        <p:nvSpPr>
          <p:cNvPr id="9" name="文本框 8">
            <a:extLst>
              <a:ext uri="{FF2B5EF4-FFF2-40B4-BE49-F238E27FC236}">
                <a16:creationId xmlns:a16="http://schemas.microsoft.com/office/drawing/2014/main" id="{08DBAB5B-8BC2-4398-B3A1-B86D4C8C8BCC}"/>
              </a:ext>
            </a:extLst>
          </p:cNvPr>
          <p:cNvSpPr txBox="1"/>
          <p:nvPr/>
        </p:nvSpPr>
        <p:spPr>
          <a:xfrm>
            <a:off x="1039565" y="3420269"/>
            <a:ext cx="10441160" cy="450316"/>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dirty="0">
                <a:latin typeface="+mn-ea"/>
                <a:ea typeface="+mn-ea"/>
              </a:rPr>
              <a:t>在</a:t>
            </a:r>
            <a:r>
              <a:rPr lang="en-US" altLang="zh-CN" dirty="0">
                <a:latin typeface="+mn-ea"/>
                <a:ea typeface="+mn-ea"/>
              </a:rPr>
              <a:t>Flask</a:t>
            </a:r>
            <a:r>
              <a:rPr lang="zh-CN" altLang="en-US" dirty="0">
                <a:latin typeface="+mn-ea"/>
                <a:ea typeface="+mn-ea"/>
              </a:rPr>
              <a:t>中引入模块，并配置</a:t>
            </a:r>
            <a:r>
              <a:rPr lang="en-US" altLang="zh-CN" dirty="0">
                <a:latin typeface="+mn-ea"/>
                <a:ea typeface="+mn-ea"/>
              </a:rPr>
              <a:t>CORS</a:t>
            </a:r>
            <a:r>
              <a:rPr lang="zh-CN" altLang="en-US" dirty="0">
                <a:latin typeface="+mn-ea"/>
                <a:ea typeface="+mn-ea"/>
              </a:rPr>
              <a:t>类</a:t>
            </a:r>
          </a:p>
        </p:txBody>
      </p:sp>
      <p:sp>
        <p:nvSpPr>
          <p:cNvPr id="10" name="文本框 9">
            <a:extLst>
              <a:ext uri="{FF2B5EF4-FFF2-40B4-BE49-F238E27FC236}">
                <a16:creationId xmlns:a16="http://schemas.microsoft.com/office/drawing/2014/main" id="{2355A2A7-A37C-495B-A03E-4CCD6225E4AF}"/>
              </a:ext>
            </a:extLst>
          </p:cNvPr>
          <p:cNvSpPr txBox="1"/>
          <p:nvPr/>
        </p:nvSpPr>
        <p:spPr>
          <a:xfrm>
            <a:off x="1183581" y="4077656"/>
            <a:ext cx="5969574"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1600" b="1" dirty="0">
                <a:latin typeface="+mn-ea"/>
              </a:rPr>
              <a:t>from </a:t>
            </a:r>
            <a:r>
              <a:rPr lang="en-US" altLang="zh-CN" sz="1600" b="1" dirty="0" err="1">
                <a:latin typeface="+mn-ea"/>
              </a:rPr>
              <a:t>flask_cors</a:t>
            </a:r>
            <a:r>
              <a:rPr lang="en-US" altLang="zh-CN" sz="1600" b="1" dirty="0">
                <a:latin typeface="+mn-ea"/>
              </a:rPr>
              <a:t> import CORS</a:t>
            </a:r>
          </a:p>
          <a:p>
            <a:r>
              <a:rPr lang="en-US" altLang="zh-CN" sz="1600" b="1" dirty="0">
                <a:latin typeface="+mn-ea"/>
              </a:rPr>
              <a:t>…</a:t>
            </a:r>
          </a:p>
          <a:p>
            <a:r>
              <a:rPr lang="fr-FR" altLang="zh-CN" sz="1600" b="1" dirty="0">
                <a:latin typeface="+mn-ea"/>
              </a:rPr>
              <a:t>app = Flask(__name__) </a:t>
            </a:r>
          </a:p>
          <a:p>
            <a:r>
              <a:rPr lang="fr-FR" altLang="zh-CN" sz="1600" b="1" dirty="0">
                <a:latin typeface="+mn-ea"/>
              </a:rPr>
              <a:t># </a:t>
            </a:r>
            <a:r>
              <a:rPr lang="zh-CN" altLang="en-US" sz="1600" b="1" dirty="0">
                <a:latin typeface="+mn-ea"/>
              </a:rPr>
              <a:t>允许所有路径和所有源都可以访问</a:t>
            </a:r>
            <a:endParaRPr lang="fr-FR" altLang="zh-CN" sz="1600" b="1" dirty="0">
              <a:latin typeface="+mn-ea"/>
            </a:endParaRPr>
          </a:p>
          <a:p>
            <a:r>
              <a:rPr lang="fr-FR" altLang="zh-CN" sz="1600" b="1" dirty="0">
                <a:latin typeface="+mn-ea"/>
              </a:rPr>
              <a:t>cors =CORS(app, resources={r"/*": </a:t>
            </a:r>
            <a:r>
              <a:rPr lang="fr-FR" altLang="zh-CN" sz="1600" b="1" dirty="0">
                <a:solidFill>
                  <a:srgbClr val="C00000"/>
                </a:solidFill>
                <a:latin typeface="+mn-ea"/>
              </a:rPr>
              <a:t>{"origins": "*"}</a:t>
            </a:r>
            <a:r>
              <a:rPr lang="fr-FR" altLang="zh-CN" sz="1600" b="1" dirty="0">
                <a:latin typeface="+mn-ea"/>
              </a:rPr>
              <a:t>})</a:t>
            </a:r>
            <a:endParaRPr lang="zh-CN" altLang="en-US" sz="1600" b="1" dirty="0">
              <a:latin typeface="+mn-ea"/>
            </a:endParaRPr>
          </a:p>
        </p:txBody>
      </p:sp>
      <p:sp>
        <p:nvSpPr>
          <p:cNvPr id="11" name="对话气泡: 圆角矩形 10">
            <a:extLst>
              <a:ext uri="{FF2B5EF4-FFF2-40B4-BE49-F238E27FC236}">
                <a16:creationId xmlns:a16="http://schemas.microsoft.com/office/drawing/2014/main" id="{74D7698A-BA07-4B2C-9F11-DA62BA46FDC5}"/>
              </a:ext>
            </a:extLst>
          </p:cNvPr>
          <p:cNvSpPr/>
          <p:nvPr/>
        </p:nvSpPr>
        <p:spPr>
          <a:xfrm>
            <a:off x="7232253" y="4584853"/>
            <a:ext cx="4248472" cy="693972"/>
          </a:xfrm>
          <a:prstGeom prst="wedgeRoundRectCallout">
            <a:avLst>
              <a:gd name="adj1" fmla="val -61635"/>
              <a:gd name="adj2" fmla="val 41885"/>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latin typeface="+mn-ea"/>
              </a:rPr>
              <a:t>这样可以正常访问，但是缺造成了安全问题，因此还需要进一步配置</a:t>
            </a:r>
          </a:p>
        </p:txBody>
      </p:sp>
    </p:spTree>
    <p:extLst>
      <p:ext uri="{BB962C8B-B14F-4D97-AF65-F5344CB8AC3E}">
        <p14:creationId xmlns:p14="http://schemas.microsoft.com/office/powerpoint/2010/main" val="24754386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en-US" altLang="zh-CN" b="1" dirty="0">
                <a:solidFill>
                  <a:srgbClr val="C00000"/>
                </a:solidFill>
                <a:latin typeface="黑体" panose="02010609060101010101" pitchFamily="49" charset="-122"/>
                <a:ea typeface="黑体" panose="02010609060101010101" pitchFamily="49" charset="-122"/>
              </a:rPr>
              <a:t>4.3 </a:t>
            </a:r>
            <a:r>
              <a:rPr lang="zh-CN" altLang="en-US" b="1" dirty="0">
                <a:solidFill>
                  <a:srgbClr val="C00000"/>
                </a:solidFill>
                <a:latin typeface="黑体" panose="02010609060101010101" pitchFamily="49" charset="-122"/>
                <a:ea typeface="黑体" panose="02010609060101010101" pitchFamily="49" charset="-122"/>
              </a:rPr>
              <a:t>解决跨源（域）问题</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effectLst>
                  <a:outerShdw blurRad="38100" dist="38100" dir="2700000" algn="tl">
                    <a:srgbClr val="000000">
                      <a:alpha val="43137"/>
                    </a:srgbClr>
                  </a:outerShdw>
                </a:effectLst>
              </a:rPr>
              <a:t>在</a:t>
            </a:r>
            <a:r>
              <a:rPr lang="en-US" altLang="zh-CN" sz="2800" b="1" dirty="0">
                <a:solidFill>
                  <a:srgbClr val="0000FF"/>
                </a:solidFill>
                <a:effectLst>
                  <a:outerShdw blurRad="38100" dist="38100" dir="2700000" algn="tl">
                    <a:srgbClr val="000000">
                      <a:alpha val="43137"/>
                    </a:srgbClr>
                  </a:outerShdw>
                </a:effectLst>
              </a:rPr>
              <a:t>Flask</a:t>
            </a:r>
            <a:r>
              <a:rPr lang="zh-CN" altLang="en-US" sz="2800" b="1" dirty="0">
                <a:solidFill>
                  <a:srgbClr val="0000FF"/>
                </a:solidFill>
                <a:effectLst>
                  <a:outerShdw blurRad="38100" dist="38100" dir="2700000" algn="tl">
                    <a:srgbClr val="000000">
                      <a:alpha val="43137"/>
                    </a:srgbClr>
                  </a:outerShdw>
                </a:effectLst>
              </a:rPr>
              <a:t>中实现跨源（域）</a:t>
            </a:r>
          </a:p>
        </p:txBody>
      </p:sp>
      <p:sp>
        <p:nvSpPr>
          <p:cNvPr id="6" name="文本框 5">
            <a:extLst>
              <a:ext uri="{FF2B5EF4-FFF2-40B4-BE49-F238E27FC236}">
                <a16:creationId xmlns:a16="http://schemas.microsoft.com/office/drawing/2014/main" id="{CB1B6AA4-38C0-40F9-8C61-0B993F4FD5CC}"/>
              </a:ext>
            </a:extLst>
          </p:cNvPr>
          <p:cNvSpPr txBox="1"/>
          <p:nvPr/>
        </p:nvSpPr>
        <p:spPr>
          <a:xfrm>
            <a:off x="767706" y="1716414"/>
            <a:ext cx="8640960" cy="49007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mn-ea"/>
                <a:ea typeface="+mn-ea"/>
              </a:rPr>
              <a:t>在</a:t>
            </a:r>
            <a:r>
              <a:rPr lang="en-US" altLang="zh-CN" sz="2000" b="1" dirty="0">
                <a:latin typeface="+mn-ea"/>
                <a:ea typeface="+mn-ea"/>
              </a:rPr>
              <a:t>Flask</a:t>
            </a:r>
            <a:r>
              <a:rPr lang="zh-CN" altLang="en-US" sz="2000" b="1" dirty="0">
                <a:latin typeface="+mn-ea"/>
                <a:ea typeface="+mn-ea"/>
              </a:rPr>
              <a:t>中设置跨域的条件</a:t>
            </a:r>
          </a:p>
        </p:txBody>
      </p:sp>
      <p:graphicFrame>
        <p:nvGraphicFramePr>
          <p:cNvPr id="4" name="表格 4">
            <a:extLst>
              <a:ext uri="{FF2B5EF4-FFF2-40B4-BE49-F238E27FC236}">
                <a16:creationId xmlns:a16="http://schemas.microsoft.com/office/drawing/2014/main" id="{B0B32884-1BBE-4E40-A3CB-1C746529A463}"/>
              </a:ext>
            </a:extLst>
          </p:cNvPr>
          <p:cNvGraphicFramePr>
            <a:graphicFrameLocks noGrp="1"/>
          </p:cNvGraphicFramePr>
          <p:nvPr>
            <p:extLst>
              <p:ext uri="{D42A27DB-BD31-4B8C-83A1-F6EECF244321}">
                <p14:modId xmlns:p14="http://schemas.microsoft.com/office/powerpoint/2010/main" val="3010867519"/>
              </p:ext>
            </p:extLst>
          </p:nvPr>
        </p:nvGraphicFramePr>
        <p:xfrm>
          <a:off x="843286" y="2838945"/>
          <a:ext cx="10928274" cy="2195191"/>
        </p:xfrm>
        <a:graphic>
          <a:graphicData uri="http://schemas.openxmlformats.org/drawingml/2006/table">
            <a:tbl>
              <a:tblPr firstRow="1" bandRow="1">
                <a:tableStyleId>{5C22544A-7EE6-4342-B048-85BDC9FD1C3A}</a:tableStyleId>
              </a:tblPr>
              <a:tblGrid>
                <a:gridCol w="2486446">
                  <a:extLst>
                    <a:ext uri="{9D8B030D-6E8A-4147-A177-3AD203B41FA5}">
                      <a16:colId xmlns:a16="http://schemas.microsoft.com/office/drawing/2014/main" val="2350637418"/>
                    </a:ext>
                  </a:extLst>
                </a:gridCol>
                <a:gridCol w="3977332">
                  <a:extLst>
                    <a:ext uri="{9D8B030D-6E8A-4147-A177-3AD203B41FA5}">
                      <a16:colId xmlns:a16="http://schemas.microsoft.com/office/drawing/2014/main" val="1544199866"/>
                    </a:ext>
                  </a:extLst>
                </a:gridCol>
                <a:gridCol w="4464496">
                  <a:extLst>
                    <a:ext uri="{9D8B030D-6E8A-4147-A177-3AD203B41FA5}">
                      <a16:colId xmlns:a16="http://schemas.microsoft.com/office/drawing/2014/main" val="4056323505"/>
                    </a:ext>
                  </a:extLst>
                </a:gridCol>
              </a:tblGrid>
              <a:tr h="409273">
                <a:tc>
                  <a:txBody>
                    <a:bodyPr/>
                    <a:lstStyle/>
                    <a:p>
                      <a:pPr algn="l"/>
                      <a:r>
                        <a:rPr lang="zh-CN" altLang="en-US" sz="1600" dirty="0">
                          <a:latin typeface="+mn-ea"/>
                          <a:ea typeface="+mn-ea"/>
                        </a:rPr>
                        <a:t>字段</a:t>
                      </a:r>
                      <a:endParaRPr lang="en-US" altLang="zh-CN" sz="1600" dirty="0">
                        <a:latin typeface="+mn-ea"/>
                        <a:ea typeface="+mn-ea"/>
                      </a:endParaRPr>
                    </a:p>
                  </a:txBody>
                  <a:tcPr anchor="ctr"/>
                </a:tc>
                <a:tc>
                  <a:txBody>
                    <a:bodyPr/>
                    <a:lstStyle/>
                    <a:p>
                      <a:pPr marL="0" marR="0" lvl="0" indent="0" algn="l" defTabSz="985898"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对应</a:t>
                      </a:r>
                      <a:r>
                        <a:rPr lang="en-US" altLang="zh-CN" sz="1600" dirty="0">
                          <a:latin typeface="+mn-ea"/>
                          <a:ea typeface="+mn-ea"/>
                        </a:rPr>
                        <a:t>HTTP</a:t>
                      </a:r>
                      <a:r>
                        <a:rPr lang="zh-CN" altLang="en-US" sz="1600" dirty="0">
                          <a:latin typeface="+mn-ea"/>
                          <a:ea typeface="+mn-ea"/>
                        </a:rPr>
                        <a:t>头部字段</a:t>
                      </a:r>
                    </a:p>
                  </a:txBody>
                  <a:tcPr anchor="ctr"/>
                </a:tc>
                <a:tc>
                  <a:txBody>
                    <a:bodyPr/>
                    <a:lstStyle/>
                    <a:p>
                      <a:pPr algn="l"/>
                      <a:r>
                        <a:rPr lang="zh-CN" altLang="en-US" sz="1600" dirty="0">
                          <a:latin typeface="+mn-ea"/>
                          <a:ea typeface="+mn-ea"/>
                        </a:rPr>
                        <a:t>用途</a:t>
                      </a:r>
                    </a:p>
                  </a:txBody>
                  <a:tcPr anchor="ctr"/>
                </a:tc>
                <a:extLst>
                  <a:ext uri="{0D108BD9-81ED-4DB2-BD59-A6C34878D82A}">
                    <a16:rowId xmlns:a16="http://schemas.microsoft.com/office/drawing/2014/main" val="2209102841"/>
                  </a:ext>
                </a:extLst>
              </a:tr>
              <a:tr h="297653">
                <a:tc>
                  <a:txBody>
                    <a:bodyPr/>
                    <a:lstStyle/>
                    <a:p>
                      <a:pPr algn="l"/>
                      <a:r>
                        <a:rPr lang="en-US" sz="1600" b="1" kern="100" dirty="0">
                          <a:solidFill>
                            <a:schemeClr val="accent6"/>
                          </a:solidFill>
                          <a:effectLst/>
                          <a:latin typeface="+mn-ea"/>
                          <a:ea typeface="+mn-ea"/>
                          <a:cs typeface="Times New Roman" panose="02020603050405020304" pitchFamily="18" charset="0"/>
                        </a:rPr>
                        <a:t>origins</a:t>
                      </a:r>
                      <a:endParaRPr lang="zh-CN" sz="1600" b="1" kern="100" dirty="0">
                        <a:solidFill>
                          <a:schemeClr val="accent6"/>
                        </a:solidFill>
                        <a:effectLst/>
                        <a:latin typeface="+mn-ea"/>
                        <a:ea typeface="+mn-ea"/>
                        <a:cs typeface="Times New Roman" panose="02020603050405020304" pitchFamily="18" charset="0"/>
                      </a:endParaRPr>
                    </a:p>
                  </a:txBody>
                  <a:tcPr marL="68580" marR="68580" marT="0" marB="0" anchor="ctr"/>
                </a:tc>
                <a:tc>
                  <a:txBody>
                    <a:bodyPr/>
                    <a:lstStyle/>
                    <a:p>
                      <a:pPr algn="l"/>
                      <a:r>
                        <a:rPr lang="en-US" sz="1600" kern="100" dirty="0">
                          <a:effectLst/>
                          <a:latin typeface="+mn-ea"/>
                          <a:ea typeface="+mn-ea"/>
                          <a:cs typeface="Times New Roman" panose="02020603050405020304" pitchFamily="18" charset="0"/>
                        </a:rPr>
                        <a:t>Access-Control-Allow-Origin</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1600" kern="100" dirty="0">
                          <a:effectLst/>
                          <a:latin typeface="+mn-ea"/>
                          <a:ea typeface="+mn-ea"/>
                          <a:cs typeface="Times New Roman" panose="02020603050405020304" pitchFamily="18" charset="0"/>
                        </a:rPr>
                        <a:t>配置允许跨域访问的源，</a:t>
                      </a:r>
                      <a:r>
                        <a:rPr lang="en-US" sz="1600" kern="100" dirty="0">
                          <a:effectLst/>
                          <a:latin typeface="+mn-ea"/>
                          <a:ea typeface="+mn-ea"/>
                          <a:cs typeface="Times New Roman" panose="02020603050405020304" pitchFamily="18" charset="0"/>
                        </a:rPr>
                        <a:t>*</a:t>
                      </a:r>
                      <a:r>
                        <a:rPr lang="zh-CN" sz="1600" kern="100" dirty="0">
                          <a:effectLst/>
                          <a:latin typeface="+mn-ea"/>
                          <a:ea typeface="+mn-ea"/>
                          <a:cs typeface="Times New Roman" panose="02020603050405020304" pitchFamily="18" charset="0"/>
                        </a:rPr>
                        <a:t>表示全部允许</a:t>
                      </a:r>
                    </a:p>
                  </a:txBody>
                  <a:tcPr marL="68580" marR="68580" marT="0" marB="0" anchor="ctr"/>
                </a:tc>
                <a:extLst>
                  <a:ext uri="{0D108BD9-81ED-4DB2-BD59-A6C34878D82A}">
                    <a16:rowId xmlns:a16="http://schemas.microsoft.com/office/drawing/2014/main" val="3080228063"/>
                  </a:ext>
                </a:extLst>
              </a:tr>
              <a:tr h="297653">
                <a:tc>
                  <a:txBody>
                    <a:bodyPr/>
                    <a:lstStyle/>
                    <a:p>
                      <a:pPr algn="l"/>
                      <a:r>
                        <a:rPr lang="en-US" sz="1600" b="1" kern="100" dirty="0">
                          <a:solidFill>
                            <a:schemeClr val="accent6"/>
                          </a:solidFill>
                          <a:effectLst/>
                          <a:latin typeface="+mn-ea"/>
                          <a:ea typeface="+mn-ea"/>
                          <a:cs typeface="Times New Roman" panose="02020603050405020304" pitchFamily="18" charset="0"/>
                        </a:rPr>
                        <a:t>methods</a:t>
                      </a:r>
                      <a:endParaRPr lang="zh-CN" sz="1600" b="1" kern="100" dirty="0">
                        <a:solidFill>
                          <a:schemeClr val="accent6"/>
                        </a:solidFill>
                        <a:effectLst/>
                        <a:latin typeface="+mn-ea"/>
                        <a:ea typeface="+mn-ea"/>
                        <a:cs typeface="Times New Roman" panose="02020603050405020304" pitchFamily="18" charset="0"/>
                      </a:endParaRPr>
                    </a:p>
                  </a:txBody>
                  <a:tcPr marL="68580" marR="68580" marT="0" marB="0" anchor="ctr"/>
                </a:tc>
                <a:tc>
                  <a:txBody>
                    <a:bodyPr/>
                    <a:lstStyle/>
                    <a:p>
                      <a:pPr algn="l"/>
                      <a:r>
                        <a:rPr lang="en-US" sz="1600" kern="100">
                          <a:effectLst/>
                          <a:latin typeface="+mn-ea"/>
                          <a:ea typeface="+mn-ea"/>
                          <a:cs typeface="Times New Roman" panose="02020603050405020304" pitchFamily="18" charset="0"/>
                        </a:rPr>
                        <a:t>Access-Control-Allow-Methods</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r>
                        <a:rPr lang="zh-CN" sz="1600" kern="100" dirty="0">
                          <a:effectLst/>
                          <a:latin typeface="+mn-ea"/>
                          <a:ea typeface="+mn-ea"/>
                          <a:cs typeface="Times New Roman" panose="02020603050405020304" pitchFamily="18" charset="0"/>
                        </a:rPr>
                        <a:t>配置跨域支持的请求方式，如：</a:t>
                      </a:r>
                      <a:r>
                        <a:rPr lang="en-US" sz="1600" kern="100" dirty="0">
                          <a:effectLst/>
                          <a:latin typeface="+mn-ea"/>
                          <a:ea typeface="+mn-ea"/>
                          <a:cs typeface="Times New Roman" panose="02020603050405020304" pitchFamily="18" charset="0"/>
                        </a:rPr>
                        <a:t>GET</a:t>
                      </a:r>
                      <a:r>
                        <a:rPr lang="zh-CN" sz="1600" kern="100" dirty="0">
                          <a:effectLst/>
                          <a:latin typeface="+mn-ea"/>
                          <a:ea typeface="+mn-ea"/>
                          <a:cs typeface="Times New Roman" panose="02020603050405020304" pitchFamily="18" charset="0"/>
                        </a:rPr>
                        <a:t>、</a:t>
                      </a:r>
                      <a:r>
                        <a:rPr lang="en-US" sz="1600" kern="100" dirty="0">
                          <a:effectLst/>
                          <a:latin typeface="+mn-ea"/>
                          <a:ea typeface="+mn-ea"/>
                          <a:cs typeface="Times New Roman" panose="02020603050405020304" pitchFamily="18" charset="0"/>
                        </a:rPr>
                        <a:t>POST</a:t>
                      </a:r>
                      <a:endParaRPr lang="zh-CN" sz="16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4056287072"/>
                  </a:ext>
                </a:extLst>
              </a:tr>
              <a:tr h="297653">
                <a:tc>
                  <a:txBody>
                    <a:bodyPr/>
                    <a:lstStyle/>
                    <a:p>
                      <a:pPr algn="l"/>
                      <a:r>
                        <a:rPr lang="en-US" sz="1600" b="1" kern="100" dirty="0" err="1">
                          <a:effectLst/>
                          <a:latin typeface="+mn-ea"/>
                          <a:ea typeface="+mn-ea"/>
                          <a:cs typeface="Times New Roman" panose="02020603050405020304" pitchFamily="18" charset="0"/>
                        </a:rPr>
                        <a:t>expose_headers</a:t>
                      </a:r>
                      <a:endParaRPr lang="zh-CN" sz="1600" b="1" kern="100" dirty="0">
                        <a:effectLst/>
                        <a:latin typeface="+mn-ea"/>
                        <a:ea typeface="+mn-ea"/>
                        <a:cs typeface="Times New Roman" panose="02020603050405020304" pitchFamily="18" charset="0"/>
                      </a:endParaRPr>
                    </a:p>
                  </a:txBody>
                  <a:tcPr marL="68580" marR="68580" marT="0" marB="0" anchor="ctr"/>
                </a:tc>
                <a:tc>
                  <a:txBody>
                    <a:bodyPr/>
                    <a:lstStyle/>
                    <a:p>
                      <a:pPr algn="l"/>
                      <a:r>
                        <a:rPr lang="en-US" sz="1600" kern="100" dirty="0">
                          <a:effectLst/>
                          <a:latin typeface="+mn-ea"/>
                          <a:ea typeface="+mn-ea"/>
                          <a:cs typeface="Times New Roman" panose="02020603050405020304" pitchFamily="18" charset="0"/>
                        </a:rPr>
                        <a:t>Access-Control-Expose-Headers</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altLang="en-US" sz="1600" kern="100" dirty="0">
                          <a:effectLst/>
                          <a:latin typeface="+mn-ea"/>
                          <a:ea typeface="+mn-ea"/>
                          <a:cs typeface="Times New Roman" panose="02020603050405020304" pitchFamily="18" charset="0"/>
                        </a:rPr>
                        <a:t>配置公开的标头或列表</a:t>
                      </a:r>
                      <a:endParaRPr lang="zh-CN" sz="16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681893871"/>
                  </a:ext>
                </a:extLst>
              </a:tr>
              <a:tr h="297653">
                <a:tc>
                  <a:txBody>
                    <a:bodyPr/>
                    <a:lstStyle/>
                    <a:p>
                      <a:pPr algn="l"/>
                      <a:r>
                        <a:rPr lang="en-US" sz="1600" b="1" kern="100" dirty="0" err="1">
                          <a:effectLst/>
                          <a:latin typeface="+mn-ea"/>
                          <a:ea typeface="+mn-ea"/>
                          <a:cs typeface="Times New Roman" panose="02020603050405020304" pitchFamily="18" charset="0"/>
                        </a:rPr>
                        <a:t>allow_headers</a:t>
                      </a:r>
                      <a:endParaRPr lang="zh-CN" sz="1600" b="1" kern="100" dirty="0">
                        <a:effectLst/>
                        <a:latin typeface="+mn-ea"/>
                        <a:ea typeface="+mn-ea"/>
                        <a:cs typeface="Times New Roman" panose="02020603050405020304" pitchFamily="18" charset="0"/>
                      </a:endParaRPr>
                    </a:p>
                  </a:txBody>
                  <a:tcPr marL="68580" marR="68580" marT="0" marB="0" anchor="ctr"/>
                </a:tc>
                <a:tc>
                  <a:txBody>
                    <a:bodyPr/>
                    <a:lstStyle/>
                    <a:p>
                      <a:pPr algn="l"/>
                      <a:r>
                        <a:rPr lang="en-US" sz="1600" kern="100" dirty="0">
                          <a:effectLst/>
                          <a:latin typeface="+mn-ea"/>
                          <a:ea typeface="+mn-ea"/>
                          <a:cs typeface="Times New Roman" panose="02020603050405020304" pitchFamily="18" charset="0"/>
                        </a:rPr>
                        <a:t>Access-Control-Request-Headers</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1600" kern="100" dirty="0">
                          <a:effectLst/>
                          <a:latin typeface="+mn-ea"/>
                          <a:ea typeface="+mn-ea"/>
                          <a:cs typeface="Times New Roman" panose="02020603050405020304" pitchFamily="18" charset="0"/>
                        </a:rPr>
                        <a:t>配置允许跨域的请求头</a:t>
                      </a:r>
                    </a:p>
                  </a:txBody>
                  <a:tcPr marL="68580" marR="68580" marT="0" marB="0" anchor="ctr"/>
                </a:tc>
                <a:extLst>
                  <a:ext uri="{0D108BD9-81ED-4DB2-BD59-A6C34878D82A}">
                    <a16:rowId xmlns:a16="http://schemas.microsoft.com/office/drawing/2014/main" val="3238231410"/>
                  </a:ext>
                </a:extLst>
              </a:tr>
              <a:tr h="297653">
                <a:tc>
                  <a:txBody>
                    <a:bodyPr/>
                    <a:lstStyle/>
                    <a:p>
                      <a:pPr algn="l"/>
                      <a:r>
                        <a:rPr lang="en-US" sz="1600" b="1" kern="100" dirty="0" err="1">
                          <a:effectLst/>
                          <a:latin typeface="+mn-ea"/>
                          <a:ea typeface="+mn-ea"/>
                          <a:cs typeface="Times New Roman" panose="02020603050405020304" pitchFamily="18" charset="0"/>
                        </a:rPr>
                        <a:t>supports_credentials</a:t>
                      </a:r>
                      <a:endParaRPr lang="zh-CN" sz="1600" b="1" kern="100" dirty="0">
                        <a:effectLst/>
                        <a:latin typeface="+mn-ea"/>
                        <a:ea typeface="+mn-ea"/>
                        <a:cs typeface="Times New Roman" panose="02020603050405020304" pitchFamily="18" charset="0"/>
                      </a:endParaRPr>
                    </a:p>
                  </a:txBody>
                  <a:tcPr marL="68580" marR="68580" marT="0" marB="0" anchor="ctr"/>
                </a:tc>
                <a:tc>
                  <a:txBody>
                    <a:bodyPr/>
                    <a:lstStyle/>
                    <a:p>
                      <a:pPr algn="l"/>
                      <a:r>
                        <a:rPr lang="en-US" sz="1600" kern="100" dirty="0">
                          <a:effectLst/>
                          <a:latin typeface="+mn-ea"/>
                          <a:ea typeface="+mn-ea"/>
                          <a:cs typeface="Times New Roman" panose="02020603050405020304" pitchFamily="18" charset="0"/>
                        </a:rPr>
                        <a:t>Access-Control-Allow-Credentials</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1600" kern="100" dirty="0">
                          <a:effectLst/>
                          <a:latin typeface="+mn-ea"/>
                          <a:ea typeface="+mn-ea"/>
                          <a:cs typeface="Times New Roman" panose="02020603050405020304" pitchFamily="18" charset="0"/>
                        </a:rPr>
                        <a:t>是否允许请求发送</a:t>
                      </a:r>
                      <a:r>
                        <a:rPr lang="en-US" sz="1600" kern="100" dirty="0">
                          <a:effectLst/>
                          <a:latin typeface="+mn-ea"/>
                          <a:ea typeface="+mn-ea"/>
                          <a:cs typeface="Times New Roman" panose="02020603050405020304" pitchFamily="18" charset="0"/>
                        </a:rPr>
                        <a:t>cookie</a:t>
                      </a:r>
                      <a:r>
                        <a:rPr lang="zh-CN" sz="1600" kern="100" dirty="0">
                          <a:effectLst/>
                          <a:latin typeface="+mn-ea"/>
                          <a:ea typeface="+mn-ea"/>
                          <a:cs typeface="Times New Roman" panose="02020603050405020304" pitchFamily="18" charset="0"/>
                        </a:rPr>
                        <a:t>，</a:t>
                      </a:r>
                      <a:r>
                        <a:rPr lang="en-US" sz="1600" kern="100" dirty="0">
                          <a:effectLst/>
                          <a:latin typeface="+mn-ea"/>
                          <a:ea typeface="+mn-ea"/>
                          <a:cs typeface="Times New Roman" panose="02020603050405020304" pitchFamily="18" charset="0"/>
                        </a:rPr>
                        <a:t>false</a:t>
                      </a:r>
                      <a:r>
                        <a:rPr lang="zh-CN" sz="1600" kern="100" dirty="0">
                          <a:effectLst/>
                          <a:latin typeface="+mn-ea"/>
                          <a:ea typeface="+mn-ea"/>
                          <a:cs typeface="Times New Roman" panose="02020603050405020304" pitchFamily="18" charset="0"/>
                        </a:rPr>
                        <a:t>是不允许</a:t>
                      </a:r>
                    </a:p>
                  </a:txBody>
                  <a:tcPr marL="68580" marR="68580" marT="0" marB="0" anchor="ctr"/>
                </a:tc>
                <a:extLst>
                  <a:ext uri="{0D108BD9-81ED-4DB2-BD59-A6C34878D82A}">
                    <a16:rowId xmlns:a16="http://schemas.microsoft.com/office/drawing/2014/main" val="896499611"/>
                  </a:ext>
                </a:extLst>
              </a:tr>
              <a:tr h="297653">
                <a:tc>
                  <a:txBody>
                    <a:bodyPr/>
                    <a:lstStyle/>
                    <a:p>
                      <a:pPr algn="l"/>
                      <a:r>
                        <a:rPr lang="en-US" sz="1600" b="1" kern="100" dirty="0" err="1">
                          <a:effectLst/>
                          <a:latin typeface="+mn-ea"/>
                          <a:ea typeface="+mn-ea"/>
                          <a:cs typeface="Times New Roman" panose="02020603050405020304" pitchFamily="18" charset="0"/>
                        </a:rPr>
                        <a:t>max_age</a:t>
                      </a:r>
                      <a:endParaRPr lang="zh-CN" sz="1600" b="1" kern="100" dirty="0">
                        <a:effectLst/>
                        <a:latin typeface="+mn-ea"/>
                        <a:ea typeface="+mn-ea"/>
                        <a:cs typeface="Times New Roman" panose="02020603050405020304" pitchFamily="18" charset="0"/>
                      </a:endParaRPr>
                    </a:p>
                  </a:txBody>
                  <a:tcPr marL="68580" marR="68580" marT="0" marB="0" anchor="ctr"/>
                </a:tc>
                <a:tc>
                  <a:txBody>
                    <a:bodyPr/>
                    <a:lstStyle/>
                    <a:p>
                      <a:pPr algn="l"/>
                      <a:r>
                        <a:rPr lang="en-US" sz="1600" kern="100" dirty="0">
                          <a:effectLst/>
                          <a:latin typeface="+mn-ea"/>
                          <a:ea typeface="+mn-ea"/>
                          <a:cs typeface="Times New Roman" panose="02020603050405020304" pitchFamily="18" charset="0"/>
                        </a:rPr>
                        <a:t>Access-Control-Max-Age</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1600" kern="100" dirty="0">
                          <a:effectLst/>
                          <a:latin typeface="+mn-ea"/>
                          <a:ea typeface="+mn-ea"/>
                          <a:cs typeface="Times New Roman" panose="02020603050405020304" pitchFamily="18" charset="0"/>
                        </a:rPr>
                        <a:t>预检请求的有效时长</a:t>
                      </a:r>
                    </a:p>
                  </a:txBody>
                  <a:tcPr marL="68580" marR="68580" marT="0" marB="0" anchor="ctr"/>
                </a:tc>
                <a:extLst>
                  <a:ext uri="{0D108BD9-81ED-4DB2-BD59-A6C34878D82A}">
                    <a16:rowId xmlns:a16="http://schemas.microsoft.com/office/drawing/2014/main" val="1828357028"/>
                  </a:ext>
                </a:extLst>
              </a:tr>
            </a:tbl>
          </a:graphicData>
        </a:graphic>
      </p:graphicFrame>
      <p:sp>
        <p:nvSpPr>
          <p:cNvPr id="14" name="文本框 13">
            <a:extLst>
              <a:ext uri="{FF2B5EF4-FFF2-40B4-BE49-F238E27FC236}">
                <a16:creationId xmlns:a16="http://schemas.microsoft.com/office/drawing/2014/main" id="{8FC5B8A2-CB4A-4980-A6F5-B5625F53320D}"/>
              </a:ext>
            </a:extLst>
          </p:cNvPr>
          <p:cNvSpPr txBox="1"/>
          <p:nvPr/>
        </p:nvSpPr>
        <p:spPr>
          <a:xfrm>
            <a:off x="751533" y="2338049"/>
            <a:ext cx="6081712" cy="369332"/>
          </a:xfrm>
          <a:prstGeom prst="rect">
            <a:avLst/>
          </a:prstGeom>
          <a:noFill/>
        </p:spPr>
        <p:txBody>
          <a:bodyPr wrap="square">
            <a:spAutoFit/>
          </a:bodyPr>
          <a:lstStyle/>
          <a:p>
            <a:r>
              <a:rPr lang="en-US" altLang="zh-CN" b="1" dirty="0">
                <a:latin typeface="+mn-ea"/>
                <a:ea typeface="+mn-ea"/>
              </a:rPr>
              <a:t>flask-</a:t>
            </a:r>
            <a:r>
              <a:rPr lang="en-US" altLang="zh-CN" b="1" dirty="0" err="1">
                <a:latin typeface="+mn-ea"/>
                <a:ea typeface="+mn-ea"/>
              </a:rPr>
              <a:t>cors</a:t>
            </a:r>
            <a:r>
              <a:rPr lang="zh-CN" altLang="en-US" b="1" dirty="0">
                <a:latin typeface="+mn-ea"/>
                <a:ea typeface="+mn-ea"/>
              </a:rPr>
              <a:t>可配置的属性</a:t>
            </a:r>
          </a:p>
        </p:txBody>
      </p:sp>
      <p:sp>
        <p:nvSpPr>
          <p:cNvPr id="15" name="文本框 14">
            <a:extLst>
              <a:ext uri="{FF2B5EF4-FFF2-40B4-BE49-F238E27FC236}">
                <a16:creationId xmlns:a16="http://schemas.microsoft.com/office/drawing/2014/main" id="{C50DBBA2-1278-42A2-BFD6-DC30EBE78811}"/>
              </a:ext>
            </a:extLst>
          </p:cNvPr>
          <p:cNvSpPr txBox="1"/>
          <p:nvPr/>
        </p:nvSpPr>
        <p:spPr>
          <a:xfrm>
            <a:off x="771278" y="5076453"/>
            <a:ext cx="10441160" cy="450316"/>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dirty="0"/>
              <a:t>相对安全的配置例子</a:t>
            </a:r>
          </a:p>
        </p:txBody>
      </p:sp>
      <p:sp>
        <p:nvSpPr>
          <p:cNvPr id="16" name="文本框 15">
            <a:extLst>
              <a:ext uri="{FF2B5EF4-FFF2-40B4-BE49-F238E27FC236}">
                <a16:creationId xmlns:a16="http://schemas.microsoft.com/office/drawing/2014/main" id="{CD528054-4CFD-4E90-BDA0-8420790D0729}"/>
              </a:ext>
            </a:extLst>
          </p:cNvPr>
          <p:cNvSpPr txBox="1"/>
          <p:nvPr/>
        </p:nvSpPr>
        <p:spPr>
          <a:xfrm>
            <a:off x="843286" y="5698415"/>
            <a:ext cx="9279358" cy="33855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FR" altLang="zh-CN" sz="1600" b="1" dirty="0">
                <a:latin typeface="+mj-ea"/>
                <a:ea typeface="+mj-ea"/>
              </a:rPr>
              <a:t>cors = CORS(app, resources={r"/api/v1.0/*": {"origins": "http://127.0.0.1:5500"}})</a:t>
            </a:r>
          </a:p>
        </p:txBody>
      </p:sp>
    </p:spTree>
    <p:extLst>
      <p:ext uri="{BB962C8B-B14F-4D97-AF65-F5344CB8AC3E}">
        <p14:creationId xmlns:p14="http://schemas.microsoft.com/office/powerpoint/2010/main" val="36305457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30168437-79D3-4C96-BDCF-2AA002ECBFDD}"/>
              </a:ext>
            </a:extLst>
          </p:cNvPr>
          <p:cNvSpPr>
            <a:spLocks noGrp="1"/>
          </p:cNvSpPr>
          <p:nvPr>
            <p:ph type="ctrTitle"/>
          </p:nvPr>
        </p:nvSpPr>
        <p:spPr>
          <a:xfrm>
            <a:off x="823541" y="1188021"/>
            <a:ext cx="10336213" cy="1466282"/>
          </a:xfrm>
        </p:spPr>
        <p:txBody>
          <a:bodyPr/>
          <a:lstStyle/>
          <a:p>
            <a:r>
              <a:rPr lang="en-US" altLang="zh-CN" dirty="0"/>
              <a:t>Thanks</a:t>
            </a:r>
            <a:br>
              <a:rPr lang="en-US" altLang="zh-CN" dirty="0"/>
            </a:br>
            <a:r>
              <a:rPr lang="zh-CN" altLang="en-US" dirty="0"/>
              <a:t>感谢聆听</a:t>
            </a:r>
          </a:p>
        </p:txBody>
      </p:sp>
    </p:spTree>
    <p:extLst>
      <p:ext uri="{BB962C8B-B14F-4D97-AF65-F5344CB8AC3E}">
        <p14:creationId xmlns:p14="http://schemas.microsoft.com/office/powerpoint/2010/main" val="164261366"/>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24326</TotalTime>
  <Words>6824</Words>
  <Application>Microsoft Office PowerPoint</Application>
  <PresentationFormat>自定义</PresentationFormat>
  <Paragraphs>872</Paragraphs>
  <Slides>57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57</vt:i4>
      </vt:variant>
    </vt:vector>
  </HeadingPairs>
  <TitlesOfParts>
    <vt:vector size="67" baseType="lpstr">
      <vt:lpstr>-apple-system</vt:lpstr>
      <vt:lpstr>Inter</vt:lpstr>
      <vt:lpstr>黑体</vt:lpstr>
      <vt:lpstr>宋体</vt:lpstr>
      <vt:lpstr>微软雅黑</vt:lpstr>
      <vt:lpstr>Arial</vt:lpstr>
      <vt:lpstr>Times New Roman</vt:lpstr>
      <vt:lpstr>Verdana</vt:lpstr>
      <vt:lpstr>Wingdings</vt:lpstr>
      <vt:lpstr>Profile</vt:lpstr>
      <vt:lpstr>Web应用设计</vt:lpstr>
      <vt:lpstr>Web应用设计</vt:lpstr>
      <vt:lpstr>任务1 Web应用前后端开发方法</vt:lpstr>
      <vt:lpstr>任务1 Web应用前后端开发方法</vt:lpstr>
      <vt:lpstr>任务2 Web应用分层设计</vt:lpstr>
      <vt:lpstr>2.1 MVC模式</vt:lpstr>
      <vt:lpstr>2.2 基于MVC模式的具体实现</vt:lpstr>
      <vt:lpstr>2.2 基于MVC模式的具体实现</vt:lpstr>
      <vt:lpstr>任务3 RESTful API设计</vt:lpstr>
      <vt:lpstr>3.1 REST</vt:lpstr>
      <vt:lpstr>3.1 REST</vt:lpstr>
      <vt:lpstr>3.2 设计RESTful API</vt:lpstr>
      <vt:lpstr>3.2 设计RESTful API</vt:lpstr>
      <vt:lpstr>3.2 设计RESTful API</vt:lpstr>
      <vt:lpstr>3.2 设计RESTful API</vt:lpstr>
      <vt:lpstr>3.2 设计RESTful API</vt:lpstr>
      <vt:lpstr>3.2 设计RESTful API</vt:lpstr>
      <vt:lpstr>3.2 设计RESTful API</vt:lpstr>
      <vt:lpstr>3.2 设计RESTful API</vt:lpstr>
      <vt:lpstr>3.2 设计RESTful API</vt:lpstr>
      <vt:lpstr>3.2 设计RESTful API</vt:lpstr>
      <vt:lpstr>3.2 设计RESTful API</vt:lpstr>
      <vt:lpstr>3.2 设计RESTful API</vt:lpstr>
      <vt:lpstr>3.2 设计RESTful API</vt:lpstr>
      <vt:lpstr>任务4 前后端对接与集成</vt:lpstr>
      <vt:lpstr>4.1 前端模拟对接测试</vt:lpstr>
      <vt:lpstr>4.1 前端模拟对接测试</vt:lpstr>
      <vt:lpstr>4.1 前端模拟对接测试</vt:lpstr>
      <vt:lpstr>4.1 前端模拟对接测试</vt:lpstr>
      <vt:lpstr>4.1 前端模拟对接测试</vt:lpstr>
      <vt:lpstr>4.1 前端模拟对接测试</vt:lpstr>
      <vt:lpstr>4.1 前端模拟对接测试</vt:lpstr>
      <vt:lpstr>4.1 前端模拟对接测试</vt:lpstr>
      <vt:lpstr>4.1 前端模拟对接测试</vt:lpstr>
      <vt:lpstr>4.1 前端模拟对接测试</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4.2 使用AJAX实现接口通讯</vt:lpstr>
      <vt:lpstr>4.3 解决跨源（域）问题</vt:lpstr>
      <vt:lpstr>4.3 解决跨源（域）问题</vt:lpstr>
      <vt:lpstr>4.3 解决跨源（域）问题</vt:lpstr>
      <vt:lpstr>4.3 解决跨源（域）问题</vt:lpstr>
      <vt:lpstr>4.3 解决跨源（域）问题</vt:lpstr>
      <vt:lpstr>Thanks 感谢聆听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服务器开发 Web应用设计2</dc:title>
  <dc:creator>HQH</dc:creator>
  <cp:lastModifiedBy>John Hu</cp:lastModifiedBy>
  <cp:revision>1475</cp:revision>
  <dcterms:created xsi:type="dcterms:W3CDTF">2008-02-14T05:21:14Z</dcterms:created>
  <dcterms:modified xsi:type="dcterms:W3CDTF">2025-07-09T08:07:23Z</dcterms:modified>
</cp:coreProperties>
</file>