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66"/>
  </p:notesMasterIdLst>
  <p:sldIdLst>
    <p:sldId id="423" r:id="rId2"/>
    <p:sldId id="427" r:id="rId3"/>
    <p:sldId id="691" r:id="rId4"/>
    <p:sldId id="708" r:id="rId5"/>
    <p:sldId id="702" r:id="rId6"/>
    <p:sldId id="706" r:id="rId7"/>
    <p:sldId id="709" r:id="rId8"/>
    <p:sldId id="710" r:id="rId9"/>
    <p:sldId id="711" r:id="rId10"/>
    <p:sldId id="712" r:id="rId11"/>
    <p:sldId id="714" r:id="rId12"/>
    <p:sldId id="715" r:id="rId13"/>
    <p:sldId id="716" r:id="rId14"/>
    <p:sldId id="718" r:id="rId15"/>
    <p:sldId id="717" r:id="rId16"/>
    <p:sldId id="723" r:id="rId17"/>
    <p:sldId id="724" r:id="rId18"/>
    <p:sldId id="725" r:id="rId19"/>
    <p:sldId id="719" r:id="rId20"/>
    <p:sldId id="720" r:id="rId21"/>
    <p:sldId id="721" r:id="rId22"/>
    <p:sldId id="722" r:id="rId23"/>
    <p:sldId id="694" r:id="rId24"/>
    <p:sldId id="679" r:id="rId25"/>
    <p:sldId id="753" r:id="rId26"/>
    <p:sldId id="692" r:id="rId27"/>
    <p:sldId id="693" r:id="rId28"/>
    <p:sldId id="695" r:id="rId29"/>
    <p:sldId id="696" r:id="rId30"/>
    <p:sldId id="705" r:id="rId31"/>
    <p:sldId id="746" r:id="rId32"/>
    <p:sldId id="726" r:id="rId33"/>
    <p:sldId id="683" r:id="rId34"/>
    <p:sldId id="684" r:id="rId35"/>
    <p:sldId id="685" r:id="rId36"/>
    <p:sldId id="697" r:id="rId37"/>
    <p:sldId id="698" r:id="rId38"/>
    <p:sldId id="699" r:id="rId39"/>
    <p:sldId id="700" r:id="rId40"/>
    <p:sldId id="701" r:id="rId41"/>
    <p:sldId id="728" r:id="rId42"/>
    <p:sldId id="729" r:id="rId43"/>
    <p:sldId id="730" r:id="rId44"/>
    <p:sldId id="731" r:id="rId45"/>
    <p:sldId id="733" r:id="rId46"/>
    <p:sldId id="734" r:id="rId47"/>
    <p:sldId id="735" r:id="rId48"/>
    <p:sldId id="736" r:id="rId49"/>
    <p:sldId id="737" r:id="rId50"/>
    <p:sldId id="738" r:id="rId51"/>
    <p:sldId id="739" r:id="rId52"/>
    <p:sldId id="740" r:id="rId53"/>
    <p:sldId id="741" r:id="rId54"/>
    <p:sldId id="742" r:id="rId55"/>
    <p:sldId id="743" r:id="rId56"/>
    <p:sldId id="744" r:id="rId57"/>
    <p:sldId id="745" r:id="rId58"/>
    <p:sldId id="747" r:id="rId59"/>
    <p:sldId id="748" r:id="rId60"/>
    <p:sldId id="749" r:id="rId61"/>
    <p:sldId id="750" r:id="rId62"/>
    <p:sldId id="751" r:id="rId63"/>
    <p:sldId id="752" r:id="rId64"/>
    <p:sldId id="617" r:id="rId65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6BA23E-1B9E-6701-3F1E-61C313156FAB}" name="John Hu" initials="JH" userId="213e45b8a479442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33CCCC"/>
    <a:srgbClr val="99CCFF"/>
    <a:srgbClr val="00CCFF"/>
    <a:srgbClr val="00FFFF"/>
    <a:srgbClr val="FFFF99"/>
    <a:srgbClr val="FFFF00"/>
    <a:srgbClr val="66FFFF"/>
    <a:srgbClr val="D5D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87262" autoAdjust="0"/>
  </p:normalViewPr>
  <p:slideViewPr>
    <p:cSldViewPr>
      <p:cViewPr varScale="1">
        <p:scale>
          <a:sx n="104" d="100"/>
          <a:sy n="104" d="100"/>
        </p:scale>
        <p:origin x="1282" y="96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3CE6CE50-DF86-4AF0-81C0-41EE0AAB192E}"/>
    <pc:docChg chg="delSld">
      <pc:chgData name="John Hu" userId="213e45b8a479442b" providerId="LiveId" clId="{3CE6CE50-DF86-4AF0-81C0-41EE0AAB192E}" dt="2024-05-27T03:51:36.297" v="0" actId="47"/>
      <pc:docMkLst>
        <pc:docMk/>
      </pc:docMkLst>
      <pc:sldChg chg="del">
        <pc:chgData name="John Hu" userId="213e45b8a479442b" providerId="LiveId" clId="{3CE6CE50-DF86-4AF0-81C0-41EE0AAB192E}" dt="2024-05-27T03:51:36.297" v="0" actId="47"/>
        <pc:sldMkLst>
          <pc:docMk/>
          <pc:sldMk cId="615297258" sldId="627"/>
        </pc:sldMkLst>
      </pc:sldChg>
    </pc:docChg>
  </pc:docChgLst>
  <pc:docChgLst>
    <pc:chgData name="John Hu" userId="213e45b8a479442b" providerId="LiveId" clId="{4ADE6C76-F213-457E-BD6F-588EA0D849A1}"/>
    <pc:docChg chg="undo custSel addSld modSld sldOrd">
      <pc:chgData name="John Hu" userId="213e45b8a479442b" providerId="LiveId" clId="{4ADE6C76-F213-457E-BD6F-588EA0D849A1}" dt="2024-03-15T07:17:01.571" v="1922" actId="14100"/>
      <pc:docMkLst>
        <pc:docMk/>
      </pc:docMkLst>
      <pc:sldChg chg="addSp delSp modSp mod">
        <pc:chgData name="John Hu" userId="213e45b8a479442b" providerId="LiveId" clId="{4ADE6C76-F213-457E-BD6F-588EA0D849A1}" dt="2024-03-13T04:21:58.030" v="567" actId="20577"/>
        <pc:sldMkLst>
          <pc:docMk/>
          <pc:sldMk cId="4222155825" sldId="587"/>
        </pc:sldMkLst>
        <pc:spChg chg="add mod">
          <ac:chgData name="John Hu" userId="213e45b8a479442b" providerId="LiveId" clId="{4ADE6C76-F213-457E-BD6F-588EA0D849A1}" dt="2024-03-13T04:21:34.610" v="548" actId="164"/>
          <ac:spMkLst>
            <pc:docMk/>
            <pc:sldMk cId="4222155825" sldId="587"/>
            <ac:spMk id="9" creationId="{F713F9E6-C703-4115-B8C3-FD3F4DCCB823}"/>
          </ac:spMkLst>
        </pc:spChg>
        <pc:spChg chg="add mod">
          <ac:chgData name="John Hu" userId="213e45b8a479442b" providerId="LiveId" clId="{4ADE6C76-F213-457E-BD6F-588EA0D849A1}" dt="2024-03-13T03:56:46.842" v="32" actId="164"/>
          <ac:spMkLst>
            <pc:docMk/>
            <pc:sldMk cId="4222155825" sldId="587"/>
            <ac:spMk id="12" creationId="{05B21126-E232-45C8-BD15-FCCDDB78D8A0}"/>
          </ac:spMkLst>
        </pc:spChg>
        <pc:spChg chg="mod topLvl">
          <ac:chgData name="John Hu" userId="213e45b8a479442b" providerId="LiveId" clId="{4ADE6C76-F213-457E-BD6F-588EA0D849A1}" dt="2024-03-13T04:21:11.832" v="542" actId="164"/>
          <ac:spMkLst>
            <pc:docMk/>
            <pc:sldMk cId="4222155825" sldId="587"/>
            <ac:spMk id="16" creationId="{B9B3D2D6-0D82-40DF-9472-0D9D3EB71B83}"/>
          </ac:spMkLst>
        </pc:spChg>
        <pc:spChg chg="add mod topLvl">
          <ac:chgData name="John Hu" userId="213e45b8a479442b" providerId="LiveId" clId="{4ADE6C76-F213-457E-BD6F-588EA0D849A1}" dt="2024-03-13T04:21:20.328" v="544" actId="164"/>
          <ac:spMkLst>
            <pc:docMk/>
            <pc:sldMk cId="4222155825" sldId="587"/>
            <ac:spMk id="20" creationId="{8A5ECC61-8887-4C61-B7FC-96591F3D940B}"/>
          </ac:spMkLst>
        </pc:spChg>
        <pc:spChg chg="mod">
          <ac:chgData name="John Hu" userId="213e45b8a479442b" providerId="LiveId" clId="{4ADE6C76-F213-457E-BD6F-588EA0D849A1}" dt="2024-03-13T04:21:58.030" v="567" actId="20577"/>
          <ac:spMkLst>
            <pc:docMk/>
            <pc:sldMk cId="4222155825" sldId="587"/>
            <ac:spMk id="26" creationId="{447D2935-0C2E-4316-9C8D-45BA5A39364D}"/>
          </ac:spMkLst>
        </pc:spChg>
        <pc:grpChg chg="add mod">
          <ac:chgData name="John Hu" userId="213e45b8a479442b" providerId="LiveId" clId="{4ADE6C76-F213-457E-BD6F-588EA0D849A1}" dt="2024-03-13T04:21:30.708" v="547" actId="1076"/>
          <ac:grpSpMkLst>
            <pc:docMk/>
            <pc:sldMk cId="4222155825" sldId="587"/>
            <ac:grpSpMk id="11" creationId="{578E6432-5A13-492F-B9C6-482E7C28ECF0}"/>
          </ac:grpSpMkLst>
        </pc:grpChg>
        <pc:grpChg chg="add del mod">
          <ac:chgData name="John Hu" userId="213e45b8a479442b" providerId="LiveId" clId="{4ADE6C76-F213-457E-BD6F-588EA0D849A1}" dt="2024-03-13T04:21:04.374" v="541" actId="165"/>
          <ac:grpSpMkLst>
            <pc:docMk/>
            <pc:sldMk cId="4222155825" sldId="587"/>
            <ac:grpSpMk id="15" creationId="{3C10A30A-E46D-4FA0-A6FC-BE3CBA5DD262}"/>
          </ac:grpSpMkLst>
        </pc:grpChg>
        <pc:grpChg chg="add mod">
          <ac:chgData name="John Hu" userId="213e45b8a479442b" providerId="LiveId" clId="{4ADE6C76-F213-457E-BD6F-588EA0D849A1}" dt="2024-03-13T04:21:16.418" v="543" actId="1076"/>
          <ac:grpSpMkLst>
            <pc:docMk/>
            <pc:sldMk cId="4222155825" sldId="587"/>
            <ac:grpSpMk id="19" creationId="{07A2C984-47BD-4714-B4AE-0F4D4F47E6F8}"/>
          </ac:grpSpMkLst>
        </pc:grpChg>
        <pc:grpChg chg="add mod">
          <ac:chgData name="John Hu" userId="213e45b8a479442b" providerId="LiveId" clId="{4ADE6C76-F213-457E-BD6F-588EA0D849A1}" dt="2024-03-13T04:21:26.728" v="546" actId="1076"/>
          <ac:grpSpMkLst>
            <pc:docMk/>
            <pc:sldMk cId="4222155825" sldId="587"/>
            <ac:grpSpMk id="22" creationId="{AE986F9C-B696-419A-A91F-202C5A81B146}"/>
          </ac:grpSpMkLst>
        </pc:grpChg>
        <pc:grpChg chg="add mod">
          <ac:chgData name="John Hu" userId="213e45b8a479442b" providerId="LiveId" clId="{4ADE6C76-F213-457E-BD6F-588EA0D849A1}" dt="2024-03-13T04:21:40.606" v="549" actId="1076"/>
          <ac:grpSpMkLst>
            <pc:docMk/>
            <pc:sldMk cId="4222155825" sldId="587"/>
            <ac:grpSpMk id="23" creationId="{F42FBF41-8802-4AFF-8588-3E44E4667DAC}"/>
          </ac:grpSpMkLst>
        </pc:grpChg>
        <pc:grpChg chg="add mod">
          <ac:chgData name="John Hu" userId="213e45b8a479442b" providerId="LiveId" clId="{4ADE6C76-F213-457E-BD6F-588EA0D849A1}" dt="2024-03-13T04:21:49.830" v="550" actId="571"/>
          <ac:grpSpMkLst>
            <pc:docMk/>
            <pc:sldMk cId="4222155825" sldId="587"/>
            <ac:grpSpMk id="25" creationId="{DFE147C0-BDC2-4C65-BDE1-2F07630C56D9}"/>
          </ac:grpSpMkLst>
        </pc:grpChg>
        <pc:picChg chg="add mod">
          <ac:chgData name="John Hu" userId="213e45b8a479442b" providerId="LiveId" clId="{4ADE6C76-F213-457E-BD6F-588EA0D849A1}" dt="2024-03-13T04:20:56.167" v="538" actId="14100"/>
          <ac:picMkLst>
            <pc:docMk/>
            <pc:sldMk cId="4222155825" sldId="587"/>
            <ac:picMk id="5" creationId="{F88016A9-3416-4179-8B76-3EE3FC8C7E52}"/>
          </ac:picMkLst>
        </pc:picChg>
        <pc:picChg chg="add mod">
          <ac:chgData name="John Hu" userId="213e45b8a479442b" providerId="LiveId" clId="{4ADE6C76-F213-457E-BD6F-588EA0D849A1}" dt="2024-03-13T04:00:33.169" v="76" actId="1076"/>
          <ac:picMkLst>
            <pc:docMk/>
            <pc:sldMk cId="4222155825" sldId="587"/>
            <ac:picMk id="18" creationId="{8D8C2C22-E0BC-4439-A9C9-E112946D38C7}"/>
          </ac:picMkLst>
        </pc:picChg>
        <pc:picChg chg="add del mod">
          <ac:chgData name="John Hu" userId="213e45b8a479442b" providerId="LiveId" clId="{4ADE6C76-F213-457E-BD6F-588EA0D849A1}" dt="2024-03-13T03:05:23.784" v="6" actId="478"/>
          <ac:picMkLst>
            <pc:docMk/>
            <pc:sldMk cId="4222155825" sldId="587"/>
            <ac:picMk id="1026" creationId="{54F49805-2D91-4CF0-BAF6-663EF1964DD8}"/>
          </ac:picMkLst>
        </pc:picChg>
        <pc:cxnChg chg="add mod">
          <ac:chgData name="John Hu" userId="213e45b8a479442b" providerId="LiveId" clId="{4ADE6C76-F213-457E-BD6F-588EA0D849A1}" dt="2024-03-13T04:21:34.610" v="548" actId="164"/>
          <ac:cxnSpMkLst>
            <pc:docMk/>
            <pc:sldMk cId="4222155825" sldId="587"/>
            <ac:cxnSpMk id="10" creationId="{FF845534-05F3-4ADB-8009-4BE2C355F7C4}"/>
          </ac:cxnSpMkLst>
        </pc:cxnChg>
        <pc:cxnChg chg="add mod">
          <ac:chgData name="John Hu" userId="213e45b8a479442b" providerId="LiveId" clId="{4ADE6C76-F213-457E-BD6F-588EA0D849A1}" dt="2024-03-13T03:56:46.842" v="32" actId="164"/>
          <ac:cxnSpMkLst>
            <pc:docMk/>
            <pc:sldMk cId="4222155825" sldId="587"/>
            <ac:cxnSpMk id="13" creationId="{67191A2C-8265-4150-B412-E578538147CF}"/>
          </ac:cxnSpMkLst>
        </pc:cxnChg>
        <pc:cxnChg chg="mod topLvl">
          <ac:chgData name="John Hu" userId="213e45b8a479442b" providerId="LiveId" clId="{4ADE6C76-F213-457E-BD6F-588EA0D849A1}" dt="2024-03-13T04:21:11.832" v="542" actId="164"/>
          <ac:cxnSpMkLst>
            <pc:docMk/>
            <pc:sldMk cId="4222155825" sldId="587"/>
            <ac:cxnSpMk id="17" creationId="{DB48C6EA-775C-4C1A-A331-B82FED400DE0}"/>
          </ac:cxnSpMkLst>
        </pc:cxnChg>
        <pc:cxnChg chg="add mod topLvl">
          <ac:chgData name="John Hu" userId="213e45b8a479442b" providerId="LiveId" clId="{4ADE6C76-F213-457E-BD6F-588EA0D849A1}" dt="2024-03-13T04:21:20.328" v="544" actId="164"/>
          <ac:cxnSpMkLst>
            <pc:docMk/>
            <pc:sldMk cId="4222155825" sldId="587"/>
            <ac:cxnSpMk id="21" creationId="{719203B0-7762-468F-B8A1-B6B9C421022F}"/>
          </ac:cxnSpMkLst>
        </pc:cxnChg>
        <pc:cxnChg chg="mod">
          <ac:chgData name="John Hu" userId="213e45b8a479442b" providerId="LiveId" clId="{4ADE6C76-F213-457E-BD6F-588EA0D849A1}" dt="2024-03-13T04:21:49.830" v="550" actId="571"/>
          <ac:cxnSpMkLst>
            <pc:docMk/>
            <pc:sldMk cId="4222155825" sldId="587"/>
            <ac:cxnSpMk id="27" creationId="{7FC73B8C-EB7C-448A-8F50-84BC4C55EAD7}"/>
          </ac:cxnSpMkLst>
        </pc:cxnChg>
      </pc:sldChg>
      <pc:sldChg chg="addSp delSp modSp add mod">
        <pc:chgData name="John Hu" userId="213e45b8a479442b" providerId="LiveId" clId="{4ADE6C76-F213-457E-BD6F-588EA0D849A1}" dt="2024-03-13T04:20:22.429" v="536" actId="20577"/>
        <pc:sldMkLst>
          <pc:docMk/>
          <pc:sldMk cId="3702347036" sldId="588"/>
        </pc:sldMkLst>
        <pc:spChg chg="mod">
          <ac:chgData name="John Hu" userId="213e45b8a479442b" providerId="LiveId" clId="{4ADE6C76-F213-457E-BD6F-588EA0D849A1}" dt="2024-03-13T04:11:14.758" v="88" actId="20577"/>
          <ac:spMkLst>
            <pc:docMk/>
            <pc:sldMk cId="3702347036" sldId="588"/>
            <ac:spMk id="3" creationId="{FC3DE994-F8E6-4715-916B-9859E1A19738}"/>
          </ac:spMkLst>
        </pc:spChg>
        <pc:spChg chg="add mod">
          <ac:chgData name="John Hu" userId="213e45b8a479442b" providerId="LiveId" clId="{4ADE6C76-F213-457E-BD6F-588EA0D849A1}" dt="2024-03-13T04:18:49.845" v="390" actId="1076"/>
          <ac:spMkLst>
            <pc:docMk/>
            <pc:sldMk cId="3702347036" sldId="588"/>
            <ac:spMk id="7" creationId="{4E2E2802-182F-4EC3-BD38-AC893DE3659A}"/>
          </ac:spMkLst>
        </pc:spChg>
        <pc:spChg chg="del">
          <ac:chgData name="John Hu" userId="213e45b8a479442b" providerId="LiveId" clId="{4ADE6C76-F213-457E-BD6F-588EA0D849A1}" dt="2024-03-13T04:11:31.085" v="91" actId="478"/>
          <ac:spMkLst>
            <pc:docMk/>
            <pc:sldMk cId="3702347036" sldId="588"/>
            <ac:spMk id="9" creationId="{F713F9E6-C703-4115-B8C3-FD3F4DCCB823}"/>
          </ac:spMkLst>
        </pc:spChg>
        <pc:spChg chg="add mod">
          <ac:chgData name="John Hu" userId="213e45b8a479442b" providerId="LiveId" clId="{4ADE6C76-F213-457E-BD6F-588EA0D849A1}" dt="2024-03-13T04:20:22.429" v="536" actId="20577"/>
          <ac:spMkLst>
            <pc:docMk/>
            <pc:sldMk cId="3702347036" sldId="588"/>
            <ac:spMk id="19" creationId="{B9BC1CEB-0C66-44F6-8026-8C5FF318866D}"/>
          </ac:spMkLst>
        </pc:spChg>
        <pc:spChg chg="add del mod">
          <ac:chgData name="John Hu" userId="213e45b8a479442b" providerId="LiveId" clId="{4ADE6C76-F213-457E-BD6F-588EA0D849A1}" dt="2024-03-13T04:17:36.945" v="318" actId="478"/>
          <ac:spMkLst>
            <pc:docMk/>
            <pc:sldMk cId="3702347036" sldId="588"/>
            <ac:spMk id="22" creationId="{45229D25-36DB-43FA-B459-03F5A2015966}"/>
          </ac:spMkLst>
        </pc:spChg>
        <pc:grpChg chg="del">
          <ac:chgData name="John Hu" userId="213e45b8a479442b" providerId="LiveId" clId="{4ADE6C76-F213-457E-BD6F-588EA0D849A1}" dt="2024-03-13T04:11:31.085" v="91" actId="478"/>
          <ac:grpSpMkLst>
            <pc:docMk/>
            <pc:sldMk cId="3702347036" sldId="588"/>
            <ac:grpSpMk id="11" creationId="{578E6432-5A13-492F-B9C6-482E7C28ECF0}"/>
          </ac:grpSpMkLst>
        </pc:grpChg>
        <pc:grpChg chg="del">
          <ac:chgData name="John Hu" userId="213e45b8a479442b" providerId="LiveId" clId="{4ADE6C76-F213-457E-BD6F-588EA0D849A1}" dt="2024-03-13T04:11:31.085" v="91" actId="478"/>
          <ac:grpSpMkLst>
            <pc:docMk/>
            <pc:sldMk cId="3702347036" sldId="588"/>
            <ac:grpSpMk id="15" creationId="{3C10A30A-E46D-4FA0-A6FC-BE3CBA5DD262}"/>
          </ac:grpSpMkLst>
        </pc:grpChg>
        <pc:picChg chg="del">
          <ac:chgData name="John Hu" userId="213e45b8a479442b" providerId="LiveId" clId="{4ADE6C76-F213-457E-BD6F-588EA0D849A1}" dt="2024-03-13T04:11:16.905" v="89" actId="478"/>
          <ac:picMkLst>
            <pc:docMk/>
            <pc:sldMk cId="3702347036" sldId="588"/>
            <ac:picMk id="5" creationId="{F88016A9-3416-4179-8B76-3EE3FC8C7E52}"/>
          </ac:picMkLst>
        </pc:picChg>
        <pc:picChg chg="del">
          <ac:chgData name="John Hu" userId="213e45b8a479442b" providerId="LiveId" clId="{4ADE6C76-F213-457E-BD6F-588EA0D849A1}" dt="2024-03-13T04:11:18.517" v="90" actId="478"/>
          <ac:picMkLst>
            <pc:docMk/>
            <pc:sldMk cId="3702347036" sldId="588"/>
            <ac:picMk id="18" creationId="{8D8C2C22-E0BC-4439-A9C9-E112946D38C7}"/>
          </ac:picMkLst>
        </pc:picChg>
        <pc:cxnChg chg="del">
          <ac:chgData name="John Hu" userId="213e45b8a479442b" providerId="LiveId" clId="{4ADE6C76-F213-457E-BD6F-588EA0D849A1}" dt="2024-03-13T04:11:31.085" v="91" actId="478"/>
          <ac:cxnSpMkLst>
            <pc:docMk/>
            <pc:sldMk cId="3702347036" sldId="588"/>
            <ac:cxnSpMk id="10" creationId="{FF845534-05F3-4ADB-8009-4BE2C355F7C4}"/>
          </ac:cxnSpMkLst>
        </pc:cxnChg>
      </pc:sldChg>
      <pc:sldChg chg="modSp add mod">
        <pc:chgData name="John Hu" userId="213e45b8a479442b" providerId="LiveId" clId="{4ADE6C76-F213-457E-BD6F-588EA0D849A1}" dt="2024-03-13T04:24:16.656" v="749" actId="20577"/>
        <pc:sldMkLst>
          <pc:docMk/>
          <pc:sldMk cId="3251409822" sldId="589"/>
        </pc:sldMkLst>
        <pc:spChg chg="mod">
          <ac:chgData name="John Hu" userId="213e45b8a479442b" providerId="LiveId" clId="{4ADE6C76-F213-457E-BD6F-588EA0D849A1}" dt="2024-03-13T04:22:34.143" v="585" actId="20577"/>
          <ac:spMkLst>
            <pc:docMk/>
            <pc:sldMk cId="3251409822" sldId="589"/>
            <ac:spMk id="3" creationId="{FC3DE994-F8E6-4715-916B-9859E1A19738}"/>
          </ac:spMkLst>
        </pc:spChg>
        <pc:spChg chg="mod">
          <ac:chgData name="John Hu" userId="213e45b8a479442b" providerId="LiveId" clId="{4ADE6C76-F213-457E-BD6F-588EA0D849A1}" dt="2024-03-13T04:24:16.656" v="749" actId="20577"/>
          <ac:spMkLst>
            <pc:docMk/>
            <pc:sldMk cId="3251409822" sldId="589"/>
            <ac:spMk id="7" creationId="{4E2E2802-182F-4EC3-BD38-AC893DE3659A}"/>
          </ac:spMkLst>
        </pc:spChg>
        <pc:spChg chg="mod">
          <ac:chgData name="John Hu" userId="213e45b8a479442b" providerId="LiveId" clId="{4ADE6C76-F213-457E-BD6F-588EA0D849A1}" dt="2024-03-13T04:23:15.047" v="592" actId="207"/>
          <ac:spMkLst>
            <pc:docMk/>
            <pc:sldMk cId="3251409822" sldId="589"/>
            <ac:spMk id="19" creationId="{B9BC1CEB-0C66-44F6-8026-8C5FF318866D}"/>
          </ac:spMkLst>
        </pc:spChg>
      </pc:sldChg>
      <pc:sldChg chg="modSp add mod">
        <pc:chgData name="John Hu" userId="213e45b8a479442b" providerId="LiveId" clId="{4ADE6C76-F213-457E-BD6F-588EA0D849A1}" dt="2024-03-13T04:35:53.641" v="811" actId="20577"/>
        <pc:sldMkLst>
          <pc:docMk/>
          <pc:sldMk cId="2263791270" sldId="590"/>
        </pc:sldMkLst>
        <pc:spChg chg="mod">
          <ac:chgData name="John Hu" userId="213e45b8a479442b" providerId="LiveId" clId="{4ADE6C76-F213-457E-BD6F-588EA0D849A1}" dt="2024-03-13T04:24:54.001" v="766" actId="20577"/>
          <ac:spMkLst>
            <pc:docMk/>
            <pc:sldMk cId="2263791270" sldId="590"/>
            <ac:spMk id="3" creationId="{FC3DE994-F8E6-4715-916B-9859E1A19738}"/>
          </ac:spMkLst>
        </pc:spChg>
        <pc:spChg chg="mod">
          <ac:chgData name="John Hu" userId="213e45b8a479442b" providerId="LiveId" clId="{4ADE6C76-F213-457E-BD6F-588EA0D849A1}" dt="2024-03-13T04:35:53.641" v="811" actId="20577"/>
          <ac:spMkLst>
            <pc:docMk/>
            <pc:sldMk cId="2263791270" sldId="590"/>
            <ac:spMk id="7" creationId="{4E2E2802-182F-4EC3-BD38-AC893DE3659A}"/>
          </ac:spMkLst>
        </pc:spChg>
        <pc:spChg chg="mod">
          <ac:chgData name="John Hu" userId="213e45b8a479442b" providerId="LiveId" clId="{4ADE6C76-F213-457E-BD6F-588EA0D849A1}" dt="2024-03-13T04:25:10.467" v="768" actId="207"/>
          <ac:spMkLst>
            <pc:docMk/>
            <pc:sldMk cId="2263791270" sldId="590"/>
            <ac:spMk id="19" creationId="{B9BC1CEB-0C66-44F6-8026-8C5FF318866D}"/>
          </ac:spMkLst>
        </pc:spChg>
      </pc:sldChg>
      <pc:sldChg chg="addSp modSp add mod">
        <pc:chgData name="John Hu" userId="213e45b8a479442b" providerId="LiveId" clId="{4ADE6C76-F213-457E-BD6F-588EA0D849A1}" dt="2024-03-13T04:38:00.126" v="932" actId="14100"/>
        <pc:sldMkLst>
          <pc:docMk/>
          <pc:sldMk cId="2560977653" sldId="591"/>
        </pc:sldMkLst>
        <pc:spChg chg="mod">
          <ac:chgData name="John Hu" userId="213e45b8a479442b" providerId="LiveId" clId="{4ADE6C76-F213-457E-BD6F-588EA0D849A1}" dt="2024-03-13T04:38:00.126" v="932" actId="14100"/>
          <ac:spMkLst>
            <pc:docMk/>
            <pc:sldMk cId="2560977653" sldId="591"/>
            <ac:spMk id="7" creationId="{4E2E2802-182F-4EC3-BD38-AC893DE3659A}"/>
          </ac:spMkLst>
        </pc:spChg>
        <pc:spChg chg="add mod">
          <ac:chgData name="John Hu" userId="213e45b8a479442b" providerId="LiveId" clId="{4ADE6C76-F213-457E-BD6F-588EA0D849A1}" dt="2024-03-13T04:37:42.006" v="927" actId="1076"/>
          <ac:spMkLst>
            <pc:docMk/>
            <pc:sldMk cId="2560977653" sldId="591"/>
            <ac:spMk id="9" creationId="{19529EA1-7F06-4506-B534-17830BFBDC01}"/>
          </ac:spMkLst>
        </pc:spChg>
        <pc:spChg chg="add mod">
          <ac:chgData name="John Hu" userId="213e45b8a479442b" providerId="LiveId" clId="{4ADE6C76-F213-457E-BD6F-588EA0D849A1}" dt="2024-03-13T04:37:49.970" v="931" actId="14100"/>
          <ac:spMkLst>
            <pc:docMk/>
            <pc:sldMk cId="2560977653" sldId="591"/>
            <ac:spMk id="10" creationId="{13AB565F-B0AE-409E-8264-A52B02097663}"/>
          </ac:spMkLst>
        </pc:spChg>
        <pc:spChg chg="mod">
          <ac:chgData name="John Hu" userId="213e45b8a479442b" providerId="LiveId" clId="{4ADE6C76-F213-457E-BD6F-588EA0D849A1}" dt="2024-03-13T04:37:08.810" v="890" actId="207"/>
          <ac:spMkLst>
            <pc:docMk/>
            <pc:sldMk cId="2560977653" sldId="591"/>
            <ac:spMk id="19" creationId="{B9BC1CEB-0C66-44F6-8026-8C5FF318866D}"/>
          </ac:spMkLst>
        </pc:spChg>
      </pc:sldChg>
      <pc:sldChg chg="addSp delSp modSp add mod">
        <pc:chgData name="John Hu" userId="213e45b8a479442b" providerId="LiveId" clId="{4ADE6C76-F213-457E-BD6F-588EA0D849A1}" dt="2024-03-13T04:38:55.607" v="978" actId="14100"/>
        <pc:sldMkLst>
          <pc:docMk/>
          <pc:sldMk cId="3118514906" sldId="592"/>
        </pc:sldMkLst>
        <pc:spChg chg="mod">
          <ac:chgData name="John Hu" userId="213e45b8a479442b" providerId="LiveId" clId="{4ADE6C76-F213-457E-BD6F-588EA0D849A1}" dt="2024-03-13T04:38:41.760" v="958" actId="14100"/>
          <ac:spMkLst>
            <pc:docMk/>
            <pc:sldMk cId="3118514906" sldId="592"/>
            <ac:spMk id="7" creationId="{4E2E2802-182F-4EC3-BD38-AC893DE3659A}"/>
          </ac:spMkLst>
        </pc:spChg>
        <pc:spChg chg="del">
          <ac:chgData name="John Hu" userId="213e45b8a479442b" providerId="LiveId" clId="{4ADE6C76-F213-457E-BD6F-588EA0D849A1}" dt="2024-03-13T04:38:18.921" v="938" actId="478"/>
          <ac:spMkLst>
            <pc:docMk/>
            <pc:sldMk cId="3118514906" sldId="592"/>
            <ac:spMk id="9" creationId="{19529EA1-7F06-4506-B534-17830BFBDC01}"/>
          </ac:spMkLst>
        </pc:spChg>
        <pc:spChg chg="del mod">
          <ac:chgData name="John Hu" userId="213e45b8a479442b" providerId="LiveId" clId="{4ADE6C76-F213-457E-BD6F-588EA0D849A1}" dt="2024-03-13T04:38:17.542" v="937" actId="478"/>
          <ac:spMkLst>
            <pc:docMk/>
            <pc:sldMk cId="3118514906" sldId="592"/>
            <ac:spMk id="10" creationId="{13AB565F-B0AE-409E-8264-A52B02097663}"/>
          </ac:spMkLst>
        </pc:spChg>
        <pc:spChg chg="add mod">
          <ac:chgData name="John Hu" userId="213e45b8a479442b" providerId="LiveId" clId="{4ADE6C76-F213-457E-BD6F-588EA0D849A1}" dt="2024-03-13T04:38:23.399" v="940" actId="1076"/>
          <ac:spMkLst>
            <pc:docMk/>
            <pc:sldMk cId="3118514906" sldId="592"/>
            <ac:spMk id="11" creationId="{07CB944A-0B6B-4047-8187-6605ED279B62}"/>
          </ac:spMkLst>
        </pc:spChg>
        <pc:spChg chg="add mod">
          <ac:chgData name="John Hu" userId="213e45b8a479442b" providerId="LiveId" clId="{4ADE6C76-F213-457E-BD6F-588EA0D849A1}" dt="2024-03-13T04:38:55.607" v="978" actId="14100"/>
          <ac:spMkLst>
            <pc:docMk/>
            <pc:sldMk cId="3118514906" sldId="592"/>
            <ac:spMk id="12" creationId="{B4455509-6222-448A-92CF-09446B07EB51}"/>
          </ac:spMkLst>
        </pc:spChg>
        <pc:spChg chg="mod">
          <ac:chgData name="John Hu" userId="213e45b8a479442b" providerId="LiveId" clId="{4ADE6C76-F213-457E-BD6F-588EA0D849A1}" dt="2024-03-13T04:38:14.120" v="935" actId="21"/>
          <ac:spMkLst>
            <pc:docMk/>
            <pc:sldMk cId="3118514906" sldId="592"/>
            <ac:spMk id="19" creationId="{B9BC1CEB-0C66-44F6-8026-8C5FF318866D}"/>
          </ac:spMkLst>
        </pc:spChg>
      </pc:sldChg>
      <pc:sldChg chg="modSp mod">
        <pc:chgData name="John Hu" userId="213e45b8a479442b" providerId="LiveId" clId="{4ADE6C76-F213-457E-BD6F-588EA0D849A1}" dt="2024-03-15T01:20:52.602" v="1058" actId="207"/>
        <pc:sldMkLst>
          <pc:docMk/>
          <pc:sldMk cId="3177763967" sldId="605"/>
        </pc:sldMkLst>
        <pc:spChg chg="mod">
          <ac:chgData name="John Hu" userId="213e45b8a479442b" providerId="LiveId" clId="{4ADE6C76-F213-457E-BD6F-588EA0D849A1}" dt="2024-03-15T01:20:52.602" v="1058" actId="207"/>
          <ac:spMkLst>
            <pc:docMk/>
            <pc:sldMk cId="3177763967" sldId="605"/>
            <ac:spMk id="3" creationId="{FC3DE994-F8E6-4715-916B-9859E1A19738}"/>
          </ac:spMkLst>
        </pc:spChg>
      </pc:sldChg>
      <pc:sldChg chg="modSp mod">
        <pc:chgData name="John Hu" userId="213e45b8a479442b" providerId="LiveId" clId="{4ADE6C76-F213-457E-BD6F-588EA0D849A1}" dt="2024-03-15T01:38:28.973" v="1520" actId="113"/>
        <pc:sldMkLst>
          <pc:docMk/>
          <pc:sldMk cId="682326670" sldId="611"/>
        </pc:sldMkLst>
        <pc:spChg chg="mod">
          <ac:chgData name="John Hu" userId="213e45b8a479442b" providerId="LiveId" clId="{4ADE6C76-F213-457E-BD6F-588EA0D849A1}" dt="2024-03-15T01:38:28.973" v="1520" actId="113"/>
          <ac:spMkLst>
            <pc:docMk/>
            <pc:sldMk cId="682326670" sldId="611"/>
            <ac:spMk id="15" creationId="{64A43E5F-5B30-4EF3-85B7-F6DE59014DCB}"/>
          </ac:spMkLst>
        </pc:spChg>
      </pc:sldChg>
      <pc:sldChg chg="modSp mod">
        <pc:chgData name="John Hu" userId="213e45b8a479442b" providerId="LiveId" clId="{4ADE6C76-F213-457E-BD6F-588EA0D849A1}" dt="2024-03-15T01:39:41.966" v="1550" actId="113"/>
        <pc:sldMkLst>
          <pc:docMk/>
          <pc:sldMk cId="4176025167" sldId="612"/>
        </pc:sldMkLst>
        <pc:spChg chg="mod">
          <ac:chgData name="John Hu" userId="213e45b8a479442b" providerId="LiveId" clId="{4ADE6C76-F213-457E-BD6F-588EA0D849A1}" dt="2024-03-15T01:39:41.966" v="1550" actId="113"/>
          <ac:spMkLst>
            <pc:docMk/>
            <pc:sldMk cId="4176025167" sldId="612"/>
            <ac:spMk id="15" creationId="{64A43E5F-5B30-4EF3-85B7-F6DE59014DCB}"/>
          </ac:spMkLst>
        </pc:spChg>
      </pc:sldChg>
      <pc:sldChg chg="addSp modSp mod">
        <pc:chgData name="John Hu" userId="213e45b8a479442b" providerId="LiveId" clId="{4ADE6C76-F213-457E-BD6F-588EA0D849A1}" dt="2024-03-15T01:25:36.297" v="1385" actId="6549"/>
        <pc:sldMkLst>
          <pc:docMk/>
          <pc:sldMk cId="417991510" sldId="613"/>
        </pc:sldMkLst>
        <pc:spChg chg="mod">
          <ac:chgData name="John Hu" userId="213e45b8a479442b" providerId="LiveId" clId="{4ADE6C76-F213-457E-BD6F-588EA0D849A1}" dt="2024-03-15T01:20:02.682" v="1043" actId="6549"/>
          <ac:spMkLst>
            <pc:docMk/>
            <pc:sldMk cId="417991510" sldId="613"/>
            <ac:spMk id="3" creationId="{FC3DE994-F8E6-4715-916B-9859E1A19738}"/>
          </ac:spMkLst>
        </pc:spChg>
        <pc:spChg chg="add mod">
          <ac:chgData name="John Hu" userId="213e45b8a479442b" providerId="LiveId" clId="{4ADE6C76-F213-457E-BD6F-588EA0D849A1}" dt="2024-03-15T01:25:36.297" v="1385" actId="6549"/>
          <ac:spMkLst>
            <pc:docMk/>
            <pc:sldMk cId="417991510" sldId="613"/>
            <ac:spMk id="5" creationId="{D8143229-E431-4C34-958E-CD4130F5B982}"/>
          </ac:spMkLst>
        </pc:spChg>
      </pc:sldChg>
      <pc:sldChg chg="delSp modSp add mod">
        <pc:chgData name="John Hu" userId="213e45b8a479442b" providerId="LiveId" clId="{4ADE6C76-F213-457E-BD6F-588EA0D849A1}" dt="2024-03-15T07:16:33.249" v="1914" actId="5793"/>
        <pc:sldMkLst>
          <pc:docMk/>
          <pc:sldMk cId="3370103457" sldId="614"/>
        </pc:sldMkLst>
        <pc:spChg chg="mod">
          <ac:chgData name="John Hu" userId="213e45b8a479442b" providerId="LiveId" clId="{4ADE6C76-F213-457E-BD6F-588EA0D849A1}" dt="2024-03-15T07:16:33.249" v="1914" actId="5793"/>
          <ac:spMkLst>
            <pc:docMk/>
            <pc:sldMk cId="3370103457" sldId="614"/>
            <ac:spMk id="3" creationId="{FC3DE994-F8E6-4715-916B-9859E1A19738}"/>
          </ac:spMkLst>
        </pc:spChg>
        <pc:spChg chg="del">
          <ac:chgData name="John Hu" userId="213e45b8a479442b" providerId="LiveId" clId="{4ADE6C76-F213-457E-BD6F-588EA0D849A1}" dt="2024-03-15T07:14:44.030" v="1900" actId="478"/>
          <ac:spMkLst>
            <pc:docMk/>
            <pc:sldMk cId="3370103457" sldId="614"/>
            <ac:spMk id="5" creationId="{D8143229-E431-4C34-958E-CD4130F5B982}"/>
          </ac:spMkLst>
        </pc:spChg>
        <pc:spChg chg="mod">
          <ac:chgData name="John Hu" userId="213e45b8a479442b" providerId="LiveId" clId="{4ADE6C76-F213-457E-BD6F-588EA0D849A1}" dt="2024-03-15T01:49:01.626" v="1566" actId="20577"/>
          <ac:spMkLst>
            <pc:docMk/>
            <pc:sldMk cId="3370103457" sldId="614"/>
            <ac:spMk id="8" creationId="{36177B38-43AB-4398-968B-448F8F0E5F49}"/>
          </ac:spMkLst>
        </pc:spChg>
      </pc:sldChg>
      <pc:sldChg chg="addSp delSp modSp add mod ord">
        <pc:chgData name="John Hu" userId="213e45b8a479442b" providerId="LiveId" clId="{4ADE6C76-F213-457E-BD6F-588EA0D849A1}" dt="2024-03-15T07:17:01.571" v="1922" actId="14100"/>
        <pc:sldMkLst>
          <pc:docMk/>
          <pc:sldMk cId="3404091532" sldId="615"/>
        </pc:sldMkLst>
        <pc:spChg chg="mod">
          <ac:chgData name="John Hu" userId="213e45b8a479442b" providerId="LiveId" clId="{4ADE6C76-F213-457E-BD6F-588EA0D849A1}" dt="2024-03-15T06:59:04.342" v="1607" actId="6549"/>
          <ac:spMkLst>
            <pc:docMk/>
            <pc:sldMk cId="3404091532" sldId="615"/>
            <ac:spMk id="3" creationId="{FC3DE994-F8E6-4715-916B-9859E1A19738}"/>
          </ac:spMkLst>
        </pc:spChg>
        <pc:spChg chg="mod">
          <ac:chgData name="John Hu" userId="213e45b8a479442b" providerId="LiveId" clId="{4ADE6C76-F213-457E-BD6F-588EA0D849A1}" dt="2024-03-15T07:00:36.607" v="1666" actId="1076"/>
          <ac:spMkLst>
            <pc:docMk/>
            <pc:sldMk cId="3404091532" sldId="615"/>
            <ac:spMk id="5" creationId="{D8143229-E431-4C34-958E-CD4130F5B982}"/>
          </ac:spMkLst>
        </pc:spChg>
        <pc:spChg chg="add mod">
          <ac:chgData name="John Hu" userId="213e45b8a479442b" providerId="LiveId" clId="{4ADE6C76-F213-457E-BD6F-588EA0D849A1}" dt="2024-03-15T07:14:13.508" v="1897" actId="20577"/>
          <ac:spMkLst>
            <pc:docMk/>
            <pc:sldMk cId="3404091532" sldId="615"/>
            <ac:spMk id="6" creationId="{F129E6B1-769D-4587-AFF6-EDD4A78458C0}"/>
          </ac:spMkLst>
        </pc:spChg>
        <pc:spChg chg="add del">
          <ac:chgData name="John Hu" userId="213e45b8a479442b" providerId="LiveId" clId="{4ADE6C76-F213-457E-BD6F-588EA0D849A1}" dt="2024-03-15T07:00:15.953" v="1658" actId="478"/>
          <ac:spMkLst>
            <pc:docMk/>
            <pc:sldMk cId="3404091532" sldId="615"/>
            <ac:spMk id="7" creationId="{8036725D-A347-4C07-B56C-B0410B493AEB}"/>
          </ac:spMkLst>
        </pc:spChg>
        <pc:spChg chg="add mod">
          <ac:chgData name="John Hu" userId="213e45b8a479442b" providerId="LiveId" clId="{4ADE6C76-F213-457E-BD6F-588EA0D849A1}" dt="2024-03-15T07:13:34.206" v="1807" actId="113"/>
          <ac:spMkLst>
            <pc:docMk/>
            <pc:sldMk cId="3404091532" sldId="615"/>
            <ac:spMk id="9" creationId="{2917175F-CAF6-46F0-9E16-ED22904F351D}"/>
          </ac:spMkLst>
        </pc:spChg>
        <pc:spChg chg="add mod">
          <ac:chgData name="John Hu" userId="213e45b8a479442b" providerId="LiveId" clId="{4ADE6C76-F213-457E-BD6F-588EA0D849A1}" dt="2024-03-15T07:17:01.571" v="1922" actId="14100"/>
          <ac:spMkLst>
            <pc:docMk/>
            <pc:sldMk cId="3404091532" sldId="615"/>
            <ac:spMk id="10" creationId="{9C6296E6-A794-4A80-BB4E-0B46E3CFF61D}"/>
          </ac:spMkLst>
        </pc:spChg>
      </pc:sldChg>
    </pc:docChg>
  </pc:docChgLst>
  <pc:docChgLst>
    <pc:chgData name="John Hu" userId="213e45b8a479442b" providerId="LiveId" clId="{3E1464AB-7726-4E24-A457-FF6E37925442}"/>
    <pc:docChg chg="undo custSel addSld modSld">
      <pc:chgData name="John Hu" userId="213e45b8a479442b" providerId="LiveId" clId="{3E1464AB-7726-4E24-A457-FF6E37925442}" dt="2025-06-06T07:29:51.704" v="127" actId="113"/>
      <pc:docMkLst>
        <pc:docMk/>
      </pc:docMkLst>
      <pc:sldChg chg="modSp mod">
        <pc:chgData name="John Hu" userId="213e45b8a479442b" providerId="LiveId" clId="{3E1464AB-7726-4E24-A457-FF6E37925442}" dt="2025-06-06T07:29:22.624" v="113" actId="2711"/>
        <pc:sldMkLst>
          <pc:docMk/>
          <pc:sldMk cId="1475978079" sldId="423"/>
        </pc:sldMkLst>
        <pc:spChg chg="mod">
          <ac:chgData name="John Hu" userId="213e45b8a479442b" providerId="LiveId" clId="{3E1464AB-7726-4E24-A457-FF6E37925442}" dt="2025-06-06T07:29:22.624" v="113" actId="2711"/>
          <ac:spMkLst>
            <pc:docMk/>
            <pc:sldMk cId="1475978079" sldId="423"/>
            <ac:spMk id="4" creationId="{4BE336E7-1B7A-4CD3-8250-6D8126346509}"/>
          </ac:spMkLst>
        </pc:spChg>
      </pc:sldChg>
      <pc:sldChg chg="addSp modSp mod">
        <pc:chgData name="John Hu" userId="213e45b8a479442b" providerId="LiveId" clId="{3E1464AB-7726-4E24-A457-FF6E37925442}" dt="2025-06-06T07:29:51.704" v="127" actId="113"/>
        <pc:sldMkLst>
          <pc:docMk/>
          <pc:sldMk cId="2256634334" sldId="427"/>
        </pc:sldMkLst>
        <pc:spChg chg="mod">
          <ac:chgData name="John Hu" userId="213e45b8a479442b" providerId="LiveId" clId="{3E1464AB-7726-4E24-A457-FF6E37925442}" dt="2025-06-06T07:29:51.704" v="127" actId="113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3" creationId="{30F0AC51-4500-404D-B030-4FE49D08C651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4" creationId="{D5373E77-AFF8-4BD6-8E08-6B50A2AE86B2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5" creationId="{1D1DB04B-4013-4417-8672-E23B01AD4889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8" creationId="{36177B38-43AB-4398-968B-448F8F0E5F49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9" creationId="{2235D401-6F86-4AD7-BC98-10715AF4F499}"/>
          </ac:spMkLst>
        </pc:spChg>
        <pc:spChg chg="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10" creationId="{0E3E8F9B-9D6D-46CD-83EE-97636F129C56}"/>
          </ac:spMkLst>
        </pc:spChg>
        <pc:spChg chg="add mod">
          <ac:chgData name="John Hu" userId="213e45b8a479442b" providerId="LiveId" clId="{3E1464AB-7726-4E24-A457-FF6E37925442}" dt="2025-06-06T07:06:44.874" v="18" actId="465"/>
          <ac:spMkLst>
            <pc:docMk/>
            <pc:sldMk cId="2256634334" sldId="427"/>
            <ac:spMk id="11" creationId="{16735619-D462-4E1C-9B15-E77B3698FEA4}"/>
          </ac:spMkLst>
        </pc:spChg>
      </pc:sldChg>
      <pc:sldChg chg="modSp mod">
        <pc:chgData name="John Hu" userId="213e45b8a479442b" providerId="LiveId" clId="{3E1464AB-7726-4E24-A457-FF6E37925442}" dt="2025-06-06T07:07:52.559" v="68"/>
        <pc:sldMkLst>
          <pc:docMk/>
          <pc:sldMk cId="2378383801" sldId="429"/>
        </pc:sldMkLst>
        <pc:spChg chg="mod">
          <ac:chgData name="John Hu" userId="213e45b8a479442b" providerId="LiveId" clId="{3E1464AB-7726-4E24-A457-FF6E37925442}" dt="2025-06-06T07:07:52.559" v="68"/>
          <ac:spMkLst>
            <pc:docMk/>
            <pc:sldMk cId="2378383801" sldId="429"/>
            <ac:spMk id="8" creationId="{36177B38-43AB-4398-968B-448F8F0E5F49}"/>
          </ac:spMkLst>
        </pc:spChg>
      </pc:sldChg>
      <pc:sldChg chg="modSp">
        <pc:chgData name="John Hu" userId="213e45b8a479442b" providerId="LiveId" clId="{3E1464AB-7726-4E24-A457-FF6E37925442}" dt="2025-06-06T07:07:48.719" v="67"/>
        <pc:sldMkLst>
          <pc:docMk/>
          <pc:sldMk cId="3144623804" sldId="579"/>
        </pc:sldMkLst>
        <pc:spChg chg="mod">
          <ac:chgData name="John Hu" userId="213e45b8a479442b" providerId="LiveId" clId="{3E1464AB-7726-4E24-A457-FF6E37925442}" dt="2025-06-06T07:07:48.719" v="67"/>
          <ac:spMkLst>
            <pc:docMk/>
            <pc:sldMk cId="3144623804" sldId="579"/>
            <ac:spMk id="8" creationId="{36177B38-43AB-4398-968B-448F8F0E5F49}"/>
          </ac:spMkLst>
        </pc:spChg>
      </pc:sldChg>
      <pc:sldChg chg="modSp">
        <pc:chgData name="John Hu" userId="213e45b8a479442b" providerId="LiveId" clId="{3E1464AB-7726-4E24-A457-FF6E37925442}" dt="2025-06-06T07:08:02.342" v="71"/>
        <pc:sldMkLst>
          <pc:docMk/>
          <pc:sldMk cId="4244302907" sldId="637"/>
        </pc:sldMkLst>
        <pc:spChg chg="mod">
          <ac:chgData name="John Hu" userId="213e45b8a479442b" providerId="LiveId" clId="{3E1464AB-7726-4E24-A457-FF6E37925442}" dt="2025-06-06T07:08:02.342" v="71"/>
          <ac:spMkLst>
            <pc:docMk/>
            <pc:sldMk cId="4244302907" sldId="637"/>
            <ac:spMk id="8" creationId="{36177B38-43AB-4398-968B-448F8F0E5F49}"/>
          </ac:spMkLst>
        </pc:spChg>
      </pc:sldChg>
      <pc:sldChg chg="modSp">
        <pc:chgData name="John Hu" userId="213e45b8a479442b" providerId="LiveId" clId="{3E1464AB-7726-4E24-A457-FF6E37925442}" dt="2025-06-06T07:07:57.435" v="69"/>
        <pc:sldMkLst>
          <pc:docMk/>
          <pc:sldMk cId="701864374" sldId="638"/>
        </pc:sldMkLst>
        <pc:spChg chg="mod">
          <ac:chgData name="John Hu" userId="213e45b8a479442b" providerId="LiveId" clId="{3E1464AB-7726-4E24-A457-FF6E37925442}" dt="2025-06-06T07:07:57.435" v="69"/>
          <ac:spMkLst>
            <pc:docMk/>
            <pc:sldMk cId="701864374" sldId="638"/>
            <ac:spMk id="8" creationId="{36177B38-43AB-4398-968B-448F8F0E5F49}"/>
          </ac:spMkLst>
        </pc:spChg>
      </pc:sldChg>
      <pc:sldChg chg="modSp">
        <pc:chgData name="John Hu" userId="213e45b8a479442b" providerId="LiveId" clId="{3E1464AB-7726-4E24-A457-FF6E37925442}" dt="2025-06-06T07:08:00.163" v="70"/>
        <pc:sldMkLst>
          <pc:docMk/>
          <pc:sldMk cId="1774578108" sldId="639"/>
        </pc:sldMkLst>
        <pc:spChg chg="mod">
          <ac:chgData name="John Hu" userId="213e45b8a479442b" providerId="LiveId" clId="{3E1464AB-7726-4E24-A457-FF6E37925442}" dt="2025-06-06T07:08:00.163" v="70"/>
          <ac:spMkLst>
            <pc:docMk/>
            <pc:sldMk cId="1774578108" sldId="639"/>
            <ac:spMk id="8" creationId="{36177B38-43AB-4398-968B-448F8F0E5F49}"/>
          </ac:spMkLst>
        </pc:spChg>
      </pc:sldChg>
      <pc:sldChg chg="modSp">
        <pc:chgData name="John Hu" userId="213e45b8a479442b" providerId="LiveId" clId="{3E1464AB-7726-4E24-A457-FF6E37925442}" dt="2025-06-06T07:08:05.666" v="72"/>
        <pc:sldMkLst>
          <pc:docMk/>
          <pc:sldMk cId="56935045" sldId="640"/>
        </pc:sldMkLst>
        <pc:spChg chg="mod">
          <ac:chgData name="John Hu" userId="213e45b8a479442b" providerId="LiveId" clId="{3E1464AB-7726-4E24-A457-FF6E37925442}" dt="2025-06-06T07:08:05.666" v="72"/>
          <ac:spMkLst>
            <pc:docMk/>
            <pc:sldMk cId="56935045" sldId="640"/>
            <ac:spMk id="8" creationId="{36177B38-43AB-4398-968B-448F8F0E5F49}"/>
          </ac:spMkLst>
        </pc:spChg>
      </pc:sldChg>
      <pc:sldChg chg="delSp modSp add mod">
        <pc:chgData name="John Hu" userId="213e45b8a479442b" providerId="LiveId" clId="{3E1464AB-7726-4E24-A457-FF6E37925442}" dt="2025-06-06T07:08:21.634" v="77" actId="478"/>
        <pc:sldMkLst>
          <pc:docMk/>
          <pc:sldMk cId="630978856" sldId="692"/>
        </pc:sldMkLst>
        <pc:spChg chg="mod">
          <ac:chgData name="John Hu" userId="213e45b8a479442b" providerId="LiveId" clId="{3E1464AB-7726-4E24-A457-FF6E37925442}" dt="2025-06-06T07:07:27.143" v="38"/>
          <ac:spMkLst>
            <pc:docMk/>
            <pc:sldMk cId="630978856" sldId="692"/>
            <ac:spMk id="2" creationId="{5888EE31-F44C-4034-8407-4C756F65702C}"/>
          </ac:spMkLst>
        </pc:spChg>
        <pc:spChg chg="mod">
          <ac:chgData name="John Hu" userId="213e45b8a479442b" providerId="LiveId" clId="{3E1464AB-7726-4E24-A457-FF6E37925442}" dt="2025-06-06T07:08:17.569" v="76" actId="20577"/>
          <ac:spMkLst>
            <pc:docMk/>
            <pc:sldMk cId="630978856" sldId="692"/>
            <ac:spMk id="3" creationId="{30F0AC51-4500-404D-B030-4FE49D08C651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4" creationId="{D5373E77-AFF8-4BD6-8E08-6B50A2AE86B2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5" creationId="{1D1DB04B-4013-4417-8672-E23B01AD4889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6" creationId="{981A77B7-054B-4C3E-AA9B-8611E9DFB4A3}"/>
          </ac:spMkLst>
        </pc:spChg>
        <pc:spChg chg="mod">
          <ac:chgData name="John Hu" userId="213e45b8a479442b" providerId="LiveId" clId="{3E1464AB-7726-4E24-A457-FF6E37925442}" dt="2025-06-06T07:07:43.486" v="66" actId="20577"/>
          <ac:spMkLst>
            <pc:docMk/>
            <pc:sldMk cId="630978856" sldId="692"/>
            <ac:spMk id="8" creationId="{36177B38-43AB-4398-968B-448F8F0E5F49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9" creationId="{2235D401-6F86-4AD7-BC98-10715AF4F499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10" creationId="{0E3E8F9B-9D6D-46CD-83EE-97636F129C56}"/>
          </ac:spMkLst>
        </pc:spChg>
        <pc:spChg chg="del">
          <ac:chgData name="John Hu" userId="213e45b8a479442b" providerId="LiveId" clId="{3E1464AB-7726-4E24-A457-FF6E37925442}" dt="2025-06-06T07:08:21.634" v="77" actId="478"/>
          <ac:spMkLst>
            <pc:docMk/>
            <pc:sldMk cId="630978856" sldId="692"/>
            <ac:spMk id="11" creationId="{16735619-D462-4E1C-9B15-E77B3698FEA4}"/>
          </ac:spMkLst>
        </pc:spChg>
      </pc:sldChg>
    </pc:docChg>
  </pc:docChgLst>
  <pc:docChgLst>
    <pc:chgData name="John Hu" userId="213e45b8a479442b" providerId="LiveId" clId="{B8624A4D-3F62-4C4C-96BF-74DF236F5558}"/>
    <pc:docChg chg="undo redo custSel addSld delSld modSld sldOrd">
      <pc:chgData name="John Hu" userId="213e45b8a479442b" providerId="LiveId" clId="{B8624A4D-3F62-4C4C-96BF-74DF236F5558}" dt="2025-06-13T02:40:30.506" v="5669" actId="20577"/>
      <pc:docMkLst>
        <pc:docMk/>
      </pc:docMkLst>
      <pc:sldChg chg="modSp mod">
        <pc:chgData name="John Hu" userId="213e45b8a479442b" providerId="LiveId" clId="{B8624A4D-3F62-4C4C-96BF-74DF236F5558}" dt="2025-06-10T05:48:02.736" v="43" actId="20577"/>
        <pc:sldMkLst>
          <pc:docMk/>
          <pc:sldMk cId="1475978079" sldId="423"/>
        </pc:sldMkLst>
        <pc:spChg chg="mod">
          <ac:chgData name="John Hu" userId="213e45b8a479442b" providerId="LiveId" clId="{B8624A4D-3F62-4C4C-96BF-74DF236F5558}" dt="2025-06-10T05:48:02.736" v="43" actId="20577"/>
          <ac:spMkLst>
            <pc:docMk/>
            <pc:sldMk cId="1475978079" sldId="423"/>
            <ac:spMk id="2" creationId="{5888EE31-F44C-4034-8407-4C756F65702C}"/>
          </ac:spMkLst>
        </pc:spChg>
      </pc:sldChg>
      <pc:sldChg chg="addSp modSp mod">
        <pc:chgData name="John Hu" userId="213e45b8a479442b" providerId="LiveId" clId="{B8624A4D-3F62-4C4C-96BF-74DF236F5558}" dt="2025-06-10T05:56:19.351" v="151" actId="6549"/>
        <pc:sldMkLst>
          <pc:docMk/>
          <pc:sldMk cId="2256634334" sldId="427"/>
        </pc:sldMkLst>
        <pc:spChg chg="mod">
          <ac:chgData name="John Hu" userId="213e45b8a479442b" providerId="LiveId" clId="{B8624A4D-3F62-4C4C-96BF-74DF236F5558}" dt="2025-06-10T05:48:25.257" v="50" actId="20577"/>
          <ac:spMkLst>
            <pc:docMk/>
            <pc:sldMk cId="2256634334" sldId="427"/>
            <ac:spMk id="2" creationId="{5888EE31-F44C-4034-8407-4C756F65702C}"/>
          </ac:spMkLst>
        </pc:spChg>
        <pc:spChg chg="add mod">
          <ac:chgData name="John Hu" userId="213e45b8a479442b" providerId="LiveId" clId="{B8624A4D-3F62-4C4C-96BF-74DF236F5558}" dt="2025-06-10T05:56:12.734" v="149" actId="3626"/>
          <ac:spMkLst>
            <pc:docMk/>
            <pc:sldMk cId="2256634334" sldId="427"/>
            <ac:spMk id="6" creationId="{22C2B4DA-1086-46B7-8F66-2C883AFBE40F}"/>
          </ac:spMkLst>
        </pc:spChg>
        <pc:spChg chg="mod">
          <ac:chgData name="John Hu" userId="213e45b8a479442b" providerId="LiveId" clId="{B8624A4D-3F62-4C4C-96BF-74DF236F5558}" dt="2025-06-10T05:56:10.067" v="148" actId="3626"/>
          <ac:spMkLst>
            <pc:docMk/>
            <pc:sldMk cId="2256634334" sldId="427"/>
            <ac:spMk id="7" creationId="{3709CE55-5CD9-F916-1B27-7613EDC56FFA}"/>
          </ac:spMkLst>
        </pc:spChg>
        <pc:spChg chg="mod">
          <ac:chgData name="John Hu" userId="213e45b8a479442b" providerId="LiveId" clId="{B8624A4D-3F62-4C4C-96BF-74DF236F5558}" dt="2025-06-10T05:56:19.351" v="151" actId="6549"/>
          <ac:spMkLst>
            <pc:docMk/>
            <pc:sldMk cId="2256634334" sldId="427"/>
            <ac:spMk id="8" creationId="{36177B38-43AB-4398-968B-448F8F0E5F49}"/>
          </ac:spMkLst>
        </pc:spChg>
        <pc:spChg chg="mod">
          <ac:chgData name="John Hu" userId="213e45b8a479442b" providerId="LiveId" clId="{B8624A4D-3F62-4C4C-96BF-74DF236F5558}" dt="2025-06-10T05:56:07.507" v="147" actId="3626"/>
          <ac:spMkLst>
            <pc:docMk/>
            <pc:sldMk cId="2256634334" sldId="427"/>
            <ac:spMk id="12" creationId="{632F0707-9B46-1BFA-BE93-A43C8F886C7D}"/>
          </ac:spMkLst>
        </pc:spChg>
      </pc:sldChg>
      <pc:sldChg chg="addSp delSp modSp mod">
        <pc:chgData name="John Hu" userId="213e45b8a479442b" providerId="LiveId" clId="{B8624A4D-3F62-4C4C-96BF-74DF236F5558}" dt="2025-06-10T07:37:22.284" v="1032" actId="1076"/>
        <pc:sldMkLst>
          <pc:docMk/>
          <pc:sldMk cId="3640079802" sldId="679"/>
        </pc:sldMkLst>
        <pc:spChg chg="mod">
          <ac:chgData name="John Hu" userId="213e45b8a479442b" providerId="LiveId" clId="{B8624A4D-3F62-4C4C-96BF-74DF236F5558}" dt="2025-06-10T07:06:17.728" v="216" actId="6549"/>
          <ac:spMkLst>
            <pc:docMk/>
            <pc:sldMk cId="3640079802" sldId="679"/>
            <ac:spMk id="2" creationId="{5888EE31-F44C-4034-8407-4C756F65702C}"/>
          </ac:spMkLst>
        </pc:spChg>
        <pc:spChg chg="del">
          <ac:chgData name="John Hu" userId="213e45b8a479442b" providerId="LiveId" clId="{B8624A4D-3F62-4C4C-96BF-74DF236F5558}" dt="2025-06-10T07:04:29.469" v="196" actId="478"/>
          <ac:spMkLst>
            <pc:docMk/>
            <pc:sldMk cId="3640079802" sldId="679"/>
            <ac:spMk id="7" creationId="{098E2A48-303C-4174-B7F9-B7DF985E5A28}"/>
          </ac:spMkLst>
        </pc:spChg>
        <pc:spChg chg="mod">
          <ac:chgData name="John Hu" userId="213e45b8a479442b" providerId="LiveId" clId="{B8624A4D-3F62-4C4C-96BF-74DF236F5558}" dt="2025-06-10T07:04:05.418" v="191" actId="20577"/>
          <ac:spMkLst>
            <pc:docMk/>
            <pc:sldMk cId="3640079802" sldId="679"/>
            <ac:spMk id="8" creationId="{36177B38-43AB-4398-968B-448F8F0E5F49}"/>
          </ac:spMkLst>
        </pc:spChg>
        <pc:spChg chg="add mod">
          <ac:chgData name="John Hu" userId="213e45b8a479442b" providerId="LiveId" clId="{B8624A4D-3F62-4C4C-96BF-74DF236F5558}" dt="2025-06-10T07:37:22.284" v="1032" actId="1076"/>
          <ac:spMkLst>
            <pc:docMk/>
            <pc:sldMk cId="3640079802" sldId="679"/>
            <ac:spMk id="9" creationId="{B65DEAA8-799C-46A2-B7F9-7FA26A5CAA60}"/>
          </ac:spMkLst>
        </pc:spChg>
        <pc:spChg chg="add mod">
          <ac:chgData name="John Hu" userId="213e45b8a479442b" providerId="LiveId" clId="{B8624A4D-3F62-4C4C-96BF-74DF236F5558}" dt="2025-06-10T07:37:22.284" v="1032" actId="1076"/>
          <ac:spMkLst>
            <pc:docMk/>
            <pc:sldMk cId="3640079802" sldId="679"/>
            <ac:spMk id="10" creationId="{771404EE-58AA-452F-B9E6-9C63D1A3AB1E}"/>
          </ac:spMkLst>
        </pc:spChg>
        <pc:spChg chg="add mod">
          <ac:chgData name="John Hu" userId="213e45b8a479442b" providerId="LiveId" clId="{B8624A4D-3F62-4C4C-96BF-74DF236F5558}" dt="2025-06-10T07:37:22.284" v="1032" actId="1076"/>
          <ac:spMkLst>
            <pc:docMk/>
            <pc:sldMk cId="3640079802" sldId="679"/>
            <ac:spMk id="11" creationId="{CFC23710-BCCF-4427-95A3-A1FB3672E764}"/>
          </ac:spMkLst>
        </pc:spChg>
        <pc:spChg chg="add mod">
          <ac:chgData name="John Hu" userId="213e45b8a479442b" providerId="LiveId" clId="{B8624A4D-3F62-4C4C-96BF-74DF236F5558}" dt="2025-06-10T07:37:22.284" v="1032" actId="1076"/>
          <ac:spMkLst>
            <pc:docMk/>
            <pc:sldMk cId="3640079802" sldId="679"/>
            <ac:spMk id="12" creationId="{2ADB2C6F-E993-4F71-977A-B2E83B06D0AF}"/>
          </ac:spMkLst>
        </pc:spChg>
        <pc:spChg chg="del">
          <ac:chgData name="John Hu" userId="213e45b8a479442b" providerId="LiveId" clId="{B8624A4D-3F62-4C4C-96BF-74DF236F5558}" dt="2025-06-10T07:04:31.503" v="197" actId="478"/>
          <ac:spMkLst>
            <pc:docMk/>
            <pc:sldMk cId="3640079802" sldId="679"/>
            <ac:spMk id="14" creationId="{4F296092-AA43-47F9-AD4A-B947C824F423}"/>
          </ac:spMkLst>
        </pc:spChg>
        <pc:spChg chg="mod">
          <ac:chgData name="John Hu" userId="213e45b8a479442b" providerId="LiveId" clId="{B8624A4D-3F62-4C4C-96BF-74DF236F5558}" dt="2025-06-10T07:05:12.654" v="199" actId="1076"/>
          <ac:spMkLst>
            <pc:docMk/>
            <pc:sldMk cId="3640079802" sldId="679"/>
            <ac:spMk id="15" creationId="{105FDC84-6345-484D-AF92-17AB004B1808}"/>
          </ac:spMkLst>
        </pc:spChg>
      </pc:sldChg>
      <pc:sldChg chg="addSp modSp mod">
        <pc:chgData name="John Hu" userId="213e45b8a479442b" providerId="LiveId" clId="{B8624A4D-3F62-4C4C-96BF-74DF236F5558}" dt="2025-06-13T02:28:13.189" v="5574" actId="207"/>
        <pc:sldMkLst>
          <pc:docMk/>
          <pc:sldMk cId="2206702487" sldId="683"/>
        </pc:sldMkLst>
        <pc:spChg chg="mod">
          <ac:chgData name="John Hu" userId="213e45b8a479442b" providerId="LiveId" clId="{B8624A4D-3F62-4C4C-96BF-74DF236F5558}" dt="2025-06-13T02:28:03.549" v="5572" actId="207"/>
          <ac:spMkLst>
            <pc:docMk/>
            <pc:sldMk cId="2206702487" sldId="683"/>
            <ac:spMk id="5" creationId="{FE0F1EF4-DEE6-0816-67A9-20E1711DB7A6}"/>
          </ac:spMkLst>
        </pc:spChg>
        <pc:spChg chg="mod">
          <ac:chgData name="John Hu" userId="213e45b8a479442b" providerId="LiveId" clId="{B8624A4D-3F62-4C4C-96BF-74DF236F5558}" dt="2025-06-13T02:26:26.471" v="5509" actId="1076"/>
          <ac:spMkLst>
            <pc:docMk/>
            <pc:sldMk cId="2206702487" sldId="683"/>
            <ac:spMk id="6" creationId="{B3FCB27C-DEF6-6CDF-0648-50A3D11C9500}"/>
          </ac:spMkLst>
        </pc:spChg>
        <pc:spChg chg="add mod">
          <ac:chgData name="John Hu" userId="213e45b8a479442b" providerId="LiveId" clId="{B8624A4D-3F62-4C4C-96BF-74DF236F5558}" dt="2025-06-13T02:26:37.611" v="5532" actId="20577"/>
          <ac:spMkLst>
            <pc:docMk/>
            <pc:sldMk cId="2206702487" sldId="683"/>
            <ac:spMk id="9" creationId="{8BB29688-6A07-45DE-9229-0C5DFE65DE7E}"/>
          </ac:spMkLst>
        </pc:spChg>
        <pc:spChg chg="mod">
          <ac:chgData name="John Hu" userId="213e45b8a479442b" providerId="LiveId" clId="{B8624A4D-3F62-4C4C-96BF-74DF236F5558}" dt="2025-06-13T02:28:13.189" v="5574" actId="207"/>
          <ac:spMkLst>
            <pc:docMk/>
            <pc:sldMk cId="2206702487" sldId="683"/>
            <ac:spMk id="11" creationId="{28172991-DD29-5061-B3C1-8DE56E0685D3}"/>
          </ac:spMkLst>
        </pc:spChg>
      </pc:sldChg>
      <pc:sldChg chg="addSp modSp mod">
        <pc:chgData name="John Hu" userId="213e45b8a479442b" providerId="LiveId" clId="{B8624A4D-3F62-4C4C-96BF-74DF236F5558}" dt="2025-06-13T02:40:30.506" v="5669" actId="20577"/>
        <pc:sldMkLst>
          <pc:docMk/>
          <pc:sldMk cId="3595609592" sldId="684"/>
        </pc:sldMkLst>
        <pc:spChg chg="add mod">
          <ac:chgData name="John Hu" userId="213e45b8a479442b" providerId="LiveId" clId="{B8624A4D-3F62-4C4C-96BF-74DF236F5558}" dt="2025-06-13T02:40:30.506" v="5669" actId="20577"/>
          <ac:spMkLst>
            <pc:docMk/>
            <pc:sldMk cId="3595609592" sldId="684"/>
            <ac:spMk id="7" creationId="{8CB95D43-7F5B-4DF3-B4B7-A1B99DFAD8E3}"/>
          </ac:spMkLst>
        </pc:spChg>
      </pc:sldChg>
      <pc:sldChg chg="modSp mod">
        <pc:chgData name="John Hu" userId="213e45b8a479442b" providerId="LiveId" clId="{B8624A4D-3F62-4C4C-96BF-74DF236F5558}" dt="2025-06-13T02:29:15.672" v="5595" actId="113"/>
        <pc:sldMkLst>
          <pc:docMk/>
          <pc:sldMk cId="777960044" sldId="685"/>
        </pc:sldMkLst>
        <pc:spChg chg="mod">
          <ac:chgData name="John Hu" userId="213e45b8a479442b" providerId="LiveId" clId="{B8624A4D-3F62-4C4C-96BF-74DF236F5558}" dt="2025-06-13T02:29:15.672" v="5595" actId="113"/>
          <ac:spMkLst>
            <pc:docMk/>
            <pc:sldMk cId="777960044" sldId="685"/>
            <ac:spMk id="14" creationId="{4F296092-AA43-47F9-AD4A-B947C824F423}"/>
          </ac:spMkLst>
        </pc:spChg>
      </pc:sldChg>
      <pc:sldChg chg="delSp modSp add mod">
        <pc:chgData name="John Hu" userId="213e45b8a479442b" providerId="LiveId" clId="{B8624A4D-3F62-4C4C-96BF-74DF236F5558}" dt="2025-06-11T08:26:02.255" v="2966" actId="20577"/>
        <pc:sldMkLst>
          <pc:docMk/>
          <pc:sldMk cId="2965544614" sldId="691"/>
        </pc:sldMkLst>
        <pc:spChg chg="mod">
          <ac:chgData name="John Hu" userId="213e45b8a479442b" providerId="LiveId" clId="{B8624A4D-3F62-4C4C-96BF-74DF236F5558}" dt="2025-06-10T06:43:51.613" v="154" actId="6549"/>
          <ac:spMkLst>
            <pc:docMk/>
            <pc:sldMk cId="2965544614" sldId="691"/>
            <ac:spMk id="2" creationId="{5888EE31-F44C-4034-8407-4C756F65702C}"/>
          </ac:spMkLst>
        </pc:spChg>
        <pc:spChg chg="del">
          <ac:chgData name="John Hu" userId="213e45b8a479442b" providerId="LiveId" clId="{B8624A4D-3F62-4C4C-96BF-74DF236F5558}" dt="2025-06-10T06:49:11.826" v="155" actId="478"/>
          <ac:spMkLst>
            <pc:docMk/>
            <pc:sldMk cId="2965544614" sldId="691"/>
            <ac:spMk id="6" creationId="{22C2B4DA-1086-46B7-8F66-2C883AFBE40F}"/>
          </ac:spMkLst>
        </pc:spChg>
        <pc:spChg chg="mod">
          <ac:chgData name="John Hu" userId="213e45b8a479442b" providerId="LiveId" clId="{B8624A4D-3F62-4C4C-96BF-74DF236F5558}" dt="2025-06-11T02:15:10.592" v="1075" actId="1038"/>
          <ac:spMkLst>
            <pc:docMk/>
            <pc:sldMk cId="2965544614" sldId="691"/>
            <ac:spMk id="7" creationId="{3709CE55-5CD9-F916-1B27-7613EDC56FFA}"/>
          </ac:spMkLst>
        </pc:spChg>
        <pc:spChg chg="mod">
          <ac:chgData name="John Hu" userId="213e45b8a479442b" providerId="LiveId" clId="{B8624A4D-3F62-4C4C-96BF-74DF236F5558}" dt="2025-06-11T08:26:02.255" v="2966" actId="20577"/>
          <ac:spMkLst>
            <pc:docMk/>
            <pc:sldMk cId="2965544614" sldId="691"/>
            <ac:spMk id="8" creationId="{36177B38-43AB-4398-968B-448F8F0E5F49}"/>
          </ac:spMkLst>
        </pc:spChg>
        <pc:spChg chg="mod">
          <ac:chgData name="John Hu" userId="213e45b8a479442b" providerId="LiveId" clId="{B8624A4D-3F62-4C4C-96BF-74DF236F5558}" dt="2025-06-10T06:49:20.212" v="158" actId="1076"/>
          <ac:spMkLst>
            <pc:docMk/>
            <pc:sldMk cId="2965544614" sldId="691"/>
            <ac:spMk id="12" creationId="{632F0707-9B46-1BFA-BE93-A43C8F886C7D}"/>
          </ac:spMkLst>
        </pc:spChg>
      </pc:sldChg>
      <pc:sldChg chg="addSp delSp modSp add mod ord">
        <pc:chgData name="John Hu" userId="213e45b8a479442b" providerId="LiveId" clId="{B8624A4D-3F62-4C4C-96BF-74DF236F5558}" dt="2025-06-10T07:59:59.258" v="1067" actId="2710"/>
        <pc:sldMkLst>
          <pc:docMk/>
          <pc:sldMk cId="2081833614" sldId="692"/>
        </pc:sldMkLst>
        <pc:spChg chg="del">
          <ac:chgData name="John Hu" userId="213e45b8a479442b" providerId="LiveId" clId="{B8624A4D-3F62-4C4C-96BF-74DF236F5558}" dt="2025-06-10T07:39:50.470" v="1033" actId="478"/>
          <ac:spMkLst>
            <pc:docMk/>
            <pc:sldMk cId="2081833614" sldId="692"/>
            <ac:spMk id="7" creationId="{098E2A48-303C-4174-B7F9-B7DF985E5A28}"/>
          </ac:spMkLst>
        </pc:spChg>
        <pc:spChg chg="mod">
          <ac:chgData name="John Hu" userId="213e45b8a479442b" providerId="LiveId" clId="{B8624A4D-3F62-4C4C-96BF-74DF236F5558}" dt="2025-06-10T07:03:45.408" v="185" actId="14100"/>
          <ac:spMkLst>
            <pc:docMk/>
            <pc:sldMk cId="2081833614" sldId="692"/>
            <ac:spMk id="8" creationId="{36177B38-43AB-4398-968B-448F8F0E5F49}"/>
          </ac:spMkLst>
        </pc:spChg>
        <pc:spChg chg="add mod">
          <ac:chgData name="John Hu" userId="213e45b8a479442b" providerId="LiveId" clId="{B8624A4D-3F62-4C4C-96BF-74DF236F5558}" dt="2025-06-10T07:59:59.258" v="1067" actId="2710"/>
          <ac:spMkLst>
            <pc:docMk/>
            <pc:sldMk cId="2081833614" sldId="692"/>
            <ac:spMk id="9" creationId="{9DE251A5-314E-4FCC-B998-E35646481FF2}"/>
          </ac:spMkLst>
        </pc:spChg>
        <pc:spChg chg="del">
          <ac:chgData name="John Hu" userId="213e45b8a479442b" providerId="LiveId" clId="{B8624A4D-3F62-4C4C-96BF-74DF236F5558}" dt="2025-06-10T07:39:50.470" v="1033" actId="478"/>
          <ac:spMkLst>
            <pc:docMk/>
            <pc:sldMk cId="2081833614" sldId="692"/>
            <ac:spMk id="14" creationId="{4F296092-AA43-47F9-AD4A-B947C824F423}"/>
          </ac:spMkLst>
        </pc:spChg>
        <pc:spChg chg="mod">
          <ac:chgData name="John Hu" userId="213e45b8a479442b" providerId="LiveId" clId="{B8624A4D-3F62-4C4C-96BF-74DF236F5558}" dt="2025-06-10T07:39:59.215" v="1036" actId="1076"/>
          <ac:spMkLst>
            <pc:docMk/>
            <pc:sldMk cId="2081833614" sldId="692"/>
            <ac:spMk id="15" creationId="{105FDC84-6345-484D-AF92-17AB004B1808}"/>
          </ac:spMkLst>
        </pc:spChg>
      </pc:sldChg>
      <pc:sldChg chg="add">
        <pc:chgData name="John Hu" userId="213e45b8a479442b" providerId="LiveId" clId="{B8624A4D-3F62-4C4C-96BF-74DF236F5558}" dt="2025-06-10T07:03:56.454" v="186"/>
        <pc:sldMkLst>
          <pc:docMk/>
          <pc:sldMk cId="2684458445" sldId="693"/>
        </pc:sldMkLst>
      </pc:sldChg>
      <pc:sldChg chg="modSp mod">
        <pc:chgData name="John Hu" userId="213e45b8a479442b" providerId="LiveId" clId="{B8624A4D-3F62-4C4C-96BF-74DF236F5558}" dt="2025-06-13T02:29:54.254" v="5603" actId="403"/>
        <pc:sldMkLst>
          <pc:docMk/>
          <pc:sldMk cId="2310561485" sldId="695"/>
        </pc:sldMkLst>
        <pc:spChg chg="mod">
          <ac:chgData name="John Hu" userId="213e45b8a479442b" providerId="LiveId" clId="{B8624A4D-3F62-4C4C-96BF-74DF236F5558}" dt="2025-06-13T02:29:54.254" v="5603" actId="403"/>
          <ac:spMkLst>
            <pc:docMk/>
            <pc:sldMk cId="2310561485" sldId="695"/>
            <ac:spMk id="4" creationId="{098E2A48-303C-4174-B7F9-B7DF985E5A28}"/>
          </ac:spMkLst>
        </pc:spChg>
        <pc:spChg chg="mod">
          <ac:chgData name="John Hu" userId="213e45b8a479442b" providerId="LiveId" clId="{B8624A4D-3F62-4C4C-96BF-74DF236F5558}" dt="2025-06-13T02:29:50.548" v="5602" actId="1076"/>
          <ac:spMkLst>
            <pc:docMk/>
            <pc:sldMk cId="2310561485" sldId="695"/>
            <ac:spMk id="10" creationId="{3D0DCEE4-9BF5-2E99-4EB0-7BB210DDB13B}"/>
          </ac:spMkLst>
        </pc:spChg>
      </pc:sldChg>
      <pc:sldChg chg="addSp modSp mod">
        <pc:chgData name="John Hu" userId="213e45b8a479442b" providerId="LiveId" clId="{B8624A4D-3F62-4C4C-96BF-74DF236F5558}" dt="2025-06-13T02:29:24.028" v="5596" actId="1076"/>
        <pc:sldMkLst>
          <pc:docMk/>
          <pc:sldMk cId="3023716203" sldId="697"/>
        </pc:sldMkLst>
        <pc:spChg chg="mod">
          <ac:chgData name="John Hu" userId="213e45b8a479442b" providerId="LiveId" clId="{B8624A4D-3F62-4C4C-96BF-74DF236F5558}" dt="2025-06-13T02:28:50.339" v="5590" actId="20577"/>
          <ac:spMkLst>
            <pc:docMk/>
            <pc:sldMk cId="3023716203" sldId="697"/>
            <ac:spMk id="5" creationId="{9C08E9B3-A6E4-F6E5-66CF-C7F40E1361C8}"/>
          </ac:spMkLst>
        </pc:spChg>
        <pc:spChg chg="mod">
          <ac:chgData name="John Hu" userId="213e45b8a479442b" providerId="LiveId" clId="{B8624A4D-3F62-4C4C-96BF-74DF236F5558}" dt="2025-06-13T02:29:24.028" v="5596" actId="1076"/>
          <ac:spMkLst>
            <pc:docMk/>
            <pc:sldMk cId="3023716203" sldId="697"/>
            <ac:spMk id="9" creationId="{6FB24BDF-A38D-D01B-F355-A34F350D8F86}"/>
          </ac:spMkLst>
        </pc:spChg>
        <pc:spChg chg="add mod">
          <ac:chgData name="John Hu" userId="213e45b8a479442b" providerId="LiveId" clId="{B8624A4D-3F62-4C4C-96BF-74DF236F5558}" dt="2025-06-13T02:29:01.703" v="5592" actId="1076"/>
          <ac:spMkLst>
            <pc:docMk/>
            <pc:sldMk cId="3023716203" sldId="697"/>
            <ac:spMk id="10" creationId="{19D034E2-E975-428D-ADB5-2A77F61AF60E}"/>
          </ac:spMkLst>
        </pc:spChg>
      </pc:sldChg>
      <pc:sldChg chg="modSp mod">
        <pc:chgData name="John Hu" userId="213e45b8a479442b" providerId="LiveId" clId="{B8624A4D-3F62-4C4C-96BF-74DF236F5558}" dt="2025-06-13T02:29:30.082" v="5598" actId="403"/>
        <pc:sldMkLst>
          <pc:docMk/>
          <pc:sldMk cId="1679578011" sldId="698"/>
        </pc:sldMkLst>
        <pc:spChg chg="mod">
          <ac:chgData name="John Hu" userId="213e45b8a479442b" providerId="LiveId" clId="{B8624A4D-3F62-4C4C-96BF-74DF236F5558}" dt="2025-06-13T02:29:30.082" v="5598" actId="403"/>
          <ac:spMkLst>
            <pc:docMk/>
            <pc:sldMk cId="1679578011" sldId="698"/>
            <ac:spMk id="5" creationId="{06623C7D-E7D4-387F-1B68-938D20E67FAB}"/>
          </ac:spMkLst>
        </pc:spChg>
      </pc:sldChg>
      <pc:sldChg chg="addSp delSp modSp add mod">
        <pc:chgData name="John Hu" userId="213e45b8a479442b" providerId="LiveId" clId="{B8624A4D-3F62-4C4C-96BF-74DF236F5558}" dt="2025-06-13T02:31:48.799" v="5620" actId="1076"/>
        <pc:sldMkLst>
          <pc:docMk/>
          <pc:sldMk cId="1617249267" sldId="706"/>
        </pc:sldMkLst>
        <pc:spChg chg="mod">
          <ac:chgData name="John Hu" userId="213e45b8a479442b" providerId="LiveId" clId="{B8624A4D-3F62-4C4C-96BF-74DF236F5558}" dt="2025-06-11T01:12:06.473" v="1070" actId="20577"/>
          <ac:spMkLst>
            <pc:docMk/>
            <pc:sldMk cId="1617249267" sldId="706"/>
            <ac:spMk id="2" creationId="{5888EE31-F44C-4034-8407-4C756F65702C}"/>
          </ac:spMkLst>
        </pc:spChg>
        <pc:spChg chg="del mod">
          <ac:chgData name="John Hu" userId="213e45b8a479442b" providerId="LiveId" clId="{B8624A4D-3F62-4C4C-96BF-74DF236F5558}" dt="2025-06-11T02:15:30.682" v="1076" actId="478"/>
          <ac:spMkLst>
            <pc:docMk/>
            <pc:sldMk cId="1617249267" sldId="706"/>
            <ac:spMk id="7" creationId="{3709CE55-5CD9-F916-1B27-7613EDC56FFA}"/>
          </ac:spMkLst>
        </pc:spChg>
        <pc:spChg chg="mod">
          <ac:chgData name="John Hu" userId="213e45b8a479442b" providerId="LiveId" clId="{B8624A4D-3F62-4C4C-96BF-74DF236F5558}" dt="2025-06-11T02:15:55.736" v="1091" actId="20577"/>
          <ac:spMkLst>
            <pc:docMk/>
            <pc:sldMk cId="1617249267" sldId="706"/>
            <ac:spMk id="8" creationId="{36177B38-43AB-4398-968B-448F8F0E5F49}"/>
          </ac:spMkLst>
        </pc:spChg>
        <pc:spChg chg="del mod">
          <ac:chgData name="John Hu" userId="213e45b8a479442b" providerId="LiveId" clId="{B8624A4D-3F62-4C4C-96BF-74DF236F5558}" dt="2025-06-11T02:15:30.682" v="1076" actId="478"/>
          <ac:spMkLst>
            <pc:docMk/>
            <pc:sldMk cId="1617249267" sldId="706"/>
            <ac:spMk id="12" creationId="{632F0707-9B46-1BFA-BE93-A43C8F886C7D}"/>
          </ac:spMkLst>
        </pc:spChg>
        <pc:picChg chg="add del mod">
          <ac:chgData name="John Hu" userId="213e45b8a479442b" providerId="LiveId" clId="{B8624A4D-3F62-4C4C-96BF-74DF236F5558}" dt="2025-06-13T02:30:32.895" v="5605" actId="478"/>
          <ac:picMkLst>
            <pc:docMk/>
            <pc:sldMk cId="1617249267" sldId="706"/>
            <ac:picMk id="4" creationId="{F3917E29-DC8A-4A36-A0A1-9A85685E969D}"/>
          </ac:picMkLst>
        </pc:picChg>
        <pc:picChg chg="add del mod">
          <ac:chgData name="John Hu" userId="213e45b8a479442b" providerId="LiveId" clId="{B8624A4D-3F62-4C4C-96BF-74DF236F5558}" dt="2025-06-13T02:31:13.473" v="5613" actId="22"/>
          <ac:picMkLst>
            <pc:docMk/>
            <pc:sldMk cId="1617249267" sldId="706"/>
            <ac:picMk id="6" creationId="{58B648C4-3494-4C7F-B7BC-B0C0CC0186F4}"/>
          </ac:picMkLst>
        </pc:picChg>
        <pc:picChg chg="add mod">
          <ac:chgData name="John Hu" userId="213e45b8a479442b" providerId="LiveId" clId="{B8624A4D-3F62-4C4C-96BF-74DF236F5558}" dt="2025-06-13T02:31:48.799" v="5620" actId="1076"/>
          <ac:picMkLst>
            <pc:docMk/>
            <pc:sldMk cId="1617249267" sldId="706"/>
            <ac:picMk id="9" creationId="{5AC3627B-89D8-4E00-A161-6D0535F59C99}"/>
          </ac:picMkLst>
        </pc:picChg>
      </pc:sldChg>
      <pc:sldChg chg="addSp delSp modSp add mod">
        <pc:chgData name="John Hu" userId="213e45b8a479442b" providerId="LiveId" clId="{B8624A4D-3F62-4C4C-96BF-74DF236F5558}" dt="2025-06-11T08:31:15.219" v="3054" actId="20577"/>
        <pc:sldMkLst>
          <pc:docMk/>
          <pc:sldMk cId="1838201629" sldId="707"/>
        </pc:sldMkLst>
        <pc:spChg chg="mod">
          <ac:chgData name="John Hu" userId="213e45b8a479442b" providerId="LiveId" clId="{B8624A4D-3F62-4C4C-96BF-74DF236F5558}" dt="2025-06-11T07:12:08.951" v="1100" actId="6549"/>
          <ac:spMkLst>
            <pc:docMk/>
            <pc:sldMk cId="1838201629" sldId="707"/>
            <ac:spMk id="2" creationId="{5888EE31-F44C-4034-8407-4C756F65702C}"/>
          </ac:spMkLst>
        </pc:spChg>
        <pc:spChg chg="del mod">
          <ac:chgData name="John Hu" userId="213e45b8a479442b" providerId="LiveId" clId="{B8624A4D-3F62-4C4C-96BF-74DF236F5558}" dt="2025-06-11T07:47:46.135" v="1937" actId="478"/>
          <ac:spMkLst>
            <pc:docMk/>
            <pc:sldMk cId="1838201629" sldId="707"/>
            <ac:spMk id="7" creationId="{3709CE55-5CD9-F916-1B27-7613EDC56FFA}"/>
          </ac:spMkLst>
        </pc:spChg>
        <pc:spChg chg="mod">
          <ac:chgData name="John Hu" userId="213e45b8a479442b" providerId="LiveId" clId="{B8624A4D-3F62-4C4C-96BF-74DF236F5558}" dt="2025-06-11T08:31:15.219" v="3054" actId="20577"/>
          <ac:spMkLst>
            <pc:docMk/>
            <pc:sldMk cId="1838201629" sldId="707"/>
            <ac:spMk id="8" creationId="{36177B38-43AB-4398-968B-448F8F0E5F49}"/>
          </ac:spMkLst>
        </pc:spChg>
        <pc:graphicFrameChg chg="add mod modGraphic">
          <ac:chgData name="John Hu" userId="213e45b8a479442b" providerId="LiveId" clId="{B8624A4D-3F62-4C4C-96BF-74DF236F5558}" dt="2025-06-11T07:58:08.658" v="2262" actId="20577"/>
          <ac:graphicFrameMkLst>
            <pc:docMk/>
            <pc:sldMk cId="1838201629" sldId="707"/>
            <ac:graphicFrameMk id="3" creationId="{291F2118-E2F0-4710-ADAE-9F95B5B05272}"/>
          </ac:graphicFrameMkLst>
        </pc:graphicFrameChg>
      </pc:sldChg>
      <pc:sldChg chg="modSp add mod">
        <pc:chgData name="John Hu" userId="213e45b8a479442b" providerId="LiveId" clId="{B8624A4D-3F62-4C4C-96BF-74DF236F5558}" dt="2025-06-11T08:24:24.371" v="2930" actId="1076"/>
        <pc:sldMkLst>
          <pc:docMk/>
          <pc:sldMk cId="2052095577" sldId="708"/>
        </pc:sldMkLst>
        <pc:spChg chg="mod">
          <ac:chgData name="John Hu" userId="213e45b8a479442b" providerId="LiveId" clId="{B8624A4D-3F62-4C4C-96BF-74DF236F5558}" dt="2025-06-11T07:59:04.074" v="2318" actId="20577"/>
          <ac:spMkLst>
            <pc:docMk/>
            <pc:sldMk cId="2052095577" sldId="708"/>
            <ac:spMk id="8" creationId="{36177B38-43AB-4398-968B-448F8F0E5F49}"/>
          </ac:spMkLst>
        </pc:spChg>
        <pc:graphicFrameChg chg="mod modGraphic">
          <ac:chgData name="John Hu" userId="213e45b8a479442b" providerId="LiveId" clId="{B8624A4D-3F62-4C4C-96BF-74DF236F5558}" dt="2025-06-11T08:24:24.371" v="2930" actId="1076"/>
          <ac:graphicFrameMkLst>
            <pc:docMk/>
            <pc:sldMk cId="2052095577" sldId="708"/>
            <ac:graphicFrameMk id="3" creationId="{291F2118-E2F0-4710-ADAE-9F95B5B05272}"/>
          </ac:graphicFrameMkLst>
        </pc:graphicFrameChg>
      </pc:sldChg>
      <pc:sldChg chg="addSp delSp modSp mod">
        <pc:chgData name="John Hu" userId="213e45b8a479442b" providerId="LiveId" clId="{B8624A4D-3F62-4C4C-96BF-74DF236F5558}" dt="2025-06-12T02:59:13.879" v="3731"/>
        <pc:sldMkLst>
          <pc:docMk/>
          <pc:sldMk cId="3681262451" sldId="709"/>
        </pc:sldMkLst>
        <pc:spChg chg="mod">
          <ac:chgData name="John Hu" userId="213e45b8a479442b" providerId="LiveId" clId="{B8624A4D-3F62-4C4C-96BF-74DF236F5558}" dt="2025-06-12T02:59:13.879" v="3731"/>
          <ac:spMkLst>
            <pc:docMk/>
            <pc:sldMk cId="3681262451" sldId="709"/>
            <ac:spMk id="2" creationId="{5888EE31-F44C-4034-8407-4C756F65702C}"/>
          </ac:spMkLst>
        </pc:spChg>
        <pc:spChg chg="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3" creationId="{349C1F7F-F8F4-359C-203D-52F85542A6B9}"/>
          </ac:spMkLst>
        </pc:spChg>
        <pc:spChg chg="add 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4" creationId="{7DC975EB-FCD5-40E9-9FAB-944FBFF5332C}"/>
          </ac:spMkLst>
        </pc:spChg>
        <pc:spChg chg="add mod">
          <ac:chgData name="John Hu" userId="213e45b8a479442b" providerId="LiveId" clId="{B8624A4D-3F62-4C4C-96BF-74DF236F5558}" dt="2025-06-12T02:57:19.611" v="3727" actId="20577"/>
          <ac:spMkLst>
            <pc:docMk/>
            <pc:sldMk cId="3681262451" sldId="709"/>
            <ac:spMk id="5" creationId="{38EC5B50-65E4-4B78-8B7B-2D1CE07E31F2}"/>
          </ac:spMkLst>
        </pc:spChg>
        <pc:spChg chg="del">
          <ac:chgData name="John Hu" userId="213e45b8a479442b" providerId="LiveId" clId="{B8624A4D-3F62-4C4C-96BF-74DF236F5558}" dt="2025-06-12T02:51:16.671" v="3217" actId="478"/>
          <ac:spMkLst>
            <pc:docMk/>
            <pc:sldMk cId="3681262451" sldId="709"/>
            <ac:spMk id="9" creationId="{C00EB464-949D-F80D-F8C1-97CDD148D443}"/>
          </ac:spMkLst>
        </pc:spChg>
        <pc:spChg chg="add 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10" creationId="{12912E28-E0C6-4D0C-80CD-D52EDFB6D856}"/>
          </ac:spMkLst>
        </pc:spChg>
        <pc:spChg chg="add 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11" creationId="{E76F0AB7-5BE3-4FF8-B582-7A4B3420DF4E}"/>
          </ac:spMkLst>
        </pc:spChg>
        <pc:spChg chg="add 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12" creationId="{422A3E82-EBCF-46B2-BDFE-428F21FE99B2}"/>
          </ac:spMkLst>
        </pc:spChg>
        <pc:spChg chg="add 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13" creationId="{0AFB31E6-FF6E-4FE1-91E2-1A3447C1BD2F}"/>
          </ac:spMkLst>
        </pc:spChg>
        <pc:spChg chg="add mod">
          <ac:chgData name="John Hu" userId="213e45b8a479442b" providerId="LiveId" clId="{B8624A4D-3F62-4C4C-96BF-74DF236F5558}" dt="2025-06-12T02:51:23.551" v="3218" actId="1076"/>
          <ac:spMkLst>
            <pc:docMk/>
            <pc:sldMk cId="3681262451" sldId="709"/>
            <ac:spMk id="14" creationId="{A53F4CB3-BD53-4DE6-8E22-8A8DBB918ED0}"/>
          </ac:spMkLst>
        </pc:spChg>
        <pc:spChg chg="add mod">
          <ac:chgData name="John Hu" userId="213e45b8a479442b" providerId="LiveId" clId="{B8624A4D-3F62-4C4C-96BF-74DF236F5558}" dt="2025-06-12T02:56:59.945" v="3724" actId="20577"/>
          <ac:spMkLst>
            <pc:docMk/>
            <pc:sldMk cId="3681262451" sldId="709"/>
            <ac:spMk id="31" creationId="{A698F779-B637-44A8-B1DC-75342FE47077}"/>
          </ac:spMkLst>
        </pc:spChg>
        <pc:picChg chg="del mod">
          <ac:chgData name="John Hu" userId="213e45b8a479442b" providerId="LiveId" clId="{B8624A4D-3F62-4C4C-96BF-74DF236F5558}" dt="2025-06-12T02:49:51.166" v="3168" actId="478"/>
          <ac:picMkLst>
            <pc:docMk/>
            <pc:sldMk cId="3681262451" sldId="709"/>
            <ac:picMk id="6" creationId="{CC91DE0B-E699-70C4-30E0-60B563A00A93}"/>
          </ac:picMkLst>
        </pc:picChg>
        <pc:cxnChg chg="add mod">
          <ac:chgData name="John Hu" userId="213e45b8a479442b" providerId="LiveId" clId="{B8624A4D-3F62-4C4C-96BF-74DF236F5558}" dt="2025-06-12T02:51:23.551" v="3218" actId="1076"/>
          <ac:cxnSpMkLst>
            <pc:docMk/>
            <pc:sldMk cId="3681262451" sldId="709"/>
            <ac:cxnSpMk id="15" creationId="{15B6FBDA-D32B-4600-BC0C-915C3FDF054E}"/>
          </ac:cxnSpMkLst>
        </pc:cxnChg>
        <pc:cxnChg chg="add mod">
          <ac:chgData name="John Hu" userId="213e45b8a479442b" providerId="LiveId" clId="{B8624A4D-3F62-4C4C-96BF-74DF236F5558}" dt="2025-06-12T02:51:23.551" v="3218" actId="1076"/>
          <ac:cxnSpMkLst>
            <pc:docMk/>
            <pc:sldMk cId="3681262451" sldId="709"/>
            <ac:cxnSpMk id="18" creationId="{C4150BF4-EF12-4FA1-9D00-E97749C1B094}"/>
          </ac:cxnSpMkLst>
        </pc:cxnChg>
        <pc:cxnChg chg="add mod">
          <ac:chgData name="John Hu" userId="213e45b8a479442b" providerId="LiveId" clId="{B8624A4D-3F62-4C4C-96BF-74DF236F5558}" dt="2025-06-12T02:51:23.551" v="3218" actId="1076"/>
          <ac:cxnSpMkLst>
            <pc:docMk/>
            <pc:sldMk cId="3681262451" sldId="709"/>
            <ac:cxnSpMk id="20" creationId="{358E5B46-F39B-4917-B497-396937F6DB19}"/>
          </ac:cxnSpMkLst>
        </pc:cxnChg>
        <pc:cxnChg chg="add mod">
          <ac:chgData name="John Hu" userId="213e45b8a479442b" providerId="LiveId" clId="{B8624A4D-3F62-4C4C-96BF-74DF236F5558}" dt="2025-06-12T02:51:23.551" v="3218" actId="1076"/>
          <ac:cxnSpMkLst>
            <pc:docMk/>
            <pc:sldMk cId="3681262451" sldId="709"/>
            <ac:cxnSpMk id="22" creationId="{F84F20BD-6275-4FAD-ABB6-14321CDBAE92}"/>
          </ac:cxnSpMkLst>
        </pc:cxnChg>
        <pc:cxnChg chg="add mod">
          <ac:chgData name="John Hu" userId="213e45b8a479442b" providerId="LiveId" clId="{B8624A4D-3F62-4C4C-96BF-74DF236F5558}" dt="2025-06-12T02:51:23.551" v="3218" actId="1076"/>
          <ac:cxnSpMkLst>
            <pc:docMk/>
            <pc:sldMk cId="3681262451" sldId="709"/>
            <ac:cxnSpMk id="24" creationId="{F5248DE2-0679-4EFA-94E8-9CA7BE2DAEFD}"/>
          </ac:cxnSpMkLst>
        </pc:cxnChg>
        <pc:cxnChg chg="add mod">
          <ac:chgData name="John Hu" userId="213e45b8a479442b" providerId="LiveId" clId="{B8624A4D-3F62-4C4C-96BF-74DF236F5558}" dt="2025-06-12T02:51:23.551" v="3218" actId="1076"/>
          <ac:cxnSpMkLst>
            <pc:docMk/>
            <pc:sldMk cId="3681262451" sldId="709"/>
            <ac:cxnSpMk id="26" creationId="{84E91C9F-0B09-4491-A509-ACABA11967E1}"/>
          </ac:cxnSpMkLst>
        </pc:cxnChg>
      </pc:sldChg>
      <pc:sldChg chg="addSp delSp modSp add mod">
        <pc:chgData name="John Hu" userId="213e45b8a479442b" providerId="LiveId" clId="{B8624A4D-3F62-4C4C-96BF-74DF236F5558}" dt="2025-06-11T08:31:52.857" v="3058" actId="1076"/>
        <pc:sldMkLst>
          <pc:docMk/>
          <pc:sldMk cId="3978820331" sldId="709"/>
        </pc:sldMkLst>
        <pc:spChg chg="mod">
          <ac:chgData name="John Hu" userId="213e45b8a479442b" providerId="LiveId" clId="{B8624A4D-3F62-4C4C-96BF-74DF236F5558}" dt="2025-06-11T08:26:10.585" v="2968" actId="20577"/>
          <ac:spMkLst>
            <pc:docMk/>
            <pc:sldMk cId="3978820331" sldId="709"/>
            <ac:spMk id="2" creationId="{5888EE31-F44C-4034-8407-4C756F65702C}"/>
          </ac:spMkLst>
        </pc:spChg>
        <pc:spChg chg="add mod">
          <ac:chgData name="John Hu" userId="213e45b8a479442b" providerId="LiveId" clId="{B8624A4D-3F62-4C4C-96BF-74DF236F5558}" dt="2025-06-11T08:31:52.857" v="3058" actId="1076"/>
          <ac:spMkLst>
            <pc:docMk/>
            <pc:sldMk cId="3978820331" sldId="709"/>
            <ac:spMk id="6" creationId="{9B5FEB91-2A94-4D88-BC5C-4C8EEE5EDD17}"/>
          </ac:spMkLst>
        </pc:spChg>
        <pc:spChg chg="add del mod">
          <ac:chgData name="John Hu" userId="213e45b8a479442b" providerId="LiveId" clId="{B8624A4D-3F62-4C4C-96BF-74DF236F5558}" dt="2025-06-11T08:29:11.812" v="3014" actId="1076"/>
          <ac:spMkLst>
            <pc:docMk/>
            <pc:sldMk cId="3978820331" sldId="709"/>
            <ac:spMk id="7" creationId="{3709CE55-5CD9-F916-1B27-7613EDC56FFA}"/>
          </ac:spMkLst>
        </pc:spChg>
        <pc:spChg chg="mod">
          <ac:chgData name="John Hu" userId="213e45b8a479442b" providerId="LiveId" clId="{B8624A4D-3F62-4C4C-96BF-74DF236F5558}" dt="2025-06-11T08:25:13.402" v="2952" actId="20577"/>
          <ac:spMkLst>
            <pc:docMk/>
            <pc:sldMk cId="3978820331" sldId="709"/>
            <ac:spMk id="8" creationId="{36177B38-43AB-4398-968B-448F8F0E5F49}"/>
          </ac:spMkLst>
        </pc:spChg>
      </pc:sldChg>
      <pc:sldChg chg="addSp modSp mod">
        <pc:chgData name="John Hu" userId="213e45b8a479442b" providerId="LiveId" clId="{B8624A4D-3F62-4C4C-96BF-74DF236F5558}" dt="2025-06-12T03:02:23.058" v="3941" actId="1076"/>
        <pc:sldMkLst>
          <pc:docMk/>
          <pc:sldMk cId="1442365393" sldId="710"/>
        </pc:sldMkLst>
        <pc:spChg chg="mod">
          <ac:chgData name="John Hu" userId="213e45b8a479442b" providerId="LiveId" clId="{B8624A4D-3F62-4C4C-96BF-74DF236F5558}" dt="2025-06-12T02:59:16.820" v="3732"/>
          <ac:spMkLst>
            <pc:docMk/>
            <pc:sldMk cId="1442365393" sldId="710"/>
            <ac:spMk id="2" creationId="{5888EE31-F44C-4034-8407-4C756F65702C}"/>
          </ac:spMkLst>
        </pc:spChg>
        <pc:spChg chg="add mod">
          <ac:chgData name="John Hu" userId="213e45b8a479442b" providerId="LiveId" clId="{B8624A4D-3F62-4C4C-96BF-74DF236F5558}" dt="2025-06-12T03:01:39.791" v="3940" actId="20577"/>
          <ac:spMkLst>
            <pc:docMk/>
            <pc:sldMk cId="1442365393" sldId="710"/>
            <ac:spMk id="7" creationId="{A718FABD-A8F6-4EA6-9A27-01FF31054876}"/>
          </ac:spMkLst>
        </pc:spChg>
        <pc:spChg chg="mod">
          <ac:chgData name="John Hu" userId="213e45b8a479442b" providerId="LiveId" clId="{B8624A4D-3F62-4C4C-96BF-74DF236F5558}" dt="2025-06-12T02:59:32.641" v="3738" actId="6549"/>
          <ac:spMkLst>
            <pc:docMk/>
            <pc:sldMk cId="1442365393" sldId="710"/>
            <ac:spMk id="8" creationId="{36177B38-43AB-4398-968B-448F8F0E5F49}"/>
          </ac:spMkLst>
        </pc:spChg>
        <pc:spChg chg="mod">
          <ac:chgData name="John Hu" userId="213e45b8a479442b" providerId="LiveId" clId="{B8624A4D-3F62-4C4C-96BF-74DF236F5558}" dt="2025-06-12T03:02:23.058" v="3941" actId="1076"/>
          <ac:spMkLst>
            <pc:docMk/>
            <pc:sldMk cId="1442365393" sldId="710"/>
            <ac:spMk id="9" creationId="{C00EB464-949D-F80D-F8C1-97CDD148D443}"/>
          </ac:spMkLst>
        </pc:spChg>
      </pc:sldChg>
      <pc:sldChg chg="addSp modSp add mod">
        <pc:chgData name="John Hu" userId="213e45b8a479442b" providerId="LiveId" clId="{B8624A4D-3F62-4C4C-96BF-74DF236F5558}" dt="2025-06-12T07:14:10.549" v="4938" actId="6549"/>
        <pc:sldMkLst>
          <pc:docMk/>
          <pc:sldMk cId="2838745354" sldId="711"/>
        </pc:sldMkLst>
        <pc:spChg chg="mod">
          <ac:chgData name="John Hu" userId="213e45b8a479442b" providerId="LiveId" clId="{B8624A4D-3F62-4C4C-96BF-74DF236F5558}" dt="2025-06-12T04:33:00.191" v="4019" actId="20577"/>
          <ac:spMkLst>
            <pc:docMk/>
            <pc:sldMk cId="2838745354" sldId="711"/>
            <ac:spMk id="7" creationId="{A718FABD-A8F6-4EA6-9A27-01FF31054876}"/>
          </ac:spMkLst>
        </pc:spChg>
        <pc:spChg chg="mod">
          <ac:chgData name="John Hu" userId="213e45b8a479442b" providerId="LiveId" clId="{B8624A4D-3F62-4C4C-96BF-74DF236F5558}" dt="2025-06-12T04:55:24.906" v="4050" actId="1076"/>
          <ac:spMkLst>
            <pc:docMk/>
            <pc:sldMk cId="2838745354" sldId="711"/>
            <ac:spMk id="9" creationId="{C00EB464-949D-F80D-F8C1-97CDD148D443}"/>
          </ac:spMkLst>
        </pc:spChg>
        <pc:spChg chg="add mod">
          <ac:chgData name="John Hu" userId="213e45b8a479442b" providerId="LiveId" clId="{B8624A4D-3F62-4C4C-96BF-74DF236F5558}" dt="2025-06-12T07:14:10.549" v="4938" actId="6549"/>
          <ac:spMkLst>
            <pc:docMk/>
            <pc:sldMk cId="2838745354" sldId="711"/>
            <ac:spMk id="10" creationId="{D460B427-5DC0-466E-8FFE-6BA8ED7F9624}"/>
          </ac:spMkLst>
        </pc:spChg>
        <pc:spChg chg="add mod">
          <ac:chgData name="John Hu" userId="213e45b8a479442b" providerId="LiveId" clId="{B8624A4D-3F62-4C4C-96BF-74DF236F5558}" dt="2025-06-12T05:09:19.487" v="4095" actId="1076"/>
          <ac:spMkLst>
            <pc:docMk/>
            <pc:sldMk cId="2838745354" sldId="711"/>
            <ac:spMk id="11" creationId="{46590A38-BDAD-45F1-952C-958C2255D6E5}"/>
          </ac:spMkLst>
        </pc:spChg>
        <pc:spChg chg="add mod">
          <ac:chgData name="John Hu" userId="213e45b8a479442b" providerId="LiveId" clId="{B8624A4D-3F62-4C4C-96BF-74DF236F5558}" dt="2025-06-12T07:13:52.022" v="4920" actId="113"/>
          <ac:spMkLst>
            <pc:docMk/>
            <pc:sldMk cId="2838745354" sldId="711"/>
            <ac:spMk id="12" creationId="{8BFF7C02-54EA-426D-B341-0876D3CF2014}"/>
          </ac:spMkLst>
        </pc:spChg>
      </pc:sldChg>
      <pc:sldChg chg="addSp delSp modSp add mod">
        <pc:chgData name="John Hu" userId="213e45b8a479442b" providerId="LiveId" clId="{B8624A4D-3F62-4C4C-96BF-74DF236F5558}" dt="2025-06-12T07:28:40.097" v="5421"/>
        <pc:sldMkLst>
          <pc:docMk/>
          <pc:sldMk cId="2992987226" sldId="712"/>
        </pc:sldMkLst>
        <pc:spChg chg="mod">
          <ac:chgData name="John Hu" userId="213e45b8a479442b" providerId="LiveId" clId="{B8624A4D-3F62-4C4C-96BF-74DF236F5558}" dt="2025-06-12T07:09:44.713" v="4648" actId="1076"/>
          <ac:spMkLst>
            <pc:docMk/>
            <pc:sldMk cId="2992987226" sldId="712"/>
            <ac:spMk id="3" creationId="{349C1F7F-F8F4-359C-203D-52F85542A6B9}"/>
          </ac:spMkLst>
        </pc:spChg>
        <pc:spChg chg="mod">
          <ac:chgData name="John Hu" userId="213e45b8a479442b" providerId="LiveId" clId="{B8624A4D-3F62-4C4C-96BF-74DF236F5558}" dt="2025-06-12T07:08:21.160" v="4599" actId="1036"/>
          <ac:spMkLst>
            <pc:docMk/>
            <pc:sldMk cId="2992987226" sldId="712"/>
            <ac:spMk id="7" creationId="{A718FABD-A8F6-4EA6-9A27-01FF31054876}"/>
          </ac:spMkLst>
        </pc:spChg>
        <pc:spChg chg="mod">
          <ac:chgData name="John Hu" userId="213e45b8a479442b" providerId="LiveId" clId="{B8624A4D-3F62-4C4C-96BF-74DF236F5558}" dt="2025-06-12T07:08:17.552" v="4593" actId="1076"/>
          <ac:spMkLst>
            <pc:docMk/>
            <pc:sldMk cId="2992987226" sldId="712"/>
            <ac:spMk id="9" creationId="{C00EB464-949D-F80D-F8C1-97CDD148D443}"/>
          </ac:spMkLst>
        </pc:spChg>
        <pc:spChg chg="mod">
          <ac:chgData name="John Hu" userId="213e45b8a479442b" providerId="LiveId" clId="{B8624A4D-3F62-4C4C-96BF-74DF236F5558}" dt="2025-06-12T07:09:53.201" v="4650" actId="1076"/>
          <ac:spMkLst>
            <pc:docMk/>
            <pc:sldMk cId="2992987226" sldId="712"/>
            <ac:spMk id="10" creationId="{D460B427-5DC0-466E-8FFE-6BA8ED7F9624}"/>
          </ac:spMkLst>
        </pc:spChg>
        <pc:spChg chg="del">
          <ac:chgData name="John Hu" userId="213e45b8a479442b" providerId="LiveId" clId="{B8624A4D-3F62-4C4C-96BF-74DF236F5558}" dt="2025-06-12T05:12:14.282" v="4126" actId="478"/>
          <ac:spMkLst>
            <pc:docMk/>
            <pc:sldMk cId="2992987226" sldId="712"/>
            <ac:spMk id="11" creationId="{46590A38-BDAD-45F1-952C-958C2255D6E5}"/>
          </ac:spMkLst>
        </pc:spChg>
        <pc:spChg chg="del">
          <ac:chgData name="John Hu" userId="213e45b8a479442b" providerId="LiveId" clId="{B8624A4D-3F62-4C4C-96BF-74DF236F5558}" dt="2025-06-12T05:12:14.282" v="4126" actId="478"/>
          <ac:spMkLst>
            <pc:docMk/>
            <pc:sldMk cId="2992987226" sldId="712"/>
            <ac:spMk id="12" creationId="{8BFF7C02-54EA-426D-B341-0876D3CF2014}"/>
          </ac:spMkLst>
        </pc:spChg>
        <pc:spChg chg="add del mod">
          <ac:chgData name="John Hu" userId="213e45b8a479442b" providerId="LiveId" clId="{B8624A4D-3F62-4C4C-96BF-74DF236F5558}" dt="2025-06-12T06:41:03.339" v="4380" actId="478"/>
          <ac:spMkLst>
            <pc:docMk/>
            <pc:sldMk cId="2992987226" sldId="712"/>
            <ac:spMk id="13" creationId="{00BF72C5-3126-49E3-8C9F-BF1C0E4C4A01}"/>
          </ac:spMkLst>
        </pc:spChg>
        <pc:spChg chg="add del mod">
          <ac:chgData name="John Hu" userId="213e45b8a479442b" providerId="LiveId" clId="{B8624A4D-3F62-4C4C-96BF-74DF236F5558}" dt="2025-06-12T06:41:03.339" v="4380" actId="478"/>
          <ac:spMkLst>
            <pc:docMk/>
            <pc:sldMk cId="2992987226" sldId="712"/>
            <ac:spMk id="14" creationId="{EDE9EA2C-A645-4C6E-AC74-9B46C9DE01D5}"/>
          </ac:spMkLst>
        </pc:spChg>
        <pc:spChg chg="add mod">
          <ac:chgData name="John Hu" userId="213e45b8a479442b" providerId="LiveId" clId="{B8624A4D-3F62-4C4C-96BF-74DF236F5558}" dt="2025-06-12T07:10:18.914" v="4659" actId="1076"/>
          <ac:spMkLst>
            <pc:docMk/>
            <pc:sldMk cId="2992987226" sldId="712"/>
            <ac:spMk id="15" creationId="{7C1B79F7-19BE-43B7-9838-3CF7DA99E7CB}"/>
          </ac:spMkLst>
        </pc:spChg>
        <pc:spChg chg="add mod">
          <ac:chgData name="John Hu" userId="213e45b8a479442b" providerId="LiveId" clId="{B8624A4D-3F62-4C4C-96BF-74DF236F5558}" dt="2025-06-12T07:28:40.097" v="5421"/>
          <ac:spMkLst>
            <pc:docMk/>
            <pc:sldMk cId="2992987226" sldId="712"/>
            <ac:spMk id="16" creationId="{0ED2ED04-2BE7-4C2A-A277-AB616F9A7200}"/>
          </ac:spMkLst>
        </pc:spChg>
        <pc:spChg chg="add mod">
          <ac:chgData name="John Hu" userId="213e45b8a479442b" providerId="LiveId" clId="{B8624A4D-3F62-4C4C-96BF-74DF236F5558}" dt="2025-06-12T07:28:33.782" v="5420" actId="20577"/>
          <ac:spMkLst>
            <pc:docMk/>
            <pc:sldMk cId="2992987226" sldId="712"/>
            <ac:spMk id="17" creationId="{AAD785AC-6C4F-42E8-BEE2-7A76B5AE2FBC}"/>
          </ac:spMkLst>
        </pc:spChg>
        <pc:spChg chg="add del mod">
          <ac:chgData name="John Hu" userId="213e45b8a479442b" providerId="LiveId" clId="{B8624A4D-3F62-4C4C-96BF-74DF236F5558}" dt="2025-06-12T07:10:14.236" v="4658" actId="478"/>
          <ac:spMkLst>
            <pc:docMk/>
            <pc:sldMk cId="2992987226" sldId="712"/>
            <ac:spMk id="18" creationId="{CB9EB233-9B67-43AD-AD87-B755A5F6952C}"/>
          </ac:spMkLst>
        </pc:spChg>
        <pc:spChg chg="add mod">
          <ac:chgData name="John Hu" userId="213e45b8a479442b" providerId="LiveId" clId="{B8624A4D-3F62-4C4C-96BF-74DF236F5558}" dt="2025-06-12T07:09:58.732" v="4656" actId="20577"/>
          <ac:spMkLst>
            <pc:docMk/>
            <pc:sldMk cId="2992987226" sldId="712"/>
            <ac:spMk id="19" creationId="{13867EB4-B61D-4DFF-89A4-AA9567B9C350}"/>
          </ac:spMkLst>
        </pc:spChg>
        <pc:spChg chg="add mod">
          <ac:chgData name="John Hu" userId="213e45b8a479442b" providerId="LiveId" clId="{B8624A4D-3F62-4C4C-96BF-74DF236F5558}" dt="2025-06-12T07:11:03.076" v="4692" actId="20577"/>
          <ac:spMkLst>
            <pc:docMk/>
            <pc:sldMk cId="2992987226" sldId="712"/>
            <ac:spMk id="20" creationId="{4C42045B-F137-4D17-BF7C-D6EED08FDA17}"/>
          </ac:spMkLst>
        </pc:spChg>
      </pc:sldChg>
      <pc:sldChg chg="delSp modSp add del mod">
        <pc:chgData name="John Hu" userId="213e45b8a479442b" providerId="LiveId" clId="{B8624A4D-3F62-4C4C-96BF-74DF236F5558}" dt="2025-06-13T02:25:27.163" v="5496" actId="47"/>
        <pc:sldMkLst>
          <pc:docMk/>
          <pc:sldMk cId="1999127584" sldId="713"/>
        </pc:sldMkLst>
        <pc:spChg chg="mod">
          <ac:chgData name="John Hu" userId="213e45b8a479442b" providerId="LiveId" clId="{B8624A4D-3F62-4C4C-96BF-74DF236F5558}" dt="2025-06-12T07:29:33.887" v="5494" actId="20577"/>
          <ac:spMkLst>
            <pc:docMk/>
            <pc:sldMk cId="1999127584" sldId="713"/>
            <ac:spMk id="7" creationId="{A718FABD-A8F6-4EA6-9A27-01FF31054876}"/>
          </ac:spMkLst>
        </pc:spChg>
        <pc:spChg chg="mod">
          <ac:chgData name="John Hu" userId="213e45b8a479442b" providerId="LiveId" clId="{B8624A4D-3F62-4C4C-96BF-74DF236F5558}" dt="2025-06-12T07:29:07.248" v="5425"/>
          <ac:spMkLst>
            <pc:docMk/>
            <pc:sldMk cId="1999127584" sldId="713"/>
            <ac:spMk id="8" creationId="{36177B38-43AB-4398-968B-448F8F0E5F49}"/>
          </ac:spMkLst>
        </pc:spChg>
        <pc:spChg chg="del">
          <ac:chgData name="John Hu" userId="213e45b8a479442b" providerId="LiveId" clId="{B8624A4D-3F62-4C4C-96BF-74DF236F5558}" dt="2025-06-12T07:28:05.966" v="5408" actId="478"/>
          <ac:spMkLst>
            <pc:docMk/>
            <pc:sldMk cId="1999127584" sldId="713"/>
            <ac:spMk id="9" creationId="{C00EB464-949D-F80D-F8C1-97CDD148D443}"/>
          </ac:spMkLst>
        </pc:spChg>
        <pc:spChg chg="del">
          <ac:chgData name="John Hu" userId="213e45b8a479442b" providerId="LiveId" clId="{B8624A4D-3F62-4C4C-96BF-74DF236F5558}" dt="2025-06-12T07:28:08.381" v="5409" actId="478"/>
          <ac:spMkLst>
            <pc:docMk/>
            <pc:sldMk cId="1999127584" sldId="713"/>
            <ac:spMk id="10" creationId="{D460B427-5DC0-466E-8FFE-6BA8ED7F9624}"/>
          </ac:spMkLst>
        </pc:spChg>
        <pc:spChg chg="del mod">
          <ac:chgData name="John Hu" userId="213e45b8a479442b" providerId="LiveId" clId="{B8624A4D-3F62-4C4C-96BF-74DF236F5558}" dt="2025-06-12T07:29:01.341" v="5424" actId="478"/>
          <ac:spMkLst>
            <pc:docMk/>
            <pc:sldMk cId="1999127584" sldId="713"/>
            <ac:spMk id="13" creationId="{00BF72C5-3126-49E3-8C9F-BF1C0E4C4A01}"/>
          </ac:spMkLst>
        </pc:spChg>
        <pc:spChg chg="del mod">
          <ac:chgData name="John Hu" userId="213e45b8a479442b" providerId="LiveId" clId="{B8624A4D-3F62-4C4C-96BF-74DF236F5558}" dt="2025-06-12T07:28:59.126" v="5423" actId="478"/>
          <ac:spMkLst>
            <pc:docMk/>
            <pc:sldMk cId="1999127584" sldId="713"/>
            <ac:spMk id="14" creationId="{EDE9EA2C-A645-4C6E-AC74-9B46C9DE01D5}"/>
          </ac:spMkLst>
        </pc:spChg>
      </pc:sldChg>
      <pc:sldChg chg="delSp modSp add mod">
        <pc:chgData name="John Hu" userId="213e45b8a479442b" providerId="LiveId" clId="{B8624A4D-3F62-4C4C-96BF-74DF236F5558}" dt="2025-06-12T07:28:20.585" v="5416" actId="20577"/>
        <pc:sldMkLst>
          <pc:docMk/>
          <pc:sldMk cId="335125894" sldId="714"/>
        </pc:sldMkLst>
        <pc:spChg chg="mod">
          <ac:chgData name="John Hu" userId="213e45b8a479442b" providerId="LiveId" clId="{B8624A4D-3F62-4C4C-96BF-74DF236F5558}" dt="2025-06-12T07:13:26.293" v="4916" actId="113"/>
          <ac:spMkLst>
            <pc:docMk/>
            <pc:sldMk cId="335125894" sldId="714"/>
            <ac:spMk id="10" creationId="{D460B427-5DC0-466E-8FFE-6BA8ED7F9624}"/>
          </ac:spMkLst>
        </pc:spChg>
        <pc:spChg chg="del">
          <ac:chgData name="John Hu" userId="213e45b8a479442b" providerId="LiveId" clId="{B8624A4D-3F62-4C4C-96BF-74DF236F5558}" dt="2025-06-12T07:13:08.605" v="4909" actId="478"/>
          <ac:spMkLst>
            <pc:docMk/>
            <pc:sldMk cId="335125894" sldId="714"/>
            <ac:spMk id="15" creationId="{7C1B79F7-19BE-43B7-9838-3CF7DA99E7CB}"/>
          </ac:spMkLst>
        </pc:spChg>
        <pc:spChg chg="mod">
          <ac:chgData name="John Hu" userId="213e45b8a479442b" providerId="LiveId" clId="{B8624A4D-3F62-4C4C-96BF-74DF236F5558}" dt="2025-06-12T07:28:20.585" v="5416" actId="20577"/>
          <ac:spMkLst>
            <pc:docMk/>
            <pc:sldMk cId="335125894" sldId="714"/>
            <ac:spMk id="16" creationId="{0ED2ED04-2BE7-4C2A-A277-AB616F9A7200}"/>
          </ac:spMkLst>
        </pc:spChg>
        <pc:spChg chg="del">
          <ac:chgData name="John Hu" userId="213e45b8a479442b" providerId="LiveId" clId="{B8624A4D-3F62-4C4C-96BF-74DF236F5558}" dt="2025-06-12T07:13:10.734" v="4910" actId="478"/>
          <ac:spMkLst>
            <pc:docMk/>
            <pc:sldMk cId="335125894" sldId="714"/>
            <ac:spMk id="17" creationId="{AAD785AC-6C4F-42E8-BEE2-7A76B5AE2FBC}"/>
          </ac:spMkLst>
        </pc:spChg>
        <pc:spChg chg="mod">
          <ac:chgData name="John Hu" userId="213e45b8a479442b" providerId="LiveId" clId="{B8624A4D-3F62-4C4C-96BF-74DF236F5558}" dt="2025-06-12T07:11:29.720" v="4743" actId="20577"/>
          <ac:spMkLst>
            <pc:docMk/>
            <pc:sldMk cId="335125894" sldId="714"/>
            <ac:spMk id="19" creationId="{13867EB4-B61D-4DFF-89A4-AA9567B9C350}"/>
          </ac:spMkLst>
        </pc:spChg>
        <pc:spChg chg="del mod">
          <ac:chgData name="John Hu" userId="213e45b8a479442b" providerId="LiveId" clId="{B8624A4D-3F62-4C4C-96BF-74DF236F5558}" dt="2025-06-12T07:14:50.557" v="4943" actId="478"/>
          <ac:spMkLst>
            <pc:docMk/>
            <pc:sldMk cId="335125894" sldId="714"/>
            <ac:spMk id="20" creationId="{4C42045B-F137-4D17-BF7C-D6EED08FDA17}"/>
          </ac:spMkLst>
        </pc:spChg>
      </pc:sldChg>
      <pc:sldChg chg="addSp modSp add mod">
        <pc:chgData name="John Hu" userId="213e45b8a479442b" providerId="LiveId" clId="{B8624A4D-3F62-4C4C-96BF-74DF236F5558}" dt="2025-06-13T02:25:33.735" v="5498" actId="1038"/>
        <pc:sldMkLst>
          <pc:docMk/>
          <pc:sldMk cId="1158359015" sldId="715"/>
        </pc:sldMkLst>
        <pc:spChg chg="mod">
          <ac:chgData name="John Hu" userId="213e45b8a479442b" providerId="LiveId" clId="{B8624A4D-3F62-4C4C-96BF-74DF236F5558}" dt="2025-06-13T02:25:33.735" v="5498" actId="1038"/>
          <ac:spMkLst>
            <pc:docMk/>
            <pc:sldMk cId="1158359015" sldId="715"/>
            <ac:spMk id="2" creationId="{5888EE31-F44C-4034-8407-4C756F65702C}"/>
          </ac:spMkLst>
        </pc:spChg>
        <pc:spChg chg="mod">
          <ac:chgData name="John Hu" userId="213e45b8a479442b" providerId="LiveId" clId="{B8624A4D-3F62-4C4C-96BF-74DF236F5558}" dt="2025-06-12T07:22:38.831" v="5227" actId="1076"/>
          <ac:spMkLst>
            <pc:docMk/>
            <pc:sldMk cId="1158359015" sldId="715"/>
            <ac:spMk id="3" creationId="{349C1F7F-F8F4-359C-203D-52F85542A6B9}"/>
          </ac:spMkLst>
        </pc:spChg>
        <pc:spChg chg="mod">
          <ac:chgData name="John Hu" userId="213e45b8a479442b" providerId="LiveId" clId="{B8624A4D-3F62-4C4C-96BF-74DF236F5558}" dt="2025-06-12T07:22:38.831" v="5227" actId="1076"/>
          <ac:spMkLst>
            <pc:docMk/>
            <pc:sldMk cId="1158359015" sldId="715"/>
            <ac:spMk id="10" creationId="{D460B427-5DC0-466E-8FFE-6BA8ED7F9624}"/>
          </ac:spMkLst>
        </pc:spChg>
        <pc:spChg chg="add mod">
          <ac:chgData name="John Hu" userId="213e45b8a479442b" providerId="LiveId" clId="{B8624A4D-3F62-4C4C-96BF-74DF236F5558}" dt="2025-06-12T07:22:44.669" v="5234" actId="1035"/>
          <ac:spMkLst>
            <pc:docMk/>
            <pc:sldMk cId="1158359015" sldId="715"/>
            <ac:spMk id="11" creationId="{5DF7E24A-F943-40D0-AE8C-0447DB69D876}"/>
          </ac:spMkLst>
        </pc:spChg>
        <pc:spChg chg="add mod">
          <ac:chgData name="John Hu" userId="213e45b8a479442b" providerId="LiveId" clId="{B8624A4D-3F62-4C4C-96BF-74DF236F5558}" dt="2025-06-12T07:26:33.965" v="5345" actId="20577"/>
          <ac:spMkLst>
            <pc:docMk/>
            <pc:sldMk cId="1158359015" sldId="715"/>
            <ac:spMk id="12" creationId="{C54A1369-4496-43B7-BCE8-E0904D0AE447}"/>
          </ac:spMkLst>
        </pc:spChg>
        <pc:spChg chg="add mod">
          <ac:chgData name="John Hu" userId="213e45b8a479442b" providerId="LiveId" clId="{B8624A4D-3F62-4C4C-96BF-74DF236F5558}" dt="2025-06-12T07:22:18.295" v="5219" actId="571"/>
          <ac:spMkLst>
            <pc:docMk/>
            <pc:sldMk cId="1158359015" sldId="715"/>
            <ac:spMk id="13" creationId="{D94EE534-0D0E-4B7C-84C2-9D973EAC85B8}"/>
          </ac:spMkLst>
        </pc:spChg>
        <pc:spChg chg="add mod">
          <ac:chgData name="John Hu" userId="213e45b8a479442b" providerId="LiveId" clId="{B8624A4D-3F62-4C4C-96BF-74DF236F5558}" dt="2025-06-12T07:22:18.295" v="5219" actId="571"/>
          <ac:spMkLst>
            <pc:docMk/>
            <pc:sldMk cId="1158359015" sldId="715"/>
            <ac:spMk id="14" creationId="{5496A56F-95EB-41EF-A193-EF34F79D3AEE}"/>
          </ac:spMkLst>
        </pc:spChg>
        <pc:spChg chg="add mod">
          <ac:chgData name="John Hu" userId="213e45b8a479442b" providerId="LiveId" clId="{B8624A4D-3F62-4C4C-96BF-74DF236F5558}" dt="2025-06-12T07:23:27.441" v="5324" actId="20577"/>
          <ac:spMkLst>
            <pc:docMk/>
            <pc:sldMk cId="1158359015" sldId="715"/>
            <ac:spMk id="15" creationId="{6C207451-AAD8-4F8C-9C64-586E3CBE7089}"/>
          </ac:spMkLst>
        </pc:spChg>
        <pc:spChg chg="mod">
          <ac:chgData name="John Hu" userId="213e45b8a479442b" providerId="LiveId" clId="{B8624A4D-3F62-4C4C-96BF-74DF236F5558}" dt="2025-06-12T07:26:25.381" v="5336" actId="20577"/>
          <ac:spMkLst>
            <pc:docMk/>
            <pc:sldMk cId="1158359015" sldId="715"/>
            <ac:spMk id="16" creationId="{0ED2ED04-2BE7-4C2A-A277-AB616F9A7200}"/>
          </ac:spMkLst>
        </pc:spChg>
        <pc:spChg chg="add mod">
          <ac:chgData name="John Hu" userId="213e45b8a479442b" providerId="LiveId" clId="{B8624A4D-3F62-4C4C-96BF-74DF236F5558}" dt="2025-06-12T07:26:40.677" v="5354" actId="20577"/>
          <ac:spMkLst>
            <pc:docMk/>
            <pc:sldMk cId="1158359015" sldId="715"/>
            <ac:spMk id="17" creationId="{7BEF0281-90B0-4B58-B09A-67FDC93F912C}"/>
          </ac:spMkLst>
        </pc:spChg>
        <pc:spChg chg="mod">
          <ac:chgData name="John Hu" userId="213e45b8a479442b" providerId="LiveId" clId="{B8624A4D-3F62-4C4C-96BF-74DF236F5558}" dt="2025-06-12T07:15:01.450" v="4974" actId="20577"/>
          <ac:spMkLst>
            <pc:docMk/>
            <pc:sldMk cId="1158359015" sldId="715"/>
            <ac:spMk id="19" creationId="{13867EB4-B61D-4DFF-89A4-AA9567B9C350}"/>
          </ac:spMkLst>
        </pc:spChg>
      </pc:sldChg>
      <pc:sldChg chg="addSp modSp mod">
        <pc:chgData name="John Hu" userId="213e45b8a479442b" providerId="LiveId" clId="{B8624A4D-3F62-4C4C-96BF-74DF236F5558}" dt="2025-06-13T02:40:09.945" v="5647" actId="14100"/>
        <pc:sldMkLst>
          <pc:docMk/>
          <pc:sldMk cId="3389824130" sldId="716"/>
        </pc:sldMkLst>
        <pc:spChg chg="mod">
          <ac:chgData name="John Hu" userId="213e45b8a479442b" providerId="LiveId" clId="{B8624A4D-3F62-4C4C-96BF-74DF236F5558}" dt="2025-06-13T02:25:40.368" v="5500" actId="1038"/>
          <ac:spMkLst>
            <pc:docMk/>
            <pc:sldMk cId="3389824130" sldId="716"/>
            <ac:spMk id="2" creationId="{5888EE31-F44C-4034-8407-4C756F65702C}"/>
          </ac:spMkLst>
        </pc:spChg>
        <pc:spChg chg="add mod">
          <ac:chgData name="John Hu" userId="213e45b8a479442b" providerId="LiveId" clId="{B8624A4D-3F62-4C4C-96BF-74DF236F5558}" dt="2025-06-13T02:40:09.945" v="5647" actId="14100"/>
          <ac:spMkLst>
            <pc:docMk/>
            <pc:sldMk cId="3389824130" sldId="716"/>
            <ac:spMk id="7" creationId="{E322F2FA-9684-4088-9269-BAEA10BFE87F}"/>
          </ac:spMkLst>
        </pc:spChg>
        <pc:spChg chg="mod">
          <ac:chgData name="John Hu" userId="213e45b8a479442b" providerId="LiveId" clId="{B8624A4D-3F62-4C4C-96BF-74DF236F5558}" dt="2025-06-13T02:25:24.508" v="5495"/>
          <ac:spMkLst>
            <pc:docMk/>
            <pc:sldMk cId="3389824130" sldId="716"/>
            <ac:spMk id="8" creationId="{36177B38-43AB-4398-968B-448F8F0E5F49}"/>
          </ac:spMkLst>
        </pc:spChg>
      </pc:sldChg>
      <pc:sldChg chg="modSp mod delCm">
        <pc:chgData name="John Hu" userId="213e45b8a479442b" providerId="LiveId" clId="{B8624A4D-3F62-4C4C-96BF-74DF236F5558}" dt="2025-06-13T02:27:53.828" v="5570" actId="207"/>
        <pc:sldMkLst>
          <pc:docMk/>
          <pc:sldMk cId="3891207701" sldId="726"/>
        </pc:sldMkLst>
        <pc:spChg chg="mod">
          <ac:chgData name="John Hu" userId="213e45b8a479442b" providerId="LiveId" clId="{B8624A4D-3F62-4C4C-96BF-74DF236F5558}" dt="2025-06-13T02:27:53.828" v="5570" actId="207"/>
          <ac:spMkLst>
            <pc:docMk/>
            <pc:sldMk cId="3891207701" sldId="726"/>
            <ac:spMk id="3" creationId="{098E2A48-303C-4174-B7F9-B7DF985E5A28}"/>
          </ac:spMkLst>
        </pc:spChg>
        <pc:spChg chg="mod">
          <ac:chgData name="John Hu" userId="213e45b8a479442b" providerId="LiveId" clId="{B8624A4D-3F62-4C4C-96BF-74DF236F5558}" dt="2025-06-13T02:26:52.090" v="5533" actId="1076"/>
          <ac:spMkLst>
            <pc:docMk/>
            <pc:sldMk cId="3891207701" sldId="726"/>
            <ac:spMk id="5" creationId="{25123646-F7EF-46F8-8452-09785F5AC20F}"/>
          </ac:spMkLst>
        </pc:spChg>
        <pc:spChg chg="mod">
          <ac:chgData name="John Hu" userId="213e45b8a479442b" providerId="LiveId" clId="{B8624A4D-3F62-4C4C-96BF-74DF236F5558}" dt="2025-06-13T02:27:30.533" v="5566" actId="207"/>
          <ac:spMkLst>
            <pc:docMk/>
            <pc:sldMk cId="3891207701" sldId="726"/>
            <ac:spMk id="6" creationId="{F3BDD452-14BB-AB80-C839-1C0C753FB08F}"/>
          </ac:spMkLst>
        </pc:spChg>
        <pc:spChg chg="mod">
          <ac:chgData name="John Hu" userId="213e45b8a479442b" providerId="LiveId" clId="{B8624A4D-3F62-4C4C-96BF-74DF236F5558}" dt="2025-06-13T02:27:24.156" v="5565" actId="1076"/>
          <ac:spMkLst>
            <pc:docMk/>
            <pc:sldMk cId="3891207701" sldId="726"/>
            <ac:spMk id="12" creationId="{77E05F95-2937-C378-EF9F-8A9772576888}"/>
          </ac:spMkLst>
        </pc:spChg>
        <pc:spChg chg="mod">
          <ac:chgData name="John Hu" userId="213e45b8a479442b" providerId="LiveId" clId="{B8624A4D-3F62-4C4C-96BF-74DF236F5558}" dt="2025-06-13T02:27:24.156" v="5565" actId="1076"/>
          <ac:spMkLst>
            <pc:docMk/>
            <pc:sldMk cId="3891207701" sldId="726"/>
            <ac:spMk id="13" creationId="{F980908C-27F7-4177-BE13-38DE677838F4}"/>
          </ac:spMkLst>
        </pc:spChg>
        <pc:grpChg chg="mod">
          <ac:chgData name="John Hu" userId="213e45b8a479442b" providerId="LiveId" clId="{B8624A4D-3F62-4C4C-96BF-74DF236F5558}" dt="2025-06-13T02:26:55.788" v="5534" actId="1076"/>
          <ac:grpSpMkLst>
            <pc:docMk/>
            <pc:sldMk cId="3891207701" sldId="726"/>
            <ac:grpSpMk id="17" creationId="{EFACEF4F-3C3F-4A90-90EF-3EC3A1F10443}"/>
          </ac:grpSpMkLst>
        </pc:grpChg>
      </pc:sldChg>
    </pc:docChg>
  </pc:docChgLst>
  <pc:docChgLst>
    <pc:chgData userId="213e45b8a479442b" providerId="LiveId" clId="{110FFC8E-E1FA-4133-8EC3-970AE0807A17}"/>
    <pc:docChg chg="modSld">
      <pc:chgData name="" userId="213e45b8a479442b" providerId="LiveId" clId="{110FFC8E-E1FA-4133-8EC3-970AE0807A17}" dt="2024-05-14T06:58:05.408" v="2"/>
      <pc:docMkLst>
        <pc:docMk/>
      </pc:docMkLst>
      <pc:sldChg chg="modSp">
        <pc:chgData name="" userId="213e45b8a479442b" providerId="LiveId" clId="{110FFC8E-E1FA-4133-8EC3-970AE0807A17}" dt="2024-05-14T06:58:05.408" v="2"/>
        <pc:sldMkLst>
          <pc:docMk/>
          <pc:sldMk cId="79734776" sldId="598"/>
        </pc:sldMkLst>
        <pc:spChg chg="mod">
          <ac:chgData name="" userId="213e45b8a479442b" providerId="LiveId" clId="{110FFC8E-E1FA-4133-8EC3-970AE0807A17}" dt="2024-05-14T06:58:05.408" v="2"/>
          <ac:spMkLst>
            <pc:docMk/>
            <pc:sldMk cId="79734776" sldId="598"/>
            <ac:spMk id="15" creationId="{64A43E5F-5B30-4EF3-85B7-F6DE59014DCB}"/>
          </ac:spMkLst>
        </pc:spChg>
      </pc:sldChg>
      <pc:sldChg chg="modSp">
        <pc:chgData name="" userId="213e45b8a479442b" providerId="LiveId" clId="{110FFC8E-E1FA-4133-8EC3-970AE0807A17}" dt="2024-05-14T06:56:53.417" v="0" actId="207"/>
        <pc:sldMkLst>
          <pc:docMk/>
          <pc:sldMk cId="2402831192" sldId="602"/>
        </pc:sldMkLst>
        <pc:spChg chg="mod">
          <ac:chgData name="" userId="213e45b8a479442b" providerId="LiveId" clId="{110FFC8E-E1FA-4133-8EC3-970AE0807A17}" dt="2024-05-14T06:56:53.417" v="0" actId="207"/>
          <ac:spMkLst>
            <pc:docMk/>
            <pc:sldMk cId="2402831192" sldId="602"/>
            <ac:spMk id="15" creationId="{64A43E5F-5B30-4EF3-85B7-F6DE59014DCB}"/>
          </ac:spMkLst>
        </pc:spChg>
      </pc:sldChg>
    </pc:docChg>
  </pc:docChgLst>
  <pc:docChgLst>
    <pc:chgData name="John Hu" userId="213e45b8a479442b" providerId="LiveId" clId="{464149D3-95DE-448A-BFE1-A0D8B9969414}"/>
    <pc:docChg chg="undo redo custSel addSld delSld modSld sldOrd">
      <pc:chgData name="John Hu" userId="213e45b8a479442b" providerId="LiveId" clId="{464149D3-95DE-448A-BFE1-A0D8B9969414}" dt="2025-03-30T07:18:36.400" v="14042" actId="20577"/>
      <pc:docMkLst>
        <pc:docMk/>
      </pc:docMkLst>
      <pc:sldChg chg="modSp mod">
        <pc:chgData name="John Hu" userId="213e45b8a479442b" providerId="LiveId" clId="{464149D3-95DE-448A-BFE1-A0D8B9969414}" dt="2025-02-25T01:21:10.517" v="13" actId="20577"/>
        <pc:sldMkLst>
          <pc:docMk/>
          <pc:sldMk cId="1475978079" sldId="423"/>
        </pc:sldMkLst>
        <pc:spChg chg="mod">
          <ac:chgData name="John Hu" userId="213e45b8a479442b" providerId="LiveId" clId="{464149D3-95DE-448A-BFE1-A0D8B9969414}" dt="2025-02-25T01:21:10.517" v="13" actId="20577"/>
          <ac:spMkLst>
            <pc:docMk/>
            <pc:sldMk cId="1475978079" sldId="423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2-25T01:21:02.644" v="7" actId="20577"/>
          <ac:spMkLst>
            <pc:docMk/>
            <pc:sldMk cId="1475978079" sldId="423"/>
            <ac:spMk id="4" creationId="{4BE336E7-1B7A-4CD3-8250-6D8126346509}"/>
          </ac:spMkLst>
        </pc:spChg>
      </pc:sldChg>
      <pc:sldChg chg="addSp delSp modSp mod">
        <pc:chgData name="John Hu" userId="213e45b8a479442b" providerId="LiveId" clId="{464149D3-95DE-448A-BFE1-A0D8B9969414}" dt="2025-03-30T06:04:10.465" v="13733" actId="478"/>
        <pc:sldMkLst>
          <pc:docMk/>
          <pc:sldMk cId="2256634334" sldId="427"/>
        </pc:sldMkLst>
        <pc:spChg chg="mod">
          <ac:chgData name="John Hu" userId="213e45b8a479442b" providerId="LiveId" clId="{464149D3-95DE-448A-BFE1-A0D8B9969414}" dt="2025-02-25T01:21:17.177" v="14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3" creationId="{30F0AC51-4500-404D-B030-4FE49D08C651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4" creationId="{D5373E77-AFF8-4BD6-8E08-6B50A2AE86B2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5" creationId="{1D1DB04B-4013-4417-8672-E23B01AD4889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4T06:54:29.765" v="9569"/>
          <ac:spMkLst>
            <pc:docMk/>
            <pc:sldMk cId="2256634334" sldId="427"/>
            <ac:spMk id="9" creationId="{2235D401-6F86-4AD7-BC98-10715AF4F499}"/>
          </ac:spMkLst>
        </pc:spChg>
        <pc:spChg chg="add del mod">
          <ac:chgData name="John Hu" userId="213e45b8a479442b" providerId="LiveId" clId="{464149D3-95DE-448A-BFE1-A0D8B9969414}" dt="2025-03-30T06:04:10.465" v="13733" actId="478"/>
          <ac:spMkLst>
            <pc:docMk/>
            <pc:sldMk cId="2256634334" sldId="427"/>
            <ac:spMk id="10" creationId="{0E3E8F9B-9D6D-46CD-83EE-97636F129C56}"/>
          </ac:spMkLst>
        </pc:spChg>
      </pc:sldChg>
      <pc:sldChg chg="addSp delSp modSp mod">
        <pc:chgData name="John Hu" userId="213e45b8a479442b" providerId="LiveId" clId="{464149D3-95DE-448A-BFE1-A0D8B9969414}" dt="2025-03-10T06:47:49.059" v="3663" actId="20577"/>
        <pc:sldMkLst>
          <pc:docMk/>
          <pc:sldMk cId="2378383801" sldId="429"/>
        </pc:sldMkLst>
        <pc:spChg chg="mod">
          <ac:chgData name="John Hu" userId="213e45b8a479442b" providerId="LiveId" clId="{464149D3-95DE-448A-BFE1-A0D8B9969414}" dt="2025-03-10T06:47:49.059" v="3663" actId="20577"/>
          <ac:spMkLst>
            <pc:docMk/>
            <pc:sldMk cId="2378383801" sldId="429"/>
            <ac:spMk id="3" creationId="{FC3DE994-F8E6-4715-916B-9859E1A19738}"/>
          </ac:spMkLst>
        </pc:spChg>
        <pc:spChg chg="del">
          <ac:chgData name="John Hu" userId="213e45b8a479442b" providerId="LiveId" clId="{464149D3-95DE-448A-BFE1-A0D8B9969414}" dt="2025-02-25T01:22:51.903" v="27" actId="478"/>
          <ac:spMkLst>
            <pc:docMk/>
            <pc:sldMk cId="2378383801" sldId="429"/>
            <ac:spMk id="7" creationId="{39E314E7-1C9E-498E-A297-D3E756D9C4D6}"/>
          </ac:spMkLst>
        </pc:spChg>
        <pc:spChg chg="mod">
          <ac:chgData name="John Hu" userId="213e45b8a479442b" providerId="LiveId" clId="{464149D3-95DE-448A-BFE1-A0D8B9969414}" dt="2025-02-25T01:21:26.096" v="15"/>
          <ac:spMkLst>
            <pc:docMk/>
            <pc:sldMk cId="2378383801" sldId="429"/>
            <ac:spMk id="8" creationId="{36177B38-43AB-4398-968B-448F8F0E5F49}"/>
          </ac:spMkLst>
        </pc:spChg>
        <pc:picChg chg="add mod">
          <ac:chgData name="John Hu" userId="213e45b8a479442b" providerId="LiveId" clId="{464149D3-95DE-448A-BFE1-A0D8B9969414}" dt="2025-03-10T00:50:14.160" v="2718" actId="1076"/>
          <ac:picMkLst>
            <pc:docMk/>
            <pc:sldMk cId="2378383801" sldId="429"/>
            <ac:picMk id="1026" creationId="{CB900CC0-19A9-41FE-876E-1EE92B49A418}"/>
          </ac:picMkLst>
        </pc:picChg>
      </pc:sldChg>
      <pc:sldChg chg="addSp modSp mod">
        <pc:chgData name="John Hu" userId="213e45b8a479442b" providerId="LiveId" clId="{464149D3-95DE-448A-BFE1-A0D8B9969414}" dt="2025-02-25T06:40:01.410" v="657" actId="1076"/>
        <pc:sldMkLst>
          <pc:docMk/>
          <pc:sldMk cId="3144623804" sldId="579"/>
        </pc:sldMkLst>
        <pc:spChg chg="mod">
          <ac:chgData name="John Hu" userId="213e45b8a479442b" providerId="LiveId" clId="{464149D3-95DE-448A-BFE1-A0D8B9969414}" dt="2025-02-25T06:39:28.089" v="651" actId="21"/>
          <ac:spMkLst>
            <pc:docMk/>
            <pc:sldMk cId="3144623804" sldId="579"/>
            <ac:spMk id="3" creationId="{FC3DE994-F8E6-4715-916B-9859E1A19738}"/>
          </ac:spMkLst>
        </pc:spChg>
        <pc:spChg chg="add mod">
          <ac:chgData name="John Hu" userId="213e45b8a479442b" providerId="LiveId" clId="{464149D3-95DE-448A-BFE1-A0D8B9969414}" dt="2025-02-25T06:39:40.664" v="655" actId="1076"/>
          <ac:spMkLst>
            <pc:docMk/>
            <pc:sldMk cId="3144623804" sldId="579"/>
            <ac:spMk id="6" creationId="{C98F5938-E0D6-4E9A-A7C8-81E6E4718416}"/>
          </ac:spMkLst>
        </pc:spChg>
        <pc:picChg chg="add mod ord">
          <ac:chgData name="John Hu" userId="213e45b8a479442b" providerId="LiveId" clId="{464149D3-95DE-448A-BFE1-A0D8B9969414}" dt="2025-02-25T06:40:01.410" v="657" actId="1076"/>
          <ac:picMkLst>
            <pc:docMk/>
            <pc:sldMk cId="3144623804" sldId="579"/>
            <ac:picMk id="5" creationId="{F37B8E1B-1A62-4566-A292-62F7A1AC0183}"/>
          </ac:picMkLst>
        </pc:picChg>
      </pc:sldChg>
      <pc:sldChg chg="addSp modSp del mod ord">
        <pc:chgData name="John Hu" userId="213e45b8a479442b" providerId="LiveId" clId="{464149D3-95DE-448A-BFE1-A0D8B9969414}" dt="2025-02-25T06:38:59.411" v="647" actId="47"/>
        <pc:sldMkLst>
          <pc:docMk/>
          <pc:sldMk cId="1927079519" sldId="584"/>
        </pc:sldMkLst>
        <pc:spChg chg="mod">
          <ac:chgData name="John Hu" userId="213e45b8a479442b" providerId="LiveId" clId="{464149D3-95DE-448A-BFE1-A0D8B9969414}" dt="2025-02-25T01:33:26.965" v="459" actId="21"/>
          <ac:spMkLst>
            <pc:docMk/>
            <pc:sldMk cId="1927079519" sldId="584"/>
            <ac:spMk id="3" creationId="{FC3DE994-F8E6-4715-916B-9859E1A19738}"/>
          </ac:spMkLst>
        </pc:spChg>
        <pc:spChg chg="add mod">
          <ac:chgData name="John Hu" userId="213e45b8a479442b" providerId="LiveId" clId="{464149D3-95DE-448A-BFE1-A0D8B9969414}" dt="2025-02-25T01:32:39.753" v="436" actId="20577"/>
          <ac:spMkLst>
            <pc:docMk/>
            <pc:sldMk cId="1927079519" sldId="584"/>
            <ac:spMk id="6" creationId="{066F5F18-C0A7-471A-9455-CF28B559E078}"/>
          </ac:spMkLst>
        </pc:spChg>
        <pc:spChg chg="add mod">
          <ac:chgData name="John Hu" userId="213e45b8a479442b" providerId="LiveId" clId="{464149D3-95DE-448A-BFE1-A0D8B9969414}" dt="2025-02-25T01:33:37.672" v="480" actId="20577"/>
          <ac:spMkLst>
            <pc:docMk/>
            <pc:sldMk cId="1927079519" sldId="584"/>
            <ac:spMk id="7" creationId="{38E84727-9BB3-4C30-B714-1440A329F730}"/>
          </ac:spMkLst>
        </pc:spChg>
      </pc:sldChg>
      <pc:sldChg chg="addSp delSp modSp del mod">
        <pc:chgData name="John Hu" userId="213e45b8a479442b" providerId="LiveId" clId="{464149D3-95DE-448A-BFE1-A0D8B9969414}" dt="2025-03-10T00:52:45.510" v="2719" actId="47"/>
        <pc:sldMkLst>
          <pc:docMk/>
          <pc:sldMk cId="4079032019" sldId="585"/>
        </pc:sldMkLst>
        <pc:spChg chg="mod">
          <ac:chgData name="John Hu" userId="213e45b8a479442b" providerId="LiveId" clId="{464149D3-95DE-448A-BFE1-A0D8B9969414}" dt="2025-02-25T06:45:27.856" v="842" actId="6549"/>
          <ac:spMkLst>
            <pc:docMk/>
            <pc:sldMk cId="4079032019" sldId="585"/>
            <ac:spMk id="3" creationId="{FC3DE994-F8E6-4715-916B-9859E1A19738}"/>
          </ac:spMkLst>
        </pc:spChg>
        <pc:spChg chg="del">
          <ac:chgData name="John Hu" userId="213e45b8a479442b" providerId="LiveId" clId="{464149D3-95DE-448A-BFE1-A0D8B9969414}" dt="2025-02-25T06:44:28.698" v="781" actId="478"/>
          <ac:spMkLst>
            <pc:docMk/>
            <pc:sldMk cId="4079032019" sldId="585"/>
            <ac:spMk id="4" creationId="{1190135C-93F7-45F8-9904-9390647D2E3E}"/>
          </ac:spMkLst>
        </pc:spChg>
        <pc:spChg chg="add mod">
          <ac:chgData name="John Hu" userId="213e45b8a479442b" providerId="LiveId" clId="{464149D3-95DE-448A-BFE1-A0D8B9969414}" dt="2025-02-26T02:40:49.359" v="1700" actId="1076"/>
          <ac:spMkLst>
            <pc:docMk/>
            <pc:sldMk cId="4079032019" sldId="585"/>
            <ac:spMk id="9" creationId="{AB6EECAE-2C4A-4D70-8846-A3838F676264}"/>
          </ac:spMkLst>
        </pc:spChg>
        <pc:spChg chg="add del">
          <ac:chgData name="John Hu" userId="213e45b8a479442b" providerId="LiveId" clId="{464149D3-95DE-448A-BFE1-A0D8B9969414}" dt="2025-02-25T06:45:38.265" v="846"/>
          <ac:spMkLst>
            <pc:docMk/>
            <pc:sldMk cId="4079032019" sldId="585"/>
            <ac:spMk id="10" creationId="{CA02B84B-FAE7-4FC8-93F6-6D0283CC1B6C}"/>
          </ac:spMkLst>
        </pc:spChg>
        <pc:picChg chg="del">
          <ac:chgData name="John Hu" userId="213e45b8a479442b" providerId="LiveId" clId="{464149D3-95DE-448A-BFE1-A0D8B9969414}" dt="2025-02-25T06:44:33.730" v="782" actId="478"/>
          <ac:picMkLst>
            <pc:docMk/>
            <pc:sldMk cId="4079032019" sldId="585"/>
            <ac:picMk id="5" creationId="{1B77FC2A-49BC-4A2C-902E-E64DF68C8D7B}"/>
          </ac:picMkLst>
        </pc:picChg>
        <pc:picChg chg="add mod">
          <ac:chgData name="John Hu" userId="213e45b8a479442b" providerId="LiveId" clId="{464149D3-95DE-448A-BFE1-A0D8B9969414}" dt="2025-02-26T02:40:51.642" v="1701" actId="1076"/>
          <ac:picMkLst>
            <pc:docMk/>
            <pc:sldMk cId="4079032019" sldId="585"/>
            <ac:picMk id="7" creationId="{F10A6834-7F44-484E-B438-8FB2FCAEAB55}"/>
          </ac:picMkLst>
        </pc:picChg>
      </pc:sldChg>
      <pc:sldChg chg="addSp delSp modSp mod">
        <pc:chgData name="John Hu" userId="213e45b8a479442b" providerId="LiveId" clId="{464149D3-95DE-448A-BFE1-A0D8B9969414}" dt="2025-02-25T07:26:41.773" v="1455" actId="20577"/>
        <pc:sldMkLst>
          <pc:docMk/>
          <pc:sldMk cId="65379693" sldId="586"/>
        </pc:sldMkLst>
        <pc:spChg chg="mod">
          <ac:chgData name="John Hu" userId="213e45b8a479442b" providerId="LiveId" clId="{464149D3-95DE-448A-BFE1-A0D8B9969414}" dt="2025-02-25T07:26:41.773" v="1455" actId="20577"/>
          <ac:spMkLst>
            <pc:docMk/>
            <pc:sldMk cId="65379693" sldId="586"/>
            <ac:spMk id="3" creationId="{FC3DE994-F8E6-4715-916B-9859E1A19738}"/>
          </ac:spMkLst>
        </pc:spChg>
        <pc:spChg chg="add mod">
          <ac:chgData name="John Hu" userId="213e45b8a479442b" providerId="LiveId" clId="{464149D3-95DE-448A-BFE1-A0D8B9969414}" dt="2025-02-25T07:26:34.038" v="1451" actId="1076"/>
          <ac:spMkLst>
            <pc:docMk/>
            <pc:sldMk cId="65379693" sldId="586"/>
            <ac:spMk id="10" creationId="{355EFA33-8EDF-470A-969B-E35DEABEFA2B}"/>
          </ac:spMkLst>
        </pc:spChg>
        <pc:spChg chg="add del">
          <ac:chgData name="John Hu" userId="213e45b8a479442b" providerId="LiveId" clId="{464149D3-95DE-448A-BFE1-A0D8B9969414}" dt="2025-02-25T07:25:53.439" v="1435" actId="22"/>
          <ac:spMkLst>
            <pc:docMk/>
            <pc:sldMk cId="65379693" sldId="586"/>
            <ac:spMk id="12" creationId="{08C78946-C9C7-41E8-8402-6C4D4D70007D}"/>
          </ac:spMkLst>
        </pc:spChg>
        <pc:spChg chg="add del">
          <ac:chgData name="John Hu" userId="213e45b8a479442b" providerId="LiveId" clId="{464149D3-95DE-448A-BFE1-A0D8B9969414}" dt="2025-02-25T07:25:55.147" v="1437" actId="22"/>
          <ac:spMkLst>
            <pc:docMk/>
            <pc:sldMk cId="65379693" sldId="586"/>
            <ac:spMk id="14" creationId="{BCACFD4A-5ACF-41C7-BE06-36496E0EE570}"/>
          </ac:spMkLst>
        </pc:spChg>
        <pc:picChg chg="del">
          <ac:chgData name="John Hu" userId="213e45b8a479442b" providerId="LiveId" clId="{464149D3-95DE-448A-BFE1-A0D8B9969414}" dt="2025-02-25T07:13:40.251" v="1301" actId="478"/>
          <ac:picMkLst>
            <pc:docMk/>
            <pc:sldMk cId="65379693" sldId="586"/>
            <ac:picMk id="5" creationId="{D6C67F4E-BF99-4F3C-A85F-EAC449302DEE}"/>
          </ac:picMkLst>
        </pc:picChg>
        <pc:picChg chg="add mod">
          <ac:chgData name="John Hu" userId="213e45b8a479442b" providerId="LiveId" clId="{464149D3-95DE-448A-BFE1-A0D8B9969414}" dt="2025-02-25T07:26:40.080" v="1454" actId="1076"/>
          <ac:picMkLst>
            <pc:docMk/>
            <pc:sldMk cId="65379693" sldId="586"/>
            <ac:picMk id="6" creationId="{3A711CB3-41A4-4CDC-923A-94F694AF7476}"/>
          </ac:picMkLst>
        </pc:picChg>
        <pc:picChg chg="add mod">
          <ac:chgData name="John Hu" userId="213e45b8a479442b" providerId="LiveId" clId="{464149D3-95DE-448A-BFE1-A0D8B9969414}" dt="2025-02-25T07:26:36.985" v="1452" actId="1076"/>
          <ac:picMkLst>
            <pc:docMk/>
            <pc:sldMk cId="65379693" sldId="586"/>
            <ac:picMk id="9" creationId="{10FF42A7-965D-41B7-A837-F12CDA2B5CBE}"/>
          </ac:picMkLst>
        </pc:picChg>
        <pc:picChg chg="add mod">
          <ac:chgData name="John Hu" userId="213e45b8a479442b" providerId="LiveId" clId="{464149D3-95DE-448A-BFE1-A0D8B9969414}" dt="2025-02-25T07:26:38.340" v="1453" actId="1076"/>
          <ac:picMkLst>
            <pc:docMk/>
            <pc:sldMk cId="65379693" sldId="586"/>
            <ac:picMk id="16" creationId="{EB0D9257-9C55-473A-BF58-C697F00B35F5}"/>
          </ac:picMkLst>
        </pc:picChg>
      </pc:sldChg>
      <pc:sldChg chg="del">
        <pc:chgData name="John Hu" userId="213e45b8a479442b" providerId="LiveId" clId="{464149D3-95DE-448A-BFE1-A0D8B9969414}" dt="2025-02-25T07:54:48.871" v="1458" actId="47"/>
        <pc:sldMkLst>
          <pc:docMk/>
          <pc:sldMk cId="4222155825" sldId="587"/>
        </pc:sldMkLst>
      </pc:sldChg>
      <pc:sldChg chg="del">
        <pc:chgData name="John Hu" userId="213e45b8a479442b" providerId="LiveId" clId="{464149D3-95DE-448A-BFE1-A0D8B9969414}" dt="2025-02-25T07:54:41.828" v="1456" actId="47"/>
        <pc:sldMkLst>
          <pc:docMk/>
          <pc:sldMk cId="3702347036" sldId="588"/>
        </pc:sldMkLst>
      </pc:sldChg>
      <pc:sldChg chg="del">
        <pc:chgData name="John Hu" userId="213e45b8a479442b" providerId="LiveId" clId="{464149D3-95DE-448A-BFE1-A0D8B9969414}" dt="2025-02-25T07:54:45.711" v="1457" actId="47"/>
        <pc:sldMkLst>
          <pc:docMk/>
          <pc:sldMk cId="3251409822" sldId="589"/>
        </pc:sldMkLst>
      </pc:sldChg>
      <pc:sldChg chg="del">
        <pc:chgData name="John Hu" userId="213e45b8a479442b" providerId="LiveId" clId="{464149D3-95DE-448A-BFE1-A0D8B9969414}" dt="2025-02-25T07:55:04.340" v="1464" actId="47"/>
        <pc:sldMkLst>
          <pc:docMk/>
          <pc:sldMk cId="2263791270" sldId="590"/>
        </pc:sldMkLst>
      </pc:sldChg>
      <pc:sldChg chg="del">
        <pc:chgData name="John Hu" userId="213e45b8a479442b" providerId="LiveId" clId="{464149D3-95DE-448A-BFE1-A0D8B9969414}" dt="2025-02-25T07:54:52.429" v="1459" actId="47"/>
        <pc:sldMkLst>
          <pc:docMk/>
          <pc:sldMk cId="2560977653" sldId="591"/>
        </pc:sldMkLst>
      </pc:sldChg>
      <pc:sldChg chg="del">
        <pc:chgData name="John Hu" userId="213e45b8a479442b" providerId="LiveId" clId="{464149D3-95DE-448A-BFE1-A0D8B9969414}" dt="2025-02-25T07:55:01.755" v="1463" actId="47"/>
        <pc:sldMkLst>
          <pc:docMk/>
          <pc:sldMk cId="3118514906" sldId="592"/>
        </pc:sldMkLst>
      </pc:sldChg>
      <pc:sldChg chg="addSp delSp modSp mod">
        <pc:chgData name="John Hu" userId="213e45b8a479442b" providerId="LiveId" clId="{464149D3-95DE-448A-BFE1-A0D8B9969414}" dt="2025-03-11T01:17:54.673" v="3829" actId="6549"/>
        <pc:sldMkLst>
          <pc:docMk/>
          <pc:sldMk cId="3822434923" sldId="593"/>
        </pc:sldMkLst>
        <pc:spChg chg="mod">
          <ac:chgData name="John Hu" userId="213e45b8a479442b" providerId="LiveId" clId="{464149D3-95DE-448A-BFE1-A0D8B9969414}" dt="2025-02-27T07:45:53.200" v="2222" actId="6549"/>
          <ac:spMkLst>
            <pc:docMk/>
            <pc:sldMk cId="3822434923" sldId="593"/>
            <ac:spMk id="2" creationId="{5888EE31-F44C-4034-8407-4C756F65702C}"/>
          </ac:spMkLst>
        </pc:spChg>
        <pc:spChg chg="del mod">
          <ac:chgData name="John Hu" userId="213e45b8a479442b" providerId="LiveId" clId="{464149D3-95DE-448A-BFE1-A0D8B9969414}" dt="2025-03-10T00:59:21.245" v="2889" actId="478"/>
          <ac:spMkLst>
            <pc:docMk/>
            <pc:sldMk cId="3822434923" sldId="593"/>
            <ac:spMk id="3" creationId="{FC3DE994-F8E6-4715-916B-9859E1A19738}"/>
          </ac:spMkLst>
        </pc:spChg>
        <pc:spChg chg="add del mod">
          <ac:chgData name="John Hu" userId="213e45b8a479442b" providerId="LiveId" clId="{464149D3-95DE-448A-BFE1-A0D8B9969414}" dt="2025-03-10T01:01:47.804" v="2923" actId="478"/>
          <ac:spMkLst>
            <pc:docMk/>
            <pc:sldMk cId="3822434923" sldId="593"/>
            <ac:spMk id="7" creationId="{7367365C-F4C3-4519-A516-0FFA1FC40A77}"/>
          </ac:spMkLst>
        </pc:spChg>
        <pc:spChg chg="mod">
          <ac:chgData name="John Hu" userId="213e45b8a479442b" providerId="LiveId" clId="{464149D3-95DE-448A-BFE1-A0D8B9969414}" dt="2025-03-10T00:59:17.501" v="2888" actId="20577"/>
          <ac:spMkLst>
            <pc:docMk/>
            <pc:sldMk cId="3822434923" sldId="593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11T01:17:54.673" v="3829" actId="6549"/>
          <ac:spMkLst>
            <pc:docMk/>
            <pc:sldMk cId="3822434923" sldId="593"/>
            <ac:spMk id="9" creationId="{4FA5521D-E240-4E77-AE2C-DFF6D7109AF9}"/>
          </ac:spMkLst>
        </pc:spChg>
        <pc:spChg chg="mod">
          <ac:chgData name="John Hu" userId="213e45b8a479442b" providerId="LiveId" clId="{464149D3-95DE-448A-BFE1-A0D8B9969414}" dt="2025-03-10T01:25:56.861" v="3013" actId="20577"/>
          <ac:spMkLst>
            <pc:docMk/>
            <pc:sldMk cId="3822434923" sldId="593"/>
            <ac:spMk id="10" creationId="{4D9CDC4E-E5FC-4827-898E-896C4F0AE55E}"/>
          </ac:spMkLst>
        </pc:spChg>
        <pc:spChg chg="add del mod">
          <ac:chgData name="John Hu" userId="213e45b8a479442b" providerId="LiveId" clId="{464149D3-95DE-448A-BFE1-A0D8B9969414}" dt="2025-03-10T00:59:24.316" v="2890" actId="478"/>
          <ac:spMkLst>
            <pc:docMk/>
            <pc:sldMk cId="3822434923" sldId="593"/>
            <ac:spMk id="11" creationId="{138A2BBB-91AB-493A-A34E-6D5C6CB1634A}"/>
          </ac:spMkLst>
        </pc:spChg>
        <pc:spChg chg="add mod">
          <ac:chgData name="John Hu" userId="213e45b8a479442b" providerId="LiveId" clId="{464149D3-95DE-448A-BFE1-A0D8B9969414}" dt="2025-03-10T01:26:03.336" v="3015" actId="1076"/>
          <ac:spMkLst>
            <pc:docMk/>
            <pc:sldMk cId="3822434923" sldId="593"/>
            <ac:spMk id="12" creationId="{47D61A8E-0CF0-4BFE-BDA1-A11F7D0C83A7}"/>
          </ac:spMkLst>
        </pc:spChg>
        <pc:spChg chg="add mod">
          <ac:chgData name="John Hu" userId="213e45b8a479442b" providerId="LiveId" clId="{464149D3-95DE-448A-BFE1-A0D8B9969414}" dt="2025-03-10T02:35:02.642" v="3049" actId="113"/>
          <ac:spMkLst>
            <pc:docMk/>
            <pc:sldMk cId="3822434923" sldId="593"/>
            <ac:spMk id="13" creationId="{112B5ECF-1E46-4E7A-8499-0526CFBE0D9B}"/>
          </ac:spMkLst>
        </pc:spChg>
        <pc:spChg chg="add mod">
          <ac:chgData name="John Hu" userId="213e45b8a479442b" providerId="LiveId" clId="{464149D3-95DE-448A-BFE1-A0D8B9969414}" dt="2025-03-10T02:36:42.085" v="3141" actId="2711"/>
          <ac:spMkLst>
            <pc:docMk/>
            <pc:sldMk cId="3822434923" sldId="593"/>
            <ac:spMk id="16" creationId="{782B5878-338E-46C8-ACA0-5EDC7C892951}"/>
          </ac:spMkLst>
        </pc:spChg>
        <pc:graphicFrameChg chg="add del mod modGraphic">
          <ac:chgData name="John Hu" userId="213e45b8a479442b" providerId="LiveId" clId="{464149D3-95DE-448A-BFE1-A0D8B9969414}" dt="2025-03-10T00:59:21.245" v="2889" actId="478"/>
          <ac:graphicFrameMkLst>
            <pc:docMk/>
            <pc:sldMk cId="3822434923" sldId="593"/>
            <ac:graphicFrameMk id="4" creationId="{3D20349E-BEA7-49A1-A70E-41F2B6F9EE8C}"/>
          </ac:graphicFrameMkLst>
        </pc:graphicFrameChg>
        <pc:picChg chg="add mod">
          <ac:chgData name="John Hu" userId="213e45b8a479442b" providerId="LiveId" clId="{464149D3-95DE-448A-BFE1-A0D8B9969414}" dt="2025-03-11T01:17:50.242" v="3827" actId="1076"/>
          <ac:picMkLst>
            <pc:docMk/>
            <pc:sldMk cId="3822434923" sldId="593"/>
            <ac:picMk id="4" creationId="{0C58D78D-B434-4A43-9478-D3A59D55A323}"/>
          </ac:picMkLst>
        </pc:picChg>
        <pc:picChg chg="add del mod">
          <ac:chgData name="John Hu" userId="213e45b8a479442b" providerId="LiveId" clId="{464149D3-95DE-448A-BFE1-A0D8B9969414}" dt="2025-03-10T02:36:11.679" v="3123" actId="478"/>
          <ac:picMkLst>
            <pc:docMk/>
            <pc:sldMk cId="3822434923" sldId="593"/>
            <ac:picMk id="14" creationId="{6DE94FAA-B80D-45BE-958E-933BA875BE63}"/>
          </ac:picMkLst>
        </pc:picChg>
        <pc:picChg chg="add del mod">
          <ac:chgData name="John Hu" userId="213e45b8a479442b" providerId="LiveId" clId="{464149D3-95DE-448A-BFE1-A0D8B9969414}" dt="2025-03-11T01:17:43.284" v="3821" actId="478"/>
          <ac:picMkLst>
            <pc:docMk/>
            <pc:sldMk cId="3822434923" sldId="593"/>
            <ac:picMk id="18" creationId="{E2C17458-EED4-4981-B835-B9951147ECE7}"/>
          </ac:picMkLst>
        </pc:picChg>
      </pc:sldChg>
      <pc:sldChg chg="del">
        <pc:chgData name="John Hu" userId="213e45b8a479442b" providerId="LiveId" clId="{464149D3-95DE-448A-BFE1-A0D8B9969414}" dt="2025-02-25T07:54:56.211" v="1460" actId="47"/>
        <pc:sldMkLst>
          <pc:docMk/>
          <pc:sldMk cId="2102827251" sldId="594"/>
        </pc:sldMkLst>
      </pc:sldChg>
      <pc:sldChg chg="del">
        <pc:chgData name="John Hu" userId="213e45b8a479442b" providerId="LiveId" clId="{464149D3-95DE-448A-BFE1-A0D8B9969414}" dt="2025-03-11T01:24:17.908" v="3897" actId="47"/>
        <pc:sldMkLst>
          <pc:docMk/>
          <pc:sldMk cId="3225204648" sldId="595"/>
        </pc:sldMkLst>
      </pc:sldChg>
      <pc:sldChg chg="del">
        <pc:chgData name="John Hu" userId="213e45b8a479442b" providerId="LiveId" clId="{464149D3-95DE-448A-BFE1-A0D8B9969414}" dt="2025-03-11T01:24:13.911" v="3894" actId="47"/>
        <pc:sldMkLst>
          <pc:docMk/>
          <pc:sldMk cId="2162555080" sldId="596"/>
        </pc:sldMkLst>
      </pc:sldChg>
      <pc:sldChg chg="del">
        <pc:chgData name="John Hu" userId="213e45b8a479442b" providerId="LiveId" clId="{464149D3-95DE-448A-BFE1-A0D8B9969414}" dt="2025-03-11T01:24:20.717" v="3898" actId="47"/>
        <pc:sldMkLst>
          <pc:docMk/>
          <pc:sldMk cId="1604595205" sldId="597"/>
        </pc:sldMkLst>
      </pc:sldChg>
      <pc:sldChg chg="del">
        <pc:chgData name="John Hu" userId="213e45b8a479442b" providerId="LiveId" clId="{464149D3-95DE-448A-BFE1-A0D8B9969414}" dt="2025-03-11T01:24:14.101" v="3895" actId="47"/>
        <pc:sldMkLst>
          <pc:docMk/>
          <pc:sldMk cId="79734776" sldId="598"/>
        </pc:sldMkLst>
      </pc:sldChg>
      <pc:sldChg chg="del">
        <pc:chgData name="John Hu" userId="213e45b8a479442b" providerId="LiveId" clId="{464149D3-95DE-448A-BFE1-A0D8B9969414}" dt="2025-03-11T01:24:14.777" v="3896" actId="47"/>
        <pc:sldMkLst>
          <pc:docMk/>
          <pc:sldMk cId="595317696" sldId="599"/>
        </pc:sldMkLst>
      </pc:sldChg>
      <pc:sldChg chg="del">
        <pc:chgData name="John Hu" userId="213e45b8a479442b" providerId="LiveId" clId="{464149D3-95DE-448A-BFE1-A0D8B9969414}" dt="2025-03-11T01:24:06.353" v="3884" actId="47"/>
        <pc:sldMkLst>
          <pc:docMk/>
          <pc:sldMk cId="1841239388" sldId="600"/>
        </pc:sldMkLst>
      </pc:sldChg>
      <pc:sldChg chg="del">
        <pc:chgData name="John Hu" userId="213e45b8a479442b" providerId="LiveId" clId="{464149D3-95DE-448A-BFE1-A0D8B9969414}" dt="2025-03-11T01:24:05.860" v="3881" actId="47"/>
        <pc:sldMkLst>
          <pc:docMk/>
          <pc:sldMk cId="1689180474" sldId="601"/>
        </pc:sldMkLst>
      </pc:sldChg>
      <pc:sldChg chg="del">
        <pc:chgData name="John Hu" userId="213e45b8a479442b" providerId="LiveId" clId="{464149D3-95DE-448A-BFE1-A0D8B9969414}" dt="2025-03-11T01:24:06.193" v="3883" actId="47"/>
        <pc:sldMkLst>
          <pc:docMk/>
          <pc:sldMk cId="2402831192" sldId="602"/>
        </pc:sldMkLst>
      </pc:sldChg>
      <pc:sldChg chg="del">
        <pc:chgData name="John Hu" userId="213e45b8a479442b" providerId="LiveId" clId="{464149D3-95DE-448A-BFE1-A0D8B9969414}" dt="2025-03-11T01:24:06.026" v="3882" actId="47"/>
        <pc:sldMkLst>
          <pc:docMk/>
          <pc:sldMk cId="2778025755" sldId="603"/>
        </pc:sldMkLst>
      </pc:sldChg>
      <pc:sldChg chg="del">
        <pc:chgData name="John Hu" userId="213e45b8a479442b" providerId="LiveId" clId="{464149D3-95DE-448A-BFE1-A0D8B9969414}" dt="2025-03-11T01:24:06.560" v="3885" actId="47"/>
        <pc:sldMkLst>
          <pc:docMk/>
          <pc:sldMk cId="738414285" sldId="604"/>
        </pc:sldMkLst>
      </pc:sldChg>
      <pc:sldChg chg="del">
        <pc:chgData name="John Hu" userId="213e45b8a479442b" providerId="LiveId" clId="{464149D3-95DE-448A-BFE1-A0D8B9969414}" dt="2025-03-11T01:24:08.081" v="3887" actId="47"/>
        <pc:sldMkLst>
          <pc:docMk/>
          <pc:sldMk cId="3177763967" sldId="605"/>
        </pc:sldMkLst>
      </pc:sldChg>
      <pc:sldChg chg="del">
        <pc:chgData name="John Hu" userId="213e45b8a479442b" providerId="LiveId" clId="{464149D3-95DE-448A-BFE1-A0D8B9969414}" dt="2025-03-11T01:24:07.632" v="3886" actId="47"/>
        <pc:sldMkLst>
          <pc:docMk/>
          <pc:sldMk cId="3221543284" sldId="606"/>
        </pc:sldMkLst>
      </pc:sldChg>
      <pc:sldChg chg="del">
        <pc:chgData name="John Hu" userId="213e45b8a479442b" providerId="LiveId" clId="{464149D3-95DE-448A-BFE1-A0D8B9969414}" dt="2025-03-11T01:24:08.588" v="3888" actId="47"/>
        <pc:sldMkLst>
          <pc:docMk/>
          <pc:sldMk cId="2782518825" sldId="607"/>
        </pc:sldMkLst>
      </pc:sldChg>
      <pc:sldChg chg="del">
        <pc:chgData name="John Hu" userId="213e45b8a479442b" providerId="LiveId" clId="{464149D3-95DE-448A-BFE1-A0D8B9969414}" dt="2025-03-11T01:24:08.970" v="3889" actId="47"/>
        <pc:sldMkLst>
          <pc:docMk/>
          <pc:sldMk cId="3355725131" sldId="608"/>
        </pc:sldMkLst>
      </pc:sldChg>
      <pc:sldChg chg="del">
        <pc:chgData name="John Hu" userId="213e45b8a479442b" providerId="LiveId" clId="{464149D3-95DE-448A-BFE1-A0D8B9969414}" dt="2025-03-11T01:24:09.465" v="3890" actId="47"/>
        <pc:sldMkLst>
          <pc:docMk/>
          <pc:sldMk cId="2456875464" sldId="609"/>
        </pc:sldMkLst>
      </pc:sldChg>
      <pc:sldChg chg="del">
        <pc:chgData name="John Hu" userId="213e45b8a479442b" providerId="LiveId" clId="{464149D3-95DE-448A-BFE1-A0D8B9969414}" dt="2025-03-11T01:24:10.631" v="3892" actId="47"/>
        <pc:sldMkLst>
          <pc:docMk/>
          <pc:sldMk cId="682326670" sldId="611"/>
        </pc:sldMkLst>
      </pc:sldChg>
      <pc:sldChg chg="del">
        <pc:chgData name="John Hu" userId="213e45b8a479442b" providerId="LiveId" clId="{464149D3-95DE-448A-BFE1-A0D8B9969414}" dt="2025-03-11T01:24:11.143" v="3893" actId="47"/>
        <pc:sldMkLst>
          <pc:docMk/>
          <pc:sldMk cId="4176025167" sldId="612"/>
        </pc:sldMkLst>
      </pc:sldChg>
      <pc:sldChg chg="del">
        <pc:chgData name="John Hu" userId="213e45b8a479442b" providerId="LiveId" clId="{464149D3-95DE-448A-BFE1-A0D8B9969414}" dt="2025-03-11T01:24:09.943" v="3891" actId="47"/>
        <pc:sldMkLst>
          <pc:docMk/>
          <pc:sldMk cId="417991510" sldId="613"/>
        </pc:sldMkLst>
      </pc:sldChg>
      <pc:sldChg chg="del">
        <pc:chgData name="John Hu" userId="213e45b8a479442b" providerId="LiveId" clId="{464149D3-95DE-448A-BFE1-A0D8B9969414}" dt="2025-03-11T01:23:56.734" v="3876" actId="47"/>
        <pc:sldMkLst>
          <pc:docMk/>
          <pc:sldMk cId="3370103457" sldId="614"/>
        </pc:sldMkLst>
      </pc:sldChg>
      <pc:sldChg chg="del">
        <pc:chgData name="John Hu" userId="213e45b8a479442b" providerId="LiveId" clId="{464149D3-95DE-448A-BFE1-A0D8B9969414}" dt="2025-03-11T01:23:55.547" v="3874" actId="47"/>
        <pc:sldMkLst>
          <pc:docMk/>
          <pc:sldMk cId="3404091532" sldId="615"/>
        </pc:sldMkLst>
      </pc:sldChg>
      <pc:sldChg chg="del">
        <pc:chgData name="John Hu" userId="213e45b8a479442b" providerId="LiveId" clId="{464149D3-95DE-448A-BFE1-A0D8B9969414}" dt="2025-03-11T01:23:55.806" v="3875" actId="47"/>
        <pc:sldMkLst>
          <pc:docMk/>
          <pc:sldMk cId="2861786244" sldId="616"/>
        </pc:sldMkLst>
      </pc:sldChg>
      <pc:sldChg chg="modSp mod">
        <pc:chgData name="John Hu" userId="213e45b8a479442b" providerId="LiveId" clId="{464149D3-95DE-448A-BFE1-A0D8B9969414}" dt="2025-03-30T07:18:36.400" v="14042" actId="20577"/>
        <pc:sldMkLst>
          <pc:docMk/>
          <pc:sldMk cId="164261366" sldId="617"/>
        </pc:sldMkLst>
        <pc:spChg chg="mod">
          <ac:chgData name="John Hu" userId="213e45b8a479442b" providerId="LiveId" clId="{464149D3-95DE-448A-BFE1-A0D8B9969414}" dt="2025-03-30T07:18:36.400" v="14042" actId="20577"/>
          <ac:spMkLst>
            <pc:docMk/>
            <pc:sldMk cId="164261366" sldId="617"/>
            <ac:spMk id="11" creationId="{18CB6FDE-891D-43DB-80C0-7BE9E7C5742D}"/>
          </ac:spMkLst>
        </pc:spChg>
      </pc:sldChg>
      <pc:sldChg chg="del">
        <pc:chgData name="John Hu" userId="213e45b8a479442b" providerId="LiveId" clId="{464149D3-95DE-448A-BFE1-A0D8B9969414}" dt="2025-03-11T01:23:57.386" v="3877" actId="47"/>
        <pc:sldMkLst>
          <pc:docMk/>
          <pc:sldMk cId="859501381" sldId="618"/>
        </pc:sldMkLst>
      </pc:sldChg>
      <pc:sldChg chg="del">
        <pc:chgData name="John Hu" userId="213e45b8a479442b" providerId="LiveId" clId="{464149D3-95DE-448A-BFE1-A0D8B9969414}" dt="2025-03-11T01:23:58.148" v="3878" actId="47"/>
        <pc:sldMkLst>
          <pc:docMk/>
          <pc:sldMk cId="3181207034" sldId="619"/>
        </pc:sldMkLst>
      </pc:sldChg>
      <pc:sldChg chg="del">
        <pc:chgData name="John Hu" userId="213e45b8a479442b" providerId="LiveId" clId="{464149D3-95DE-448A-BFE1-A0D8B9969414}" dt="2025-03-11T01:23:59.535" v="3879" actId="47"/>
        <pc:sldMkLst>
          <pc:docMk/>
          <pc:sldMk cId="4270708178" sldId="620"/>
        </pc:sldMkLst>
      </pc:sldChg>
      <pc:sldChg chg="del">
        <pc:chgData name="John Hu" userId="213e45b8a479442b" providerId="LiveId" clId="{464149D3-95DE-448A-BFE1-A0D8B9969414}" dt="2025-03-11T01:24:00.478" v="3880" actId="47"/>
        <pc:sldMkLst>
          <pc:docMk/>
          <pc:sldMk cId="2397847887" sldId="621"/>
        </pc:sldMkLst>
      </pc:sldChg>
      <pc:sldChg chg="del">
        <pc:chgData name="John Hu" userId="213e45b8a479442b" providerId="LiveId" clId="{464149D3-95DE-448A-BFE1-A0D8B9969414}" dt="2025-03-11T01:23:49.104" v="3868" actId="47"/>
        <pc:sldMkLst>
          <pc:docMk/>
          <pc:sldMk cId="4262740222" sldId="622"/>
        </pc:sldMkLst>
      </pc:sldChg>
      <pc:sldChg chg="modSp mod">
        <pc:chgData name="John Hu" userId="213e45b8a479442b" providerId="LiveId" clId="{464149D3-95DE-448A-BFE1-A0D8B9969414}" dt="2025-02-25T08:05:32.226" v="1477" actId="20577"/>
        <pc:sldMkLst>
          <pc:docMk/>
          <pc:sldMk cId="1102328016" sldId="624"/>
        </pc:sldMkLst>
        <pc:spChg chg="mod">
          <ac:chgData name="John Hu" userId="213e45b8a479442b" providerId="LiveId" clId="{464149D3-95DE-448A-BFE1-A0D8B9969414}" dt="2025-02-25T08:05:32.226" v="1477" actId="20577"/>
          <ac:spMkLst>
            <pc:docMk/>
            <pc:sldMk cId="1102328016" sldId="624"/>
            <ac:spMk id="2" creationId="{5888EE31-F44C-4034-8407-4C756F65702C}"/>
          </ac:spMkLst>
        </pc:spChg>
      </pc:sldChg>
      <pc:sldChg chg="del">
        <pc:chgData name="John Hu" userId="213e45b8a479442b" providerId="LiveId" clId="{464149D3-95DE-448A-BFE1-A0D8B9969414}" dt="2025-02-25T08:27:39.556" v="1480" actId="47"/>
        <pc:sldMkLst>
          <pc:docMk/>
          <pc:sldMk cId="4287735949" sldId="625"/>
        </pc:sldMkLst>
      </pc:sldChg>
      <pc:sldChg chg="add del">
        <pc:chgData name="John Hu" userId="213e45b8a479442b" providerId="LiveId" clId="{464149D3-95DE-448A-BFE1-A0D8B9969414}" dt="2025-02-25T08:27:35.904" v="1479" actId="47"/>
        <pc:sldMkLst>
          <pc:docMk/>
          <pc:sldMk cId="3398423999" sldId="626"/>
        </pc:sldMkLst>
      </pc:sldChg>
      <pc:sldChg chg="del">
        <pc:chgData name="John Hu" userId="213e45b8a479442b" providerId="LiveId" clId="{464149D3-95DE-448A-BFE1-A0D8B9969414}" dt="2025-02-25T08:27:26.896" v="1478" actId="47"/>
        <pc:sldMkLst>
          <pc:docMk/>
          <pc:sldMk cId="3320655588" sldId="628"/>
        </pc:sldMkLst>
      </pc:sldChg>
      <pc:sldChg chg="addSp delSp modSp mod ord addAnim delAnim modAnim">
        <pc:chgData name="John Hu" userId="213e45b8a479442b" providerId="LiveId" clId="{464149D3-95DE-448A-BFE1-A0D8B9969414}" dt="2025-02-27T00:53:51.064" v="2159" actId="20577"/>
        <pc:sldMkLst>
          <pc:docMk/>
          <pc:sldMk cId="3181779752" sldId="629"/>
        </pc:sldMkLst>
        <pc:spChg chg="mod">
          <ac:chgData name="John Hu" userId="213e45b8a479442b" providerId="LiveId" clId="{464149D3-95DE-448A-BFE1-A0D8B9969414}" dt="2025-02-26T06:49:26.096" v="1910" actId="6549"/>
          <ac:spMkLst>
            <pc:docMk/>
            <pc:sldMk cId="3181779752" sldId="629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2-27T00:53:51.064" v="2159" actId="20577"/>
          <ac:spMkLst>
            <pc:docMk/>
            <pc:sldMk cId="3181779752" sldId="629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6T06:50:17.902" v="1936" actId="20577"/>
          <ac:spMkLst>
            <pc:docMk/>
            <pc:sldMk cId="3181779752" sldId="629"/>
            <ac:spMk id="6" creationId="{8E92DD04-D744-44AA-AF25-2D5444174CB9}"/>
          </ac:spMkLst>
        </pc:spChg>
        <pc:spChg chg="del mod">
          <ac:chgData name="John Hu" userId="213e45b8a479442b" providerId="LiveId" clId="{464149D3-95DE-448A-BFE1-A0D8B9969414}" dt="2025-02-25T08:34:48.759" v="1537" actId="478"/>
          <ac:spMkLst>
            <pc:docMk/>
            <pc:sldMk cId="3181779752" sldId="629"/>
            <ac:spMk id="7" creationId="{678D74DA-F8BA-4711-8D19-E37B62F51B66}"/>
          </ac:spMkLst>
        </pc:spChg>
        <pc:spChg chg="del">
          <ac:chgData name="John Hu" userId="213e45b8a479442b" providerId="LiveId" clId="{464149D3-95DE-448A-BFE1-A0D8B9969414}" dt="2025-02-25T08:34:51.274" v="1538" actId="478"/>
          <ac:spMkLst>
            <pc:docMk/>
            <pc:sldMk cId="3181779752" sldId="629"/>
            <ac:spMk id="9" creationId="{318CACFB-B879-4748-8610-C5FC05275E59}"/>
          </ac:spMkLst>
        </pc:spChg>
        <pc:spChg chg="add del mod">
          <ac:chgData name="John Hu" userId="213e45b8a479442b" providerId="LiveId" clId="{464149D3-95DE-448A-BFE1-A0D8B9969414}" dt="2025-02-26T02:43:36.762" v="1775" actId="478"/>
          <ac:spMkLst>
            <pc:docMk/>
            <pc:sldMk cId="3181779752" sldId="629"/>
            <ac:spMk id="10" creationId="{2D0DFE50-2FDF-4300-BC37-9DABD0843C51}"/>
          </ac:spMkLst>
        </pc:spChg>
        <pc:spChg chg="add del mod">
          <ac:chgData name="John Hu" userId="213e45b8a479442b" providerId="LiveId" clId="{464149D3-95DE-448A-BFE1-A0D8B9969414}" dt="2025-02-26T02:43:38.528" v="1776" actId="478"/>
          <ac:spMkLst>
            <pc:docMk/>
            <pc:sldMk cId="3181779752" sldId="629"/>
            <ac:spMk id="11" creationId="{FCD37FB6-7BC7-4A71-8115-C01F78665771}"/>
          </ac:spMkLst>
        </pc:spChg>
        <pc:picChg chg="add mod">
          <ac:chgData name="John Hu" userId="213e45b8a479442b" providerId="LiveId" clId="{464149D3-95DE-448A-BFE1-A0D8B9969414}" dt="2025-02-26T07:30:07.563" v="1938" actId="1076"/>
          <ac:picMkLst>
            <pc:docMk/>
            <pc:sldMk cId="3181779752" sldId="629"/>
            <ac:picMk id="5" creationId="{2387D226-5511-417B-9874-8B93249C14E8}"/>
          </ac:picMkLst>
        </pc:picChg>
      </pc:sldChg>
      <pc:sldChg chg="del">
        <pc:chgData name="John Hu" userId="213e45b8a479442b" providerId="LiveId" clId="{464149D3-95DE-448A-BFE1-A0D8B9969414}" dt="2025-02-25T08:41:56.035" v="1692" actId="47"/>
        <pc:sldMkLst>
          <pc:docMk/>
          <pc:sldMk cId="829031420" sldId="630"/>
        </pc:sldMkLst>
      </pc:sldChg>
      <pc:sldChg chg="del">
        <pc:chgData name="John Hu" userId="213e45b8a479442b" providerId="LiveId" clId="{464149D3-95DE-448A-BFE1-A0D8B9969414}" dt="2025-03-11T01:23:49.287" v="3869" actId="47"/>
        <pc:sldMkLst>
          <pc:docMk/>
          <pc:sldMk cId="1323392317" sldId="632"/>
        </pc:sldMkLst>
      </pc:sldChg>
      <pc:sldChg chg="del">
        <pc:chgData name="John Hu" userId="213e45b8a479442b" providerId="LiveId" clId="{464149D3-95DE-448A-BFE1-A0D8B9969414}" dt="2025-03-11T01:23:49.437" v="3870" actId="47"/>
        <pc:sldMkLst>
          <pc:docMk/>
          <pc:sldMk cId="156117477" sldId="633"/>
        </pc:sldMkLst>
      </pc:sldChg>
      <pc:sldChg chg="del">
        <pc:chgData name="John Hu" userId="213e45b8a479442b" providerId="LiveId" clId="{464149D3-95DE-448A-BFE1-A0D8B9969414}" dt="2025-03-11T01:23:49.622" v="3871" actId="47"/>
        <pc:sldMkLst>
          <pc:docMk/>
          <pc:sldMk cId="1668661885" sldId="634"/>
        </pc:sldMkLst>
      </pc:sldChg>
      <pc:sldChg chg="del">
        <pc:chgData name="John Hu" userId="213e45b8a479442b" providerId="LiveId" clId="{464149D3-95DE-448A-BFE1-A0D8B9969414}" dt="2025-03-11T01:23:50.242" v="3872" actId="47"/>
        <pc:sldMkLst>
          <pc:docMk/>
          <pc:sldMk cId="20949502" sldId="635"/>
        </pc:sldMkLst>
      </pc:sldChg>
      <pc:sldChg chg="del">
        <pc:chgData name="John Hu" userId="213e45b8a479442b" providerId="LiveId" clId="{464149D3-95DE-448A-BFE1-A0D8B9969414}" dt="2025-03-11T01:23:50.905" v="3873" actId="47"/>
        <pc:sldMkLst>
          <pc:docMk/>
          <pc:sldMk cId="1980848031" sldId="636"/>
        </pc:sldMkLst>
      </pc:sldChg>
      <pc:sldChg chg="addSp delSp modSp add mod">
        <pc:chgData name="John Hu" userId="213e45b8a479442b" providerId="LiveId" clId="{464149D3-95DE-448A-BFE1-A0D8B9969414}" dt="2025-02-25T06:36:36.571" v="605" actId="20577"/>
        <pc:sldMkLst>
          <pc:docMk/>
          <pc:sldMk cId="4244302907" sldId="637"/>
        </pc:sldMkLst>
        <pc:spChg chg="mod">
          <ac:chgData name="John Hu" userId="213e45b8a479442b" providerId="LiveId" clId="{464149D3-95DE-448A-BFE1-A0D8B9969414}" dt="2025-02-25T06:36:36.571" v="605" actId="20577"/>
          <ac:spMkLst>
            <pc:docMk/>
            <pc:sldMk cId="4244302907" sldId="637"/>
            <ac:spMk id="3" creationId="{FC3DE994-F8E6-4715-916B-9859E1A19738}"/>
          </ac:spMkLst>
        </pc:spChg>
        <pc:spChg chg="del mod">
          <ac:chgData name="John Hu" userId="213e45b8a479442b" providerId="LiveId" clId="{464149D3-95DE-448A-BFE1-A0D8B9969414}" dt="2025-02-25T01:35:12.751" v="523" actId="478"/>
          <ac:spMkLst>
            <pc:docMk/>
            <pc:sldMk cId="4244302907" sldId="637"/>
            <ac:spMk id="6" creationId="{066F5F18-C0A7-471A-9455-CF28B559E078}"/>
          </ac:spMkLst>
        </pc:spChg>
        <pc:spChg chg="del">
          <ac:chgData name="John Hu" userId="213e45b8a479442b" providerId="LiveId" clId="{464149D3-95DE-448A-BFE1-A0D8B9969414}" dt="2025-02-25T01:35:14.787" v="524" actId="478"/>
          <ac:spMkLst>
            <pc:docMk/>
            <pc:sldMk cId="4244302907" sldId="637"/>
            <ac:spMk id="7" creationId="{38E84727-9BB3-4C30-B714-1440A329F730}"/>
          </ac:spMkLst>
        </pc:spChg>
        <pc:picChg chg="add mod">
          <ac:chgData name="John Hu" userId="213e45b8a479442b" providerId="LiveId" clId="{464149D3-95DE-448A-BFE1-A0D8B9969414}" dt="2025-02-25T06:36:34.976" v="602" actId="1076"/>
          <ac:picMkLst>
            <pc:docMk/>
            <pc:sldMk cId="4244302907" sldId="637"/>
            <ac:picMk id="5" creationId="{40E39946-8B62-4009-819B-0F5157462CF8}"/>
          </ac:picMkLst>
        </pc:picChg>
      </pc:sldChg>
      <pc:sldChg chg="addSp delSp modSp add mod">
        <pc:chgData name="John Hu" userId="213e45b8a479442b" providerId="LiveId" clId="{464149D3-95DE-448A-BFE1-A0D8B9969414}" dt="2025-02-25T06:40:36.462" v="668" actId="14100"/>
        <pc:sldMkLst>
          <pc:docMk/>
          <pc:sldMk cId="701864374" sldId="638"/>
        </pc:sldMkLst>
        <pc:spChg chg="mod">
          <ac:chgData name="John Hu" userId="213e45b8a479442b" providerId="LiveId" clId="{464149D3-95DE-448A-BFE1-A0D8B9969414}" dt="2025-02-25T06:37:44.091" v="627" actId="21"/>
          <ac:spMkLst>
            <pc:docMk/>
            <pc:sldMk cId="701864374" sldId="638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5T06:38:47.675" v="643" actId="1076"/>
          <ac:spMkLst>
            <pc:docMk/>
            <pc:sldMk cId="701864374" sldId="638"/>
            <ac:spMk id="6" creationId="{066F5F18-C0A7-471A-9455-CF28B559E078}"/>
          </ac:spMkLst>
        </pc:spChg>
        <pc:spChg chg="mod">
          <ac:chgData name="John Hu" userId="213e45b8a479442b" providerId="LiveId" clId="{464149D3-95DE-448A-BFE1-A0D8B9969414}" dt="2025-02-25T06:38:50.381" v="644" actId="1076"/>
          <ac:spMkLst>
            <pc:docMk/>
            <pc:sldMk cId="701864374" sldId="638"/>
            <ac:spMk id="7" creationId="{38E84727-9BB3-4C30-B714-1440A329F730}"/>
          </ac:spMkLst>
        </pc:spChg>
        <pc:spChg chg="add mod ord">
          <ac:chgData name="John Hu" userId="213e45b8a479442b" providerId="LiveId" clId="{464149D3-95DE-448A-BFE1-A0D8B9969414}" dt="2025-02-25T06:40:36.462" v="668" actId="14100"/>
          <ac:spMkLst>
            <pc:docMk/>
            <pc:sldMk cId="701864374" sldId="638"/>
            <ac:spMk id="9" creationId="{A37F1507-98D9-4376-B5CE-13F9DEEA1414}"/>
          </ac:spMkLst>
        </pc:spChg>
        <pc:graphicFrameChg chg="add del mod ord modGraphic">
          <ac:chgData name="John Hu" userId="213e45b8a479442b" providerId="LiveId" clId="{464149D3-95DE-448A-BFE1-A0D8B9969414}" dt="2025-02-25T06:40:16.471" v="662" actId="478"/>
          <ac:graphicFrameMkLst>
            <pc:docMk/>
            <pc:sldMk cId="701864374" sldId="638"/>
            <ac:graphicFrameMk id="4" creationId="{532465E8-9DAA-49FE-8750-A5ADEEADBD10}"/>
          </ac:graphicFrameMkLst>
        </pc:graphicFrameChg>
      </pc:sldChg>
      <pc:sldChg chg="modSp add del mod">
        <pc:chgData name="John Hu" userId="213e45b8a479442b" providerId="LiveId" clId="{464149D3-95DE-448A-BFE1-A0D8B9969414}" dt="2025-02-25T06:36:34.308" v="601"/>
        <pc:sldMkLst>
          <pc:docMk/>
          <pc:sldMk cId="3337178186" sldId="638"/>
        </pc:sldMkLst>
        <pc:spChg chg="mod">
          <ac:chgData name="John Hu" userId="213e45b8a479442b" providerId="LiveId" clId="{464149D3-95DE-448A-BFE1-A0D8B9969414}" dt="2025-02-25T06:36:33.930" v="600" actId="20577"/>
          <ac:spMkLst>
            <pc:docMk/>
            <pc:sldMk cId="3337178186" sldId="638"/>
            <ac:spMk id="3" creationId="{FC3DE994-F8E6-4715-916B-9859E1A19738}"/>
          </ac:spMkLst>
        </pc:spChg>
      </pc:sldChg>
      <pc:sldChg chg="addSp delSp modSp add mod">
        <pc:chgData name="John Hu" userId="213e45b8a479442b" providerId="LiveId" clId="{464149D3-95DE-448A-BFE1-A0D8B9969414}" dt="2025-02-26T02:39:17.204" v="1696" actId="1076"/>
        <pc:sldMkLst>
          <pc:docMk/>
          <pc:sldMk cId="1774578108" sldId="639"/>
        </pc:sldMkLst>
        <pc:spChg chg="mod">
          <ac:chgData name="John Hu" userId="213e45b8a479442b" providerId="LiveId" clId="{464149D3-95DE-448A-BFE1-A0D8B9969414}" dt="2025-02-25T06:41:10.561" v="766" actId="6549"/>
          <ac:spMkLst>
            <pc:docMk/>
            <pc:sldMk cId="1774578108" sldId="639"/>
            <ac:spMk id="3" creationId="{FC3DE994-F8E6-4715-916B-9859E1A19738}"/>
          </ac:spMkLst>
        </pc:spChg>
        <pc:spChg chg="del">
          <ac:chgData name="John Hu" userId="213e45b8a479442b" providerId="LiveId" clId="{464149D3-95DE-448A-BFE1-A0D8B9969414}" dt="2025-02-25T06:41:50.383" v="768" actId="478"/>
          <ac:spMkLst>
            <pc:docMk/>
            <pc:sldMk cId="1774578108" sldId="639"/>
            <ac:spMk id="6" creationId="{066F5F18-C0A7-471A-9455-CF28B559E078}"/>
          </ac:spMkLst>
        </pc:spChg>
        <pc:spChg chg="del">
          <ac:chgData name="John Hu" userId="213e45b8a479442b" providerId="LiveId" clId="{464149D3-95DE-448A-BFE1-A0D8B9969414}" dt="2025-02-25T06:41:52.035" v="769" actId="478"/>
          <ac:spMkLst>
            <pc:docMk/>
            <pc:sldMk cId="1774578108" sldId="639"/>
            <ac:spMk id="7" creationId="{38E84727-9BB3-4C30-B714-1440A329F730}"/>
          </ac:spMkLst>
        </pc:spChg>
        <pc:graphicFrameChg chg="del">
          <ac:chgData name="John Hu" userId="213e45b8a479442b" providerId="LiveId" clId="{464149D3-95DE-448A-BFE1-A0D8B9969414}" dt="2025-02-25T06:41:13.167" v="767" actId="478"/>
          <ac:graphicFrameMkLst>
            <pc:docMk/>
            <pc:sldMk cId="1774578108" sldId="639"/>
            <ac:graphicFrameMk id="4" creationId="{532465E8-9DAA-49FE-8750-A5ADEEADBD10}"/>
          </ac:graphicFrameMkLst>
        </pc:graphicFrameChg>
        <pc:picChg chg="add mod">
          <ac:chgData name="John Hu" userId="213e45b8a479442b" providerId="LiveId" clId="{464149D3-95DE-448A-BFE1-A0D8B9969414}" dt="2025-02-26T02:39:10.546" v="1693" actId="1076"/>
          <ac:picMkLst>
            <pc:docMk/>
            <pc:sldMk cId="1774578108" sldId="639"/>
            <ac:picMk id="9" creationId="{1573FE0B-CA8F-423F-8E83-08B5353FA483}"/>
          </ac:picMkLst>
        </pc:picChg>
        <pc:picChg chg="add mod">
          <ac:chgData name="John Hu" userId="213e45b8a479442b" providerId="LiveId" clId="{464149D3-95DE-448A-BFE1-A0D8B9969414}" dt="2025-02-26T02:39:13.733" v="1695" actId="1076"/>
          <ac:picMkLst>
            <pc:docMk/>
            <pc:sldMk cId="1774578108" sldId="639"/>
            <ac:picMk id="13" creationId="{3E397CB9-4D37-41C1-A386-473D3655C54B}"/>
          </ac:picMkLst>
        </pc:picChg>
        <pc:cxnChg chg="add mod">
          <ac:chgData name="John Hu" userId="213e45b8a479442b" providerId="LiveId" clId="{464149D3-95DE-448A-BFE1-A0D8B9969414}" dt="2025-02-26T02:39:12.470" v="1694" actId="1076"/>
          <ac:cxnSpMkLst>
            <pc:docMk/>
            <pc:sldMk cId="1774578108" sldId="639"/>
            <ac:cxnSpMk id="11" creationId="{261C5785-B390-41D5-A388-E1449F94FF4A}"/>
          </ac:cxnSpMkLst>
        </pc:cxnChg>
        <pc:cxnChg chg="add mod">
          <ac:chgData name="John Hu" userId="213e45b8a479442b" providerId="LiveId" clId="{464149D3-95DE-448A-BFE1-A0D8B9969414}" dt="2025-02-26T02:39:17.204" v="1696" actId="1076"/>
          <ac:cxnSpMkLst>
            <pc:docMk/>
            <pc:sldMk cId="1774578108" sldId="639"/>
            <ac:cxnSpMk id="14" creationId="{4CFE91AE-9611-403C-8613-A7B431CBCC22}"/>
          </ac:cxnSpMkLst>
        </pc:cxnChg>
      </pc:sldChg>
      <pc:sldChg chg="delSp modSp add mod">
        <pc:chgData name="John Hu" userId="213e45b8a479442b" providerId="LiveId" clId="{464149D3-95DE-448A-BFE1-A0D8B9969414}" dt="2025-02-25T07:13:26.083" v="1279" actId="20577"/>
        <pc:sldMkLst>
          <pc:docMk/>
          <pc:sldMk cId="56935045" sldId="640"/>
        </pc:sldMkLst>
        <pc:spChg chg="mod">
          <ac:chgData name="John Hu" userId="213e45b8a479442b" providerId="LiveId" clId="{464149D3-95DE-448A-BFE1-A0D8B9969414}" dt="2025-02-25T06:46:12.461" v="856" actId="6549"/>
          <ac:spMkLst>
            <pc:docMk/>
            <pc:sldMk cId="56935045" sldId="640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5T07:13:26.083" v="1279" actId="20577"/>
          <ac:spMkLst>
            <pc:docMk/>
            <pc:sldMk cId="56935045" sldId="640"/>
            <ac:spMk id="9" creationId="{AB6EECAE-2C4A-4D70-8846-A3838F676264}"/>
          </ac:spMkLst>
        </pc:spChg>
        <pc:picChg chg="del">
          <ac:chgData name="John Hu" userId="213e45b8a479442b" providerId="LiveId" clId="{464149D3-95DE-448A-BFE1-A0D8B9969414}" dt="2025-02-25T06:46:14.173" v="857" actId="478"/>
          <ac:picMkLst>
            <pc:docMk/>
            <pc:sldMk cId="56935045" sldId="640"/>
            <ac:picMk id="7" creationId="{F10A6834-7F44-484E-B438-8FB2FCAEAB55}"/>
          </ac:picMkLst>
        </pc:picChg>
      </pc:sldChg>
      <pc:sldChg chg="modSp add mod">
        <pc:chgData name="John Hu" userId="213e45b8a479442b" providerId="LiveId" clId="{464149D3-95DE-448A-BFE1-A0D8B9969414}" dt="2025-02-27T00:55:10.566" v="2162" actId="6549"/>
        <pc:sldMkLst>
          <pc:docMk/>
          <pc:sldMk cId="3161691511" sldId="641"/>
        </pc:sldMkLst>
        <pc:spChg chg="mod">
          <ac:chgData name="John Hu" userId="213e45b8a479442b" providerId="LiveId" clId="{464149D3-95DE-448A-BFE1-A0D8B9969414}" dt="2025-02-27T00:55:10.566" v="2162" actId="6549"/>
          <ac:spMkLst>
            <pc:docMk/>
            <pc:sldMk cId="3161691511" sldId="641"/>
            <ac:spMk id="2" creationId="{5888EE31-F44C-4034-8407-4C756F65702C}"/>
          </ac:spMkLst>
        </pc:spChg>
      </pc:sldChg>
      <pc:sldChg chg="addSp delSp modSp add mod">
        <pc:chgData name="John Hu" userId="213e45b8a479442b" providerId="LiveId" clId="{464149D3-95DE-448A-BFE1-A0D8B9969414}" dt="2025-02-27T00:55:52.271" v="2182" actId="20577"/>
        <pc:sldMkLst>
          <pc:docMk/>
          <pc:sldMk cId="3444438766" sldId="642"/>
        </pc:sldMkLst>
        <pc:spChg chg="mod">
          <ac:chgData name="John Hu" userId="213e45b8a479442b" providerId="LiveId" clId="{464149D3-95DE-448A-BFE1-A0D8B9969414}" dt="2025-02-27T00:55:52.271" v="2182" actId="20577"/>
          <ac:spMkLst>
            <pc:docMk/>
            <pc:sldMk cId="3444438766" sldId="642"/>
            <ac:spMk id="3" creationId="{FC3DE994-F8E6-4715-916B-9859E1A19738}"/>
          </ac:spMkLst>
        </pc:spChg>
        <pc:spChg chg="mod">
          <ac:chgData name="John Hu" userId="213e45b8a479442b" providerId="LiveId" clId="{464149D3-95DE-448A-BFE1-A0D8B9969414}" dt="2025-02-27T00:54:23.565" v="2160" actId="20577"/>
          <ac:spMkLst>
            <pc:docMk/>
            <pc:sldMk cId="3444438766" sldId="642"/>
            <ac:spMk id="6" creationId="{8E92DD04-D744-44AA-AF25-2D5444174CB9}"/>
          </ac:spMkLst>
        </pc:spChg>
        <pc:picChg chg="del mod">
          <ac:chgData name="John Hu" userId="213e45b8a479442b" providerId="LiveId" clId="{464149D3-95DE-448A-BFE1-A0D8B9969414}" dt="2025-02-26T07:38:49.418" v="2045" actId="478"/>
          <ac:picMkLst>
            <pc:docMk/>
            <pc:sldMk cId="3444438766" sldId="642"/>
            <ac:picMk id="5" creationId="{2387D226-5511-417B-9874-8B93249C14E8}"/>
          </ac:picMkLst>
        </pc:picChg>
        <pc:picChg chg="add mod">
          <ac:chgData name="John Hu" userId="213e45b8a479442b" providerId="LiveId" clId="{464149D3-95DE-448A-BFE1-A0D8B9969414}" dt="2025-02-26T07:40:58.412" v="2073" actId="14100"/>
          <ac:picMkLst>
            <pc:docMk/>
            <pc:sldMk cId="3444438766" sldId="642"/>
            <ac:picMk id="7" creationId="{C07BEA08-7A1B-462C-B9A6-CF75BDFBEF60}"/>
          </ac:picMkLst>
        </pc:picChg>
        <pc:picChg chg="add mod">
          <ac:chgData name="John Hu" userId="213e45b8a479442b" providerId="LiveId" clId="{464149D3-95DE-448A-BFE1-A0D8B9969414}" dt="2025-02-26T07:41:08.670" v="2078" actId="1076"/>
          <ac:picMkLst>
            <pc:docMk/>
            <pc:sldMk cId="3444438766" sldId="642"/>
            <ac:picMk id="10" creationId="{4EFC6F9F-7490-4245-8DDB-0BD14970016A}"/>
          </ac:picMkLst>
        </pc:picChg>
        <pc:picChg chg="add mod">
          <ac:chgData name="John Hu" userId="213e45b8a479442b" providerId="LiveId" clId="{464149D3-95DE-448A-BFE1-A0D8B9969414}" dt="2025-02-26T07:46:05.716" v="2085" actId="1076"/>
          <ac:picMkLst>
            <pc:docMk/>
            <pc:sldMk cId="3444438766" sldId="642"/>
            <ac:picMk id="12" creationId="{84744732-8C9A-4BA8-AA9B-DB7C8D5B4D47}"/>
          </ac:picMkLst>
        </pc:picChg>
      </pc:sldChg>
      <pc:sldChg chg="modSp add mod ord">
        <pc:chgData name="John Hu" userId="213e45b8a479442b" providerId="LiveId" clId="{464149D3-95DE-448A-BFE1-A0D8B9969414}" dt="2025-03-10T00:59:10.299" v="2873"/>
        <pc:sldMkLst>
          <pc:docMk/>
          <pc:sldMk cId="2832691755" sldId="643"/>
        </pc:sldMkLst>
        <pc:spChg chg="mod">
          <ac:chgData name="John Hu" userId="213e45b8a479442b" providerId="LiveId" clId="{464149D3-95DE-448A-BFE1-A0D8B9969414}" dt="2025-03-10T00:58:51.475" v="2870" actId="207"/>
          <ac:spMkLst>
            <pc:docMk/>
            <pc:sldMk cId="2832691755" sldId="643"/>
            <ac:spMk id="7" creationId="{7367365C-F4C3-4519-A516-0FFA1FC40A77}"/>
          </ac:spMkLst>
        </pc:spChg>
        <pc:spChg chg="mod">
          <ac:chgData name="John Hu" userId="213e45b8a479442b" providerId="LiveId" clId="{464149D3-95DE-448A-BFE1-A0D8B9969414}" dt="2025-03-10T00:59:10.299" v="2873"/>
          <ac:spMkLst>
            <pc:docMk/>
            <pc:sldMk cId="2832691755" sldId="643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0T00:58:47.830" v="2869" actId="207"/>
          <ac:spMkLst>
            <pc:docMk/>
            <pc:sldMk cId="2832691755" sldId="643"/>
            <ac:spMk id="9" creationId="{4FA5521D-E240-4E77-AE2C-DFF6D7109AF9}"/>
          </ac:spMkLst>
        </pc:spChg>
      </pc:sldChg>
      <pc:sldChg chg="addSp delSp modSp add mod">
        <pc:chgData name="John Hu" userId="213e45b8a479442b" providerId="LiveId" clId="{464149D3-95DE-448A-BFE1-A0D8B9969414}" dt="2025-03-11T01:03:08.588" v="3820" actId="1076"/>
        <pc:sldMkLst>
          <pc:docMk/>
          <pc:sldMk cId="3634169676" sldId="644"/>
        </pc:sldMkLst>
        <pc:spChg chg="mod">
          <ac:chgData name="John Hu" userId="213e45b8a479442b" providerId="LiveId" clId="{464149D3-95DE-448A-BFE1-A0D8B9969414}" dt="2025-03-10T02:39:40.495" v="3262" actId="1076"/>
          <ac:spMkLst>
            <pc:docMk/>
            <pc:sldMk cId="3634169676" sldId="644"/>
            <ac:spMk id="9" creationId="{4FA5521D-E240-4E77-AE2C-DFF6D7109AF9}"/>
          </ac:spMkLst>
        </pc:spChg>
        <pc:spChg chg="del">
          <ac:chgData name="John Hu" userId="213e45b8a479442b" providerId="LiveId" clId="{464149D3-95DE-448A-BFE1-A0D8B9969414}" dt="2025-03-10T02:37:01.752" v="3143" actId="478"/>
          <ac:spMkLst>
            <pc:docMk/>
            <pc:sldMk cId="3634169676" sldId="644"/>
            <ac:spMk id="12" creationId="{47D61A8E-0CF0-4BFE-BDA1-A11F7D0C83A7}"/>
          </ac:spMkLst>
        </pc:spChg>
        <pc:spChg chg="mod">
          <ac:chgData name="John Hu" userId="213e45b8a479442b" providerId="LiveId" clId="{464149D3-95DE-448A-BFE1-A0D8B9969414}" dt="2025-03-10T02:39:34.962" v="3260" actId="1076"/>
          <ac:spMkLst>
            <pc:docMk/>
            <pc:sldMk cId="3634169676" sldId="644"/>
            <ac:spMk id="13" creationId="{112B5ECF-1E46-4E7A-8499-0526CFBE0D9B}"/>
          </ac:spMkLst>
        </pc:spChg>
        <pc:spChg chg="mod">
          <ac:chgData name="John Hu" userId="213e45b8a479442b" providerId="LiveId" clId="{464149D3-95DE-448A-BFE1-A0D8B9969414}" dt="2025-03-10T02:39:38.177" v="3261" actId="1076"/>
          <ac:spMkLst>
            <pc:docMk/>
            <pc:sldMk cId="3634169676" sldId="644"/>
            <ac:spMk id="16" creationId="{782B5878-338E-46C8-ACA0-5EDC7C892951}"/>
          </ac:spMkLst>
        </pc:spChg>
        <pc:picChg chg="add del mod">
          <ac:chgData name="John Hu" userId="213e45b8a479442b" providerId="LiveId" clId="{464149D3-95DE-448A-BFE1-A0D8B9969414}" dt="2025-03-11T01:02:57.087" v="3816" actId="478"/>
          <ac:picMkLst>
            <pc:docMk/>
            <pc:sldMk cId="3634169676" sldId="644"/>
            <ac:picMk id="4" creationId="{4A89E462-C6F3-4C31-8999-FF2DA8D421F0}"/>
          </ac:picMkLst>
        </pc:picChg>
        <pc:picChg chg="add mod modCrop">
          <ac:chgData name="John Hu" userId="213e45b8a479442b" providerId="LiveId" clId="{464149D3-95DE-448A-BFE1-A0D8B9969414}" dt="2025-03-11T01:03:08.588" v="3820" actId="1076"/>
          <ac:picMkLst>
            <pc:docMk/>
            <pc:sldMk cId="3634169676" sldId="644"/>
            <ac:picMk id="5" creationId="{F377A8CB-0801-4657-B2A6-19E50E19343D}"/>
          </ac:picMkLst>
        </pc:picChg>
        <pc:picChg chg="del">
          <ac:chgData name="John Hu" userId="213e45b8a479442b" providerId="LiveId" clId="{464149D3-95DE-448A-BFE1-A0D8B9969414}" dt="2025-03-10T02:38:12.152" v="3186" actId="478"/>
          <ac:picMkLst>
            <pc:docMk/>
            <pc:sldMk cId="3634169676" sldId="644"/>
            <ac:picMk id="18" creationId="{E2C17458-EED4-4981-B835-B9951147ECE7}"/>
          </ac:picMkLst>
        </pc:picChg>
      </pc:sldChg>
      <pc:sldChg chg="addSp delSp modSp add mod">
        <pc:chgData name="John Hu" userId="213e45b8a479442b" providerId="LiveId" clId="{464149D3-95DE-448A-BFE1-A0D8B9969414}" dt="2025-03-11T01:21:28.240" v="3867" actId="1076"/>
        <pc:sldMkLst>
          <pc:docMk/>
          <pc:sldMk cId="996827761" sldId="645"/>
        </pc:sldMkLst>
        <pc:spChg chg="add del mod">
          <ac:chgData name="John Hu" userId="213e45b8a479442b" providerId="LiveId" clId="{464149D3-95DE-448A-BFE1-A0D8B9969414}" dt="2025-03-11T01:19:04.058" v="3841" actId="478"/>
          <ac:spMkLst>
            <pc:docMk/>
            <pc:sldMk cId="996827761" sldId="645"/>
            <ac:spMk id="5" creationId="{D8CCAA82-B39C-4200-80CF-5EDF87CEE104}"/>
          </ac:spMkLst>
        </pc:spChg>
        <pc:spChg chg="mod">
          <ac:chgData name="John Hu" userId="213e45b8a479442b" providerId="LiveId" clId="{464149D3-95DE-448A-BFE1-A0D8B9969414}" dt="2025-03-11T01:20:34.778" v="3855"/>
          <ac:spMkLst>
            <pc:docMk/>
            <pc:sldMk cId="996827761" sldId="645"/>
            <ac:spMk id="9" creationId="{4FA5521D-E240-4E77-AE2C-DFF6D7109AF9}"/>
          </ac:spMkLst>
        </pc:spChg>
        <pc:spChg chg="add mod">
          <ac:chgData name="John Hu" userId="213e45b8a479442b" providerId="LiveId" clId="{464149D3-95DE-448A-BFE1-A0D8B9969414}" dt="2025-03-11T01:21:03.377" v="3863" actId="113"/>
          <ac:spMkLst>
            <pc:docMk/>
            <pc:sldMk cId="996827761" sldId="645"/>
            <ac:spMk id="11" creationId="{A7E6C50A-360C-4DBF-87FA-D80440311530}"/>
          </ac:spMkLst>
        </pc:spChg>
        <pc:spChg chg="add del mod">
          <ac:chgData name="John Hu" userId="213e45b8a479442b" providerId="LiveId" clId="{464149D3-95DE-448A-BFE1-A0D8B9969414}" dt="2025-03-10T02:41:38.580" v="3477" actId="478"/>
          <ac:spMkLst>
            <pc:docMk/>
            <pc:sldMk cId="996827761" sldId="645"/>
            <ac:spMk id="11" creationId="{F1F2797E-A7E2-4A43-827F-C7A4D3C94EFF}"/>
          </ac:spMkLst>
        </pc:spChg>
        <pc:spChg chg="mod">
          <ac:chgData name="John Hu" userId="213e45b8a479442b" providerId="LiveId" clId="{464149D3-95DE-448A-BFE1-A0D8B9969414}" dt="2025-03-10T06:54:26.219" v="3689" actId="20577"/>
          <ac:spMkLst>
            <pc:docMk/>
            <pc:sldMk cId="996827761" sldId="645"/>
            <ac:spMk id="13" creationId="{112B5ECF-1E46-4E7A-8499-0526CFBE0D9B}"/>
          </ac:spMkLst>
        </pc:spChg>
        <pc:spChg chg="add del">
          <ac:chgData name="John Hu" userId="213e45b8a479442b" providerId="LiveId" clId="{464149D3-95DE-448A-BFE1-A0D8B9969414}" dt="2025-03-10T02:41:39.659" v="3479" actId="22"/>
          <ac:spMkLst>
            <pc:docMk/>
            <pc:sldMk cId="996827761" sldId="645"/>
            <ac:spMk id="14" creationId="{02C310CF-7543-40E1-8027-171F05DAB63F}"/>
          </ac:spMkLst>
        </pc:spChg>
        <pc:spChg chg="add del mod">
          <ac:chgData name="John Hu" userId="213e45b8a479442b" providerId="LiveId" clId="{464149D3-95DE-448A-BFE1-A0D8B9969414}" dt="2025-03-11T01:19:08.917" v="3842" actId="478"/>
          <ac:spMkLst>
            <pc:docMk/>
            <pc:sldMk cId="996827761" sldId="645"/>
            <ac:spMk id="15" creationId="{2224F3DD-32DB-46D2-AF2C-25179964D587}"/>
          </ac:spMkLst>
        </pc:spChg>
        <pc:spChg chg="mod">
          <ac:chgData name="John Hu" userId="213e45b8a479442b" providerId="LiveId" clId="{464149D3-95DE-448A-BFE1-A0D8B9969414}" dt="2025-03-11T01:21:28.240" v="3867" actId="1076"/>
          <ac:spMkLst>
            <pc:docMk/>
            <pc:sldMk cId="996827761" sldId="645"/>
            <ac:spMk id="16" creationId="{782B5878-338E-46C8-ACA0-5EDC7C892951}"/>
          </ac:spMkLst>
        </pc:spChg>
        <pc:picChg chg="del">
          <ac:chgData name="John Hu" userId="213e45b8a479442b" providerId="LiveId" clId="{464149D3-95DE-448A-BFE1-A0D8B9969414}" dt="2025-03-10T06:18:29.103" v="3487" actId="478"/>
          <ac:picMkLst>
            <pc:docMk/>
            <pc:sldMk cId="996827761" sldId="645"/>
            <ac:picMk id="4" creationId="{4A89E462-C6F3-4C31-8999-FF2DA8D421F0}"/>
          </ac:picMkLst>
        </pc:picChg>
        <pc:picChg chg="add mod">
          <ac:chgData name="John Hu" userId="213e45b8a479442b" providerId="LiveId" clId="{464149D3-95DE-448A-BFE1-A0D8B9969414}" dt="2025-03-11T01:21:15.528" v="3865" actId="1076"/>
          <ac:picMkLst>
            <pc:docMk/>
            <pc:sldMk cId="996827761" sldId="645"/>
            <ac:picMk id="4" creationId="{4C628DC2-59A2-4569-82F9-83D62C8A8B33}"/>
          </ac:picMkLst>
        </pc:picChg>
        <pc:picChg chg="add mod">
          <ac:chgData name="John Hu" userId="213e45b8a479442b" providerId="LiveId" clId="{464149D3-95DE-448A-BFE1-A0D8B9969414}" dt="2025-03-11T01:21:16.968" v="3866" actId="1076"/>
          <ac:picMkLst>
            <pc:docMk/>
            <pc:sldMk cId="996827761" sldId="645"/>
            <ac:picMk id="7" creationId="{C91EF2FF-2992-493F-A254-34CF4ADDF298}"/>
          </ac:picMkLst>
        </pc:picChg>
        <pc:picChg chg="add del mod">
          <ac:chgData name="John Hu" userId="213e45b8a479442b" providerId="LiveId" clId="{464149D3-95DE-448A-BFE1-A0D8B9969414}" dt="2025-03-11T01:19:51.478" v="3849" actId="478"/>
          <ac:picMkLst>
            <pc:docMk/>
            <pc:sldMk cId="996827761" sldId="645"/>
            <ac:picMk id="12" creationId="{05ECFF63-BDC2-4921-A348-7C15D82FB8CD}"/>
          </ac:picMkLst>
        </pc:picChg>
      </pc:sldChg>
      <pc:sldChg chg="addSp delSp modSp add mod ord">
        <pc:chgData name="John Hu" userId="213e45b8a479442b" providerId="LiveId" clId="{464149D3-95DE-448A-BFE1-A0D8B9969414}" dt="2025-03-11T01:18:56.287" v="3840" actId="1076"/>
        <pc:sldMkLst>
          <pc:docMk/>
          <pc:sldMk cId="3867182455" sldId="646"/>
        </pc:sldMkLst>
        <pc:spChg chg="mod">
          <ac:chgData name="John Hu" userId="213e45b8a479442b" providerId="LiveId" clId="{464149D3-95DE-448A-BFE1-A0D8B9969414}" dt="2025-03-11T01:18:56.287" v="3840" actId="1076"/>
          <ac:spMkLst>
            <pc:docMk/>
            <pc:sldMk cId="3867182455" sldId="646"/>
            <ac:spMk id="5" creationId="{D8CCAA82-B39C-4200-80CF-5EDF87CEE104}"/>
          </ac:spMkLst>
        </pc:spChg>
        <pc:spChg chg="mod">
          <ac:chgData name="John Hu" userId="213e45b8a479442b" providerId="LiveId" clId="{464149D3-95DE-448A-BFE1-A0D8B9969414}" dt="2025-03-10T06:54:23.994" v="3687" actId="20577"/>
          <ac:spMkLst>
            <pc:docMk/>
            <pc:sldMk cId="3867182455" sldId="646"/>
            <ac:spMk id="13" creationId="{112B5ECF-1E46-4E7A-8499-0526CFBE0D9B}"/>
          </ac:spMkLst>
        </pc:spChg>
        <pc:spChg chg="mod">
          <ac:chgData name="John Hu" userId="213e45b8a479442b" providerId="LiveId" clId="{464149D3-95DE-448A-BFE1-A0D8B9969414}" dt="2025-03-10T06:45:21.163" v="3535" actId="20577"/>
          <ac:spMkLst>
            <pc:docMk/>
            <pc:sldMk cId="3867182455" sldId="646"/>
            <ac:spMk id="16" creationId="{782B5878-338E-46C8-ACA0-5EDC7C892951}"/>
          </ac:spMkLst>
        </pc:spChg>
        <pc:picChg chg="add mod">
          <ac:chgData name="John Hu" userId="213e45b8a479442b" providerId="LiveId" clId="{464149D3-95DE-448A-BFE1-A0D8B9969414}" dt="2025-03-11T01:18:50.422" v="3839" actId="1076"/>
          <ac:picMkLst>
            <pc:docMk/>
            <pc:sldMk cId="3867182455" sldId="646"/>
            <ac:picMk id="4" creationId="{0E33A997-362D-4A40-B4B0-17C15D163608}"/>
          </ac:picMkLst>
        </pc:picChg>
        <pc:picChg chg="del">
          <ac:chgData name="John Hu" userId="213e45b8a479442b" providerId="LiveId" clId="{464149D3-95DE-448A-BFE1-A0D8B9969414}" dt="2025-03-11T01:18:34.150" v="3830" actId="478"/>
          <ac:picMkLst>
            <pc:docMk/>
            <pc:sldMk cId="3867182455" sldId="646"/>
            <ac:picMk id="12" creationId="{05ECFF63-BDC2-4921-A348-7C15D82FB8CD}"/>
          </ac:picMkLst>
        </pc:picChg>
      </pc:sldChg>
      <pc:sldChg chg="addSp delSp modSp add mod">
        <pc:chgData name="John Hu" userId="213e45b8a479442b" providerId="LiveId" clId="{464149D3-95DE-448A-BFE1-A0D8B9969414}" dt="2025-03-11T06:58:01.180" v="4869" actId="20577"/>
        <pc:sldMkLst>
          <pc:docMk/>
          <pc:sldMk cId="2760184106" sldId="647"/>
        </pc:sldMkLst>
        <pc:spChg chg="mod">
          <ac:chgData name="John Hu" userId="213e45b8a479442b" providerId="LiveId" clId="{464149D3-95DE-448A-BFE1-A0D8B9969414}" dt="2025-03-11T01:27:22.640" v="3926" actId="20577"/>
          <ac:spMkLst>
            <pc:docMk/>
            <pc:sldMk cId="2760184106" sldId="647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11T06:35:00.905" v="3953" actId="20577"/>
          <ac:spMkLst>
            <pc:docMk/>
            <pc:sldMk cId="2760184106" sldId="647"/>
            <ac:spMk id="8" creationId="{36177B38-43AB-4398-968B-448F8F0E5F49}"/>
          </ac:spMkLst>
        </pc:spChg>
        <pc:spChg chg="del">
          <ac:chgData name="John Hu" userId="213e45b8a479442b" providerId="LiveId" clId="{464149D3-95DE-448A-BFE1-A0D8B9969414}" dt="2025-03-11T06:37:58.603" v="4100" actId="478"/>
          <ac:spMkLst>
            <pc:docMk/>
            <pc:sldMk cId="2760184106" sldId="647"/>
            <ac:spMk id="9" creationId="{4FA5521D-E240-4E77-AE2C-DFF6D7109AF9}"/>
          </ac:spMkLst>
        </pc:spChg>
        <pc:spChg chg="mod">
          <ac:chgData name="John Hu" userId="213e45b8a479442b" providerId="LiveId" clId="{464149D3-95DE-448A-BFE1-A0D8B9969414}" dt="2025-03-11T06:35:21.854" v="3986" actId="20577"/>
          <ac:spMkLst>
            <pc:docMk/>
            <pc:sldMk cId="2760184106" sldId="647"/>
            <ac:spMk id="10" creationId="{4D9CDC4E-E5FC-4827-898E-896C4F0AE55E}"/>
          </ac:spMkLst>
        </pc:spChg>
        <pc:spChg chg="del">
          <ac:chgData name="John Hu" userId="213e45b8a479442b" providerId="LiveId" clId="{464149D3-95DE-448A-BFE1-A0D8B9969414}" dt="2025-03-11T06:38:01.003" v="4101" actId="478"/>
          <ac:spMkLst>
            <pc:docMk/>
            <pc:sldMk cId="2760184106" sldId="647"/>
            <ac:spMk id="11" creationId="{A7E6C50A-360C-4DBF-87FA-D80440311530}"/>
          </ac:spMkLst>
        </pc:spChg>
        <pc:spChg chg="mod">
          <ac:chgData name="John Hu" userId="213e45b8a479442b" providerId="LiveId" clId="{464149D3-95DE-448A-BFE1-A0D8B9969414}" dt="2025-03-11T06:58:01.180" v="4869" actId="20577"/>
          <ac:spMkLst>
            <pc:docMk/>
            <pc:sldMk cId="2760184106" sldId="647"/>
            <ac:spMk id="13" creationId="{112B5ECF-1E46-4E7A-8499-0526CFBE0D9B}"/>
          </ac:spMkLst>
        </pc:spChg>
        <pc:spChg chg="del">
          <ac:chgData name="John Hu" userId="213e45b8a479442b" providerId="LiveId" clId="{464149D3-95DE-448A-BFE1-A0D8B9969414}" dt="2025-03-11T06:36:38.188" v="3996" actId="478"/>
          <ac:spMkLst>
            <pc:docMk/>
            <pc:sldMk cId="2760184106" sldId="647"/>
            <ac:spMk id="16" creationId="{782B5878-338E-46C8-ACA0-5EDC7C892951}"/>
          </ac:spMkLst>
        </pc:spChg>
        <pc:picChg chg="add del">
          <ac:chgData name="John Hu" userId="213e45b8a479442b" providerId="LiveId" clId="{464149D3-95DE-448A-BFE1-A0D8B9969414}" dt="2025-03-11T06:38:11.027" v="4106" actId="478"/>
          <ac:picMkLst>
            <pc:docMk/>
            <pc:sldMk cId="2760184106" sldId="647"/>
            <ac:picMk id="4" creationId="{4C628DC2-59A2-4569-82F9-83D62C8A8B33}"/>
          </ac:picMkLst>
        </pc:picChg>
        <pc:picChg chg="del">
          <ac:chgData name="John Hu" userId="213e45b8a479442b" providerId="LiveId" clId="{464149D3-95DE-448A-BFE1-A0D8B9969414}" dt="2025-03-11T06:38:11.027" v="4106" actId="478"/>
          <ac:picMkLst>
            <pc:docMk/>
            <pc:sldMk cId="2760184106" sldId="647"/>
            <ac:picMk id="7" creationId="{C91EF2FF-2992-493F-A254-34CF4ADDF298}"/>
          </ac:picMkLst>
        </pc:picChg>
      </pc:sldChg>
      <pc:sldChg chg="add del">
        <pc:chgData name="John Hu" userId="213e45b8a479442b" providerId="LiveId" clId="{464149D3-95DE-448A-BFE1-A0D8B9969414}" dt="2025-03-11T07:59:13.557" v="4963" actId="47"/>
        <pc:sldMkLst>
          <pc:docMk/>
          <pc:sldMk cId="1334742864" sldId="648"/>
        </pc:sldMkLst>
      </pc:sldChg>
      <pc:sldChg chg="addSp delSp modSp add mod">
        <pc:chgData name="John Hu" userId="213e45b8a479442b" providerId="LiveId" clId="{464149D3-95DE-448A-BFE1-A0D8B9969414}" dt="2025-03-11T06:48:59.229" v="4422" actId="1076"/>
        <pc:sldMkLst>
          <pc:docMk/>
          <pc:sldMk cId="862788250" sldId="649"/>
        </pc:sldMkLst>
        <pc:spChg chg="add mod">
          <ac:chgData name="John Hu" userId="213e45b8a479442b" providerId="LiveId" clId="{464149D3-95DE-448A-BFE1-A0D8B9969414}" dt="2025-03-11T06:43:47.693" v="4289" actId="1076"/>
          <ac:spMkLst>
            <pc:docMk/>
            <pc:sldMk cId="862788250" sldId="649"/>
            <ac:spMk id="3" creationId="{21810DB4-8989-43A9-92F9-0EEF91028C01}"/>
          </ac:spMkLst>
        </pc:spChg>
        <pc:spChg chg="add mod">
          <ac:chgData name="John Hu" userId="213e45b8a479442b" providerId="LiveId" clId="{464149D3-95DE-448A-BFE1-A0D8B9969414}" dt="2025-03-11T06:45:07.315" v="4356" actId="1076"/>
          <ac:spMkLst>
            <pc:docMk/>
            <pc:sldMk cId="862788250" sldId="649"/>
            <ac:spMk id="4" creationId="{85DD2751-9134-417F-B39F-02422318D7FD}"/>
          </ac:spMkLst>
        </pc:spChg>
        <pc:spChg chg="add del mod">
          <ac:chgData name="John Hu" userId="213e45b8a479442b" providerId="LiveId" clId="{464149D3-95DE-448A-BFE1-A0D8B9969414}" dt="2025-03-11T06:43:47.460" v="4288" actId="478"/>
          <ac:spMkLst>
            <pc:docMk/>
            <pc:sldMk cId="862788250" sldId="649"/>
            <ac:spMk id="6" creationId="{103E3DDB-AC6F-490C-B130-0A55632A32F8}"/>
          </ac:spMkLst>
        </pc:spChg>
        <pc:spChg chg="add mod">
          <ac:chgData name="John Hu" userId="213e45b8a479442b" providerId="LiveId" clId="{464149D3-95DE-448A-BFE1-A0D8B9969414}" dt="2025-03-11T06:43:48.405" v="4290" actId="1076"/>
          <ac:spMkLst>
            <pc:docMk/>
            <pc:sldMk cId="862788250" sldId="649"/>
            <ac:spMk id="7" creationId="{FEE5782C-3C94-4123-974B-2CDE1F0DE0AD}"/>
          </ac:spMkLst>
        </pc:spChg>
        <pc:spChg chg="add mod">
          <ac:chgData name="John Hu" userId="213e45b8a479442b" providerId="LiveId" clId="{464149D3-95DE-448A-BFE1-A0D8B9969414}" dt="2025-03-11T06:45:03.688" v="4355" actId="20577"/>
          <ac:spMkLst>
            <pc:docMk/>
            <pc:sldMk cId="862788250" sldId="649"/>
            <ac:spMk id="11" creationId="{6A38CEB5-132A-4A8E-BE44-BF612CFEFF79}"/>
          </ac:spMkLst>
        </pc:spChg>
        <pc:spChg chg="mod">
          <ac:chgData name="John Hu" userId="213e45b8a479442b" providerId="LiveId" clId="{464149D3-95DE-448A-BFE1-A0D8B9969414}" dt="2025-03-11T06:40:07.186" v="4196" actId="6549"/>
          <ac:spMkLst>
            <pc:docMk/>
            <pc:sldMk cId="862788250" sldId="649"/>
            <ac:spMk id="13" creationId="{112B5ECF-1E46-4E7A-8499-0526CFBE0D9B}"/>
          </ac:spMkLst>
        </pc:spChg>
        <pc:picChg chg="add mod">
          <ac:chgData name="John Hu" userId="213e45b8a479442b" providerId="LiveId" clId="{464149D3-95DE-448A-BFE1-A0D8B9969414}" dt="2025-03-11T06:48:59.229" v="4422" actId="1076"/>
          <ac:picMkLst>
            <pc:docMk/>
            <pc:sldMk cId="862788250" sldId="649"/>
            <ac:picMk id="9" creationId="{80ED4D57-E0C4-455A-92E3-96C9C39D39B7}"/>
          </ac:picMkLst>
        </pc:picChg>
      </pc:sldChg>
      <pc:sldChg chg="addSp modSp add mod">
        <pc:chgData name="John Hu" userId="213e45b8a479442b" providerId="LiveId" clId="{464149D3-95DE-448A-BFE1-A0D8B9969414}" dt="2025-03-11T06:48:19.436" v="4420"/>
        <pc:sldMkLst>
          <pc:docMk/>
          <pc:sldMk cId="1676375893" sldId="650"/>
        </pc:sldMkLst>
        <pc:spChg chg="add mod">
          <ac:chgData name="John Hu" userId="213e45b8a479442b" providerId="LiveId" clId="{464149D3-95DE-448A-BFE1-A0D8B9969414}" dt="2025-03-11T06:45:57.566" v="4410" actId="207"/>
          <ac:spMkLst>
            <pc:docMk/>
            <pc:sldMk cId="1676375893" sldId="650"/>
            <ac:spMk id="6" creationId="{B2BA5A54-28F1-46B5-9E48-9A7B474F45FD}"/>
          </ac:spMkLst>
        </pc:spChg>
        <pc:spChg chg="add mod">
          <ac:chgData name="John Hu" userId="213e45b8a479442b" providerId="LiveId" clId="{464149D3-95DE-448A-BFE1-A0D8B9969414}" dt="2025-03-11T06:46:09.276" v="4413" actId="20577"/>
          <ac:spMkLst>
            <pc:docMk/>
            <pc:sldMk cId="1676375893" sldId="650"/>
            <ac:spMk id="7" creationId="{388E493F-59F9-4DC4-988D-20C45EB815AA}"/>
          </ac:spMkLst>
        </pc:spChg>
        <pc:spChg chg="add mod">
          <ac:chgData name="John Hu" userId="213e45b8a479442b" providerId="LiveId" clId="{464149D3-95DE-448A-BFE1-A0D8B9969414}" dt="2025-03-11T06:44:09.302" v="4297" actId="1076"/>
          <ac:spMkLst>
            <pc:docMk/>
            <pc:sldMk cId="1676375893" sldId="650"/>
            <ac:spMk id="9" creationId="{77542F65-0F29-44B0-ADA0-BE9DFABEFE5E}"/>
          </ac:spMkLst>
        </pc:spChg>
        <pc:spChg chg="mod">
          <ac:chgData name="John Hu" userId="213e45b8a479442b" providerId="LiveId" clId="{464149D3-95DE-448A-BFE1-A0D8B9969414}" dt="2025-03-11T06:48:19.436" v="4420"/>
          <ac:spMkLst>
            <pc:docMk/>
            <pc:sldMk cId="1676375893" sldId="650"/>
            <ac:spMk id="13" creationId="{112B5ECF-1E46-4E7A-8499-0526CFBE0D9B}"/>
          </ac:spMkLst>
        </pc:spChg>
        <pc:picChg chg="add mod">
          <ac:chgData name="John Hu" userId="213e45b8a479442b" providerId="LiveId" clId="{464149D3-95DE-448A-BFE1-A0D8B9969414}" dt="2025-03-11T06:47:01.192" v="4415" actId="1076"/>
          <ac:picMkLst>
            <pc:docMk/>
            <pc:sldMk cId="1676375893" sldId="650"/>
            <ac:picMk id="4" creationId="{927F0DF1-E29A-4533-BB20-2BDB0C237D67}"/>
          </ac:picMkLst>
        </pc:picChg>
        <pc:picChg chg="add mod">
          <ac:chgData name="John Hu" userId="213e45b8a479442b" providerId="LiveId" clId="{464149D3-95DE-448A-BFE1-A0D8B9969414}" dt="2025-03-11T06:47:23.008" v="4419" actId="1076"/>
          <ac:picMkLst>
            <pc:docMk/>
            <pc:sldMk cId="1676375893" sldId="650"/>
            <ac:picMk id="11" creationId="{15825EE8-D669-4AD2-8180-3C0932E2BF88}"/>
          </ac:picMkLst>
        </pc:picChg>
      </pc:sldChg>
      <pc:sldChg chg="addSp delSp modSp add mod">
        <pc:chgData name="John Hu" userId="213e45b8a479442b" providerId="LiveId" clId="{464149D3-95DE-448A-BFE1-A0D8B9969414}" dt="2025-03-11T06:52:43.090" v="4628" actId="20577"/>
        <pc:sldMkLst>
          <pc:docMk/>
          <pc:sldMk cId="1094640988" sldId="651"/>
        </pc:sldMkLst>
        <pc:spChg chg="add mod">
          <ac:chgData name="John Hu" userId="213e45b8a479442b" providerId="LiveId" clId="{464149D3-95DE-448A-BFE1-A0D8B9969414}" dt="2025-03-11T06:52:35.042" v="4605" actId="20577"/>
          <ac:spMkLst>
            <pc:docMk/>
            <pc:sldMk cId="1094640988" sldId="651"/>
            <ac:spMk id="6" creationId="{49A246C1-72F4-40B9-B531-E75A856A7862}"/>
          </ac:spMkLst>
        </pc:spChg>
        <pc:spChg chg="add mod">
          <ac:chgData name="John Hu" userId="213e45b8a479442b" providerId="LiveId" clId="{464149D3-95DE-448A-BFE1-A0D8B9969414}" dt="2025-03-11T06:52:43.090" v="4628" actId="20577"/>
          <ac:spMkLst>
            <pc:docMk/>
            <pc:sldMk cId="1094640988" sldId="651"/>
            <ac:spMk id="7" creationId="{09652340-BA81-4FA4-85A5-E8D7310F97E9}"/>
          </ac:spMkLst>
        </pc:spChg>
        <pc:spChg chg="add del mod">
          <ac:chgData name="John Hu" userId="213e45b8a479442b" providerId="LiveId" clId="{464149D3-95DE-448A-BFE1-A0D8B9969414}" dt="2025-03-11T06:51:35.924" v="4534" actId="478"/>
          <ac:spMkLst>
            <pc:docMk/>
            <pc:sldMk cId="1094640988" sldId="651"/>
            <ac:spMk id="9" creationId="{DE7AADB2-D6AF-4C19-B405-DC7000E2A1B0}"/>
          </ac:spMkLst>
        </pc:spChg>
        <pc:spChg chg="add del">
          <ac:chgData name="John Hu" userId="213e45b8a479442b" providerId="LiveId" clId="{464149D3-95DE-448A-BFE1-A0D8B9969414}" dt="2025-03-11T06:51:16.119" v="4529" actId="22"/>
          <ac:spMkLst>
            <pc:docMk/>
            <pc:sldMk cId="1094640988" sldId="651"/>
            <ac:spMk id="11" creationId="{0EA0C3BA-B667-4BED-A2DC-CC435907C48C}"/>
          </ac:spMkLst>
        </pc:spChg>
        <pc:spChg chg="add mod">
          <ac:chgData name="John Hu" userId="213e45b8a479442b" providerId="LiveId" clId="{464149D3-95DE-448A-BFE1-A0D8B9969414}" dt="2025-03-11T06:51:58.590" v="4538" actId="1076"/>
          <ac:spMkLst>
            <pc:docMk/>
            <pc:sldMk cId="1094640988" sldId="651"/>
            <ac:spMk id="12" creationId="{97DB1E36-1905-48EA-BB14-0458BD75C163}"/>
          </ac:spMkLst>
        </pc:spChg>
        <pc:spChg chg="mod">
          <ac:chgData name="John Hu" userId="213e45b8a479442b" providerId="LiveId" clId="{464149D3-95DE-448A-BFE1-A0D8B9969414}" dt="2025-03-11T06:49:19.746" v="4425" actId="6549"/>
          <ac:spMkLst>
            <pc:docMk/>
            <pc:sldMk cId="1094640988" sldId="651"/>
            <ac:spMk id="13" creationId="{112B5ECF-1E46-4E7A-8499-0526CFBE0D9B}"/>
          </ac:spMkLst>
        </pc:spChg>
        <pc:picChg chg="add mod">
          <ac:chgData name="John Hu" userId="213e45b8a479442b" providerId="LiveId" clId="{464149D3-95DE-448A-BFE1-A0D8B9969414}" dt="2025-03-11T06:52:00.737" v="4539" actId="1076"/>
          <ac:picMkLst>
            <pc:docMk/>
            <pc:sldMk cId="1094640988" sldId="651"/>
            <ac:picMk id="5" creationId="{CB88B2B8-A171-481A-AE40-38FF8CDECD3F}"/>
          </ac:picMkLst>
        </pc:picChg>
      </pc:sldChg>
      <pc:sldChg chg="add del">
        <pc:chgData name="John Hu" userId="213e45b8a479442b" providerId="LiveId" clId="{464149D3-95DE-448A-BFE1-A0D8B9969414}" dt="2025-03-11T06:53:13.444" v="4630"/>
        <pc:sldMkLst>
          <pc:docMk/>
          <pc:sldMk cId="594322095" sldId="652"/>
        </pc:sldMkLst>
      </pc:sldChg>
      <pc:sldChg chg="addSp delSp modSp add mod">
        <pc:chgData name="John Hu" userId="213e45b8a479442b" providerId="LiveId" clId="{464149D3-95DE-448A-BFE1-A0D8B9969414}" dt="2025-03-11T06:57:42.976" v="4862" actId="1076"/>
        <pc:sldMkLst>
          <pc:docMk/>
          <pc:sldMk cId="2939152827" sldId="652"/>
        </pc:sldMkLst>
        <pc:spChg chg="add del mod">
          <ac:chgData name="John Hu" userId="213e45b8a479442b" providerId="LiveId" clId="{464149D3-95DE-448A-BFE1-A0D8B9969414}" dt="2025-03-11T06:55:52.511" v="4815" actId="478"/>
          <ac:spMkLst>
            <pc:docMk/>
            <pc:sldMk cId="2939152827" sldId="652"/>
            <ac:spMk id="3" creationId="{A212492D-E61B-4F61-93AA-6E9F1F82D77F}"/>
          </ac:spMkLst>
        </pc:spChg>
        <pc:spChg chg="mod">
          <ac:chgData name="John Hu" userId="213e45b8a479442b" providerId="LiveId" clId="{464149D3-95DE-448A-BFE1-A0D8B9969414}" dt="2025-03-11T06:56:02.146" v="4820" actId="14100"/>
          <ac:spMkLst>
            <pc:docMk/>
            <pc:sldMk cId="2939152827" sldId="652"/>
            <ac:spMk id="6" creationId="{49A246C1-72F4-40B9-B531-E75A856A7862}"/>
          </ac:spMkLst>
        </pc:spChg>
        <pc:spChg chg="del">
          <ac:chgData name="John Hu" userId="213e45b8a479442b" providerId="LiveId" clId="{464149D3-95DE-448A-BFE1-A0D8B9969414}" dt="2025-03-11T06:54:11.940" v="4638" actId="478"/>
          <ac:spMkLst>
            <pc:docMk/>
            <pc:sldMk cId="2939152827" sldId="652"/>
            <ac:spMk id="7" creationId="{09652340-BA81-4FA4-85A5-E8D7310F97E9}"/>
          </ac:spMkLst>
        </pc:spChg>
        <pc:spChg chg="add del mod">
          <ac:chgData name="John Hu" userId="213e45b8a479442b" providerId="LiveId" clId="{464149D3-95DE-448A-BFE1-A0D8B9969414}" dt="2025-03-11T06:55:50.711" v="4814" actId="478"/>
          <ac:spMkLst>
            <pc:docMk/>
            <pc:sldMk cId="2939152827" sldId="652"/>
            <ac:spMk id="11" creationId="{4F9E8763-5930-4635-8108-CCC031EC6245}"/>
          </ac:spMkLst>
        </pc:spChg>
        <pc:spChg chg="del">
          <ac:chgData name="John Hu" userId="213e45b8a479442b" providerId="LiveId" clId="{464149D3-95DE-448A-BFE1-A0D8B9969414}" dt="2025-03-11T06:54:59.015" v="4727" actId="478"/>
          <ac:spMkLst>
            <pc:docMk/>
            <pc:sldMk cId="2939152827" sldId="652"/>
            <ac:spMk id="12" creationId="{97DB1E36-1905-48EA-BB14-0458BD75C163}"/>
          </ac:spMkLst>
        </pc:spChg>
        <pc:spChg chg="mod">
          <ac:chgData name="John Hu" userId="213e45b8a479442b" providerId="LiveId" clId="{464149D3-95DE-448A-BFE1-A0D8B9969414}" dt="2025-03-11T06:53:28.767" v="4632"/>
          <ac:spMkLst>
            <pc:docMk/>
            <pc:sldMk cId="2939152827" sldId="652"/>
            <ac:spMk id="13" creationId="{112B5ECF-1E46-4E7A-8499-0526CFBE0D9B}"/>
          </ac:spMkLst>
        </pc:spChg>
        <pc:spChg chg="add mod">
          <ac:chgData name="John Hu" userId="213e45b8a479442b" providerId="LiveId" clId="{464149D3-95DE-448A-BFE1-A0D8B9969414}" dt="2025-03-11T06:56:27.162" v="4841" actId="1076"/>
          <ac:spMkLst>
            <pc:docMk/>
            <pc:sldMk cId="2939152827" sldId="652"/>
            <ac:spMk id="14" creationId="{E6DCE201-5AC9-47D3-97E4-E263063B460C}"/>
          </ac:spMkLst>
        </pc:spChg>
        <pc:spChg chg="add mod">
          <ac:chgData name="John Hu" userId="213e45b8a479442b" providerId="LiveId" clId="{464149D3-95DE-448A-BFE1-A0D8B9969414}" dt="2025-03-11T06:56:31.033" v="4843" actId="14100"/>
          <ac:spMkLst>
            <pc:docMk/>
            <pc:sldMk cId="2939152827" sldId="652"/>
            <ac:spMk id="15" creationId="{7FE8E87D-C3C7-425F-8BDF-1FC5C3561791}"/>
          </ac:spMkLst>
        </pc:spChg>
        <pc:spChg chg="add mod">
          <ac:chgData name="John Hu" userId="213e45b8a479442b" providerId="LiveId" clId="{464149D3-95DE-448A-BFE1-A0D8B9969414}" dt="2025-03-11T06:56:13.695" v="4837" actId="207"/>
          <ac:spMkLst>
            <pc:docMk/>
            <pc:sldMk cId="2939152827" sldId="652"/>
            <ac:spMk id="16" creationId="{BC222251-9F00-4F57-A8A2-DF1E9B5385CD}"/>
          </ac:spMkLst>
        </pc:spChg>
        <pc:spChg chg="add mod">
          <ac:chgData name="John Hu" userId="213e45b8a479442b" providerId="LiveId" clId="{464149D3-95DE-448A-BFE1-A0D8B9969414}" dt="2025-03-11T06:56:42.220" v="4847" actId="1076"/>
          <ac:spMkLst>
            <pc:docMk/>
            <pc:sldMk cId="2939152827" sldId="652"/>
            <ac:spMk id="17" creationId="{559AA9CD-F1F6-407C-B778-9AD7018418F8}"/>
          </ac:spMkLst>
        </pc:spChg>
        <pc:spChg chg="add mod">
          <ac:chgData name="John Hu" userId="213e45b8a479442b" providerId="LiveId" clId="{464149D3-95DE-448A-BFE1-A0D8B9969414}" dt="2025-03-11T06:57:42.976" v="4862" actId="1076"/>
          <ac:spMkLst>
            <pc:docMk/>
            <pc:sldMk cId="2939152827" sldId="652"/>
            <ac:spMk id="18" creationId="{BC9A2868-7B79-40DA-A574-D00292DBFD9E}"/>
          </ac:spMkLst>
        </pc:spChg>
        <pc:picChg chg="del">
          <ac:chgData name="John Hu" userId="213e45b8a479442b" providerId="LiveId" clId="{464149D3-95DE-448A-BFE1-A0D8B9969414}" dt="2025-03-11T06:55:03.420" v="4728" actId="478"/>
          <ac:picMkLst>
            <pc:docMk/>
            <pc:sldMk cId="2939152827" sldId="652"/>
            <ac:picMk id="5" creationId="{CB88B2B8-A171-481A-AE40-38FF8CDECD3F}"/>
          </ac:picMkLst>
        </pc:picChg>
      </pc:sldChg>
      <pc:sldChg chg="addSp delSp modSp add mod">
        <pc:chgData name="John Hu" userId="213e45b8a479442b" providerId="LiveId" clId="{464149D3-95DE-448A-BFE1-A0D8B9969414}" dt="2025-03-13T02:08:51.598" v="5661" actId="113"/>
        <pc:sldMkLst>
          <pc:docMk/>
          <pc:sldMk cId="2274158211" sldId="653"/>
        </pc:sldMkLst>
        <pc:spChg chg="mod">
          <ac:chgData name="John Hu" userId="213e45b8a479442b" providerId="LiveId" clId="{464149D3-95DE-448A-BFE1-A0D8B9969414}" dt="2025-03-13T02:08:47.767" v="5659" actId="113"/>
          <ac:spMkLst>
            <pc:docMk/>
            <pc:sldMk cId="2274158211" sldId="653"/>
            <ac:spMk id="6" creationId="{49A246C1-72F4-40B9-B531-E75A856A7862}"/>
          </ac:spMkLst>
        </pc:spChg>
        <pc:spChg chg="add mod">
          <ac:chgData name="John Hu" userId="213e45b8a479442b" providerId="LiveId" clId="{464149D3-95DE-448A-BFE1-A0D8B9969414}" dt="2025-03-11T07:48:04.239" v="4957" actId="1076"/>
          <ac:spMkLst>
            <pc:docMk/>
            <pc:sldMk cId="2274158211" sldId="653"/>
            <ac:spMk id="12" creationId="{6D9EA0C0-0753-469A-8C2A-DDB64C07A32B}"/>
          </ac:spMkLst>
        </pc:spChg>
        <pc:spChg chg="mod">
          <ac:chgData name="John Hu" userId="213e45b8a479442b" providerId="LiveId" clId="{464149D3-95DE-448A-BFE1-A0D8B9969414}" dt="2025-03-11T06:58:19.492" v="4870"/>
          <ac:spMkLst>
            <pc:docMk/>
            <pc:sldMk cId="2274158211" sldId="653"/>
            <ac:spMk id="13" creationId="{112B5ECF-1E46-4E7A-8499-0526CFBE0D9B}"/>
          </ac:spMkLst>
        </pc:spChg>
        <pc:spChg chg="del">
          <ac:chgData name="John Hu" userId="213e45b8a479442b" providerId="LiveId" clId="{464149D3-95DE-448A-BFE1-A0D8B9969414}" dt="2025-03-11T06:58:25.175" v="4872" actId="478"/>
          <ac:spMkLst>
            <pc:docMk/>
            <pc:sldMk cId="2274158211" sldId="653"/>
            <ac:spMk id="14" creationId="{E6DCE201-5AC9-47D3-97E4-E263063B460C}"/>
          </ac:spMkLst>
        </pc:spChg>
        <pc:spChg chg="del">
          <ac:chgData name="John Hu" userId="213e45b8a479442b" providerId="LiveId" clId="{464149D3-95DE-448A-BFE1-A0D8B9969414}" dt="2025-03-11T06:58:26.275" v="4873" actId="478"/>
          <ac:spMkLst>
            <pc:docMk/>
            <pc:sldMk cId="2274158211" sldId="653"/>
            <ac:spMk id="15" creationId="{7FE8E87D-C3C7-425F-8BDF-1FC5C3561791}"/>
          </ac:spMkLst>
        </pc:spChg>
        <pc:spChg chg="del mod">
          <ac:chgData name="John Hu" userId="213e45b8a479442b" providerId="LiveId" clId="{464149D3-95DE-448A-BFE1-A0D8B9969414}" dt="2025-03-11T07:44:58.099" v="4879" actId="478"/>
          <ac:spMkLst>
            <pc:docMk/>
            <pc:sldMk cId="2274158211" sldId="653"/>
            <ac:spMk id="16" creationId="{BC222251-9F00-4F57-A8A2-DF1E9B5385CD}"/>
          </ac:spMkLst>
        </pc:spChg>
        <pc:spChg chg="mod">
          <ac:chgData name="John Hu" userId="213e45b8a479442b" providerId="LiveId" clId="{464149D3-95DE-448A-BFE1-A0D8B9969414}" dt="2025-03-11T07:48:02.348" v="4956" actId="1076"/>
          <ac:spMkLst>
            <pc:docMk/>
            <pc:sldMk cId="2274158211" sldId="653"/>
            <ac:spMk id="17" creationId="{559AA9CD-F1F6-407C-B778-9AD7018418F8}"/>
          </ac:spMkLst>
        </pc:spChg>
        <pc:spChg chg="del">
          <ac:chgData name="John Hu" userId="213e45b8a479442b" providerId="LiveId" clId="{464149D3-95DE-448A-BFE1-A0D8B9969414}" dt="2025-03-11T07:44:55.688" v="4878" actId="478"/>
          <ac:spMkLst>
            <pc:docMk/>
            <pc:sldMk cId="2274158211" sldId="653"/>
            <ac:spMk id="18" creationId="{BC9A2868-7B79-40DA-A574-D00292DBFD9E}"/>
          </ac:spMkLst>
        </pc:spChg>
        <pc:spChg chg="add mod">
          <ac:chgData name="John Hu" userId="213e45b8a479442b" providerId="LiveId" clId="{464149D3-95DE-448A-BFE1-A0D8B9969414}" dt="2025-03-13T02:08:49.942" v="5660" actId="113"/>
          <ac:spMkLst>
            <pc:docMk/>
            <pc:sldMk cId="2274158211" sldId="653"/>
            <ac:spMk id="19" creationId="{BD653B2A-0313-43C8-B203-50B3CF0CF427}"/>
          </ac:spMkLst>
        </pc:spChg>
        <pc:spChg chg="add mod">
          <ac:chgData name="John Hu" userId="213e45b8a479442b" providerId="LiveId" clId="{464149D3-95DE-448A-BFE1-A0D8B9969414}" dt="2025-03-13T02:08:51.598" v="5661" actId="113"/>
          <ac:spMkLst>
            <pc:docMk/>
            <pc:sldMk cId="2274158211" sldId="653"/>
            <ac:spMk id="20" creationId="{D8BC6859-AE59-4BEC-800E-A88061C9A258}"/>
          </ac:spMkLst>
        </pc:spChg>
        <pc:picChg chg="add mod">
          <ac:chgData name="John Hu" userId="213e45b8a479442b" providerId="LiveId" clId="{464149D3-95DE-448A-BFE1-A0D8B9969414}" dt="2025-03-11T07:48:13.766" v="4962" actId="14100"/>
          <ac:picMkLst>
            <pc:docMk/>
            <pc:sldMk cId="2274158211" sldId="653"/>
            <ac:picMk id="4" creationId="{35314959-1024-43BF-BFAC-0158D9E16BCA}"/>
          </ac:picMkLst>
        </pc:picChg>
        <pc:picChg chg="add mod">
          <ac:chgData name="John Hu" userId="213e45b8a479442b" providerId="LiveId" clId="{464149D3-95DE-448A-BFE1-A0D8B9969414}" dt="2025-03-11T07:48:10.296" v="4960" actId="1076"/>
          <ac:picMkLst>
            <pc:docMk/>
            <pc:sldMk cId="2274158211" sldId="653"/>
            <ac:picMk id="7" creationId="{62D241D3-4E9B-42A1-860E-9C6D93CB9D69}"/>
          </ac:picMkLst>
        </pc:picChg>
      </pc:sldChg>
      <pc:sldChg chg="addSp delSp modSp add mod">
        <pc:chgData name="John Hu" userId="213e45b8a479442b" providerId="LiveId" clId="{464149D3-95DE-448A-BFE1-A0D8B9969414}" dt="2025-03-13T06:01:59.155" v="6015" actId="14100"/>
        <pc:sldMkLst>
          <pc:docMk/>
          <pc:sldMk cId="3623049503" sldId="654"/>
        </pc:sldMkLst>
        <pc:spChg chg="mod">
          <ac:chgData name="John Hu" userId="213e45b8a479442b" providerId="LiveId" clId="{464149D3-95DE-448A-BFE1-A0D8B9969414}" dt="2025-03-11T08:45:04.916" v="5523" actId="20577"/>
          <ac:spMkLst>
            <pc:docMk/>
            <pc:sldMk cId="3623049503" sldId="654"/>
            <ac:spMk id="6" creationId="{49A246C1-72F4-40B9-B531-E75A856A7862}"/>
          </ac:spMkLst>
        </pc:spChg>
        <pc:spChg chg="mod">
          <ac:chgData name="John Hu" userId="213e45b8a479442b" providerId="LiveId" clId="{464149D3-95DE-448A-BFE1-A0D8B9969414}" dt="2025-03-11T08:45:14.383" v="5525" actId="20577"/>
          <ac:spMkLst>
            <pc:docMk/>
            <pc:sldMk cId="3623049503" sldId="654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1T08:03:59.281" v="5263" actId="6549"/>
          <ac:spMkLst>
            <pc:docMk/>
            <pc:sldMk cId="3623049503" sldId="654"/>
            <ac:spMk id="10" creationId="{4D9CDC4E-E5FC-4827-898E-896C4F0AE55E}"/>
          </ac:spMkLst>
        </pc:spChg>
        <pc:spChg chg="del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12" creationId="{6D9EA0C0-0753-469A-8C2A-DDB64C07A32B}"/>
          </ac:spMkLst>
        </pc:spChg>
        <pc:spChg chg="del mod">
          <ac:chgData name="John Hu" userId="213e45b8a479442b" providerId="LiveId" clId="{464149D3-95DE-448A-BFE1-A0D8B9969414}" dt="2025-03-11T08:03:16.144" v="5213" actId="478"/>
          <ac:spMkLst>
            <pc:docMk/>
            <pc:sldMk cId="3623049503" sldId="654"/>
            <ac:spMk id="13" creationId="{112B5ECF-1E46-4E7A-8499-0526CFBE0D9B}"/>
          </ac:spMkLst>
        </pc:spChg>
        <pc:spChg chg="add mod">
          <ac:chgData name="John Hu" userId="213e45b8a479442b" providerId="LiveId" clId="{464149D3-95DE-448A-BFE1-A0D8B9969414}" dt="2025-03-13T06:01:59.155" v="6015" actId="14100"/>
          <ac:spMkLst>
            <pc:docMk/>
            <pc:sldMk cId="3623049503" sldId="654"/>
            <ac:spMk id="14" creationId="{903A2541-40BB-450E-AA8F-9B7AC665F90F}"/>
          </ac:spMkLst>
        </pc:spChg>
        <pc:spChg chg="add mod">
          <ac:chgData name="John Hu" userId="213e45b8a479442b" providerId="LiveId" clId="{464149D3-95DE-448A-BFE1-A0D8B9969414}" dt="2025-03-13T06:01:56.178" v="6014" actId="13822"/>
          <ac:spMkLst>
            <pc:docMk/>
            <pc:sldMk cId="3623049503" sldId="654"/>
            <ac:spMk id="15" creationId="{70D0A562-7054-4286-A7B8-82290EC46E03}"/>
          </ac:spMkLst>
        </pc:spChg>
        <pc:spChg chg="del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17" creationId="{559AA9CD-F1F6-407C-B778-9AD7018418F8}"/>
          </ac:spMkLst>
        </pc:spChg>
        <pc:spChg chg="del mod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19" creationId="{BD653B2A-0313-43C8-B203-50B3CF0CF427}"/>
          </ac:spMkLst>
        </pc:spChg>
        <pc:spChg chg="del">
          <ac:chgData name="John Hu" userId="213e45b8a479442b" providerId="LiveId" clId="{464149D3-95DE-448A-BFE1-A0D8B9969414}" dt="2025-03-11T08:04:57.472" v="5271" actId="478"/>
          <ac:spMkLst>
            <pc:docMk/>
            <pc:sldMk cId="3623049503" sldId="654"/>
            <ac:spMk id="20" creationId="{D8BC6859-AE59-4BEC-800E-A88061C9A258}"/>
          </ac:spMkLst>
        </pc:spChg>
        <pc:picChg chg="del">
          <ac:chgData name="John Hu" userId="213e45b8a479442b" providerId="LiveId" clId="{464149D3-95DE-448A-BFE1-A0D8B9969414}" dt="2025-03-11T08:04:57.472" v="5271" actId="478"/>
          <ac:picMkLst>
            <pc:docMk/>
            <pc:sldMk cId="3623049503" sldId="654"/>
            <ac:picMk id="4" creationId="{35314959-1024-43BF-BFAC-0158D9E16BCA}"/>
          </ac:picMkLst>
        </pc:picChg>
        <pc:picChg chg="del">
          <ac:chgData name="John Hu" userId="213e45b8a479442b" providerId="LiveId" clId="{464149D3-95DE-448A-BFE1-A0D8B9969414}" dt="2025-03-11T08:04:57.472" v="5271" actId="478"/>
          <ac:picMkLst>
            <pc:docMk/>
            <pc:sldMk cId="3623049503" sldId="654"/>
            <ac:picMk id="7" creationId="{62D241D3-4E9B-42A1-860E-9C6D93CB9D69}"/>
          </ac:picMkLst>
        </pc:picChg>
      </pc:sldChg>
      <pc:sldChg chg="addSp delSp modSp add mod">
        <pc:chgData name="John Hu" userId="213e45b8a479442b" providerId="LiveId" clId="{464149D3-95DE-448A-BFE1-A0D8B9969414}" dt="2025-03-13T05:56:17.684" v="6007" actId="6549"/>
        <pc:sldMkLst>
          <pc:docMk/>
          <pc:sldMk cId="793838359" sldId="655"/>
        </pc:sldMkLst>
        <pc:spChg chg="mod">
          <ac:chgData name="John Hu" userId="213e45b8a479442b" providerId="LiveId" clId="{464149D3-95DE-448A-BFE1-A0D8B9969414}" dt="2025-03-13T01:53:16.244" v="5594" actId="1076"/>
          <ac:spMkLst>
            <pc:docMk/>
            <pc:sldMk cId="793838359" sldId="655"/>
            <ac:spMk id="6" creationId="{49A246C1-72F4-40B9-B531-E75A856A7862}"/>
          </ac:spMkLst>
        </pc:spChg>
        <pc:spChg chg="add mod">
          <ac:chgData name="John Hu" userId="213e45b8a479442b" providerId="LiveId" clId="{464149D3-95DE-448A-BFE1-A0D8B9969414}" dt="2025-03-13T01:53:11.064" v="5593" actId="1076"/>
          <ac:spMkLst>
            <pc:docMk/>
            <pc:sldMk cId="793838359" sldId="655"/>
            <ac:spMk id="7" creationId="{A337FFF1-EF14-479F-8E26-B08D4DB73DB7}"/>
          </ac:spMkLst>
        </pc:spChg>
        <pc:spChg chg="del">
          <ac:chgData name="John Hu" userId="213e45b8a479442b" providerId="LiveId" clId="{464149D3-95DE-448A-BFE1-A0D8B9969414}" dt="2025-03-11T08:45:59.581" v="5527" actId="478"/>
          <ac:spMkLst>
            <pc:docMk/>
            <pc:sldMk cId="793838359" sldId="655"/>
            <ac:spMk id="10" creationId="{4D9CDC4E-E5FC-4827-898E-896C4F0AE55E}"/>
          </ac:spMkLst>
        </pc:spChg>
        <pc:spChg chg="add mod">
          <ac:chgData name="John Hu" userId="213e45b8a479442b" providerId="LiveId" clId="{464149D3-95DE-448A-BFE1-A0D8B9969414}" dt="2025-03-13T05:56:17.684" v="6007" actId="6549"/>
          <ac:spMkLst>
            <pc:docMk/>
            <pc:sldMk cId="793838359" sldId="655"/>
            <ac:spMk id="13" creationId="{21545452-B518-49E4-A63D-B168C6097F92}"/>
          </ac:spMkLst>
        </pc:spChg>
        <pc:spChg chg="del">
          <ac:chgData name="John Hu" userId="213e45b8a479442b" providerId="LiveId" clId="{464149D3-95DE-448A-BFE1-A0D8B9969414}" dt="2025-03-11T08:46:01.439" v="5528" actId="478"/>
          <ac:spMkLst>
            <pc:docMk/>
            <pc:sldMk cId="793838359" sldId="655"/>
            <ac:spMk id="14" creationId="{903A2541-40BB-450E-AA8F-9B7AC665F90F}"/>
          </ac:spMkLst>
        </pc:spChg>
        <pc:spChg chg="del">
          <ac:chgData name="John Hu" userId="213e45b8a479442b" providerId="LiveId" clId="{464149D3-95DE-448A-BFE1-A0D8B9969414}" dt="2025-03-11T08:46:03.839" v="5529" actId="478"/>
          <ac:spMkLst>
            <pc:docMk/>
            <pc:sldMk cId="793838359" sldId="655"/>
            <ac:spMk id="15" creationId="{70D0A562-7054-4286-A7B8-82290EC46E03}"/>
          </ac:spMkLst>
        </pc:spChg>
        <pc:spChg chg="add del">
          <ac:chgData name="John Hu" userId="213e45b8a479442b" providerId="LiveId" clId="{464149D3-95DE-448A-BFE1-A0D8B9969414}" dt="2025-03-11T08:47:16.002" v="5554" actId="22"/>
          <ac:spMkLst>
            <pc:docMk/>
            <pc:sldMk cId="793838359" sldId="655"/>
            <ac:spMk id="16" creationId="{62CB9DC1-C9A4-4C89-B748-25CB293BA233}"/>
          </ac:spMkLst>
        </pc:spChg>
        <pc:spChg chg="add mod">
          <ac:chgData name="John Hu" userId="213e45b8a479442b" providerId="LiveId" clId="{464149D3-95DE-448A-BFE1-A0D8B9969414}" dt="2025-03-13T01:53:16.244" v="5594" actId="1076"/>
          <ac:spMkLst>
            <pc:docMk/>
            <pc:sldMk cId="793838359" sldId="655"/>
            <ac:spMk id="17" creationId="{9DC99B3F-1D3E-42B0-9274-792046E0928E}"/>
          </ac:spMkLst>
        </pc:spChg>
        <pc:picChg chg="add mod">
          <ac:chgData name="John Hu" userId="213e45b8a479442b" providerId="LiveId" clId="{464149D3-95DE-448A-BFE1-A0D8B9969414}" dt="2025-03-13T01:54:10.327" v="5596" actId="1076"/>
          <ac:picMkLst>
            <pc:docMk/>
            <pc:sldMk cId="793838359" sldId="655"/>
            <ac:picMk id="5" creationId="{9ABA4AC2-9BA7-496A-BD68-4D0AF45E0D90}"/>
          </ac:picMkLst>
        </pc:picChg>
        <pc:cxnChg chg="add mod ord">
          <ac:chgData name="John Hu" userId="213e45b8a479442b" providerId="LiveId" clId="{464149D3-95DE-448A-BFE1-A0D8B9969414}" dt="2025-03-13T02:07:58.755" v="5654" actId="1582"/>
          <ac:cxnSpMkLst>
            <pc:docMk/>
            <pc:sldMk cId="793838359" sldId="655"/>
            <ac:cxnSpMk id="4" creationId="{18F88EF8-F4A9-4402-8ABB-0FA1F63ACED9}"/>
          </ac:cxnSpMkLst>
        </pc:cxnChg>
        <pc:cxnChg chg="add mod">
          <ac:chgData name="John Hu" userId="213e45b8a479442b" providerId="LiveId" clId="{464149D3-95DE-448A-BFE1-A0D8B9969414}" dt="2025-03-13T02:07:52.117" v="5653" actId="1582"/>
          <ac:cxnSpMkLst>
            <pc:docMk/>
            <pc:sldMk cId="793838359" sldId="655"/>
            <ac:cxnSpMk id="10" creationId="{4EFFA8EE-E24B-4F31-8AD8-52A82C719E06}"/>
          </ac:cxnSpMkLst>
        </pc:cxnChg>
      </pc:sldChg>
      <pc:sldChg chg="addSp delSp modSp add mod">
        <pc:chgData name="John Hu" userId="213e45b8a479442b" providerId="LiveId" clId="{464149D3-95DE-448A-BFE1-A0D8B9969414}" dt="2025-03-13T02:10:28.988" v="5663" actId="14100"/>
        <pc:sldMkLst>
          <pc:docMk/>
          <pc:sldMk cId="1033917250" sldId="656"/>
        </pc:sldMkLst>
        <pc:spChg chg="mod">
          <ac:chgData name="John Hu" userId="213e45b8a479442b" providerId="LiveId" clId="{464149D3-95DE-448A-BFE1-A0D8B9969414}" dt="2025-03-13T02:06:04.997" v="5626" actId="403"/>
          <ac:spMkLst>
            <pc:docMk/>
            <pc:sldMk cId="1033917250" sldId="656"/>
            <ac:spMk id="6" creationId="{49A246C1-72F4-40B9-B531-E75A856A7862}"/>
          </ac:spMkLst>
        </pc:spChg>
        <pc:spChg chg="mod">
          <ac:chgData name="John Hu" userId="213e45b8a479442b" providerId="LiveId" clId="{464149D3-95DE-448A-BFE1-A0D8B9969414}" dt="2025-03-13T02:10:28.988" v="5663" actId="14100"/>
          <ac:spMkLst>
            <pc:docMk/>
            <pc:sldMk cId="1033917250" sldId="656"/>
            <ac:spMk id="7" creationId="{A337FFF1-EF14-479F-8E26-B08D4DB73DB7}"/>
          </ac:spMkLst>
        </pc:spChg>
        <pc:spChg chg="mod">
          <ac:chgData name="John Hu" userId="213e45b8a479442b" providerId="LiveId" clId="{464149D3-95DE-448A-BFE1-A0D8B9969414}" dt="2025-03-13T02:08:19.176" v="5658" actId="207"/>
          <ac:spMkLst>
            <pc:docMk/>
            <pc:sldMk cId="1033917250" sldId="656"/>
            <ac:spMk id="17" creationId="{9DC99B3F-1D3E-42B0-9274-792046E0928E}"/>
          </ac:spMkLst>
        </pc:spChg>
        <pc:picChg chg="del">
          <ac:chgData name="John Hu" userId="213e45b8a479442b" providerId="LiveId" clId="{464149D3-95DE-448A-BFE1-A0D8B9969414}" dt="2025-03-13T02:06:46.586" v="5639" actId="478"/>
          <ac:picMkLst>
            <pc:docMk/>
            <pc:sldMk cId="1033917250" sldId="656"/>
            <ac:picMk id="5" creationId="{9ABA4AC2-9BA7-496A-BD68-4D0AF45E0D90}"/>
          </ac:picMkLst>
        </pc:picChg>
        <pc:picChg chg="add mod">
          <ac:chgData name="John Hu" userId="213e45b8a479442b" providerId="LiveId" clId="{464149D3-95DE-448A-BFE1-A0D8B9969414}" dt="2025-03-13T02:06:59.610" v="5643" actId="1440"/>
          <ac:picMkLst>
            <pc:docMk/>
            <pc:sldMk cId="1033917250" sldId="656"/>
            <ac:picMk id="13" creationId="{A62A93BC-EBBF-48CA-9385-8093F3E03B5B}"/>
          </ac:picMkLst>
        </pc:picChg>
        <pc:cxnChg chg="mod">
          <ac:chgData name="John Hu" userId="213e45b8a479442b" providerId="LiveId" clId="{464149D3-95DE-448A-BFE1-A0D8B9969414}" dt="2025-03-13T02:08:12.248" v="5656" actId="1582"/>
          <ac:cxnSpMkLst>
            <pc:docMk/>
            <pc:sldMk cId="1033917250" sldId="656"/>
            <ac:cxnSpMk id="4" creationId="{18F88EF8-F4A9-4402-8ABB-0FA1F63ACED9}"/>
          </ac:cxnSpMkLst>
        </pc:cxnChg>
        <pc:cxnChg chg="mod ord">
          <ac:chgData name="John Hu" userId="213e45b8a479442b" providerId="LiveId" clId="{464149D3-95DE-448A-BFE1-A0D8B9969414}" dt="2025-03-13T02:08:06.765" v="5655" actId="1582"/>
          <ac:cxnSpMkLst>
            <pc:docMk/>
            <pc:sldMk cId="1033917250" sldId="656"/>
            <ac:cxnSpMk id="10" creationId="{4EFFA8EE-E24B-4F31-8AD8-52A82C719E06}"/>
          </ac:cxnSpMkLst>
        </pc:cxnChg>
      </pc:sldChg>
      <pc:sldChg chg="addSp delSp modSp add mod">
        <pc:chgData name="John Hu" userId="213e45b8a479442b" providerId="LiveId" clId="{464149D3-95DE-448A-BFE1-A0D8B9969414}" dt="2025-03-13T06:06:08.164" v="6141" actId="20577"/>
        <pc:sldMkLst>
          <pc:docMk/>
          <pc:sldMk cId="2956053056" sldId="657"/>
        </pc:sldMkLst>
        <pc:spChg chg="del">
          <ac:chgData name="John Hu" userId="213e45b8a479442b" providerId="LiveId" clId="{464149D3-95DE-448A-BFE1-A0D8B9969414}" dt="2025-03-13T02:34:00.965" v="5679" actId="478"/>
          <ac:spMkLst>
            <pc:docMk/>
            <pc:sldMk cId="2956053056" sldId="657"/>
            <ac:spMk id="6" creationId="{49A246C1-72F4-40B9-B531-E75A856A7862}"/>
          </ac:spMkLst>
        </pc:spChg>
        <pc:spChg chg="del">
          <ac:chgData name="John Hu" userId="213e45b8a479442b" providerId="LiveId" clId="{464149D3-95DE-448A-BFE1-A0D8B9969414}" dt="2025-03-13T02:34:00.965" v="5679" actId="478"/>
          <ac:spMkLst>
            <pc:docMk/>
            <pc:sldMk cId="2956053056" sldId="657"/>
            <ac:spMk id="7" creationId="{A337FFF1-EF14-479F-8E26-B08D4DB73DB7}"/>
          </ac:spMkLst>
        </pc:spChg>
        <pc:spChg chg="mod">
          <ac:chgData name="John Hu" userId="213e45b8a479442b" providerId="LiveId" clId="{464149D3-95DE-448A-BFE1-A0D8B9969414}" dt="2025-03-13T05:32:34.696" v="5847" actId="20577"/>
          <ac:spMkLst>
            <pc:docMk/>
            <pc:sldMk cId="2956053056" sldId="657"/>
            <ac:spMk id="8" creationId="{36177B38-43AB-4398-968B-448F8F0E5F49}"/>
          </ac:spMkLst>
        </pc:spChg>
        <pc:spChg chg="add del mod">
          <ac:chgData name="John Hu" userId="213e45b8a479442b" providerId="LiveId" clId="{464149D3-95DE-448A-BFE1-A0D8B9969414}" dt="2025-03-13T02:45:00.994" v="5683" actId="22"/>
          <ac:spMkLst>
            <pc:docMk/>
            <pc:sldMk cId="2956053056" sldId="657"/>
            <ac:spMk id="11" creationId="{CACFA12D-AADA-4789-BCEC-271124446395}"/>
          </ac:spMkLst>
        </pc:spChg>
        <pc:spChg chg="add del mod">
          <ac:chgData name="John Hu" userId="213e45b8a479442b" providerId="LiveId" clId="{464149D3-95DE-448A-BFE1-A0D8B9969414}" dt="2025-03-13T06:02:57.711" v="6039" actId="478"/>
          <ac:spMkLst>
            <pc:docMk/>
            <pc:sldMk cId="2956053056" sldId="657"/>
            <ac:spMk id="12" creationId="{D3388FE2-D552-4A7E-BCA4-503F69AA5C72}"/>
          </ac:spMkLst>
        </pc:spChg>
        <pc:spChg chg="add del mod">
          <ac:chgData name="John Hu" userId="213e45b8a479442b" providerId="LiveId" clId="{464149D3-95DE-448A-BFE1-A0D8B9969414}" dt="2025-03-13T06:01:38.746" v="6010"/>
          <ac:spMkLst>
            <pc:docMk/>
            <pc:sldMk cId="2956053056" sldId="657"/>
            <ac:spMk id="14" creationId="{98124EC1-744A-4814-9AFB-1861A61B9ADB}"/>
          </ac:spMkLst>
        </pc:spChg>
        <pc:spChg chg="add mod">
          <ac:chgData name="John Hu" userId="213e45b8a479442b" providerId="LiveId" clId="{464149D3-95DE-448A-BFE1-A0D8B9969414}" dt="2025-03-13T06:03:31.110" v="6062" actId="14100"/>
          <ac:spMkLst>
            <pc:docMk/>
            <pc:sldMk cId="2956053056" sldId="657"/>
            <ac:spMk id="15" creationId="{F16052B1-57E4-46B0-9F5F-B1B2B08753ED}"/>
          </ac:spMkLst>
        </pc:spChg>
        <pc:spChg chg="add del mod">
          <ac:chgData name="John Hu" userId="213e45b8a479442b" providerId="LiveId" clId="{464149D3-95DE-448A-BFE1-A0D8B9969414}" dt="2025-03-13T06:02:07.713" v="6017"/>
          <ac:spMkLst>
            <pc:docMk/>
            <pc:sldMk cId="2956053056" sldId="657"/>
            <ac:spMk id="16" creationId="{0304726E-0B02-4151-ACAB-FA83CFF439E8}"/>
          </ac:spMkLst>
        </pc:spChg>
        <pc:spChg chg="del">
          <ac:chgData name="John Hu" userId="213e45b8a479442b" providerId="LiveId" clId="{464149D3-95DE-448A-BFE1-A0D8B9969414}" dt="2025-03-13T02:34:00.965" v="5679" actId="478"/>
          <ac:spMkLst>
            <pc:docMk/>
            <pc:sldMk cId="2956053056" sldId="657"/>
            <ac:spMk id="17" creationId="{9DC99B3F-1D3E-42B0-9274-792046E0928E}"/>
          </ac:spMkLst>
        </pc:spChg>
        <pc:spChg chg="add mod">
          <ac:chgData name="John Hu" userId="213e45b8a479442b" providerId="LiveId" clId="{464149D3-95DE-448A-BFE1-A0D8B9969414}" dt="2025-03-13T06:06:08.164" v="6141" actId="20577"/>
          <ac:spMkLst>
            <pc:docMk/>
            <pc:sldMk cId="2956053056" sldId="657"/>
            <ac:spMk id="18" creationId="{335F3339-98C8-4563-8F0E-535611D499DF}"/>
          </ac:spMkLst>
        </pc:spChg>
        <pc:spChg chg="add del">
          <ac:chgData name="John Hu" userId="213e45b8a479442b" providerId="LiveId" clId="{464149D3-95DE-448A-BFE1-A0D8B9969414}" dt="2025-03-13T06:03:38.858" v="6064" actId="22"/>
          <ac:spMkLst>
            <pc:docMk/>
            <pc:sldMk cId="2956053056" sldId="657"/>
            <ac:spMk id="19" creationId="{4FA8F977-DD1B-457E-B243-00425DED16E3}"/>
          </ac:spMkLst>
        </pc:spChg>
        <pc:picChg chg="del">
          <ac:chgData name="John Hu" userId="213e45b8a479442b" providerId="LiveId" clId="{464149D3-95DE-448A-BFE1-A0D8B9969414}" dt="2025-03-13T02:34:00.965" v="5679" actId="478"/>
          <ac:picMkLst>
            <pc:docMk/>
            <pc:sldMk cId="2956053056" sldId="657"/>
            <ac:picMk id="13" creationId="{A62A93BC-EBBF-48CA-9385-8093F3E03B5B}"/>
          </ac:picMkLst>
        </pc:picChg>
        <pc:picChg chg="add mod">
          <ac:chgData name="John Hu" userId="213e45b8a479442b" providerId="LiveId" clId="{464149D3-95DE-448A-BFE1-A0D8B9969414}" dt="2025-03-13T06:03:45.557" v="6069" actId="1440"/>
          <ac:picMkLst>
            <pc:docMk/>
            <pc:sldMk cId="2956053056" sldId="657"/>
            <ac:picMk id="20" creationId="{846292CC-157A-4563-AC21-C582768D5AC9}"/>
          </ac:picMkLst>
        </pc:picChg>
        <pc:cxnChg chg="del">
          <ac:chgData name="John Hu" userId="213e45b8a479442b" providerId="LiveId" clId="{464149D3-95DE-448A-BFE1-A0D8B9969414}" dt="2025-03-13T02:34:00.965" v="5679" actId="478"/>
          <ac:cxnSpMkLst>
            <pc:docMk/>
            <pc:sldMk cId="2956053056" sldId="657"/>
            <ac:cxnSpMk id="4" creationId="{18F88EF8-F4A9-4402-8ABB-0FA1F63ACED9}"/>
          </ac:cxnSpMkLst>
        </pc:cxnChg>
        <pc:cxnChg chg="del">
          <ac:chgData name="John Hu" userId="213e45b8a479442b" providerId="LiveId" clId="{464149D3-95DE-448A-BFE1-A0D8B9969414}" dt="2025-03-13T02:34:00.965" v="5679" actId="478"/>
          <ac:cxnSpMkLst>
            <pc:docMk/>
            <pc:sldMk cId="2956053056" sldId="657"/>
            <ac:cxnSpMk id="10" creationId="{4EFFA8EE-E24B-4F31-8AD8-52A82C719E06}"/>
          </ac:cxnSpMkLst>
        </pc:cxnChg>
      </pc:sldChg>
      <pc:sldChg chg="addSp delSp modSp add mod">
        <pc:chgData name="John Hu" userId="213e45b8a479442b" providerId="LiveId" clId="{464149D3-95DE-448A-BFE1-A0D8B9969414}" dt="2025-03-13T06:49:52.770" v="6170" actId="1076"/>
        <pc:sldMkLst>
          <pc:docMk/>
          <pc:sldMk cId="229139173" sldId="658"/>
        </pc:sldMkLst>
        <pc:spChg chg="add del">
          <ac:chgData name="John Hu" userId="213e45b8a479442b" providerId="LiveId" clId="{464149D3-95DE-448A-BFE1-A0D8B9969414}" dt="2025-03-13T06:05:32.475" v="6127"/>
          <ac:spMkLst>
            <pc:docMk/>
            <pc:sldMk cId="229139173" sldId="658"/>
            <ac:spMk id="3" creationId="{FAEF7D33-84B2-4EE4-B1FA-6010A10FBCAF}"/>
          </ac:spMkLst>
        </pc:spChg>
        <pc:spChg chg="add del">
          <ac:chgData name="John Hu" userId="213e45b8a479442b" providerId="LiveId" clId="{464149D3-95DE-448A-BFE1-A0D8B9969414}" dt="2025-03-13T06:05:49.583" v="6132"/>
          <ac:spMkLst>
            <pc:docMk/>
            <pc:sldMk cId="229139173" sldId="658"/>
            <ac:spMk id="4" creationId="{B456FB23-7B76-4A6C-944C-7502772F53A3}"/>
          </ac:spMkLst>
        </pc:spChg>
        <pc:spChg chg="add mod">
          <ac:chgData name="John Hu" userId="213e45b8a479442b" providerId="LiveId" clId="{464149D3-95DE-448A-BFE1-A0D8B9969414}" dt="2025-03-13T06:06:45.487" v="6152" actId="207"/>
          <ac:spMkLst>
            <pc:docMk/>
            <pc:sldMk cId="229139173" sldId="658"/>
            <ac:spMk id="5" creationId="{56331933-6713-4891-9F9F-5A9D0FDD4637}"/>
          </ac:spMkLst>
        </pc:spChg>
        <pc:spChg chg="mod">
          <ac:chgData name="John Hu" userId="213e45b8a479442b" providerId="LiveId" clId="{464149D3-95DE-448A-BFE1-A0D8B9969414}" dt="2025-03-13T05:32:46.381" v="5870" actId="20577"/>
          <ac:spMkLst>
            <pc:docMk/>
            <pc:sldMk cId="229139173" sldId="658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13T06:49:31.089" v="6166" actId="6549"/>
          <ac:spMkLst>
            <pc:docMk/>
            <pc:sldMk cId="229139173" sldId="658"/>
            <ac:spMk id="9" creationId="{D9A8FC80-482B-4FED-8314-8C478EEE7430}"/>
          </ac:spMkLst>
        </pc:spChg>
        <pc:spChg chg="del mod">
          <ac:chgData name="John Hu" userId="213e45b8a479442b" providerId="LiveId" clId="{464149D3-95DE-448A-BFE1-A0D8B9969414}" dt="2025-03-13T06:04:13.748" v="6071" actId="478"/>
          <ac:spMkLst>
            <pc:docMk/>
            <pc:sldMk cId="229139173" sldId="658"/>
            <ac:spMk id="12" creationId="{D3388FE2-D552-4A7E-BCA4-503F69AA5C72}"/>
          </ac:spMkLst>
        </pc:spChg>
        <pc:picChg chg="add mod">
          <ac:chgData name="John Hu" userId="213e45b8a479442b" providerId="LiveId" clId="{464149D3-95DE-448A-BFE1-A0D8B9969414}" dt="2025-03-13T06:49:52.770" v="6170" actId="1076"/>
          <ac:picMkLst>
            <pc:docMk/>
            <pc:sldMk cId="229139173" sldId="658"/>
            <ac:picMk id="7" creationId="{821F1E8E-BBD0-4E09-B313-292B76C7680D}"/>
          </ac:picMkLst>
        </pc:picChg>
      </pc:sldChg>
      <pc:sldChg chg="addSp delSp modSp add mod">
        <pc:chgData name="John Hu" userId="213e45b8a479442b" providerId="LiveId" clId="{464149D3-95DE-448A-BFE1-A0D8B9969414}" dt="2025-03-13T07:47:50.994" v="7329" actId="12"/>
        <pc:sldMkLst>
          <pc:docMk/>
          <pc:sldMk cId="3284171094" sldId="659"/>
        </pc:sldMkLst>
        <pc:spChg chg="mod">
          <ac:chgData name="John Hu" userId="213e45b8a479442b" providerId="LiveId" clId="{464149D3-95DE-448A-BFE1-A0D8B9969414}" dt="2025-03-13T07:17:12.165" v="6458" actId="20577"/>
          <ac:spMkLst>
            <pc:docMk/>
            <pc:sldMk cId="3284171094" sldId="659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3T07:47:50.994" v="7329" actId="12"/>
          <ac:spMkLst>
            <pc:docMk/>
            <pc:sldMk cId="3284171094" sldId="659"/>
            <ac:spMk id="12" creationId="{D3388FE2-D552-4A7E-BCA4-503F69AA5C72}"/>
          </ac:spMkLst>
        </pc:spChg>
        <pc:picChg chg="add del">
          <ac:chgData name="John Hu" userId="213e45b8a479442b" providerId="LiveId" clId="{464149D3-95DE-448A-BFE1-A0D8B9969414}" dt="2025-03-13T07:17:15.211" v="6459" actId="478"/>
          <ac:picMkLst>
            <pc:docMk/>
            <pc:sldMk cId="3284171094" sldId="659"/>
            <ac:picMk id="4" creationId="{A666BBD2-11D1-468C-B21F-1CCE3E660BD5}"/>
          </ac:picMkLst>
        </pc:picChg>
      </pc:sldChg>
      <pc:sldChg chg="addSp delSp modSp add mod">
        <pc:chgData name="John Hu" userId="213e45b8a479442b" providerId="LiveId" clId="{464149D3-95DE-448A-BFE1-A0D8B9969414}" dt="2025-03-19T01:25:38.195" v="7977" actId="113"/>
        <pc:sldMkLst>
          <pc:docMk/>
          <pc:sldMk cId="633065844" sldId="660"/>
        </pc:sldMkLst>
        <pc:spChg chg="add del">
          <ac:chgData name="John Hu" userId="213e45b8a479442b" providerId="LiveId" clId="{464149D3-95DE-448A-BFE1-A0D8B9969414}" dt="2025-03-13T07:08:19.890" v="6202"/>
          <ac:spMkLst>
            <pc:docMk/>
            <pc:sldMk cId="633065844" sldId="660"/>
            <ac:spMk id="3" creationId="{D36EE824-9BE3-4B64-AB30-25FF3D70042E}"/>
          </ac:spMkLst>
        </pc:spChg>
        <pc:spChg chg="mod">
          <ac:chgData name="John Hu" userId="213e45b8a479442b" providerId="LiveId" clId="{464149D3-95DE-448A-BFE1-A0D8B9969414}" dt="2025-03-19T01:24:53.592" v="7971" actId="14100"/>
          <ac:spMkLst>
            <pc:docMk/>
            <pc:sldMk cId="633065844" sldId="660"/>
            <ac:spMk id="5" creationId="{56331933-6713-4891-9F9F-5A9D0FDD4637}"/>
          </ac:spMkLst>
        </pc:spChg>
        <pc:spChg chg="mod">
          <ac:chgData name="John Hu" userId="213e45b8a479442b" providerId="LiveId" clId="{464149D3-95DE-448A-BFE1-A0D8B9969414}" dt="2025-03-13T07:07:08.847" v="6172"/>
          <ac:spMkLst>
            <pc:docMk/>
            <pc:sldMk cId="633065844" sldId="660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19T01:25:38.195" v="7977" actId="113"/>
          <ac:spMkLst>
            <pc:docMk/>
            <pc:sldMk cId="633065844" sldId="660"/>
            <ac:spMk id="9" creationId="{D9A8FC80-482B-4FED-8314-8C478EEE7430}"/>
          </ac:spMkLst>
        </pc:spChg>
        <pc:graphicFrameChg chg="add mod modGraphic">
          <ac:chgData name="John Hu" userId="213e45b8a479442b" providerId="LiveId" clId="{464149D3-95DE-448A-BFE1-A0D8B9969414}" dt="2025-03-19T01:25:24.722" v="7975" actId="113"/>
          <ac:graphicFrameMkLst>
            <pc:docMk/>
            <pc:sldMk cId="633065844" sldId="660"/>
            <ac:graphicFrameMk id="3" creationId="{C1B10702-DE49-45C9-AE6D-0E4C02C50BD7}"/>
          </ac:graphicFrameMkLst>
        </pc:graphicFrameChg>
        <pc:picChg chg="add mod">
          <ac:chgData name="John Hu" userId="213e45b8a479442b" providerId="LiveId" clId="{464149D3-95DE-448A-BFE1-A0D8B9969414}" dt="2025-03-13T07:16:00.938" v="6420" actId="1076"/>
          <ac:picMkLst>
            <pc:docMk/>
            <pc:sldMk cId="633065844" sldId="660"/>
            <ac:picMk id="6" creationId="{84D78A37-8FD9-485F-AA69-39E45665CA27}"/>
          </ac:picMkLst>
        </pc:picChg>
        <pc:picChg chg="del">
          <ac:chgData name="John Hu" userId="213e45b8a479442b" providerId="LiveId" clId="{464149D3-95DE-448A-BFE1-A0D8B9969414}" dt="2025-03-13T07:15:54.776" v="6415" actId="478"/>
          <ac:picMkLst>
            <pc:docMk/>
            <pc:sldMk cId="633065844" sldId="660"/>
            <ac:picMk id="7" creationId="{821F1E8E-BBD0-4E09-B313-292B76C7680D}"/>
          </ac:picMkLst>
        </pc:picChg>
      </pc:sldChg>
      <pc:sldChg chg="delSp modSp add del mod">
        <pc:chgData name="John Hu" userId="213e45b8a479442b" providerId="LiveId" clId="{464149D3-95DE-448A-BFE1-A0D8B9969414}" dt="2025-03-13T07:46:36.514" v="7318" actId="47"/>
        <pc:sldMkLst>
          <pc:docMk/>
          <pc:sldMk cId="838575871" sldId="661"/>
        </pc:sldMkLst>
        <pc:spChg chg="del">
          <ac:chgData name="John Hu" userId="213e45b8a479442b" providerId="LiveId" clId="{464149D3-95DE-448A-BFE1-A0D8B9969414}" dt="2025-03-13T07:21:16.216" v="6727" actId="478"/>
          <ac:spMkLst>
            <pc:docMk/>
            <pc:sldMk cId="838575871" sldId="661"/>
            <ac:spMk id="5" creationId="{56331933-6713-4891-9F9F-5A9D0FDD4637}"/>
          </ac:spMkLst>
        </pc:spChg>
        <pc:spChg chg="mod">
          <ac:chgData name="John Hu" userId="213e45b8a479442b" providerId="LiveId" clId="{464149D3-95DE-448A-BFE1-A0D8B9969414}" dt="2025-03-13T07:21:13.180" v="6726" actId="20577"/>
          <ac:spMkLst>
            <pc:docMk/>
            <pc:sldMk cId="838575871" sldId="661"/>
            <ac:spMk id="8" creationId="{36177B38-43AB-4398-968B-448F8F0E5F49}"/>
          </ac:spMkLst>
        </pc:spChg>
      </pc:sldChg>
      <pc:sldChg chg="addSp delSp modSp add del mod ord">
        <pc:chgData name="John Hu" userId="213e45b8a479442b" providerId="LiveId" clId="{464149D3-95DE-448A-BFE1-A0D8B9969414}" dt="2025-03-13T07:46:47.752" v="7321" actId="403"/>
        <pc:sldMkLst>
          <pc:docMk/>
          <pc:sldMk cId="1331771505" sldId="662"/>
        </pc:sldMkLst>
        <pc:spChg chg="add mod">
          <ac:chgData name="John Hu" userId="213e45b8a479442b" providerId="LiveId" clId="{464149D3-95DE-448A-BFE1-A0D8B9969414}" dt="2025-03-13T07:43:41.872" v="7144" actId="1076"/>
          <ac:spMkLst>
            <pc:docMk/>
            <pc:sldMk cId="1331771505" sldId="662"/>
            <ac:spMk id="3" creationId="{DA885161-3DC9-4B31-81EC-A0B7D994769A}"/>
          </ac:spMkLst>
        </pc:spChg>
        <pc:spChg chg="add mod">
          <ac:chgData name="John Hu" userId="213e45b8a479442b" providerId="LiveId" clId="{464149D3-95DE-448A-BFE1-A0D8B9969414}" dt="2025-03-13T07:43:47.183" v="7147" actId="5793"/>
          <ac:spMkLst>
            <pc:docMk/>
            <pc:sldMk cId="1331771505" sldId="662"/>
            <ac:spMk id="7" creationId="{AE7B1F46-7400-4E01-94CD-52CA174DD3D5}"/>
          </ac:spMkLst>
        </pc:spChg>
        <pc:spChg chg="mod">
          <ac:chgData name="John Hu" userId="213e45b8a479442b" providerId="LiveId" clId="{464149D3-95DE-448A-BFE1-A0D8B9969414}" dt="2025-03-13T07:23:56.140" v="6764" actId="20577"/>
          <ac:spMkLst>
            <pc:docMk/>
            <pc:sldMk cId="1331771505" sldId="662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13T07:46:47.752" v="7321" actId="403"/>
          <ac:spMkLst>
            <pc:docMk/>
            <pc:sldMk cId="1331771505" sldId="662"/>
            <ac:spMk id="9" creationId="{6940D41A-7B7C-4093-AF10-D4D6A2AA15AD}"/>
          </ac:spMkLst>
        </pc:spChg>
        <pc:spChg chg="add mod">
          <ac:chgData name="John Hu" userId="213e45b8a479442b" providerId="LiveId" clId="{464149D3-95DE-448A-BFE1-A0D8B9969414}" dt="2025-03-13T07:43:43.600" v="7145" actId="1076"/>
          <ac:spMkLst>
            <pc:docMk/>
            <pc:sldMk cId="1331771505" sldId="662"/>
            <ac:spMk id="10" creationId="{6B713FA3-0E38-4724-95E4-14B7939E4EB6}"/>
          </ac:spMkLst>
        </pc:spChg>
        <pc:spChg chg="add mod">
          <ac:chgData name="John Hu" userId="213e45b8a479442b" providerId="LiveId" clId="{464149D3-95DE-448A-BFE1-A0D8B9969414}" dt="2025-03-13T07:45:26.716" v="7317" actId="20577"/>
          <ac:spMkLst>
            <pc:docMk/>
            <pc:sldMk cId="1331771505" sldId="662"/>
            <ac:spMk id="14" creationId="{C85CC363-71D1-4B7D-866F-0657CBB6BC1C}"/>
          </ac:spMkLst>
        </pc:spChg>
        <pc:spChg chg="del mod">
          <ac:chgData name="John Hu" userId="213e45b8a479442b" providerId="LiveId" clId="{464149D3-95DE-448A-BFE1-A0D8B9969414}" dt="2025-03-13T07:39:59.551" v="7109" actId="478"/>
          <ac:spMkLst>
            <pc:docMk/>
            <pc:sldMk cId="1331771505" sldId="662"/>
            <ac:spMk id="15" creationId="{F16052B1-57E4-46B0-9F5F-B1B2B08753ED}"/>
          </ac:spMkLst>
        </pc:spChg>
        <pc:spChg chg="del mod">
          <ac:chgData name="John Hu" userId="213e45b8a479442b" providerId="LiveId" clId="{464149D3-95DE-448A-BFE1-A0D8B9969414}" dt="2025-03-13T07:39:57.567" v="7108" actId="478"/>
          <ac:spMkLst>
            <pc:docMk/>
            <pc:sldMk cId="1331771505" sldId="662"/>
            <ac:spMk id="18" creationId="{335F3339-98C8-4563-8F0E-535611D499DF}"/>
          </ac:spMkLst>
        </pc:spChg>
        <pc:picChg chg="add del mod">
          <ac:chgData name="John Hu" userId="213e45b8a479442b" providerId="LiveId" clId="{464149D3-95DE-448A-BFE1-A0D8B9969414}" dt="2025-03-13T07:46:43.891" v="7320" actId="478"/>
          <ac:picMkLst>
            <pc:docMk/>
            <pc:sldMk cId="1331771505" sldId="662"/>
            <ac:picMk id="16" creationId="{1037D8B5-3BEC-4324-8D8E-8CD157F1C624}"/>
          </ac:picMkLst>
        </pc:picChg>
        <pc:picChg chg="del mod">
          <ac:chgData name="John Hu" userId="213e45b8a479442b" providerId="LiveId" clId="{464149D3-95DE-448A-BFE1-A0D8B9969414}" dt="2025-03-13T07:40:03.868" v="7112" actId="478"/>
          <ac:picMkLst>
            <pc:docMk/>
            <pc:sldMk cId="1331771505" sldId="662"/>
            <ac:picMk id="20" creationId="{846292CC-157A-4563-AC21-C582768D5AC9}"/>
          </ac:picMkLst>
        </pc:picChg>
        <pc:cxnChg chg="add mod">
          <ac:chgData name="John Hu" userId="213e45b8a479442b" providerId="LiveId" clId="{464149D3-95DE-448A-BFE1-A0D8B9969414}" dt="2025-03-13T07:45:01.283" v="7297" actId="13822"/>
          <ac:cxnSpMkLst>
            <pc:docMk/>
            <pc:sldMk cId="1331771505" sldId="662"/>
            <ac:cxnSpMk id="5" creationId="{A476F154-889A-418A-BA9C-BB090B91318C}"/>
          </ac:cxnSpMkLst>
        </pc:cxnChg>
      </pc:sldChg>
      <pc:sldChg chg="addSp delSp modSp add mod">
        <pc:chgData name="John Hu" userId="213e45b8a479442b" providerId="LiveId" clId="{464149D3-95DE-448A-BFE1-A0D8B9969414}" dt="2025-03-19T01:10:38.141" v="7846" actId="14100"/>
        <pc:sldMkLst>
          <pc:docMk/>
          <pc:sldMk cId="3052481175" sldId="663"/>
        </pc:sldMkLst>
        <pc:spChg chg="add mod">
          <ac:chgData name="John Hu" userId="213e45b8a479442b" providerId="LiveId" clId="{464149D3-95DE-448A-BFE1-A0D8B9969414}" dt="2025-03-17T02:34:10.626" v="7386" actId="13822"/>
          <ac:spMkLst>
            <pc:docMk/>
            <pc:sldMk cId="3052481175" sldId="663"/>
            <ac:spMk id="3" creationId="{741A0208-9BA0-41FF-B290-B53D03037C37}"/>
          </ac:spMkLst>
        </pc:spChg>
        <pc:spChg chg="add mod">
          <ac:chgData name="John Hu" userId="213e45b8a479442b" providerId="LiveId" clId="{464149D3-95DE-448A-BFE1-A0D8B9969414}" dt="2025-03-17T02:34:26.508" v="7393" actId="14100"/>
          <ac:spMkLst>
            <pc:docMk/>
            <pc:sldMk cId="3052481175" sldId="663"/>
            <ac:spMk id="6" creationId="{E12EC4B5-5135-4ABA-8830-51F03B3E8656}"/>
          </ac:spMkLst>
        </pc:spChg>
        <pc:spChg chg="add mod">
          <ac:chgData name="John Hu" userId="213e45b8a479442b" providerId="LiveId" clId="{464149D3-95DE-448A-BFE1-A0D8B9969414}" dt="2025-03-17T02:34:40.076" v="7400" actId="14100"/>
          <ac:spMkLst>
            <pc:docMk/>
            <pc:sldMk cId="3052481175" sldId="663"/>
            <ac:spMk id="7" creationId="{606083FB-1BA8-40DF-803D-C852E4F26A30}"/>
          </ac:spMkLst>
        </pc:spChg>
        <pc:spChg chg="add mod">
          <ac:chgData name="John Hu" userId="213e45b8a479442b" providerId="LiveId" clId="{464149D3-95DE-448A-BFE1-A0D8B9969414}" dt="2025-03-17T02:34:37.812" v="7399" actId="14100"/>
          <ac:spMkLst>
            <pc:docMk/>
            <pc:sldMk cId="3052481175" sldId="663"/>
            <ac:spMk id="9" creationId="{A7CE8519-4A48-4657-B884-CFDA06AAFEC6}"/>
          </ac:spMkLst>
        </pc:spChg>
        <pc:spChg chg="add del mod">
          <ac:chgData name="John Hu" userId="213e45b8a479442b" providerId="LiveId" clId="{464149D3-95DE-448A-BFE1-A0D8B9969414}" dt="2025-03-17T02:55:22.167" v="7820" actId="478"/>
          <ac:spMkLst>
            <pc:docMk/>
            <pc:sldMk cId="3052481175" sldId="663"/>
            <ac:spMk id="10" creationId="{08043407-D51A-4143-9CCE-5056E5846299}"/>
          </ac:spMkLst>
        </pc:spChg>
        <pc:spChg chg="add mod">
          <ac:chgData name="John Hu" userId="213e45b8a479442b" providerId="LiveId" clId="{464149D3-95DE-448A-BFE1-A0D8B9969414}" dt="2025-03-17T02:35:17.449" v="7458" actId="1076"/>
          <ac:spMkLst>
            <pc:docMk/>
            <pc:sldMk cId="3052481175" sldId="663"/>
            <ac:spMk id="11" creationId="{875AA4D8-B5ED-4997-A1DF-8327749509DC}"/>
          </ac:spMkLst>
        </pc:spChg>
        <pc:spChg chg="mod">
          <ac:chgData name="John Hu" userId="213e45b8a479442b" providerId="LiveId" clId="{464149D3-95DE-448A-BFE1-A0D8B9969414}" dt="2025-03-17T02:33:49.202" v="7383" actId="6549"/>
          <ac:spMkLst>
            <pc:docMk/>
            <pc:sldMk cId="3052481175" sldId="663"/>
            <ac:spMk id="12" creationId="{D3388FE2-D552-4A7E-BCA4-503F69AA5C72}"/>
          </ac:spMkLst>
        </pc:spChg>
        <pc:spChg chg="add mod">
          <ac:chgData name="John Hu" userId="213e45b8a479442b" providerId="LiveId" clId="{464149D3-95DE-448A-BFE1-A0D8B9969414}" dt="2025-03-17T02:35:21.955" v="7467" actId="20577"/>
          <ac:spMkLst>
            <pc:docMk/>
            <pc:sldMk cId="3052481175" sldId="663"/>
            <ac:spMk id="13" creationId="{13058F37-50BA-42D1-9EC7-D8833C4692FA}"/>
          </ac:spMkLst>
        </pc:spChg>
        <pc:spChg chg="add mod">
          <ac:chgData name="John Hu" userId="213e45b8a479442b" providerId="LiveId" clId="{464149D3-95DE-448A-BFE1-A0D8B9969414}" dt="2025-03-17T02:35:32.081" v="7479" actId="1076"/>
          <ac:spMkLst>
            <pc:docMk/>
            <pc:sldMk cId="3052481175" sldId="663"/>
            <ac:spMk id="14" creationId="{DC40991A-F24F-4A3A-8B39-BECC6048D282}"/>
          </ac:spMkLst>
        </pc:spChg>
        <pc:spChg chg="add mod">
          <ac:chgData name="John Hu" userId="213e45b8a479442b" providerId="LiveId" clId="{464149D3-95DE-448A-BFE1-A0D8B9969414}" dt="2025-03-19T01:10:38.141" v="7846" actId="14100"/>
          <ac:spMkLst>
            <pc:docMk/>
            <pc:sldMk cId="3052481175" sldId="663"/>
            <ac:spMk id="15" creationId="{0981AB06-C75D-4551-855A-8C43C959B2F7}"/>
          </ac:spMkLst>
        </pc:spChg>
        <pc:spChg chg="add del mod">
          <ac:chgData name="John Hu" userId="213e45b8a479442b" providerId="LiveId" clId="{464149D3-95DE-448A-BFE1-A0D8B9969414}" dt="2025-03-17T02:38:11.011" v="7681" actId="478"/>
          <ac:spMkLst>
            <pc:docMk/>
            <pc:sldMk cId="3052481175" sldId="663"/>
            <ac:spMk id="15" creationId="{867961A2-7200-4FC3-B98A-815B76D54427}"/>
          </ac:spMkLst>
        </pc:spChg>
        <pc:spChg chg="add del mod">
          <ac:chgData name="John Hu" userId="213e45b8a479442b" providerId="LiveId" clId="{464149D3-95DE-448A-BFE1-A0D8B9969414}" dt="2025-03-17T02:38:11.011" v="7681" actId="478"/>
          <ac:spMkLst>
            <pc:docMk/>
            <pc:sldMk cId="3052481175" sldId="663"/>
            <ac:spMk id="16" creationId="{50FADAB3-20A6-4A49-BE14-2352802026E0}"/>
          </ac:spMkLst>
        </pc:spChg>
        <pc:spChg chg="add del mod">
          <ac:chgData name="John Hu" userId="213e45b8a479442b" providerId="LiveId" clId="{464149D3-95DE-448A-BFE1-A0D8B9969414}" dt="2025-03-17T02:38:11.011" v="7681" actId="478"/>
          <ac:spMkLst>
            <pc:docMk/>
            <pc:sldMk cId="3052481175" sldId="663"/>
            <ac:spMk id="17" creationId="{95E32CB7-9B38-489E-AD6C-97767645425C}"/>
          </ac:spMkLst>
        </pc:spChg>
        <pc:spChg chg="add mod">
          <ac:chgData name="John Hu" userId="213e45b8a479442b" providerId="LiveId" clId="{464149D3-95DE-448A-BFE1-A0D8B9969414}" dt="2025-03-17T02:55:10.964" v="7819" actId="1076"/>
          <ac:spMkLst>
            <pc:docMk/>
            <pc:sldMk cId="3052481175" sldId="663"/>
            <ac:spMk id="18" creationId="{43BF8576-7EE7-44E1-93BC-45C4A08BC567}"/>
          </ac:spMkLst>
        </pc:spChg>
      </pc:sldChg>
      <pc:sldChg chg="addSp modSp add mod ord">
        <pc:chgData name="John Hu" userId="213e45b8a479442b" providerId="LiveId" clId="{464149D3-95DE-448A-BFE1-A0D8B9969414}" dt="2025-03-17T02:55:41.923" v="7823" actId="207"/>
        <pc:sldMkLst>
          <pc:docMk/>
          <pc:sldMk cId="4279093945" sldId="664"/>
        </pc:sldMkLst>
        <pc:spChg chg="add mod">
          <ac:chgData name="John Hu" userId="213e45b8a479442b" providerId="LiveId" clId="{464149D3-95DE-448A-BFE1-A0D8B9969414}" dt="2025-03-17T02:55:32.072" v="7821" actId="207"/>
          <ac:spMkLst>
            <pc:docMk/>
            <pc:sldMk cId="4279093945" sldId="664"/>
            <ac:spMk id="18" creationId="{78789465-31C7-43AF-AE81-342DB4865B4C}"/>
          </ac:spMkLst>
        </pc:spChg>
        <pc:spChg chg="add mod">
          <ac:chgData name="John Hu" userId="213e45b8a479442b" providerId="LiveId" clId="{464149D3-95DE-448A-BFE1-A0D8B9969414}" dt="2025-03-17T02:55:41.923" v="7823" actId="207"/>
          <ac:spMkLst>
            <pc:docMk/>
            <pc:sldMk cId="4279093945" sldId="664"/>
            <ac:spMk id="19" creationId="{6ED9660C-9C94-47FB-A3F3-104337E44FB3}"/>
          </ac:spMkLst>
        </pc:spChg>
        <pc:spChg chg="add mod">
          <ac:chgData name="John Hu" userId="213e45b8a479442b" providerId="LiveId" clId="{464149D3-95DE-448A-BFE1-A0D8B9969414}" dt="2025-03-17T02:55:37.823" v="7822" actId="207"/>
          <ac:spMkLst>
            <pc:docMk/>
            <pc:sldMk cId="4279093945" sldId="664"/>
            <ac:spMk id="20" creationId="{1E0BE7A2-31A0-4CC6-B6B7-92E1857ECAA3}"/>
          </ac:spMkLst>
        </pc:spChg>
      </pc:sldChg>
      <pc:sldChg chg="addSp delSp modSp add mod">
        <pc:chgData name="John Hu" userId="213e45b8a479442b" providerId="LiveId" clId="{464149D3-95DE-448A-BFE1-A0D8B9969414}" dt="2025-03-19T01:20:40.071" v="7937" actId="1076"/>
        <pc:sldMkLst>
          <pc:docMk/>
          <pc:sldMk cId="849343049" sldId="665"/>
        </pc:sldMkLst>
        <pc:spChg chg="mod">
          <ac:chgData name="John Hu" userId="213e45b8a479442b" providerId="LiveId" clId="{464149D3-95DE-448A-BFE1-A0D8B9969414}" dt="2025-03-19T01:20:40.071" v="7937" actId="1076"/>
          <ac:spMkLst>
            <pc:docMk/>
            <pc:sldMk cId="849343049" sldId="665"/>
            <ac:spMk id="15" creationId="{0981AB06-C75D-4551-855A-8C43C959B2F7}"/>
          </ac:spMkLst>
        </pc:spChg>
        <pc:spChg chg="add del mod">
          <ac:chgData name="John Hu" userId="213e45b8a479442b" providerId="LiveId" clId="{464149D3-95DE-448A-BFE1-A0D8B9969414}" dt="2025-03-19T01:17:48.634" v="7896"/>
          <ac:spMkLst>
            <pc:docMk/>
            <pc:sldMk cId="849343049" sldId="665"/>
            <ac:spMk id="16" creationId="{BA43D8A6-4801-4E62-90BC-4B7E055DEB85}"/>
          </ac:spMkLst>
        </pc:spChg>
        <pc:spChg chg="add mod">
          <ac:chgData name="John Hu" userId="213e45b8a479442b" providerId="LiveId" clId="{464149D3-95DE-448A-BFE1-A0D8B9969414}" dt="2025-03-19T01:20:32.736" v="7935" actId="20577"/>
          <ac:spMkLst>
            <pc:docMk/>
            <pc:sldMk cId="849343049" sldId="665"/>
            <ac:spMk id="17" creationId="{8FE8FB02-6D3C-493D-B10D-2B3239E4CDF8}"/>
          </ac:spMkLst>
        </pc:spChg>
        <pc:spChg chg="mod">
          <ac:chgData name="John Hu" userId="213e45b8a479442b" providerId="LiveId" clId="{464149D3-95DE-448A-BFE1-A0D8B9969414}" dt="2025-03-19T01:20:36.548" v="7936" actId="1076"/>
          <ac:spMkLst>
            <pc:docMk/>
            <pc:sldMk cId="849343049" sldId="665"/>
            <ac:spMk id="18" creationId="{43BF8576-7EE7-44E1-93BC-45C4A08BC567}"/>
          </ac:spMkLst>
        </pc:spChg>
      </pc:sldChg>
      <pc:sldChg chg="add del">
        <pc:chgData name="John Hu" userId="213e45b8a479442b" providerId="LiveId" clId="{464149D3-95DE-448A-BFE1-A0D8B9969414}" dt="2025-03-19T01:17:57.662" v="7897" actId="47"/>
        <pc:sldMkLst>
          <pc:docMk/>
          <pc:sldMk cId="2117687856" sldId="666"/>
        </pc:sldMkLst>
      </pc:sldChg>
      <pc:sldChg chg="addSp delSp modSp add mod modAnim">
        <pc:chgData name="John Hu" userId="213e45b8a479442b" providerId="LiveId" clId="{464149D3-95DE-448A-BFE1-A0D8B9969414}" dt="2025-03-20T02:42:09.759" v="8251" actId="1076"/>
        <pc:sldMkLst>
          <pc:docMk/>
          <pc:sldMk cId="3871604934" sldId="666"/>
        </pc:sldMkLst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3" creationId="{741A0208-9BA0-41FF-B290-B53D03037C37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6" creationId="{E12EC4B5-5135-4ABA-8830-51F03B3E8656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7" creationId="{606083FB-1BA8-40DF-803D-C852E4F26A30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9" creationId="{A7CE8519-4A48-4657-B884-CFDA06AAFEC6}"/>
          </ac:spMkLst>
        </pc:spChg>
        <pc:spChg chg="add mod">
          <ac:chgData name="John Hu" userId="213e45b8a479442b" providerId="LiveId" clId="{464149D3-95DE-448A-BFE1-A0D8B9969414}" dt="2025-03-20T02:38:10.479" v="8178" actId="1076"/>
          <ac:spMkLst>
            <pc:docMk/>
            <pc:sldMk cId="3871604934" sldId="666"/>
            <ac:spMk id="10" creationId="{089052F9-5A54-4B6A-8F6A-C4E1DB032318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11" creationId="{875AA4D8-B5ED-4997-A1DF-8327749509DC}"/>
          </ac:spMkLst>
        </pc:spChg>
        <pc:spChg chg="mod">
          <ac:chgData name="John Hu" userId="213e45b8a479442b" providerId="LiveId" clId="{464149D3-95DE-448A-BFE1-A0D8B9969414}" dt="2025-03-19T07:06:13.444" v="7985" actId="20577"/>
          <ac:spMkLst>
            <pc:docMk/>
            <pc:sldMk cId="3871604934" sldId="666"/>
            <ac:spMk id="12" creationId="{D3388FE2-D552-4A7E-BCA4-503F69AA5C72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13" creationId="{13058F37-50BA-42D1-9EC7-D8833C4692FA}"/>
          </ac:spMkLst>
        </pc:spChg>
        <pc:spChg chg="del">
          <ac:chgData name="John Hu" userId="213e45b8a479442b" providerId="LiveId" clId="{464149D3-95DE-448A-BFE1-A0D8B9969414}" dt="2025-03-20T02:35:12.697" v="8065" actId="478"/>
          <ac:spMkLst>
            <pc:docMk/>
            <pc:sldMk cId="3871604934" sldId="666"/>
            <ac:spMk id="14" creationId="{DC40991A-F24F-4A3A-8B39-BECC6048D282}"/>
          </ac:spMkLst>
        </pc:spChg>
        <pc:spChg chg="add del mod">
          <ac:chgData name="John Hu" userId="213e45b8a479442b" providerId="LiveId" clId="{464149D3-95DE-448A-BFE1-A0D8B9969414}" dt="2025-03-20T02:36:40.627" v="8090" actId="14100"/>
          <ac:spMkLst>
            <pc:docMk/>
            <pc:sldMk cId="3871604934" sldId="666"/>
            <ac:spMk id="17" creationId="{8FE8FB02-6D3C-493D-B10D-2B3239E4CDF8}"/>
          </ac:spMkLst>
        </pc:spChg>
        <pc:spChg chg="mod">
          <ac:chgData name="John Hu" userId="213e45b8a479442b" providerId="LiveId" clId="{464149D3-95DE-448A-BFE1-A0D8B9969414}" dt="2025-03-20T02:35:52.191" v="8069" actId="403"/>
          <ac:spMkLst>
            <pc:docMk/>
            <pc:sldMk cId="3871604934" sldId="666"/>
            <ac:spMk id="18" creationId="{43BF8576-7EE7-44E1-93BC-45C4A08BC567}"/>
          </ac:spMkLst>
        </pc:spChg>
        <pc:spChg chg="add mod">
          <ac:chgData name="John Hu" userId="213e45b8a479442b" providerId="LiveId" clId="{464149D3-95DE-448A-BFE1-A0D8B9969414}" dt="2025-03-20T02:36:43.144" v="8091" actId="14100"/>
          <ac:spMkLst>
            <pc:docMk/>
            <pc:sldMk cId="3871604934" sldId="666"/>
            <ac:spMk id="19" creationId="{D27FFF2B-3240-4141-8250-2E850D61114B}"/>
          </ac:spMkLst>
        </pc:spChg>
        <pc:spChg chg="add mod">
          <ac:chgData name="John Hu" userId="213e45b8a479442b" providerId="LiveId" clId="{464149D3-95DE-448A-BFE1-A0D8B9969414}" dt="2025-03-20T02:36:46.267" v="8093" actId="1035"/>
          <ac:spMkLst>
            <pc:docMk/>
            <pc:sldMk cId="3871604934" sldId="666"/>
            <ac:spMk id="20" creationId="{7A36C87C-14B4-4E96-B302-34638FFA52AB}"/>
          </ac:spMkLst>
        </pc:spChg>
        <pc:spChg chg="add mod">
          <ac:chgData name="John Hu" userId="213e45b8a479442b" providerId="LiveId" clId="{464149D3-95DE-448A-BFE1-A0D8B9969414}" dt="2025-03-20T02:36:57.528" v="8103" actId="1037"/>
          <ac:spMkLst>
            <pc:docMk/>
            <pc:sldMk cId="3871604934" sldId="666"/>
            <ac:spMk id="21" creationId="{80D1D963-98B5-4F5C-89BA-C864976AC01A}"/>
          </ac:spMkLst>
        </pc:spChg>
        <pc:picChg chg="add del mod">
          <ac:chgData name="John Hu" userId="213e45b8a479442b" providerId="LiveId" clId="{464149D3-95DE-448A-BFE1-A0D8B9969414}" dt="2025-03-20T02:42:06.359" v="8249" actId="478"/>
          <ac:picMkLst>
            <pc:docMk/>
            <pc:sldMk cId="3871604934" sldId="666"/>
            <ac:picMk id="5" creationId="{478002E4-071A-4132-BECB-C36877FC9DD8}"/>
          </ac:picMkLst>
        </pc:picChg>
        <pc:picChg chg="add mod">
          <ac:chgData name="John Hu" userId="213e45b8a479442b" providerId="LiveId" clId="{464149D3-95DE-448A-BFE1-A0D8B9969414}" dt="2025-03-20T02:42:09.759" v="8251" actId="1076"/>
          <ac:picMkLst>
            <pc:docMk/>
            <pc:sldMk cId="3871604934" sldId="666"/>
            <ac:picMk id="22" creationId="{9AAE4679-A28C-48FF-A48E-059E48F373DC}"/>
          </ac:picMkLst>
        </pc:picChg>
      </pc:sldChg>
      <pc:sldChg chg="addSp delSp modSp add mod">
        <pc:chgData name="John Hu" userId="213e45b8a479442b" providerId="LiveId" clId="{464149D3-95DE-448A-BFE1-A0D8B9969414}" dt="2025-03-20T02:59:07.292" v="8526" actId="1076"/>
        <pc:sldMkLst>
          <pc:docMk/>
          <pc:sldMk cId="287309431" sldId="667"/>
        </pc:sldMkLst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3" creationId="{741A0208-9BA0-41FF-B290-B53D03037C37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6" creationId="{E12EC4B5-5135-4ABA-8830-51F03B3E8656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7" creationId="{606083FB-1BA8-40DF-803D-C852E4F26A30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9" creationId="{A7CE8519-4A48-4657-B884-CFDA06AAFEC6}"/>
          </ac:spMkLst>
        </pc:spChg>
        <pc:spChg chg="add mod">
          <ac:chgData name="John Hu" userId="213e45b8a479442b" providerId="LiveId" clId="{464149D3-95DE-448A-BFE1-A0D8B9969414}" dt="2025-03-20T02:55:47.501" v="8273" actId="1076"/>
          <ac:spMkLst>
            <pc:docMk/>
            <pc:sldMk cId="287309431" sldId="667"/>
            <ac:spMk id="10" creationId="{CA8C8317-6B94-4E6C-9D63-DC90B9DD9755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11" creationId="{875AA4D8-B5ED-4997-A1DF-8327749509DC}"/>
          </ac:spMkLst>
        </pc:spChg>
        <pc:spChg chg="mod">
          <ac:chgData name="John Hu" userId="213e45b8a479442b" providerId="LiveId" clId="{464149D3-95DE-448A-BFE1-A0D8B9969414}" dt="2025-03-20T02:57:43.800" v="8375" actId="14100"/>
          <ac:spMkLst>
            <pc:docMk/>
            <pc:sldMk cId="287309431" sldId="667"/>
            <ac:spMk id="12" creationId="{D3388FE2-D552-4A7E-BCA4-503F69AA5C72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13" creationId="{13058F37-50BA-42D1-9EC7-D8833C4692FA}"/>
          </ac:spMkLst>
        </pc:spChg>
        <pc:spChg chg="del">
          <ac:chgData name="John Hu" userId="213e45b8a479442b" providerId="LiveId" clId="{464149D3-95DE-448A-BFE1-A0D8B9969414}" dt="2025-03-20T02:38:24.163" v="8179" actId="478"/>
          <ac:spMkLst>
            <pc:docMk/>
            <pc:sldMk cId="287309431" sldId="667"/>
            <ac:spMk id="14" creationId="{DC40991A-F24F-4A3A-8B39-BECC6048D282}"/>
          </ac:spMkLst>
        </pc:spChg>
        <pc:spChg chg="del">
          <ac:chgData name="John Hu" userId="213e45b8a479442b" providerId="LiveId" clId="{464149D3-95DE-448A-BFE1-A0D8B9969414}" dt="2025-03-20T02:38:43.091" v="8184" actId="478"/>
          <ac:spMkLst>
            <pc:docMk/>
            <pc:sldMk cId="287309431" sldId="667"/>
            <ac:spMk id="15" creationId="{0981AB06-C75D-4551-855A-8C43C959B2F7}"/>
          </ac:spMkLst>
        </pc:spChg>
        <pc:spChg chg="mod">
          <ac:chgData name="John Hu" userId="213e45b8a479442b" providerId="LiveId" clId="{464149D3-95DE-448A-BFE1-A0D8B9969414}" dt="2025-03-20T02:57:18.950" v="8373" actId="6549"/>
          <ac:spMkLst>
            <pc:docMk/>
            <pc:sldMk cId="287309431" sldId="667"/>
            <ac:spMk id="17" creationId="{8FE8FB02-6D3C-493D-B10D-2B3239E4CDF8}"/>
          </ac:spMkLst>
        </pc:spChg>
        <pc:spChg chg="mod">
          <ac:chgData name="John Hu" userId="213e45b8a479442b" providerId="LiveId" clId="{464149D3-95DE-448A-BFE1-A0D8B9969414}" dt="2025-03-20T02:57:00.029" v="8369" actId="113"/>
          <ac:spMkLst>
            <pc:docMk/>
            <pc:sldMk cId="287309431" sldId="667"/>
            <ac:spMk id="18" creationId="{43BF8576-7EE7-44E1-93BC-45C4A08BC567}"/>
          </ac:spMkLst>
        </pc:spChg>
        <pc:spChg chg="add mod">
          <ac:chgData name="John Hu" userId="213e45b8a479442b" providerId="LiveId" clId="{464149D3-95DE-448A-BFE1-A0D8B9969414}" dt="2025-03-20T02:57:12.944" v="8371" actId="207"/>
          <ac:spMkLst>
            <pc:docMk/>
            <pc:sldMk cId="287309431" sldId="667"/>
            <ac:spMk id="19" creationId="{ABBD0BFA-EC8B-4A87-BBE0-2FD8164C1691}"/>
          </ac:spMkLst>
        </pc:spChg>
        <pc:spChg chg="add mod">
          <ac:chgData name="John Hu" userId="213e45b8a479442b" providerId="LiveId" clId="{464149D3-95DE-448A-BFE1-A0D8B9969414}" dt="2025-03-20T02:58:11.079" v="8445" actId="1076"/>
          <ac:spMkLst>
            <pc:docMk/>
            <pc:sldMk cId="287309431" sldId="667"/>
            <ac:spMk id="20" creationId="{966AFBE2-E41E-40E3-B994-7ACB0AE1F3BB}"/>
          </ac:spMkLst>
        </pc:spChg>
        <pc:spChg chg="add mod">
          <ac:chgData name="John Hu" userId="213e45b8a479442b" providerId="LiveId" clId="{464149D3-95DE-448A-BFE1-A0D8B9969414}" dt="2025-03-20T02:58:52.337" v="8520" actId="1076"/>
          <ac:spMkLst>
            <pc:docMk/>
            <pc:sldMk cId="287309431" sldId="667"/>
            <ac:spMk id="21" creationId="{ADC285FB-E77F-4D85-A6FC-5100A57F66DD}"/>
          </ac:spMkLst>
        </pc:spChg>
        <pc:spChg chg="add mod">
          <ac:chgData name="John Hu" userId="213e45b8a479442b" providerId="LiveId" clId="{464149D3-95DE-448A-BFE1-A0D8B9969414}" dt="2025-03-20T02:59:07.292" v="8526" actId="1076"/>
          <ac:spMkLst>
            <pc:docMk/>
            <pc:sldMk cId="287309431" sldId="667"/>
            <ac:spMk id="22" creationId="{8F1C79A4-9ADD-4A05-B4CA-E69EBE65342F}"/>
          </ac:spMkLst>
        </pc:spChg>
        <pc:spChg chg="add mod">
          <ac:chgData name="John Hu" userId="213e45b8a479442b" providerId="LiveId" clId="{464149D3-95DE-448A-BFE1-A0D8B9969414}" dt="2025-03-20T02:58:59.057" v="8523" actId="6549"/>
          <ac:spMkLst>
            <pc:docMk/>
            <pc:sldMk cId="287309431" sldId="667"/>
            <ac:spMk id="23" creationId="{754CCBFB-1AEB-4C5A-AFA5-D0CA2E259A43}"/>
          </ac:spMkLst>
        </pc:spChg>
        <pc:picChg chg="add del mod">
          <ac:chgData name="John Hu" userId="213e45b8a479442b" providerId="LiveId" clId="{464149D3-95DE-448A-BFE1-A0D8B9969414}" dt="2025-03-20T02:54:52.184" v="8253" actId="478"/>
          <ac:picMkLst>
            <pc:docMk/>
            <pc:sldMk cId="287309431" sldId="667"/>
            <ac:picMk id="5" creationId="{A993AC5E-8F0B-44EA-88B1-9A5A8C16D948}"/>
          </ac:picMkLst>
        </pc:picChg>
        <pc:picChg chg="add del mod">
          <ac:chgData name="John Hu" userId="213e45b8a479442b" providerId="LiveId" clId="{464149D3-95DE-448A-BFE1-A0D8B9969414}" dt="2025-03-20T02:42:01.881" v="8246" actId="478"/>
          <ac:picMkLst>
            <pc:docMk/>
            <pc:sldMk cId="287309431" sldId="667"/>
            <ac:picMk id="16" creationId="{2FA98C25-C899-4AEF-932E-FD515FDBA4C0}"/>
          </ac:picMkLst>
        </pc:picChg>
      </pc:sldChg>
      <pc:sldChg chg="addSp delSp modSp add mod">
        <pc:chgData name="John Hu" userId="213e45b8a479442b" providerId="LiveId" clId="{464149D3-95DE-448A-BFE1-A0D8B9969414}" dt="2025-03-20T06:13:39.775" v="8900" actId="1076"/>
        <pc:sldMkLst>
          <pc:docMk/>
          <pc:sldMk cId="2796879028" sldId="668"/>
        </pc:sldMkLst>
        <pc:spChg chg="mod">
          <ac:chgData name="John Hu" userId="213e45b8a479442b" providerId="LiveId" clId="{464149D3-95DE-448A-BFE1-A0D8B9969414}" dt="2025-03-20T02:59:43.504" v="8554" actId="20577"/>
          <ac:spMkLst>
            <pc:docMk/>
            <pc:sldMk cId="2796879028" sldId="668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0T06:11:19.629" v="8735"/>
          <ac:spMkLst>
            <pc:docMk/>
            <pc:sldMk cId="2796879028" sldId="668"/>
            <ac:spMk id="8" creationId="{36177B38-43AB-4398-968B-448F8F0E5F49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0" creationId="{CA8C8317-6B94-4E6C-9D63-DC90B9DD9755}"/>
          </ac:spMkLst>
        </pc:spChg>
        <pc:spChg chg="del mod">
          <ac:chgData name="John Hu" userId="213e45b8a479442b" providerId="LiveId" clId="{464149D3-95DE-448A-BFE1-A0D8B9969414}" dt="2025-03-20T06:13:27.831" v="8896" actId="478"/>
          <ac:spMkLst>
            <pc:docMk/>
            <pc:sldMk cId="2796879028" sldId="668"/>
            <ac:spMk id="12" creationId="{D3388FE2-D552-4A7E-BCA4-503F69AA5C72}"/>
          </ac:spMkLst>
        </pc:spChg>
        <pc:spChg chg="add del mod">
          <ac:chgData name="John Hu" userId="213e45b8a479442b" providerId="LiveId" clId="{464149D3-95DE-448A-BFE1-A0D8B9969414}" dt="2025-03-20T06:13:29.433" v="8897" actId="478"/>
          <ac:spMkLst>
            <pc:docMk/>
            <pc:sldMk cId="2796879028" sldId="668"/>
            <ac:spMk id="14" creationId="{B8F25B40-E7AF-4155-B4B6-4D437E8A3CA2}"/>
          </ac:spMkLst>
        </pc:spChg>
        <pc:spChg chg="add mod">
          <ac:chgData name="John Hu" userId="213e45b8a479442b" providerId="LiveId" clId="{464149D3-95DE-448A-BFE1-A0D8B9969414}" dt="2025-03-20T06:12:40.955" v="8890" actId="1076"/>
          <ac:spMkLst>
            <pc:docMk/>
            <pc:sldMk cId="2796879028" sldId="668"/>
            <ac:spMk id="15" creationId="{105FDC84-6345-484D-AF92-17AB004B1808}"/>
          </ac:spMkLst>
        </pc:spChg>
        <pc:spChg chg="add mod">
          <ac:chgData name="John Hu" userId="213e45b8a479442b" providerId="LiveId" clId="{464149D3-95DE-448A-BFE1-A0D8B9969414}" dt="2025-03-20T06:13:39.775" v="8900" actId="1076"/>
          <ac:spMkLst>
            <pc:docMk/>
            <pc:sldMk cId="2796879028" sldId="668"/>
            <ac:spMk id="16" creationId="{F4BC51DF-FE13-42C8-92E2-BCFEEE58D1D9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7" creationId="{8FE8FB02-6D3C-493D-B10D-2B3239E4CDF8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8" creationId="{43BF8576-7EE7-44E1-93BC-45C4A08BC567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19" creationId="{ABBD0BFA-EC8B-4A87-BBE0-2FD8164C1691}"/>
          </ac:spMkLst>
        </pc:spChg>
        <pc:spChg chg="del">
          <ac:chgData name="John Hu" userId="213e45b8a479442b" providerId="LiveId" clId="{464149D3-95DE-448A-BFE1-A0D8B9969414}" dt="2025-03-20T04:48:32.276" v="8584" actId="478"/>
          <ac:spMkLst>
            <pc:docMk/>
            <pc:sldMk cId="2796879028" sldId="668"/>
            <ac:spMk id="20" creationId="{966AFBE2-E41E-40E3-B994-7ACB0AE1F3BB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21" creationId="{ADC285FB-E77F-4D85-A6FC-5100A57F66DD}"/>
          </ac:spMkLst>
        </pc:spChg>
        <pc:spChg chg="del mod">
          <ac:chgData name="John Hu" userId="213e45b8a479442b" providerId="LiveId" clId="{464149D3-95DE-448A-BFE1-A0D8B9969414}" dt="2025-03-20T06:13:27.831" v="8896" actId="478"/>
          <ac:spMkLst>
            <pc:docMk/>
            <pc:sldMk cId="2796879028" sldId="668"/>
            <ac:spMk id="22" creationId="{8F1C79A4-9ADD-4A05-B4CA-E69EBE65342F}"/>
          </ac:spMkLst>
        </pc:spChg>
        <pc:spChg chg="del">
          <ac:chgData name="John Hu" userId="213e45b8a479442b" providerId="LiveId" clId="{464149D3-95DE-448A-BFE1-A0D8B9969414}" dt="2025-03-20T04:48:37.732" v="8585" actId="478"/>
          <ac:spMkLst>
            <pc:docMk/>
            <pc:sldMk cId="2796879028" sldId="668"/>
            <ac:spMk id="23" creationId="{754CCBFB-1AEB-4C5A-AFA5-D0CA2E259A43}"/>
          </ac:spMkLst>
        </pc:spChg>
      </pc:sldChg>
      <pc:sldChg chg="addSp delSp modSp add del mod">
        <pc:chgData name="John Hu" userId="213e45b8a479442b" providerId="LiveId" clId="{464149D3-95DE-448A-BFE1-A0D8B9969414}" dt="2025-03-30T07:09:03.991" v="13735" actId="47"/>
        <pc:sldMkLst>
          <pc:docMk/>
          <pc:sldMk cId="1780159724" sldId="669"/>
        </pc:sldMkLst>
        <pc:spChg chg="mod">
          <ac:chgData name="John Hu" userId="213e45b8a479442b" providerId="LiveId" clId="{464149D3-95DE-448A-BFE1-A0D8B9969414}" dt="2025-03-20T06:23:50.861" v="8952" actId="20577"/>
          <ac:spMkLst>
            <pc:docMk/>
            <pc:sldMk cId="1780159724" sldId="669"/>
            <ac:spMk id="2" creationId="{5888EE31-F44C-4034-8407-4C756F65702C}"/>
          </ac:spMkLst>
        </pc:spChg>
        <pc:spChg chg="add del">
          <ac:chgData name="John Hu" userId="213e45b8a479442b" providerId="LiveId" clId="{464149D3-95DE-448A-BFE1-A0D8B9969414}" dt="2025-03-20T06:13:24.382" v="8895" actId="478"/>
          <ac:spMkLst>
            <pc:docMk/>
            <pc:sldMk cId="1780159724" sldId="669"/>
            <ac:spMk id="12" creationId="{D3388FE2-D552-4A7E-BCA4-503F69AA5C72}"/>
          </ac:spMkLst>
        </pc:spChg>
      </pc:sldChg>
      <pc:sldChg chg="addSp delSp modSp add mod">
        <pc:chgData name="John Hu" userId="213e45b8a479442b" providerId="LiveId" clId="{464149D3-95DE-448A-BFE1-A0D8B9969414}" dt="2025-03-24T06:54:29.765" v="9569"/>
        <pc:sldMkLst>
          <pc:docMk/>
          <pc:sldMk cId="1521201735" sldId="670"/>
        </pc:sldMkLst>
        <pc:spChg chg="mod">
          <ac:chgData name="John Hu" userId="213e45b8a479442b" providerId="LiveId" clId="{464149D3-95DE-448A-BFE1-A0D8B9969414}" dt="2025-03-24T06:54:29.765" v="9569"/>
          <ac:spMkLst>
            <pc:docMk/>
            <pc:sldMk cId="1521201735" sldId="670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0T06:24:32.915" v="8966"/>
          <ac:spMkLst>
            <pc:docMk/>
            <pc:sldMk cId="1521201735" sldId="670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0T07:11:13.302" v="9101" actId="1076"/>
          <ac:spMkLst>
            <pc:docMk/>
            <pc:sldMk cId="1521201735" sldId="670"/>
            <ac:spMk id="10" creationId="{FFDB2899-00E2-47AC-B3F2-78E9F0E21053}"/>
          </ac:spMkLst>
        </pc:spChg>
        <pc:spChg chg="del">
          <ac:chgData name="John Hu" userId="213e45b8a479442b" providerId="LiveId" clId="{464149D3-95DE-448A-BFE1-A0D8B9969414}" dt="2025-03-20T06:26:26.667" v="9004" actId="478"/>
          <ac:spMkLst>
            <pc:docMk/>
            <pc:sldMk cId="1521201735" sldId="670"/>
            <ac:spMk id="12" creationId="{D3388FE2-D552-4A7E-BCA4-503F69AA5C72}"/>
          </ac:spMkLst>
        </pc:spChg>
        <pc:spChg chg="add del mod">
          <ac:chgData name="John Hu" userId="213e45b8a479442b" providerId="LiveId" clId="{464149D3-95DE-448A-BFE1-A0D8B9969414}" dt="2025-03-20T07:14:19.028" v="9298" actId="478"/>
          <ac:spMkLst>
            <pc:docMk/>
            <pc:sldMk cId="1521201735" sldId="670"/>
            <ac:spMk id="13" creationId="{C07359C3-15D1-44C8-A0CA-13C90476F8E3}"/>
          </ac:spMkLst>
        </pc:spChg>
        <pc:spChg chg="del">
          <ac:chgData name="John Hu" userId="213e45b8a479442b" providerId="LiveId" clId="{464149D3-95DE-448A-BFE1-A0D8B9969414}" dt="2025-03-20T07:14:29.101" v="9301" actId="478"/>
          <ac:spMkLst>
            <pc:docMk/>
            <pc:sldMk cId="1521201735" sldId="670"/>
            <ac:spMk id="14" creationId="{B8F25B40-E7AF-4155-B4B6-4D437E8A3CA2}"/>
          </ac:spMkLst>
        </pc:spChg>
        <pc:spChg chg="mod">
          <ac:chgData name="John Hu" userId="213e45b8a479442b" providerId="LiveId" clId="{464149D3-95DE-448A-BFE1-A0D8B9969414}" dt="2025-03-20T06:25:58.410" v="9003" actId="6549"/>
          <ac:spMkLst>
            <pc:docMk/>
            <pc:sldMk cId="1521201735" sldId="670"/>
            <ac:spMk id="15" creationId="{105FDC84-6345-484D-AF92-17AB004B1808}"/>
          </ac:spMkLst>
        </pc:spChg>
        <pc:spChg chg="del">
          <ac:chgData name="John Hu" userId="213e45b8a479442b" providerId="LiveId" clId="{464149D3-95DE-448A-BFE1-A0D8B9969414}" dt="2025-03-20T06:26:31.693" v="9006" actId="478"/>
          <ac:spMkLst>
            <pc:docMk/>
            <pc:sldMk cId="1521201735" sldId="670"/>
            <ac:spMk id="16" creationId="{F4BC51DF-FE13-42C8-92E2-BCFEEE58D1D9}"/>
          </ac:spMkLst>
        </pc:spChg>
        <pc:spChg chg="add mod">
          <ac:chgData name="John Hu" userId="213e45b8a479442b" providerId="LiveId" clId="{464149D3-95DE-448A-BFE1-A0D8B9969414}" dt="2025-03-20T07:12:40.214" v="9241" actId="20577"/>
          <ac:spMkLst>
            <pc:docMk/>
            <pc:sldMk cId="1521201735" sldId="670"/>
            <ac:spMk id="17" creationId="{836EC58A-08BC-48D7-9A8E-7BE58DE01F2E}"/>
          </ac:spMkLst>
        </pc:spChg>
        <pc:spChg chg="add mod">
          <ac:chgData name="John Hu" userId="213e45b8a479442b" providerId="LiveId" clId="{464149D3-95DE-448A-BFE1-A0D8B9969414}" dt="2025-03-20T07:14:23.565" v="9300" actId="207"/>
          <ac:spMkLst>
            <pc:docMk/>
            <pc:sldMk cId="1521201735" sldId="670"/>
            <ac:spMk id="18" creationId="{391AB3BB-1882-4164-B3D4-5ED1D3641932}"/>
          </ac:spMkLst>
        </pc:spChg>
        <pc:spChg chg="add mod">
          <ac:chgData name="John Hu" userId="213e45b8a479442b" providerId="LiveId" clId="{464149D3-95DE-448A-BFE1-A0D8B9969414}" dt="2025-03-20T07:12:47.389" v="9248" actId="21"/>
          <ac:spMkLst>
            <pc:docMk/>
            <pc:sldMk cId="1521201735" sldId="670"/>
            <ac:spMk id="19" creationId="{B5A7F37D-B68C-4290-823A-5A9F7E8CB69E}"/>
          </ac:spMkLst>
        </pc:spChg>
        <pc:spChg chg="add mod">
          <ac:chgData name="John Hu" userId="213e45b8a479442b" providerId="LiveId" clId="{464149D3-95DE-448A-BFE1-A0D8B9969414}" dt="2025-03-20T07:14:09.200" v="9294" actId="113"/>
          <ac:spMkLst>
            <pc:docMk/>
            <pc:sldMk cId="1521201735" sldId="670"/>
            <ac:spMk id="20" creationId="{FA6AE8D9-68E9-402E-9ED3-9745459DB02A}"/>
          </ac:spMkLst>
        </pc:spChg>
        <pc:spChg chg="del">
          <ac:chgData name="John Hu" userId="213e45b8a479442b" providerId="LiveId" clId="{464149D3-95DE-448A-BFE1-A0D8B9969414}" dt="2025-03-20T06:26:29.093" v="9005" actId="478"/>
          <ac:spMkLst>
            <pc:docMk/>
            <pc:sldMk cId="1521201735" sldId="670"/>
            <ac:spMk id="22" creationId="{8F1C79A4-9ADD-4A05-B4CA-E69EBE65342F}"/>
          </ac:spMkLst>
        </pc:spChg>
        <pc:spChg chg="add mod">
          <ac:chgData name="John Hu" userId="213e45b8a479442b" providerId="LiveId" clId="{464149D3-95DE-448A-BFE1-A0D8B9969414}" dt="2025-03-20T07:14:39.805" v="9302" actId="1076"/>
          <ac:spMkLst>
            <pc:docMk/>
            <pc:sldMk cId="1521201735" sldId="670"/>
            <ac:spMk id="23" creationId="{120E451B-626B-4661-964E-2E47BD070A11}"/>
          </ac:spMkLst>
        </pc:spChg>
        <pc:spChg chg="add mod">
          <ac:chgData name="John Hu" userId="213e45b8a479442b" providerId="LiveId" clId="{464149D3-95DE-448A-BFE1-A0D8B9969414}" dt="2025-03-20T07:14:41.628" v="9303" actId="1076"/>
          <ac:spMkLst>
            <pc:docMk/>
            <pc:sldMk cId="1521201735" sldId="670"/>
            <ac:spMk id="24" creationId="{1E6FC881-DDA6-460E-80F3-E330A9B6AD85}"/>
          </ac:spMkLst>
        </pc:spChg>
        <pc:spChg chg="add mod">
          <ac:chgData name="John Hu" userId="213e45b8a479442b" providerId="LiveId" clId="{464149D3-95DE-448A-BFE1-A0D8B9969414}" dt="2025-03-20T07:15:27.770" v="9381" actId="1076"/>
          <ac:spMkLst>
            <pc:docMk/>
            <pc:sldMk cId="1521201735" sldId="670"/>
            <ac:spMk id="25" creationId="{8C5A7042-68B4-4D9C-8E5F-33D7A6F7063F}"/>
          </ac:spMkLst>
        </pc:spChg>
      </pc:sldChg>
      <pc:sldChg chg="addSp delSp modSp add mod modTransition modAnim">
        <pc:chgData name="John Hu" userId="213e45b8a479442b" providerId="LiveId" clId="{464149D3-95DE-448A-BFE1-A0D8B9969414}" dt="2025-03-25T07:35:16.875" v="10211" actId="1076"/>
        <pc:sldMkLst>
          <pc:docMk/>
          <pc:sldMk cId="3129887683" sldId="671"/>
        </pc:sldMkLst>
        <pc:spChg chg="mod">
          <ac:chgData name="John Hu" userId="213e45b8a479442b" providerId="LiveId" clId="{464149D3-95DE-448A-BFE1-A0D8B9969414}" dt="2025-03-24T06:54:29.765" v="9569"/>
          <ac:spMkLst>
            <pc:docMk/>
            <pc:sldMk cId="3129887683" sldId="671"/>
            <ac:spMk id="2" creationId="{5888EE31-F44C-4034-8407-4C756F65702C}"/>
          </ac:spMkLst>
        </pc:spChg>
        <pc:spChg chg="add mod">
          <ac:chgData name="John Hu" userId="213e45b8a479442b" providerId="LiveId" clId="{464149D3-95DE-448A-BFE1-A0D8B9969414}" dt="2025-03-20T07:17:16.866" v="9503" actId="164"/>
          <ac:spMkLst>
            <pc:docMk/>
            <pc:sldMk cId="3129887683" sldId="671"/>
            <ac:spMk id="5" creationId="{C6512704-D2BF-4DCC-AE2C-7EB99738EF5F}"/>
          </ac:spMkLst>
        </pc:spChg>
        <pc:spChg chg="mod">
          <ac:chgData name="John Hu" userId="213e45b8a479442b" providerId="LiveId" clId="{464149D3-95DE-448A-BFE1-A0D8B9969414}" dt="2025-03-20T07:16:36.394" v="9495" actId="113"/>
          <ac:spMkLst>
            <pc:docMk/>
            <pc:sldMk cId="3129887683" sldId="671"/>
            <ac:spMk id="10" creationId="{FFDB2899-00E2-47AC-B3F2-78E9F0E21053}"/>
          </ac:spMkLst>
        </pc:spChg>
        <pc:spChg chg="add mod">
          <ac:chgData name="John Hu" userId="213e45b8a479442b" providerId="LiveId" clId="{464149D3-95DE-448A-BFE1-A0D8B9969414}" dt="2025-03-20T07:17:16.866" v="9503" actId="164"/>
          <ac:spMkLst>
            <pc:docMk/>
            <pc:sldMk cId="3129887683" sldId="671"/>
            <ac:spMk id="14" creationId="{B585688B-1E95-4994-A78C-0DD08485FA22}"/>
          </ac:spMkLst>
        </pc:spChg>
        <pc:spChg chg="mod">
          <ac:chgData name="John Hu" userId="213e45b8a479442b" providerId="LiveId" clId="{464149D3-95DE-448A-BFE1-A0D8B9969414}" dt="2025-03-20T07:15:57.065" v="9411" actId="20577"/>
          <ac:spMkLst>
            <pc:docMk/>
            <pc:sldMk cId="3129887683" sldId="671"/>
            <ac:spMk id="15" creationId="{105FDC84-6345-484D-AF92-17AB004B1808}"/>
          </ac:spMkLst>
        </pc:spChg>
        <pc:spChg chg="add mod">
          <ac:chgData name="John Hu" userId="213e45b8a479442b" providerId="LiveId" clId="{464149D3-95DE-448A-BFE1-A0D8B9969414}" dt="2025-03-20T07:17:39.951" v="9512" actId="164"/>
          <ac:spMkLst>
            <pc:docMk/>
            <pc:sldMk cId="3129887683" sldId="671"/>
            <ac:spMk id="16" creationId="{0939C49F-9A92-43FB-B0AD-5095A6FCD985}"/>
          </ac:spMkLst>
        </pc:spChg>
        <pc:spChg chg="add mod">
          <ac:chgData name="John Hu" userId="213e45b8a479442b" providerId="LiveId" clId="{464149D3-95DE-448A-BFE1-A0D8B9969414}" dt="2025-03-25T07:35:16.875" v="10211" actId="1076"/>
          <ac:spMkLst>
            <pc:docMk/>
            <pc:sldMk cId="3129887683" sldId="671"/>
            <ac:spMk id="17" creationId="{30C631FF-E899-46F4-A512-C4240B1A3B6E}"/>
          </ac:spMkLst>
        </pc:spChg>
        <pc:spChg chg="del">
          <ac:chgData name="John Hu" userId="213e45b8a479442b" providerId="LiveId" clId="{464149D3-95DE-448A-BFE1-A0D8B9969414}" dt="2025-03-20T07:16:02.700" v="9412" actId="478"/>
          <ac:spMkLst>
            <pc:docMk/>
            <pc:sldMk cId="3129887683" sldId="671"/>
            <ac:spMk id="17" creationId="{836EC58A-08BC-48D7-9A8E-7BE58DE01F2E}"/>
          </ac:spMkLst>
        </pc:spChg>
        <pc:spChg chg="del">
          <ac:chgData name="John Hu" userId="213e45b8a479442b" providerId="LiveId" clId="{464149D3-95DE-448A-BFE1-A0D8B9969414}" dt="2025-03-20T07:16:05.101" v="9413" actId="478"/>
          <ac:spMkLst>
            <pc:docMk/>
            <pc:sldMk cId="3129887683" sldId="671"/>
            <ac:spMk id="18" creationId="{391AB3BB-1882-4164-B3D4-5ED1D3641932}"/>
          </ac:spMkLst>
        </pc:spChg>
        <pc:spChg chg="del">
          <ac:chgData name="John Hu" userId="213e45b8a479442b" providerId="LiveId" clId="{464149D3-95DE-448A-BFE1-A0D8B9969414}" dt="2025-03-20T07:16:02.700" v="9412" actId="478"/>
          <ac:spMkLst>
            <pc:docMk/>
            <pc:sldMk cId="3129887683" sldId="671"/>
            <ac:spMk id="19" creationId="{B5A7F37D-B68C-4290-823A-5A9F7E8CB69E}"/>
          </ac:spMkLst>
        </pc:spChg>
        <pc:spChg chg="del">
          <ac:chgData name="John Hu" userId="213e45b8a479442b" providerId="LiveId" clId="{464149D3-95DE-448A-BFE1-A0D8B9969414}" dt="2025-03-20T07:16:05.101" v="9413" actId="478"/>
          <ac:spMkLst>
            <pc:docMk/>
            <pc:sldMk cId="3129887683" sldId="671"/>
            <ac:spMk id="20" creationId="{FA6AE8D9-68E9-402E-9ED3-9745459DB02A}"/>
          </ac:spMkLst>
        </pc:spChg>
        <pc:spChg chg="add mod">
          <ac:chgData name="John Hu" userId="213e45b8a479442b" providerId="LiveId" clId="{464149D3-95DE-448A-BFE1-A0D8B9969414}" dt="2025-03-20T07:17:39.951" v="9512" actId="164"/>
          <ac:spMkLst>
            <pc:docMk/>
            <pc:sldMk cId="3129887683" sldId="671"/>
            <ac:spMk id="21" creationId="{0437ECED-28CC-45D4-83CA-10B3A895F07B}"/>
          </ac:spMkLst>
        </pc:spChg>
        <pc:spChg chg="add mod">
          <ac:chgData name="John Hu" userId="213e45b8a479442b" providerId="LiveId" clId="{464149D3-95DE-448A-BFE1-A0D8B9969414}" dt="2025-03-25T07:35:04.912" v="10207" actId="21"/>
          <ac:spMkLst>
            <pc:docMk/>
            <pc:sldMk cId="3129887683" sldId="671"/>
            <ac:spMk id="22" creationId="{FC0E2E1E-25C5-473D-A1B9-FC7E5CD057AB}"/>
          </ac:spMkLst>
        </pc:spChg>
        <pc:spChg chg="del">
          <ac:chgData name="John Hu" userId="213e45b8a479442b" providerId="LiveId" clId="{464149D3-95DE-448A-BFE1-A0D8B9969414}" dt="2025-03-20T07:16:02.700" v="9412" actId="478"/>
          <ac:spMkLst>
            <pc:docMk/>
            <pc:sldMk cId="3129887683" sldId="671"/>
            <ac:spMk id="23" creationId="{120E451B-626B-4661-964E-2E47BD070A11}"/>
          </ac:spMkLst>
        </pc:spChg>
        <pc:spChg chg="del">
          <ac:chgData name="John Hu" userId="213e45b8a479442b" providerId="LiveId" clId="{464149D3-95DE-448A-BFE1-A0D8B9969414}" dt="2025-03-20T07:16:05.101" v="9413" actId="478"/>
          <ac:spMkLst>
            <pc:docMk/>
            <pc:sldMk cId="3129887683" sldId="671"/>
            <ac:spMk id="24" creationId="{1E6FC881-DDA6-460E-80F3-E330A9B6AD85}"/>
          </ac:spMkLst>
        </pc:spChg>
        <pc:spChg chg="del">
          <ac:chgData name="John Hu" userId="213e45b8a479442b" providerId="LiveId" clId="{464149D3-95DE-448A-BFE1-A0D8B9969414}" dt="2025-03-20T07:16:33.385" v="9493" actId="478"/>
          <ac:spMkLst>
            <pc:docMk/>
            <pc:sldMk cId="3129887683" sldId="671"/>
            <ac:spMk id="25" creationId="{8C5A7042-68B4-4D9C-8E5F-33D7A6F7063F}"/>
          </ac:spMkLst>
        </pc:spChg>
        <pc:grpChg chg="add mod">
          <ac:chgData name="John Hu" userId="213e45b8a479442b" providerId="LiveId" clId="{464149D3-95DE-448A-BFE1-A0D8B9969414}" dt="2025-03-20T07:17:16.866" v="9503" actId="164"/>
          <ac:grpSpMkLst>
            <pc:docMk/>
            <pc:sldMk cId="3129887683" sldId="671"/>
            <ac:grpSpMk id="6" creationId="{6708CBCE-1853-4595-8A03-A0A0D087B380}"/>
          </ac:grpSpMkLst>
        </pc:grpChg>
        <pc:grpChg chg="add mod">
          <ac:chgData name="John Hu" userId="213e45b8a479442b" providerId="LiveId" clId="{464149D3-95DE-448A-BFE1-A0D8B9969414}" dt="2025-03-20T07:17:39.951" v="9512" actId="164"/>
          <ac:grpSpMkLst>
            <pc:docMk/>
            <pc:sldMk cId="3129887683" sldId="671"/>
            <ac:grpSpMk id="7" creationId="{315115CF-8D11-4555-A606-564E88BC341F}"/>
          </ac:grpSpMkLst>
        </pc:grpChg>
      </pc:sldChg>
      <pc:sldChg chg="addSp delSp modSp add mod delAnim">
        <pc:chgData name="John Hu" userId="213e45b8a479442b" providerId="LiveId" clId="{464149D3-95DE-448A-BFE1-A0D8B9969414}" dt="2025-03-25T08:55:02.944" v="10384" actId="207"/>
        <pc:sldMkLst>
          <pc:docMk/>
          <pc:sldMk cId="2109838976" sldId="672"/>
        </pc:sldMkLst>
        <pc:spChg chg="mod">
          <ac:chgData name="John Hu" userId="213e45b8a479442b" providerId="LiveId" clId="{464149D3-95DE-448A-BFE1-A0D8B9969414}" dt="2025-03-24T06:54:10.415" v="9568" actId="6549"/>
          <ac:spMkLst>
            <pc:docMk/>
            <pc:sldMk cId="2109838976" sldId="672"/>
            <ac:spMk id="2" creationId="{5888EE31-F44C-4034-8407-4C756F65702C}"/>
          </ac:spMkLst>
        </pc:spChg>
        <pc:spChg chg="add del">
          <ac:chgData name="John Hu" userId="213e45b8a479442b" providerId="LiveId" clId="{464149D3-95DE-448A-BFE1-A0D8B9969414}" dt="2025-03-25T07:25:56.936" v="9734"/>
          <ac:spMkLst>
            <pc:docMk/>
            <pc:sldMk cId="2109838976" sldId="672"/>
            <ac:spMk id="3" creationId="{99CC3DCD-9095-4219-ADC3-6448262FC3AB}"/>
          </ac:spMkLst>
        </pc:spChg>
        <pc:spChg chg="add del">
          <ac:chgData name="John Hu" userId="213e45b8a479442b" providerId="LiveId" clId="{464149D3-95DE-448A-BFE1-A0D8B9969414}" dt="2025-03-25T07:26:02.130" v="9739"/>
          <ac:spMkLst>
            <pc:docMk/>
            <pc:sldMk cId="2109838976" sldId="672"/>
            <ac:spMk id="4" creationId="{58012908-6432-4783-885A-266790B580DB}"/>
          </ac:spMkLst>
        </pc:spChg>
        <pc:spChg chg="add mod">
          <ac:chgData name="John Hu" userId="213e45b8a479442b" providerId="LiveId" clId="{464149D3-95DE-448A-BFE1-A0D8B9969414}" dt="2025-03-25T07:30:10.251" v="9755" actId="1076"/>
          <ac:spMkLst>
            <pc:docMk/>
            <pc:sldMk cId="2109838976" sldId="672"/>
            <ac:spMk id="5" creationId="{948EE239-8931-43E8-8B12-817D0DA8AD02}"/>
          </ac:spMkLst>
        </pc:spChg>
        <pc:spChg chg="add mod">
          <ac:chgData name="John Hu" userId="213e45b8a479442b" providerId="LiveId" clId="{464149D3-95DE-448A-BFE1-A0D8B9969414}" dt="2025-03-25T07:30:12.089" v="9756" actId="1076"/>
          <ac:spMkLst>
            <pc:docMk/>
            <pc:sldMk cId="2109838976" sldId="672"/>
            <ac:spMk id="6" creationId="{F4765E08-B1F8-4C64-B6FC-DA76F3BB1C66}"/>
          </ac:spMkLst>
        </pc:spChg>
        <pc:spChg chg="mod">
          <ac:chgData name="John Hu" userId="213e45b8a479442b" providerId="LiveId" clId="{464149D3-95DE-448A-BFE1-A0D8B9969414}" dt="2025-03-21T07:24:31.116" v="9552" actId="20577"/>
          <ac:spMkLst>
            <pc:docMk/>
            <pc:sldMk cId="2109838976" sldId="672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5T07:48:15.193" v="10380" actId="2711"/>
          <ac:spMkLst>
            <pc:docMk/>
            <pc:sldMk cId="2109838976" sldId="672"/>
            <ac:spMk id="10" creationId="{13676677-3008-435B-85BF-A7540439E7BF}"/>
          </ac:spMkLst>
        </pc:spChg>
        <pc:spChg chg="del">
          <ac:chgData name="John Hu" userId="213e45b8a479442b" providerId="LiveId" clId="{464149D3-95DE-448A-BFE1-A0D8B9969414}" dt="2025-03-25T01:19:17.568" v="9570" actId="478"/>
          <ac:spMkLst>
            <pc:docMk/>
            <pc:sldMk cId="2109838976" sldId="672"/>
            <ac:spMk id="10" creationId="{FFDB2899-00E2-47AC-B3F2-78E9F0E21053}"/>
          </ac:spMkLst>
        </pc:spChg>
        <pc:spChg chg="add mod">
          <ac:chgData name="John Hu" userId="213e45b8a479442b" providerId="LiveId" clId="{464149D3-95DE-448A-BFE1-A0D8B9969414}" dt="2025-03-25T07:35:26.255" v="10220" actId="20577"/>
          <ac:spMkLst>
            <pc:docMk/>
            <pc:sldMk cId="2109838976" sldId="672"/>
            <ac:spMk id="11" creationId="{A669649B-AB37-4244-B003-B052A162633F}"/>
          </ac:spMkLst>
        </pc:spChg>
        <pc:spChg chg="add mod">
          <ac:chgData name="John Hu" userId="213e45b8a479442b" providerId="LiveId" clId="{464149D3-95DE-448A-BFE1-A0D8B9969414}" dt="2025-03-25T08:55:02.944" v="10384" actId="207"/>
          <ac:spMkLst>
            <pc:docMk/>
            <pc:sldMk cId="2109838976" sldId="672"/>
            <ac:spMk id="12" creationId="{D83F348D-E3E3-4308-AFE6-97F618857562}"/>
          </ac:spMkLst>
        </pc:spChg>
        <pc:spChg chg="mod">
          <ac:chgData name="John Hu" userId="213e45b8a479442b" providerId="LiveId" clId="{464149D3-95DE-448A-BFE1-A0D8B9969414}" dt="2025-03-25T01:19:20.931" v="9571" actId="1076"/>
          <ac:spMkLst>
            <pc:docMk/>
            <pc:sldMk cId="2109838976" sldId="672"/>
            <ac:spMk id="15" creationId="{105FDC84-6345-484D-AF92-17AB004B1808}"/>
          </ac:spMkLst>
        </pc:spChg>
        <pc:spChg chg="del">
          <ac:chgData name="John Hu" userId="213e45b8a479442b" providerId="LiveId" clId="{464149D3-95DE-448A-BFE1-A0D8B9969414}" dt="2025-03-25T01:19:23.060" v="9572" actId="478"/>
          <ac:spMkLst>
            <pc:docMk/>
            <pc:sldMk cId="2109838976" sldId="672"/>
            <ac:spMk id="22" creationId="{FC0E2E1E-25C5-473D-A1B9-FC7E5CD057AB}"/>
          </ac:spMkLst>
        </pc:spChg>
        <pc:grpChg chg="del">
          <ac:chgData name="John Hu" userId="213e45b8a479442b" providerId="LiveId" clId="{464149D3-95DE-448A-BFE1-A0D8B9969414}" dt="2025-03-25T01:19:23.060" v="9572" actId="478"/>
          <ac:grpSpMkLst>
            <pc:docMk/>
            <pc:sldMk cId="2109838976" sldId="672"/>
            <ac:grpSpMk id="6" creationId="{6708CBCE-1853-4595-8A03-A0A0D087B380}"/>
          </ac:grpSpMkLst>
        </pc:grpChg>
        <pc:grpChg chg="del">
          <ac:chgData name="John Hu" userId="213e45b8a479442b" providerId="LiveId" clId="{464149D3-95DE-448A-BFE1-A0D8B9969414}" dt="2025-03-25T01:19:23.060" v="9572" actId="478"/>
          <ac:grpSpMkLst>
            <pc:docMk/>
            <pc:sldMk cId="2109838976" sldId="672"/>
            <ac:grpSpMk id="7" creationId="{315115CF-8D11-4555-A606-564E88BC341F}"/>
          </ac:grpSpMkLst>
        </pc:grpChg>
      </pc:sldChg>
      <pc:sldChg chg="addSp delSp modSp add mod">
        <pc:chgData name="John Hu" userId="213e45b8a479442b" providerId="LiveId" clId="{464149D3-95DE-448A-BFE1-A0D8B9969414}" dt="2025-03-26T08:48:06.855" v="11921" actId="20577"/>
        <pc:sldMkLst>
          <pc:docMk/>
          <pc:sldMk cId="3273944349" sldId="673"/>
        </pc:sldMkLst>
        <pc:spChg chg="add mod">
          <ac:chgData name="John Hu" userId="213e45b8a479442b" providerId="LiveId" clId="{464149D3-95DE-448A-BFE1-A0D8B9969414}" dt="2025-03-26T08:38:14.926" v="11156" actId="20577"/>
          <ac:spMkLst>
            <pc:docMk/>
            <pc:sldMk cId="3273944349" sldId="673"/>
            <ac:spMk id="5" creationId="{A9F10263-610C-4998-B5F3-3444A53D115B}"/>
          </ac:spMkLst>
        </pc:spChg>
        <pc:spChg chg="add mod">
          <ac:chgData name="John Hu" userId="213e45b8a479442b" providerId="LiveId" clId="{464149D3-95DE-448A-BFE1-A0D8B9969414}" dt="2025-03-26T08:41:12.738" v="11237" actId="20577"/>
          <ac:spMkLst>
            <pc:docMk/>
            <pc:sldMk cId="3273944349" sldId="673"/>
            <ac:spMk id="6" creationId="{620DB6AB-5AE3-429F-87A4-32A4F21B9506}"/>
          </ac:spMkLst>
        </pc:spChg>
        <pc:spChg chg="add del mod">
          <ac:chgData name="John Hu" userId="213e45b8a479442b" providerId="LiveId" clId="{464149D3-95DE-448A-BFE1-A0D8B9969414}" dt="2025-03-26T08:38:21.665" v="11157" actId="478"/>
          <ac:spMkLst>
            <pc:docMk/>
            <pc:sldMk cId="3273944349" sldId="673"/>
            <ac:spMk id="7" creationId="{A9199AF5-4631-42C6-8466-9F2194294307}"/>
          </ac:spMkLst>
        </pc:spChg>
        <pc:spChg chg="mod">
          <ac:chgData name="John Hu" userId="213e45b8a479442b" providerId="LiveId" clId="{464149D3-95DE-448A-BFE1-A0D8B9969414}" dt="2025-03-25T01:19:29.692" v="9579" actId="20577"/>
          <ac:spMkLst>
            <pc:docMk/>
            <pc:sldMk cId="3273944349" sldId="673"/>
            <ac:spMk id="8" creationId="{36177B38-43AB-4398-968B-448F8F0E5F49}"/>
          </ac:spMkLst>
        </pc:spChg>
        <pc:spChg chg="add mod">
          <ac:chgData name="John Hu" userId="213e45b8a479442b" providerId="LiveId" clId="{464149D3-95DE-448A-BFE1-A0D8B9969414}" dt="2025-03-26T08:48:06.855" v="11921" actId="20577"/>
          <ac:spMkLst>
            <pc:docMk/>
            <pc:sldMk cId="3273944349" sldId="673"/>
            <ac:spMk id="9" creationId="{F3B9D754-BCB3-47CE-83E8-ACE8CD559ECB}"/>
          </ac:spMkLst>
        </pc:spChg>
        <pc:spChg chg="add mod">
          <ac:chgData name="John Hu" userId="213e45b8a479442b" providerId="LiveId" clId="{464149D3-95DE-448A-BFE1-A0D8B9969414}" dt="2025-03-26T08:45:26.773" v="11636" actId="20577"/>
          <ac:spMkLst>
            <pc:docMk/>
            <pc:sldMk cId="3273944349" sldId="673"/>
            <ac:spMk id="10" creationId="{75455FCB-3E32-45C7-A3A1-B7CD8EA925E9}"/>
          </ac:spMkLst>
        </pc:spChg>
        <pc:spChg chg="add mod">
          <ac:chgData name="John Hu" userId="213e45b8a479442b" providerId="LiveId" clId="{464149D3-95DE-448A-BFE1-A0D8B9969414}" dt="2025-03-26T08:45:51.594" v="11687" actId="20577"/>
          <ac:spMkLst>
            <pc:docMk/>
            <pc:sldMk cId="3273944349" sldId="673"/>
            <ac:spMk id="11" creationId="{0F70173F-BDC1-402F-966F-B6CADDC05B73}"/>
          </ac:spMkLst>
        </pc:spChg>
      </pc:sldChg>
      <pc:sldChg chg="addSp delSp modSp add mod">
        <pc:chgData name="John Hu" userId="213e45b8a479442b" providerId="LiveId" clId="{464149D3-95DE-448A-BFE1-A0D8B9969414}" dt="2025-03-27T06:04:42.325" v="11969" actId="1076"/>
        <pc:sldMkLst>
          <pc:docMk/>
          <pc:sldMk cId="3058383526" sldId="674"/>
        </pc:sldMkLst>
        <pc:spChg chg="del">
          <ac:chgData name="John Hu" userId="213e45b8a479442b" providerId="LiveId" clId="{464149D3-95DE-448A-BFE1-A0D8B9969414}" dt="2025-03-25T08:55:33.009" v="10386" actId="478"/>
          <ac:spMkLst>
            <pc:docMk/>
            <pc:sldMk cId="3058383526" sldId="674"/>
            <ac:spMk id="5" creationId="{948EE239-8931-43E8-8B12-817D0DA8AD02}"/>
          </ac:spMkLst>
        </pc:spChg>
        <pc:spChg chg="del">
          <ac:chgData name="John Hu" userId="213e45b8a479442b" providerId="LiveId" clId="{464149D3-95DE-448A-BFE1-A0D8B9969414}" dt="2025-03-25T08:55:34.898" v="10387" actId="478"/>
          <ac:spMkLst>
            <pc:docMk/>
            <pc:sldMk cId="3058383526" sldId="674"/>
            <ac:spMk id="6" creationId="{F4765E08-B1F8-4C64-B6FC-DA76F3BB1C66}"/>
          </ac:spMkLst>
        </pc:spChg>
        <pc:spChg chg="del">
          <ac:chgData name="John Hu" userId="213e45b8a479442b" providerId="LiveId" clId="{464149D3-95DE-448A-BFE1-A0D8B9969414}" dt="2025-03-25T08:55:37.031" v="10388" actId="478"/>
          <ac:spMkLst>
            <pc:docMk/>
            <pc:sldMk cId="3058383526" sldId="674"/>
            <ac:spMk id="10" creationId="{13676677-3008-435B-85BF-A7540439E7BF}"/>
          </ac:spMkLst>
        </pc:spChg>
        <pc:spChg chg="del">
          <ac:chgData name="John Hu" userId="213e45b8a479442b" providerId="LiveId" clId="{464149D3-95DE-448A-BFE1-A0D8B9969414}" dt="2025-03-25T08:55:33.009" v="10386" actId="478"/>
          <ac:spMkLst>
            <pc:docMk/>
            <pc:sldMk cId="3058383526" sldId="674"/>
            <ac:spMk id="11" creationId="{A669649B-AB37-4244-B003-B052A162633F}"/>
          </ac:spMkLst>
        </pc:spChg>
        <pc:spChg chg="del">
          <ac:chgData name="John Hu" userId="213e45b8a479442b" providerId="LiveId" clId="{464149D3-95DE-448A-BFE1-A0D8B9969414}" dt="2025-03-25T08:55:33.009" v="10386" actId="478"/>
          <ac:spMkLst>
            <pc:docMk/>
            <pc:sldMk cId="3058383526" sldId="674"/>
            <ac:spMk id="12" creationId="{D83F348D-E3E3-4308-AFE6-97F618857562}"/>
          </ac:spMkLst>
        </pc:spChg>
        <pc:spChg chg="add del mod">
          <ac:chgData name="John Hu" userId="213e45b8a479442b" providerId="LiveId" clId="{464149D3-95DE-448A-BFE1-A0D8B9969414}" dt="2025-03-27T06:03:26.219" v="11922" actId="478"/>
          <ac:spMkLst>
            <pc:docMk/>
            <pc:sldMk cId="3058383526" sldId="674"/>
            <ac:spMk id="13" creationId="{6D92B0CB-4A95-475C-815E-675283842822}"/>
          </ac:spMkLst>
        </pc:spChg>
        <pc:spChg chg="add mod">
          <ac:chgData name="John Hu" userId="213e45b8a479442b" providerId="LiveId" clId="{464149D3-95DE-448A-BFE1-A0D8B9969414}" dt="2025-03-27T06:04:42.325" v="11969" actId="1076"/>
          <ac:spMkLst>
            <pc:docMk/>
            <pc:sldMk cId="3058383526" sldId="674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4:39.580" v="11968" actId="478"/>
          <ac:spMkLst>
            <pc:docMk/>
            <pc:sldMk cId="3058383526" sldId="674"/>
            <ac:spMk id="15" creationId="{105FDC84-6345-484D-AF92-17AB004B1808}"/>
          </ac:spMkLst>
        </pc:spChg>
      </pc:sldChg>
      <pc:sldChg chg="addSp delSp modSp add mod">
        <pc:chgData name="John Hu" userId="213e45b8a479442b" providerId="LiveId" clId="{464149D3-95DE-448A-BFE1-A0D8B9969414}" dt="2025-03-27T06:05:32.553" v="11976"/>
        <pc:sldMkLst>
          <pc:docMk/>
          <pc:sldMk cId="1354848801" sldId="675"/>
        </pc:sldMkLst>
        <pc:spChg chg="add mod">
          <ac:chgData name="John Hu" userId="213e45b8a479442b" providerId="LiveId" clId="{464149D3-95DE-448A-BFE1-A0D8B9969414}" dt="2025-03-25T09:01:59.785" v="11035" actId="1076"/>
          <ac:spMkLst>
            <pc:docMk/>
            <pc:sldMk cId="1354848801" sldId="675"/>
            <ac:spMk id="7" creationId="{098E2A48-303C-4174-B7F9-B7DF985E5A28}"/>
          </ac:spMkLst>
        </pc:spChg>
        <pc:spChg chg="add mod">
          <ac:chgData name="John Hu" userId="213e45b8a479442b" providerId="LiveId" clId="{464149D3-95DE-448A-BFE1-A0D8B9969414}" dt="2025-03-25T09:01:56.668" v="11034" actId="404"/>
          <ac:spMkLst>
            <pc:docMk/>
            <pc:sldMk cId="1354848801" sldId="675"/>
            <ac:spMk id="9" creationId="{7876FDCB-7A9E-4210-9FBC-9D2C62E9E35B}"/>
          </ac:spMkLst>
        </pc:spChg>
        <pc:spChg chg="add mod">
          <ac:chgData name="John Hu" userId="213e45b8a479442b" providerId="LiveId" clId="{464149D3-95DE-448A-BFE1-A0D8B9969414}" dt="2025-03-25T09:02:01.509" v="11036" actId="1076"/>
          <ac:spMkLst>
            <pc:docMk/>
            <pc:sldMk cId="1354848801" sldId="675"/>
            <ac:spMk id="10" creationId="{3AEED486-FA99-4A18-8EA1-DF88CA263366}"/>
          </ac:spMkLst>
        </pc:spChg>
        <pc:spChg chg="add del mod">
          <ac:chgData name="John Hu" userId="213e45b8a479442b" providerId="LiveId" clId="{464149D3-95DE-448A-BFE1-A0D8B9969414}" dt="2025-03-25T09:01:13.441" v="10983" actId="1076"/>
          <ac:spMkLst>
            <pc:docMk/>
            <pc:sldMk cId="1354848801" sldId="675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5:32.553" v="11976"/>
          <ac:spMkLst>
            <pc:docMk/>
            <pc:sldMk cId="1354848801" sldId="675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4:52.128" v="11971" actId="478"/>
          <ac:spMkLst>
            <pc:docMk/>
            <pc:sldMk cId="1354848801" sldId="675"/>
            <ac:spMk id="15" creationId="{105FDC84-6345-484D-AF92-17AB004B1808}"/>
          </ac:spMkLst>
        </pc:spChg>
      </pc:sldChg>
      <pc:sldChg chg="addSp delSp modSp add mod">
        <pc:chgData name="John Hu" userId="213e45b8a479442b" providerId="LiveId" clId="{464149D3-95DE-448A-BFE1-A0D8B9969414}" dt="2025-03-27T06:05:53.363" v="11985" actId="6549"/>
        <pc:sldMkLst>
          <pc:docMk/>
          <pc:sldMk cId="416985441" sldId="676"/>
        </pc:sldMkLst>
        <pc:spChg chg="add mod">
          <ac:chgData name="John Hu" userId="213e45b8a479442b" providerId="LiveId" clId="{464149D3-95DE-448A-BFE1-A0D8B9969414}" dt="2025-03-25T09:10:18.201" v="11070" actId="1076"/>
          <ac:spMkLst>
            <pc:docMk/>
            <pc:sldMk cId="416985441" sldId="676"/>
            <ac:spMk id="7" creationId="{59CAC5ED-38CA-4EE6-BB41-D1B3E36F5A94}"/>
          </ac:spMkLst>
        </pc:spChg>
        <pc:spChg chg="add mod">
          <ac:chgData name="John Hu" userId="213e45b8a479442b" providerId="LiveId" clId="{464149D3-95DE-448A-BFE1-A0D8B9969414}" dt="2025-03-25T09:10:16.279" v="11069" actId="1076"/>
          <ac:spMkLst>
            <pc:docMk/>
            <pc:sldMk cId="416985441" sldId="676"/>
            <ac:spMk id="9" creationId="{386F0AE6-EBB9-44DE-94FC-C297AD856D24}"/>
          </ac:spMkLst>
        </pc:spChg>
        <pc:spChg chg="add mod">
          <ac:chgData name="John Hu" userId="213e45b8a479442b" providerId="LiveId" clId="{464149D3-95DE-448A-BFE1-A0D8B9969414}" dt="2025-03-25T09:10:50.288" v="11084" actId="207"/>
          <ac:spMkLst>
            <pc:docMk/>
            <pc:sldMk cId="416985441" sldId="676"/>
            <ac:spMk id="10" creationId="{92403847-867E-4C53-A00E-E6635ECD06F5}"/>
          </ac:spMkLst>
        </pc:spChg>
        <pc:spChg chg="mod">
          <ac:chgData name="John Hu" userId="213e45b8a479442b" providerId="LiveId" clId="{464149D3-95DE-448A-BFE1-A0D8B9969414}" dt="2025-03-25T09:10:14.032" v="11068" actId="1076"/>
          <ac:spMkLst>
            <pc:docMk/>
            <pc:sldMk cId="416985441" sldId="676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5:53.363" v="11985" actId="6549"/>
          <ac:spMkLst>
            <pc:docMk/>
            <pc:sldMk cId="416985441" sldId="676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5:45.314" v="11978" actId="478"/>
          <ac:spMkLst>
            <pc:docMk/>
            <pc:sldMk cId="416985441" sldId="676"/>
            <ac:spMk id="15" creationId="{105FDC84-6345-484D-AF92-17AB004B1808}"/>
          </ac:spMkLst>
        </pc:spChg>
      </pc:sldChg>
      <pc:sldChg chg="delSp modSp add mod">
        <pc:chgData name="John Hu" userId="213e45b8a479442b" providerId="LiveId" clId="{464149D3-95DE-448A-BFE1-A0D8B9969414}" dt="2025-03-27T06:06:40.118" v="12004" actId="207"/>
        <pc:sldMkLst>
          <pc:docMk/>
          <pc:sldMk cId="3685027716" sldId="677"/>
        </pc:sldMkLst>
        <pc:spChg chg="mod">
          <ac:chgData name="John Hu" userId="213e45b8a479442b" providerId="LiveId" clId="{464149D3-95DE-448A-BFE1-A0D8B9969414}" dt="2025-03-26T08:15:11.347" v="11101" actId="1076"/>
          <ac:spMkLst>
            <pc:docMk/>
            <pc:sldMk cId="3685027716" sldId="677"/>
            <ac:spMk id="7" creationId="{59CAC5ED-38CA-4EE6-BB41-D1B3E36F5A94}"/>
          </ac:spMkLst>
        </pc:spChg>
        <pc:spChg chg="mod">
          <ac:chgData name="John Hu" userId="213e45b8a479442b" providerId="LiveId" clId="{464149D3-95DE-448A-BFE1-A0D8B9969414}" dt="2025-03-26T08:15:13.593" v="11102" actId="14100"/>
          <ac:spMkLst>
            <pc:docMk/>
            <pc:sldMk cId="3685027716" sldId="677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26T08:15:43.864" v="11108" actId="1076"/>
          <ac:spMkLst>
            <pc:docMk/>
            <pc:sldMk cId="3685027716" sldId="677"/>
            <ac:spMk id="9" creationId="{386F0AE6-EBB9-44DE-94FC-C297AD856D24}"/>
          </ac:spMkLst>
        </pc:spChg>
        <pc:spChg chg="mod">
          <ac:chgData name="John Hu" userId="213e45b8a479442b" providerId="LiveId" clId="{464149D3-95DE-448A-BFE1-A0D8B9969414}" dt="2025-03-26T08:15:39.646" v="11107" actId="1076"/>
          <ac:spMkLst>
            <pc:docMk/>
            <pc:sldMk cId="3685027716" sldId="677"/>
            <ac:spMk id="10" creationId="{92403847-867E-4C53-A00E-E6635ECD06F5}"/>
          </ac:spMkLst>
        </pc:spChg>
        <pc:spChg chg="mod">
          <ac:chgData name="John Hu" userId="213e45b8a479442b" providerId="LiveId" clId="{464149D3-95DE-448A-BFE1-A0D8B9969414}" dt="2025-03-26T08:15:46.965" v="11109" actId="1076"/>
          <ac:spMkLst>
            <pc:docMk/>
            <pc:sldMk cId="3685027716" sldId="677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6:40.118" v="12004" actId="207"/>
          <ac:spMkLst>
            <pc:docMk/>
            <pc:sldMk cId="3685027716" sldId="677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6:19.474" v="11998" actId="478"/>
          <ac:spMkLst>
            <pc:docMk/>
            <pc:sldMk cId="3685027716" sldId="677"/>
            <ac:spMk id="15" creationId="{105FDC84-6345-484D-AF92-17AB004B1808}"/>
          </ac:spMkLst>
        </pc:spChg>
      </pc:sldChg>
      <pc:sldChg chg="delSp modSp add mod">
        <pc:chgData name="John Hu" userId="213e45b8a479442b" providerId="LiveId" clId="{464149D3-95DE-448A-BFE1-A0D8B9969414}" dt="2025-03-27T06:07:14.926" v="12005" actId="1076"/>
        <pc:sldMkLst>
          <pc:docMk/>
          <pc:sldMk cId="2291909740" sldId="678"/>
        </pc:sldMkLst>
        <pc:spChg chg="mod">
          <ac:chgData name="John Hu" userId="213e45b8a479442b" providerId="LiveId" clId="{464149D3-95DE-448A-BFE1-A0D8B9969414}" dt="2025-03-26T08:16:34.009" v="11117" actId="14100"/>
          <ac:spMkLst>
            <pc:docMk/>
            <pc:sldMk cId="2291909740" sldId="678"/>
            <ac:spMk id="10" creationId="{92403847-867E-4C53-A00E-E6635ECD06F5}"/>
          </ac:spMkLst>
        </pc:spChg>
        <pc:spChg chg="mod">
          <ac:chgData name="John Hu" userId="213e45b8a479442b" providerId="LiveId" clId="{464149D3-95DE-448A-BFE1-A0D8B9969414}" dt="2025-03-26T08:16:41.664" v="11120" actId="207"/>
          <ac:spMkLst>
            <pc:docMk/>
            <pc:sldMk cId="2291909740" sldId="678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07:14.926" v="12005" actId="1076"/>
          <ac:spMkLst>
            <pc:docMk/>
            <pc:sldMk cId="2291909740" sldId="678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06:28.586" v="12001" actId="478"/>
          <ac:spMkLst>
            <pc:docMk/>
            <pc:sldMk cId="2291909740" sldId="678"/>
            <ac:spMk id="15" creationId="{105FDC84-6345-484D-AF92-17AB004B1808}"/>
          </ac:spMkLst>
        </pc:spChg>
      </pc:sldChg>
      <pc:sldChg chg="delSp modSp add mod ord">
        <pc:chgData name="John Hu" userId="213e45b8a479442b" providerId="LiveId" clId="{464149D3-95DE-448A-BFE1-A0D8B9969414}" dt="2025-03-30T07:16:42.092" v="14027"/>
        <pc:sldMkLst>
          <pc:docMk/>
          <pc:sldMk cId="3640079802" sldId="679"/>
        </pc:sldMkLst>
        <pc:spChg chg="mod">
          <ac:chgData name="John Hu" userId="213e45b8a479442b" providerId="LiveId" clId="{464149D3-95DE-448A-BFE1-A0D8B9969414}" dt="2025-03-27T06:15:37.760" v="12139" actId="6549"/>
          <ac:spMkLst>
            <pc:docMk/>
            <pc:sldMk cId="3640079802" sldId="679"/>
            <ac:spMk id="2" creationId="{5888EE31-F44C-4034-8407-4C756F65702C}"/>
          </ac:spMkLst>
        </pc:spChg>
        <pc:spChg chg="mod">
          <ac:chgData name="John Hu" userId="213e45b8a479442b" providerId="LiveId" clId="{464149D3-95DE-448A-BFE1-A0D8B9969414}" dt="2025-03-29T02:58:35.388" v="13308" actId="207"/>
          <ac:spMkLst>
            <pc:docMk/>
            <pc:sldMk cId="3640079802" sldId="679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30T07:09:40.412" v="13769" actId="14100"/>
          <ac:spMkLst>
            <pc:docMk/>
            <pc:sldMk cId="3640079802" sldId="679"/>
            <ac:spMk id="8" creationId="{36177B38-43AB-4398-968B-448F8F0E5F49}"/>
          </ac:spMkLst>
        </pc:spChg>
        <pc:spChg chg="del mod">
          <ac:chgData name="John Hu" userId="213e45b8a479442b" providerId="LiveId" clId="{464149D3-95DE-448A-BFE1-A0D8B9969414}" dt="2025-03-29T02:57:13.870" v="13262" actId="478"/>
          <ac:spMkLst>
            <pc:docMk/>
            <pc:sldMk cId="3640079802" sldId="679"/>
            <ac:spMk id="9" creationId="{7876FDCB-7A9E-4210-9FBC-9D2C62E9E35B}"/>
          </ac:spMkLst>
        </pc:spChg>
        <pc:spChg chg="del mod">
          <ac:chgData name="John Hu" userId="213e45b8a479442b" providerId="LiveId" clId="{464149D3-95DE-448A-BFE1-A0D8B9969414}" dt="2025-03-29T02:57:13.870" v="13262" actId="478"/>
          <ac:spMkLst>
            <pc:docMk/>
            <pc:sldMk cId="3640079802" sldId="679"/>
            <ac:spMk id="10" creationId="{3AEED486-FA99-4A18-8EA1-DF88CA263366}"/>
          </ac:spMkLst>
        </pc:spChg>
        <pc:spChg chg="del mod">
          <ac:chgData name="John Hu" userId="213e45b8a479442b" providerId="LiveId" clId="{464149D3-95DE-448A-BFE1-A0D8B9969414}" dt="2025-03-29T02:57:13.870" v="13262" actId="478"/>
          <ac:spMkLst>
            <pc:docMk/>
            <pc:sldMk cId="3640079802" sldId="679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8T02:45:17.146" v="12185" actId="14100"/>
          <ac:spMkLst>
            <pc:docMk/>
            <pc:sldMk cId="3640079802" sldId="679"/>
            <ac:spMk id="14" creationId="{4F296092-AA43-47F9-AD4A-B947C824F423}"/>
          </ac:spMkLst>
        </pc:spChg>
        <pc:spChg chg="mod">
          <ac:chgData name="John Hu" userId="213e45b8a479442b" providerId="LiveId" clId="{464149D3-95DE-448A-BFE1-A0D8B9969414}" dt="2025-03-28T02:43:41.324" v="12176" actId="14100"/>
          <ac:spMkLst>
            <pc:docMk/>
            <pc:sldMk cId="3640079802" sldId="679"/>
            <ac:spMk id="15" creationId="{105FDC84-6345-484D-AF92-17AB004B1808}"/>
          </ac:spMkLst>
        </pc:spChg>
      </pc:sldChg>
      <pc:sldChg chg="delSp modSp add del mod">
        <pc:chgData name="John Hu" userId="213e45b8a479442b" providerId="LiveId" clId="{464149D3-95DE-448A-BFE1-A0D8B9969414}" dt="2025-03-26T08:47:59.762" v="11910" actId="47"/>
        <pc:sldMkLst>
          <pc:docMk/>
          <pc:sldMk cId="957106993" sldId="680"/>
        </pc:sldMkLst>
        <pc:spChg chg="mod">
          <ac:chgData name="John Hu" userId="213e45b8a479442b" providerId="LiveId" clId="{464149D3-95DE-448A-BFE1-A0D8B9969414}" dt="2025-03-26T08:47:37.662" v="11907" actId="20577"/>
          <ac:spMkLst>
            <pc:docMk/>
            <pc:sldMk cId="957106993" sldId="680"/>
            <ac:spMk id="5" creationId="{A9F10263-610C-4998-B5F3-3444A53D115B}"/>
          </ac:spMkLst>
        </pc:spChg>
        <pc:spChg chg="del">
          <ac:chgData name="John Hu" userId="213e45b8a479442b" providerId="LiveId" clId="{464149D3-95DE-448A-BFE1-A0D8B9969414}" dt="2025-03-26T08:47:44.508" v="11909" actId="478"/>
          <ac:spMkLst>
            <pc:docMk/>
            <pc:sldMk cId="957106993" sldId="680"/>
            <ac:spMk id="9" creationId="{F3B9D754-BCB3-47CE-83E8-ACE8CD559ECB}"/>
          </ac:spMkLst>
        </pc:spChg>
        <pc:spChg chg="del">
          <ac:chgData name="John Hu" userId="213e45b8a479442b" providerId="LiveId" clId="{464149D3-95DE-448A-BFE1-A0D8B9969414}" dt="2025-03-26T08:47:40.433" v="11908" actId="478"/>
          <ac:spMkLst>
            <pc:docMk/>
            <pc:sldMk cId="957106993" sldId="680"/>
            <ac:spMk id="10" creationId="{75455FCB-3E32-45C7-A3A1-B7CD8EA925E9}"/>
          </ac:spMkLst>
        </pc:spChg>
        <pc:spChg chg="del">
          <ac:chgData name="John Hu" userId="213e45b8a479442b" providerId="LiveId" clId="{464149D3-95DE-448A-BFE1-A0D8B9969414}" dt="2025-03-26T08:47:40.433" v="11908" actId="478"/>
          <ac:spMkLst>
            <pc:docMk/>
            <pc:sldMk cId="957106993" sldId="680"/>
            <ac:spMk id="11" creationId="{0F70173F-BDC1-402F-966F-B6CADDC05B73}"/>
          </ac:spMkLst>
        </pc:spChg>
      </pc:sldChg>
      <pc:sldChg chg="addSp delSp modSp add mod ord">
        <pc:chgData name="John Hu" userId="213e45b8a479442b" providerId="LiveId" clId="{464149D3-95DE-448A-BFE1-A0D8B9969414}" dt="2025-03-28T02:42:52.036" v="12173"/>
        <pc:sldMkLst>
          <pc:docMk/>
          <pc:sldMk cId="2446991010" sldId="680"/>
        </pc:sldMkLst>
        <pc:spChg chg="mod">
          <ac:chgData name="John Hu" userId="213e45b8a479442b" providerId="LiveId" clId="{464149D3-95DE-448A-BFE1-A0D8B9969414}" dt="2025-03-27T06:12:09.725" v="12112"/>
          <ac:spMkLst>
            <pc:docMk/>
            <pc:sldMk cId="2446991010" sldId="680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8T02:42:52.036" v="12173"/>
          <ac:spMkLst>
            <pc:docMk/>
            <pc:sldMk cId="2446991010" sldId="680"/>
            <ac:spMk id="8" creationId="{36177B38-43AB-4398-968B-448F8F0E5F49}"/>
          </ac:spMkLst>
        </pc:spChg>
        <pc:spChg chg="mod">
          <ac:chgData name="John Hu" userId="213e45b8a479442b" providerId="LiveId" clId="{464149D3-95DE-448A-BFE1-A0D8B9969414}" dt="2025-03-27T06:11:38.024" v="12101" actId="1076"/>
          <ac:spMkLst>
            <pc:docMk/>
            <pc:sldMk cId="2446991010" sldId="680"/>
            <ac:spMk id="9" creationId="{7876FDCB-7A9E-4210-9FBC-9D2C62E9E35B}"/>
          </ac:spMkLst>
        </pc:spChg>
        <pc:spChg chg="mod">
          <ac:chgData name="John Hu" userId="213e45b8a479442b" providerId="LiveId" clId="{464149D3-95DE-448A-BFE1-A0D8B9969414}" dt="2025-03-27T06:15:05.579" v="12126" actId="1076"/>
          <ac:spMkLst>
            <pc:docMk/>
            <pc:sldMk cId="2446991010" sldId="680"/>
            <ac:spMk id="10" creationId="{3AEED486-FA99-4A18-8EA1-DF88CA263366}"/>
          </ac:spMkLst>
        </pc:spChg>
        <pc:spChg chg="add mod">
          <ac:chgData name="John Hu" userId="213e45b8a479442b" providerId="LiveId" clId="{464149D3-95DE-448A-BFE1-A0D8B9969414}" dt="2025-03-27T06:14:34.037" v="12123" actId="207"/>
          <ac:spMkLst>
            <pc:docMk/>
            <pc:sldMk cId="2446991010" sldId="680"/>
            <ac:spMk id="11" creationId="{CC51BC5B-B4E2-4C69-9631-E5B04B2D43E0}"/>
          </ac:spMkLst>
        </pc:spChg>
        <pc:spChg chg="mod">
          <ac:chgData name="John Hu" userId="213e45b8a479442b" providerId="LiveId" clId="{464149D3-95DE-448A-BFE1-A0D8B9969414}" dt="2025-03-27T06:15:11.701" v="12137" actId="14100"/>
          <ac:spMkLst>
            <pc:docMk/>
            <pc:sldMk cId="2446991010" sldId="680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7T06:11:54.092" v="12108" actId="1076"/>
          <ac:spMkLst>
            <pc:docMk/>
            <pc:sldMk cId="2446991010" sldId="680"/>
            <ac:spMk id="14" creationId="{4F296092-AA43-47F9-AD4A-B947C824F423}"/>
          </ac:spMkLst>
        </pc:spChg>
        <pc:spChg chg="del">
          <ac:chgData name="John Hu" userId="213e45b8a479442b" providerId="LiveId" clId="{464149D3-95DE-448A-BFE1-A0D8B9969414}" dt="2025-03-27T06:11:49.467" v="12104" actId="478"/>
          <ac:spMkLst>
            <pc:docMk/>
            <pc:sldMk cId="2446991010" sldId="680"/>
            <ac:spMk id="15" creationId="{105FDC84-6345-484D-AF92-17AB004B1808}"/>
          </ac:spMkLst>
        </pc:spChg>
      </pc:sldChg>
      <pc:sldChg chg="delSp modSp add mod">
        <pc:chgData name="John Hu" userId="213e45b8a479442b" providerId="LiveId" clId="{464149D3-95DE-448A-BFE1-A0D8B9969414}" dt="2025-03-28T06:30:35.081" v="12478" actId="207"/>
        <pc:sldMkLst>
          <pc:docMk/>
          <pc:sldMk cId="3713776978" sldId="681"/>
        </pc:sldMkLst>
        <pc:spChg chg="mod">
          <ac:chgData name="John Hu" userId="213e45b8a479442b" providerId="LiveId" clId="{464149D3-95DE-448A-BFE1-A0D8B9969414}" dt="2025-03-28T06:30:35.081" v="12478" actId="207"/>
          <ac:spMkLst>
            <pc:docMk/>
            <pc:sldMk cId="3713776978" sldId="681"/>
            <ac:spMk id="7" creationId="{098E2A48-303C-4174-B7F9-B7DF985E5A28}"/>
          </ac:spMkLst>
        </pc:spChg>
        <pc:spChg chg="del mod">
          <ac:chgData name="John Hu" userId="213e45b8a479442b" providerId="LiveId" clId="{464149D3-95DE-448A-BFE1-A0D8B9969414}" dt="2025-03-28T02:55:49.525" v="12254" actId="478"/>
          <ac:spMkLst>
            <pc:docMk/>
            <pc:sldMk cId="3713776978" sldId="681"/>
            <ac:spMk id="9" creationId="{7876FDCB-7A9E-4210-9FBC-9D2C62E9E35B}"/>
          </ac:spMkLst>
        </pc:spChg>
        <pc:spChg chg="del">
          <ac:chgData name="John Hu" userId="213e45b8a479442b" providerId="LiveId" clId="{464149D3-95DE-448A-BFE1-A0D8B9969414}" dt="2025-03-28T02:55:58.612" v="12263" actId="478"/>
          <ac:spMkLst>
            <pc:docMk/>
            <pc:sldMk cId="3713776978" sldId="681"/>
            <ac:spMk id="10" creationId="{3AEED486-FA99-4A18-8EA1-DF88CA263366}"/>
          </ac:spMkLst>
        </pc:spChg>
        <pc:spChg chg="del mod">
          <ac:chgData name="John Hu" userId="213e45b8a479442b" providerId="LiveId" clId="{464149D3-95DE-448A-BFE1-A0D8B9969414}" dt="2025-03-28T02:55:46.100" v="12252" actId="478"/>
          <ac:spMkLst>
            <pc:docMk/>
            <pc:sldMk cId="3713776978" sldId="681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28T06:30:27.411" v="12476" actId="20577"/>
          <ac:spMkLst>
            <pc:docMk/>
            <pc:sldMk cId="3713776978" sldId="681"/>
            <ac:spMk id="14" creationId="{4F296092-AA43-47F9-AD4A-B947C824F423}"/>
          </ac:spMkLst>
        </pc:spChg>
      </pc:sldChg>
      <pc:sldChg chg="modSp add mod ord">
        <pc:chgData name="John Hu" userId="213e45b8a479442b" providerId="LiveId" clId="{464149D3-95DE-448A-BFE1-A0D8B9969414}" dt="2025-03-30T02:59:38.518" v="13524" actId="20577"/>
        <pc:sldMkLst>
          <pc:docMk/>
          <pc:sldMk cId="2955019095" sldId="682"/>
        </pc:sldMkLst>
        <pc:spChg chg="mod">
          <ac:chgData name="John Hu" userId="213e45b8a479442b" providerId="LiveId" clId="{464149D3-95DE-448A-BFE1-A0D8B9969414}" dt="2025-03-30T02:59:38.518" v="13524" actId="20577"/>
          <ac:spMkLst>
            <pc:docMk/>
            <pc:sldMk cId="2955019095" sldId="682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8T07:08:48.422" v="12562" actId="20577"/>
          <ac:spMkLst>
            <pc:docMk/>
            <pc:sldMk cId="2955019095" sldId="682"/>
            <ac:spMk id="14" creationId="{4F296092-AA43-47F9-AD4A-B947C824F423}"/>
          </ac:spMkLst>
        </pc:spChg>
      </pc:sldChg>
      <pc:sldChg chg="modSp add mod">
        <pc:chgData name="John Hu" userId="213e45b8a479442b" providerId="LiveId" clId="{464149D3-95DE-448A-BFE1-A0D8B9969414}" dt="2025-03-28T08:13:35.677" v="12768" actId="207"/>
        <pc:sldMkLst>
          <pc:docMk/>
          <pc:sldMk cId="2206702487" sldId="683"/>
        </pc:sldMkLst>
        <pc:spChg chg="mod">
          <ac:chgData name="John Hu" userId="213e45b8a479442b" providerId="LiveId" clId="{464149D3-95DE-448A-BFE1-A0D8B9969414}" dt="2025-03-28T08:13:35.677" v="12768" actId="207"/>
          <ac:spMkLst>
            <pc:docMk/>
            <pc:sldMk cId="2206702487" sldId="683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8T06:30:58.474" v="12495" actId="20577"/>
          <ac:spMkLst>
            <pc:docMk/>
            <pc:sldMk cId="2206702487" sldId="683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464149D3-95DE-448A-BFE1-A0D8B9969414}" dt="2025-03-30T03:59:46.553" v="13673" actId="20577"/>
        <pc:sldMkLst>
          <pc:docMk/>
          <pc:sldMk cId="3595609592" sldId="684"/>
        </pc:sldMkLst>
        <pc:spChg chg="mod">
          <ac:chgData name="John Hu" userId="213e45b8a479442b" providerId="LiveId" clId="{464149D3-95DE-448A-BFE1-A0D8B9969414}" dt="2025-03-29T02:41:57.449" v="12770"/>
          <ac:spMkLst>
            <pc:docMk/>
            <pc:sldMk cId="3595609592" sldId="684"/>
            <ac:spMk id="2" creationId="{5888EE31-F44C-4034-8407-4C756F65702C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7" creationId="{098E2A48-303C-4174-B7F9-B7DF985E5A28}"/>
          </ac:spMkLst>
        </pc:spChg>
        <pc:spChg chg="mod">
          <ac:chgData name="John Hu" userId="213e45b8a479442b" providerId="LiveId" clId="{464149D3-95DE-448A-BFE1-A0D8B9969414}" dt="2025-03-29T02:42:05.052" v="12771"/>
          <ac:spMkLst>
            <pc:docMk/>
            <pc:sldMk cId="3595609592" sldId="684"/>
            <ac:spMk id="8" creationId="{36177B38-43AB-4398-968B-448F8F0E5F49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9" creationId="{7876FDCB-7A9E-4210-9FBC-9D2C62E9E35B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10" creationId="{3AEED486-FA99-4A18-8EA1-DF88CA263366}"/>
          </ac:spMkLst>
        </pc:spChg>
        <pc:spChg chg="del">
          <ac:chgData name="John Hu" userId="213e45b8a479442b" providerId="LiveId" clId="{464149D3-95DE-448A-BFE1-A0D8B9969414}" dt="2025-03-29T02:43:52.682" v="13103" actId="478"/>
          <ac:spMkLst>
            <pc:docMk/>
            <pc:sldMk cId="3595609592" sldId="684"/>
            <ac:spMk id="13" creationId="{6D92B0CB-4A95-475C-815E-675283842822}"/>
          </ac:spMkLst>
        </pc:spChg>
        <pc:spChg chg="mod">
          <ac:chgData name="John Hu" userId="213e45b8a479442b" providerId="LiveId" clId="{464149D3-95DE-448A-BFE1-A0D8B9969414}" dt="2025-03-30T03:59:46.553" v="13673" actId="20577"/>
          <ac:spMkLst>
            <pc:docMk/>
            <pc:sldMk cId="3595609592" sldId="684"/>
            <ac:spMk id="14" creationId="{4F296092-AA43-47F9-AD4A-B947C824F423}"/>
          </ac:spMkLst>
        </pc:spChg>
        <pc:picChg chg="add del mod">
          <ac:chgData name="John Hu" userId="213e45b8a479442b" providerId="LiveId" clId="{464149D3-95DE-448A-BFE1-A0D8B9969414}" dt="2025-03-29T02:53:55.686" v="13121" actId="478"/>
          <ac:picMkLst>
            <pc:docMk/>
            <pc:sldMk cId="3595609592" sldId="684"/>
            <ac:picMk id="4" creationId="{56302DFC-AE6E-4277-A6AA-919C76DA90C7}"/>
          </ac:picMkLst>
        </pc:picChg>
        <pc:picChg chg="add del mod">
          <ac:chgData name="John Hu" userId="213e45b8a479442b" providerId="LiveId" clId="{464149D3-95DE-448A-BFE1-A0D8B9969414}" dt="2025-03-29T02:52:57.107" v="13109" actId="478"/>
          <ac:picMkLst>
            <pc:docMk/>
            <pc:sldMk cId="3595609592" sldId="684"/>
            <ac:picMk id="6" creationId="{D7CF2F40-0AC9-4484-990B-0A1E18135FDA}"/>
          </ac:picMkLst>
        </pc:picChg>
        <pc:picChg chg="add del mod">
          <ac:chgData name="John Hu" userId="213e45b8a479442b" providerId="LiveId" clId="{464149D3-95DE-448A-BFE1-A0D8B9969414}" dt="2025-03-29T02:53:00.197" v="13112" actId="478"/>
          <ac:picMkLst>
            <pc:docMk/>
            <pc:sldMk cId="3595609592" sldId="684"/>
            <ac:picMk id="12" creationId="{38EC57D2-CE03-4174-9BF8-B198F08E5B77}"/>
          </ac:picMkLst>
        </pc:picChg>
        <pc:picChg chg="add mod">
          <ac:chgData name="John Hu" userId="213e45b8a479442b" providerId="LiveId" clId="{464149D3-95DE-448A-BFE1-A0D8B9969414}" dt="2025-03-29T02:53:36.666" v="13118" actId="1076"/>
          <ac:picMkLst>
            <pc:docMk/>
            <pc:sldMk cId="3595609592" sldId="684"/>
            <ac:picMk id="16" creationId="{C62345CE-9852-41CE-A95A-E386DCB44F1E}"/>
          </ac:picMkLst>
        </pc:picChg>
        <pc:picChg chg="add mod">
          <ac:chgData name="John Hu" userId="213e45b8a479442b" providerId="LiveId" clId="{464149D3-95DE-448A-BFE1-A0D8B9969414}" dt="2025-03-29T02:54:00.845" v="13123" actId="14100"/>
          <ac:picMkLst>
            <pc:docMk/>
            <pc:sldMk cId="3595609592" sldId="684"/>
            <ac:picMk id="18" creationId="{21BF4BDB-9C58-4978-97D1-76E8DD5D0B6C}"/>
          </ac:picMkLst>
        </pc:picChg>
      </pc:sldChg>
      <pc:sldChg chg="addSp delSp modSp add mod">
        <pc:chgData name="John Hu" userId="213e45b8a479442b" providerId="LiveId" clId="{464149D3-95DE-448A-BFE1-A0D8B9969414}" dt="2025-03-29T03:10:43.872" v="13314" actId="20577"/>
        <pc:sldMkLst>
          <pc:docMk/>
          <pc:sldMk cId="777960044" sldId="685"/>
        </pc:sldMkLst>
        <pc:spChg chg="add mod">
          <ac:chgData name="John Hu" userId="213e45b8a479442b" providerId="LiveId" clId="{464149D3-95DE-448A-BFE1-A0D8B9969414}" dt="2025-03-29T02:59:29.751" v="13309" actId="207"/>
          <ac:spMkLst>
            <pc:docMk/>
            <pc:sldMk cId="777960044" sldId="685"/>
            <ac:spMk id="7" creationId="{ED54B18D-B3DC-48AD-9FD5-F00BBAEF7AE2}"/>
          </ac:spMkLst>
        </pc:spChg>
        <pc:spChg chg="mod">
          <ac:chgData name="John Hu" userId="213e45b8a479442b" providerId="LiveId" clId="{464149D3-95DE-448A-BFE1-A0D8B9969414}" dt="2025-03-29T03:10:43.872" v="13314" actId="20577"/>
          <ac:spMkLst>
            <pc:docMk/>
            <pc:sldMk cId="777960044" sldId="685"/>
            <ac:spMk id="14" creationId="{4F296092-AA43-47F9-AD4A-B947C824F423}"/>
          </ac:spMkLst>
        </pc:spChg>
        <pc:picChg chg="del">
          <ac:chgData name="John Hu" userId="213e45b8a479442b" providerId="LiveId" clId="{464149D3-95DE-448A-BFE1-A0D8B9969414}" dt="2025-03-29T02:55:20.031" v="13202" actId="478"/>
          <ac:picMkLst>
            <pc:docMk/>
            <pc:sldMk cId="777960044" sldId="685"/>
            <ac:picMk id="16" creationId="{C62345CE-9852-41CE-A95A-E386DCB44F1E}"/>
          </ac:picMkLst>
        </pc:picChg>
        <pc:picChg chg="del">
          <ac:chgData name="John Hu" userId="213e45b8a479442b" providerId="LiveId" clId="{464149D3-95DE-448A-BFE1-A0D8B9969414}" dt="2025-03-29T02:55:18.545" v="13201" actId="478"/>
          <ac:picMkLst>
            <pc:docMk/>
            <pc:sldMk cId="777960044" sldId="685"/>
            <ac:picMk id="18" creationId="{21BF4BDB-9C58-4978-97D1-76E8DD5D0B6C}"/>
          </ac:picMkLst>
        </pc:picChg>
      </pc:sldChg>
      <pc:sldChg chg="addSp modSp add mod">
        <pc:chgData name="John Hu" userId="213e45b8a479442b" providerId="LiveId" clId="{464149D3-95DE-448A-BFE1-A0D8B9969414}" dt="2025-03-30T03:56:51.017" v="13532" actId="20577"/>
        <pc:sldMkLst>
          <pc:docMk/>
          <pc:sldMk cId="1813746906" sldId="686"/>
        </pc:sldMkLst>
        <pc:spChg chg="mod">
          <ac:chgData name="John Hu" userId="213e45b8a479442b" providerId="LiveId" clId="{464149D3-95DE-448A-BFE1-A0D8B9969414}" dt="2025-03-30T03:56:51.017" v="13532" actId="20577"/>
          <ac:spMkLst>
            <pc:docMk/>
            <pc:sldMk cId="1813746906" sldId="686"/>
            <ac:spMk id="7" creationId="{ED54B18D-B3DC-48AD-9FD5-F00BBAEF7AE2}"/>
          </ac:spMkLst>
        </pc:spChg>
        <pc:spChg chg="add mod">
          <ac:chgData name="John Hu" userId="213e45b8a479442b" providerId="LiveId" clId="{464149D3-95DE-448A-BFE1-A0D8B9969414}" dt="2025-03-29T03:12:21.867" v="13409" actId="14100"/>
          <ac:spMkLst>
            <pc:docMk/>
            <pc:sldMk cId="1813746906" sldId="686"/>
            <ac:spMk id="9" creationId="{C0E28133-522F-4787-A0D5-128A45D0846D}"/>
          </ac:spMkLst>
        </pc:spChg>
        <pc:spChg chg="add mod">
          <ac:chgData name="John Hu" userId="213e45b8a479442b" providerId="LiveId" clId="{464149D3-95DE-448A-BFE1-A0D8B9969414}" dt="2025-03-29T03:12:41.907" v="13463" actId="20577"/>
          <ac:spMkLst>
            <pc:docMk/>
            <pc:sldMk cId="1813746906" sldId="686"/>
            <ac:spMk id="10" creationId="{0D9F29A9-792D-4011-9406-73F48D863EBF}"/>
          </ac:spMkLst>
        </pc:spChg>
        <pc:spChg chg="mod">
          <ac:chgData name="John Hu" userId="213e45b8a479442b" providerId="LiveId" clId="{464149D3-95DE-448A-BFE1-A0D8B9969414}" dt="2025-03-29T03:12:14.092" v="13405" actId="21"/>
          <ac:spMkLst>
            <pc:docMk/>
            <pc:sldMk cId="1813746906" sldId="686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464149D3-95DE-448A-BFE1-A0D8B9969414}" dt="2025-03-30T03:58:37.632" v="13615" actId="1076"/>
        <pc:sldMkLst>
          <pc:docMk/>
          <pc:sldMk cId="3911317964" sldId="687"/>
        </pc:sldMkLst>
        <pc:spChg chg="mod">
          <ac:chgData name="John Hu" userId="213e45b8a479442b" providerId="LiveId" clId="{464149D3-95DE-448A-BFE1-A0D8B9969414}" dt="2025-03-29T03:15:07.001" v="13507" actId="207"/>
          <ac:spMkLst>
            <pc:docMk/>
            <pc:sldMk cId="3911317964" sldId="687"/>
            <ac:spMk id="7" creationId="{ED54B18D-B3DC-48AD-9FD5-F00BBAEF7AE2}"/>
          </ac:spMkLst>
        </pc:spChg>
        <pc:spChg chg="del">
          <ac:chgData name="John Hu" userId="213e45b8a479442b" providerId="LiveId" clId="{464149D3-95DE-448A-BFE1-A0D8B9969414}" dt="2025-03-29T03:13:33.641" v="13467" actId="478"/>
          <ac:spMkLst>
            <pc:docMk/>
            <pc:sldMk cId="3911317964" sldId="687"/>
            <ac:spMk id="9" creationId="{C0E28133-522F-4787-A0D5-128A45D0846D}"/>
          </ac:spMkLst>
        </pc:spChg>
        <pc:spChg chg="del">
          <ac:chgData name="John Hu" userId="213e45b8a479442b" providerId="LiveId" clId="{464149D3-95DE-448A-BFE1-A0D8B9969414}" dt="2025-03-29T03:13:35.898" v="13468" actId="478"/>
          <ac:spMkLst>
            <pc:docMk/>
            <pc:sldMk cId="3911317964" sldId="687"/>
            <ac:spMk id="10" creationId="{0D9F29A9-792D-4011-9406-73F48D863EBF}"/>
          </ac:spMkLst>
        </pc:spChg>
        <pc:spChg chg="add del">
          <ac:chgData name="John Hu" userId="213e45b8a479442b" providerId="LiveId" clId="{464149D3-95DE-448A-BFE1-A0D8B9969414}" dt="2025-03-29T03:14:06.069" v="13483" actId="22"/>
          <ac:spMkLst>
            <pc:docMk/>
            <pc:sldMk cId="3911317964" sldId="687"/>
            <ac:spMk id="11" creationId="{48E747DD-0EF1-4CCD-B1A6-5264CAA80404}"/>
          </ac:spMkLst>
        </pc:spChg>
        <pc:spChg chg="add mod">
          <ac:chgData name="John Hu" userId="213e45b8a479442b" providerId="LiveId" clId="{464149D3-95DE-448A-BFE1-A0D8B9969414}" dt="2025-03-30T03:58:37.632" v="13615" actId="1076"/>
          <ac:spMkLst>
            <pc:docMk/>
            <pc:sldMk cId="3911317964" sldId="687"/>
            <ac:spMk id="12" creationId="{09816958-B944-441F-AB9B-DBC178B0608A}"/>
          </ac:spMkLst>
        </pc:spChg>
      </pc:sldChg>
      <pc:sldChg chg="addSp delSp modSp add mod">
        <pc:chgData name="John Hu" userId="213e45b8a479442b" providerId="LiveId" clId="{464149D3-95DE-448A-BFE1-A0D8B9969414}" dt="2025-03-30T04:34:59.082" v="13726" actId="207"/>
        <pc:sldMkLst>
          <pc:docMk/>
          <pc:sldMk cId="2826608020" sldId="688"/>
        </pc:sldMkLst>
        <pc:spChg chg="del mod">
          <ac:chgData name="John Hu" userId="213e45b8a479442b" providerId="LiveId" clId="{464149D3-95DE-448A-BFE1-A0D8B9969414}" dt="2025-03-30T03:58:59.242" v="13633" actId="478"/>
          <ac:spMkLst>
            <pc:docMk/>
            <pc:sldMk cId="2826608020" sldId="688"/>
            <ac:spMk id="7" creationId="{ED54B18D-B3DC-48AD-9FD5-F00BBAEF7AE2}"/>
          </ac:spMkLst>
        </pc:spChg>
        <pc:spChg chg="add mod">
          <ac:chgData name="John Hu" userId="213e45b8a479442b" providerId="LiveId" clId="{464149D3-95DE-448A-BFE1-A0D8B9969414}" dt="2025-03-30T04:34:52.888" v="13725" actId="20577"/>
          <ac:spMkLst>
            <pc:docMk/>
            <pc:sldMk cId="2826608020" sldId="688"/>
            <ac:spMk id="9" creationId="{EB620A0F-32E2-4096-B8B2-CEC7BFB9DA34}"/>
          </ac:spMkLst>
        </pc:spChg>
        <pc:spChg chg="mod">
          <ac:chgData name="John Hu" userId="213e45b8a479442b" providerId="LiveId" clId="{464149D3-95DE-448A-BFE1-A0D8B9969414}" dt="2025-03-30T04:34:59.082" v="13726" actId="207"/>
          <ac:spMkLst>
            <pc:docMk/>
            <pc:sldMk cId="2826608020" sldId="688"/>
            <ac:spMk id="12" creationId="{09816958-B944-441F-AB9B-DBC178B0608A}"/>
          </ac:spMkLst>
        </pc:spChg>
        <pc:spChg chg="mod">
          <ac:chgData name="John Hu" userId="213e45b8a479442b" providerId="LiveId" clId="{464149D3-95DE-448A-BFE1-A0D8B9969414}" dt="2025-03-30T03:58:55.530" v="13631" actId="20577"/>
          <ac:spMkLst>
            <pc:docMk/>
            <pc:sldMk cId="2826608020" sldId="688"/>
            <ac:spMk id="14" creationId="{4F296092-AA43-47F9-AD4A-B947C824F423}"/>
          </ac:spMkLst>
        </pc:spChg>
      </pc:sldChg>
      <pc:sldChg chg="addSp modSp add mod">
        <pc:chgData name="John Hu" userId="213e45b8a479442b" providerId="LiveId" clId="{464149D3-95DE-448A-BFE1-A0D8B9969414}" dt="2025-03-30T04:35:06.319" v="13728" actId="207"/>
        <pc:sldMkLst>
          <pc:docMk/>
          <pc:sldMk cId="2379571271" sldId="689"/>
        </pc:sldMkLst>
        <pc:spChg chg="add mod">
          <ac:chgData name="John Hu" userId="213e45b8a479442b" providerId="LiveId" clId="{464149D3-95DE-448A-BFE1-A0D8B9969414}" dt="2025-03-30T04:33:07.058" v="13698" actId="207"/>
          <ac:spMkLst>
            <pc:docMk/>
            <pc:sldMk cId="2379571271" sldId="689"/>
            <ac:spMk id="6" creationId="{EFFF0140-48F4-433F-AF1F-E70927670C44}"/>
          </ac:spMkLst>
        </pc:spChg>
        <pc:spChg chg="mod">
          <ac:chgData name="John Hu" userId="213e45b8a479442b" providerId="LiveId" clId="{464149D3-95DE-448A-BFE1-A0D8B9969414}" dt="2025-03-30T04:35:06.319" v="13728" actId="207"/>
          <ac:spMkLst>
            <pc:docMk/>
            <pc:sldMk cId="2379571271" sldId="689"/>
            <ac:spMk id="12" creationId="{09816958-B944-441F-AB9B-DBC178B0608A}"/>
          </ac:spMkLst>
        </pc:spChg>
        <pc:spChg chg="mod">
          <ac:chgData name="John Hu" userId="213e45b8a479442b" providerId="LiveId" clId="{464149D3-95DE-448A-BFE1-A0D8B9969414}" dt="2025-03-30T03:59:56.328" v="13685" actId="20577"/>
          <ac:spMkLst>
            <pc:docMk/>
            <pc:sldMk cId="2379571271" sldId="689"/>
            <ac:spMk id="14" creationId="{4F296092-AA43-47F9-AD4A-B947C824F423}"/>
          </ac:spMkLst>
        </pc:spChg>
      </pc:sldChg>
      <pc:sldChg chg="modSp add mod">
        <pc:chgData name="John Hu" userId="213e45b8a479442b" providerId="LiveId" clId="{464149D3-95DE-448A-BFE1-A0D8B9969414}" dt="2025-03-30T07:18:11.869" v="14037" actId="207"/>
        <pc:sldMkLst>
          <pc:docMk/>
          <pc:sldMk cId="399089851" sldId="690"/>
        </pc:sldMkLst>
        <pc:spChg chg="mod">
          <ac:chgData name="John Hu" userId="213e45b8a479442b" providerId="LiveId" clId="{464149D3-95DE-448A-BFE1-A0D8B9969414}" dt="2025-03-30T07:18:04.345" v="14036" actId="207"/>
          <ac:spMkLst>
            <pc:docMk/>
            <pc:sldMk cId="399089851" sldId="690"/>
            <ac:spMk id="6" creationId="{EFFF0140-48F4-433F-AF1F-E70927670C44}"/>
          </ac:spMkLst>
        </pc:spChg>
        <pc:spChg chg="mod">
          <ac:chgData name="John Hu" userId="213e45b8a479442b" providerId="LiveId" clId="{464149D3-95DE-448A-BFE1-A0D8B9969414}" dt="2025-03-30T07:18:11.869" v="14037" actId="207"/>
          <ac:spMkLst>
            <pc:docMk/>
            <pc:sldMk cId="399089851" sldId="690"/>
            <ac:spMk id="12" creationId="{09816958-B944-441F-AB9B-DBC178B0608A}"/>
          </ac:spMkLst>
        </pc:spChg>
        <pc:spChg chg="mod">
          <ac:chgData name="John Hu" userId="213e45b8a479442b" providerId="LiveId" clId="{464149D3-95DE-448A-BFE1-A0D8B9969414}" dt="2025-03-30T04:33:59.751" v="13719" actId="20577"/>
          <ac:spMkLst>
            <pc:docMk/>
            <pc:sldMk cId="399089851" sldId="690"/>
            <ac:spMk id="14" creationId="{4F296092-AA43-47F9-AD4A-B947C824F423}"/>
          </ac:spMkLst>
        </pc:spChg>
      </pc:sldChg>
      <pc:sldChg chg="delSp modSp add mod">
        <pc:chgData name="John Hu" userId="213e45b8a479442b" providerId="LiveId" clId="{464149D3-95DE-448A-BFE1-A0D8B9969414}" dt="2025-03-30T07:16:54.127" v="14028" actId="2711"/>
        <pc:sldMkLst>
          <pc:docMk/>
          <pc:sldMk cId="4222146045" sldId="691"/>
        </pc:sldMkLst>
        <pc:spChg chg="mod">
          <ac:chgData name="John Hu" userId="213e45b8a479442b" providerId="LiveId" clId="{464149D3-95DE-448A-BFE1-A0D8B9969414}" dt="2025-03-30T07:16:30.526" v="14025" actId="1076"/>
          <ac:spMkLst>
            <pc:docMk/>
            <pc:sldMk cId="4222146045" sldId="691"/>
            <ac:spMk id="7" creationId="{098E2A48-303C-4174-B7F9-B7DF985E5A28}"/>
          </ac:spMkLst>
        </pc:spChg>
        <pc:spChg chg="del">
          <ac:chgData name="John Hu" userId="213e45b8a479442b" providerId="LiveId" clId="{464149D3-95DE-448A-BFE1-A0D8B9969414}" dt="2025-03-30T07:10:01.893" v="13779" actId="478"/>
          <ac:spMkLst>
            <pc:docMk/>
            <pc:sldMk cId="4222146045" sldId="691"/>
            <ac:spMk id="14" creationId="{4F296092-AA43-47F9-AD4A-B947C824F423}"/>
          </ac:spMkLst>
        </pc:spChg>
        <pc:spChg chg="mod">
          <ac:chgData name="John Hu" userId="213e45b8a479442b" providerId="LiveId" clId="{464149D3-95DE-448A-BFE1-A0D8B9969414}" dt="2025-03-30T07:16:54.127" v="14028" actId="2711"/>
          <ac:spMkLst>
            <pc:docMk/>
            <pc:sldMk cId="4222146045" sldId="691"/>
            <ac:spMk id="15" creationId="{105FDC84-6345-484D-AF92-17AB004B1808}"/>
          </ac:spMkLst>
        </pc:spChg>
      </pc:sldChg>
    </pc:docChg>
  </pc:docChgLst>
  <pc:docChgLst>
    <pc:chgData name="John Hu" userId="213e45b8a479442b" providerId="LiveId" clId="{2E03B86C-9FE7-4A68-9BB2-AF995E40CDAD}"/>
    <pc:docChg chg="undo redo custSel addSld delSld modSld">
      <pc:chgData name="John Hu" userId="213e45b8a479442b" providerId="LiveId" clId="{2E03B86C-9FE7-4A68-9BB2-AF995E40CDAD}" dt="2025-09-15T14:36:42.051" v="5129" actId="20577"/>
      <pc:docMkLst>
        <pc:docMk/>
      </pc:docMkLst>
      <pc:sldChg chg="modSp mod">
        <pc:chgData name="John Hu" userId="213e45b8a479442b" providerId="LiveId" clId="{2E03B86C-9FE7-4A68-9BB2-AF995E40CDAD}" dt="2025-08-29T12:50:23.604" v="78" actId="121"/>
        <pc:sldMkLst>
          <pc:docMk/>
          <pc:sldMk cId="164261366" sldId="617"/>
        </pc:sldMkLst>
        <pc:spChg chg="mod">
          <ac:chgData name="John Hu" userId="213e45b8a479442b" providerId="LiveId" clId="{2E03B86C-9FE7-4A68-9BB2-AF995E40CDAD}" dt="2025-08-29T12:50:23.604" v="78" actId="121"/>
          <ac:spMkLst>
            <pc:docMk/>
            <pc:sldMk cId="164261366" sldId="617"/>
            <ac:spMk id="11" creationId="{18CB6FDE-891D-43DB-80C0-7BE9E7C5742D}"/>
          </ac:spMkLst>
        </pc:spChg>
      </pc:sldChg>
      <pc:sldChg chg="delSp modSp mod">
        <pc:chgData name="John Hu" userId="213e45b8a479442b" providerId="LiveId" clId="{2E03B86C-9FE7-4A68-9BB2-AF995E40CDAD}" dt="2025-09-15T14:15:19.126" v="4163" actId="20577"/>
        <pc:sldMkLst>
          <pc:docMk/>
          <pc:sldMk cId="2206702487" sldId="683"/>
        </pc:sldMkLst>
        <pc:spChg chg="mod">
          <ac:chgData name="John Hu" userId="213e45b8a479442b" providerId="LiveId" clId="{2E03B86C-9FE7-4A68-9BB2-AF995E40CDAD}" dt="2025-09-15T14:15:19.126" v="4163" actId="20577"/>
          <ac:spMkLst>
            <pc:docMk/>
            <pc:sldMk cId="2206702487" sldId="683"/>
            <ac:spMk id="5" creationId="{FE0F1EF4-DEE6-0816-67A9-20E1711DB7A6}"/>
          </ac:spMkLst>
        </pc:spChg>
        <pc:spChg chg="mod">
          <ac:chgData name="John Hu" userId="213e45b8a479442b" providerId="LiveId" clId="{2E03B86C-9FE7-4A68-9BB2-AF995E40CDAD}" dt="2025-09-15T14:09:26.796" v="3974" actId="1076"/>
          <ac:spMkLst>
            <pc:docMk/>
            <pc:sldMk cId="2206702487" sldId="683"/>
            <ac:spMk id="6" creationId="{B3FCB27C-DEF6-6CDF-0648-50A3D11C9500}"/>
          </ac:spMkLst>
        </pc:spChg>
        <pc:spChg chg="del">
          <ac:chgData name="John Hu" userId="213e45b8a479442b" providerId="LiveId" clId="{2E03B86C-9FE7-4A68-9BB2-AF995E40CDAD}" dt="2025-09-15T14:09:14.604" v="3970" actId="21"/>
          <ac:spMkLst>
            <pc:docMk/>
            <pc:sldMk cId="2206702487" sldId="683"/>
            <ac:spMk id="9" creationId="{8BB29688-6A07-45DE-9229-0C5DFE65DE7E}"/>
          </ac:spMkLst>
        </pc:spChg>
        <pc:spChg chg="del">
          <ac:chgData name="John Hu" userId="213e45b8a479442b" providerId="LiveId" clId="{2E03B86C-9FE7-4A68-9BB2-AF995E40CDAD}" dt="2025-09-15T14:09:14.604" v="3970" actId="21"/>
          <ac:spMkLst>
            <pc:docMk/>
            <pc:sldMk cId="2206702487" sldId="683"/>
            <ac:spMk id="11" creationId="{28172991-DD29-5061-B3C1-8DE56E0685D3}"/>
          </ac:spMkLst>
        </pc:spChg>
        <pc:spChg chg="del">
          <ac:chgData name="John Hu" userId="213e45b8a479442b" providerId="LiveId" clId="{2E03B86C-9FE7-4A68-9BB2-AF995E40CDAD}" dt="2025-09-15T14:09:22.222" v="3973" actId="478"/>
          <ac:spMkLst>
            <pc:docMk/>
            <pc:sldMk cId="2206702487" sldId="683"/>
            <ac:spMk id="14" creationId="{4F296092-AA43-47F9-AD4A-B947C824F423}"/>
          </ac:spMkLst>
        </pc:spChg>
      </pc:sldChg>
      <pc:sldChg chg="addSp delSp modSp mod modNotesTx">
        <pc:chgData name="John Hu" userId="213e45b8a479442b" providerId="LiveId" clId="{2E03B86C-9FE7-4A68-9BB2-AF995E40CDAD}" dt="2025-08-29T12:50:45.448" v="81"/>
        <pc:sldMkLst>
          <pc:docMk/>
          <pc:sldMk cId="1442365393" sldId="710"/>
        </pc:sldMkLst>
        <pc:spChg chg="add del mod">
          <ac:chgData name="John Hu" userId="213e45b8a479442b" providerId="LiveId" clId="{2E03B86C-9FE7-4A68-9BB2-AF995E40CDAD}" dt="2025-08-29T12:50:42.878" v="80" actId="478"/>
          <ac:spMkLst>
            <pc:docMk/>
            <pc:sldMk cId="1442365393" sldId="710"/>
            <ac:spMk id="4" creationId="{C00EB464-949D-F80D-F8C1-97CDD148D443}"/>
          </ac:spMkLst>
        </pc:spChg>
        <pc:spChg chg="del mod">
          <ac:chgData name="John Hu" userId="213e45b8a479442b" providerId="LiveId" clId="{2E03B86C-9FE7-4A68-9BB2-AF995E40CDAD}" dt="2025-08-29T12:49:04.143" v="27" actId="21"/>
          <ac:spMkLst>
            <pc:docMk/>
            <pc:sldMk cId="1442365393" sldId="710"/>
            <ac:spMk id="9" creationId="{C00EB464-949D-F80D-F8C1-97CDD148D443}"/>
          </ac:spMkLst>
        </pc:spChg>
      </pc:sldChg>
      <pc:sldChg chg="delSp mod">
        <pc:chgData name="John Hu" userId="213e45b8a479442b" providerId="LiveId" clId="{2E03B86C-9FE7-4A68-9BB2-AF995E40CDAD}" dt="2025-08-29T12:47:55.407" v="0" actId="478"/>
        <pc:sldMkLst>
          <pc:docMk/>
          <pc:sldMk cId="2838745354" sldId="711"/>
        </pc:sldMkLst>
        <pc:spChg chg="del">
          <ac:chgData name="John Hu" userId="213e45b8a479442b" providerId="LiveId" clId="{2E03B86C-9FE7-4A68-9BB2-AF995E40CDAD}" dt="2025-08-29T12:47:55.407" v="0" actId="478"/>
          <ac:spMkLst>
            <pc:docMk/>
            <pc:sldMk cId="2838745354" sldId="711"/>
            <ac:spMk id="9" creationId="{C00EB464-949D-F80D-F8C1-97CDD148D443}"/>
          </ac:spMkLst>
        </pc:spChg>
      </pc:sldChg>
      <pc:sldChg chg="delSp mod">
        <pc:chgData name="John Hu" userId="213e45b8a479442b" providerId="LiveId" clId="{2E03B86C-9FE7-4A68-9BB2-AF995E40CDAD}" dt="2025-08-29T12:47:59.386" v="1" actId="478"/>
        <pc:sldMkLst>
          <pc:docMk/>
          <pc:sldMk cId="2992987226" sldId="712"/>
        </pc:sldMkLst>
        <pc:spChg chg="del">
          <ac:chgData name="John Hu" userId="213e45b8a479442b" providerId="LiveId" clId="{2E03B86C-9FE7-4A68-9BB2-AF995E40CDAD}" dt="2025-08-29T12:47:59.386" v="1" actId="478"/>
          <ac:spMkLst>
            <pc:docMk/>
            <pc:sldMk cId="2992987226" sldId="712"/>
            <ac:spMk id="9" creationId="{C00EB464-949D-F80D-F8C1-97CDD148D443}"/>
          </ac:spMkLst>
        </pc:spChg>
      </pc:sldChg>
      <pc:sldChg chg="delSp mod">
        <pc:chgData name="John Hu" userId="213e45b8a479442b" providerId="LiveId" clId="{2E03B86C-9FE7-4A68-9BB2-AF995E40CDAD}" dt="2025-08-29T12:48:01.935" v="2" actId="478"/>
        <pc:sldMkLst>
          <pc:docMk/>
          <pc:sldMk cId="335125894" sldId="714"/>
        </pc:sldMkLst>
        <pc:spChg chg="del">
          <ac:chgData name="John Hu" userId="213e45b8a479442b" providerId="LiveId" clId="{2E03B86C-9FE7-4A68-9BB2-AF995E40CDAD}" dt="2025-08-29T12:48:01.935" v="2" actId="478"/>
          <ac:spMkLst>
            <pc:docMk/>
            <pc:sldMk cId="335125894" sldId="714"/>
            <ac:spMk id="9" creationId="{C00EB464-949D-F80D-F8C1-97CDD148D443}"/>
          </ac:spMkLst>
        </pc:spChg>
      </pc:sldChg>
      <pc:sldChg chg="addSp delSp modSp mod">
        <pc:chgData name="John Hu" userId="213e45b8a479442b" providerId="LiveId" clId="{2E03B86C-9FE7-4A68-9BB2-AF995E40CDAD}" dt="2025-08-29T12:48:31.264" v="6" actId="478"/>
        <pc:sldMkLst>
          <pc:docMk/>
          <pc:sldMk cId="1158359015" sldId="715"/>
        </pc:sldMkLst>
        <pc:spChg chg="add del mod">
          <ac:chgData name="John Hu" userId="213e45b8a479442b" providerId="LiveId" clId="{2E03B86C-9FE7-4A68-9BB2-AF995E40CDAD}" dt="2025-08-29T12:48:31.264" v="6" actId="478"/>
          <ac:spMkLst>
            <pc:docMk/>
            <pc:sldMk cId="1158359015" sldId="715"/>
            <ac:spMk id="9" creationId="{C00EB464-949D-F80D-F8C1-97CDD148D443}"/>
          </ac:spMkLst>
        </pc:spChg>
      </pc:sldChg>
      <pc:sldChg chg="addSp delSp modSp mod">
        <pc:chgData name="John Hu" userId="213e45b8a479442b" providerId="LiveId" clId="{2E03B86C-9FE7-4A68-9BB2-AF995E40CDAD}" dt="2025-09-15T14:09:19.191" v="3972" actId="1076"/>
        <pc:sldMkLst>
          <pc:docMk/>
          <pc:sldMk cId="3891207701" sldId="726"/>
        </pc:sldMkLst>
        <pc:spChg chg="mod">
          <ac:chgData name="John Hu" userId="213e45b8a479442b" providerId="LiveId" clId="{2E03B86C-9FE7-4A68-9BB2-AF995E40CDAD}" dt="2025-09-15T14:09:03.508" v="3969" actId="1076"/>
          <ac:spMkLst>
            <pc:docMk/>
            <pc:sldMk cId="3891207701" sldId="726"/>
            <ac:spMk id="3" creationId="{098E2A48-303C-4174-B7F9-B7DF985E5A28}"/>
          </ac:spMkLst>
        </pc:spChg>
        <pc:spChg chg="del">
          <ac:chgData name="John Hu" userId="213e45b8a479442b" providerId="LiveId" clId="{2E03B86C-9FE7-4A68-9BB2-AF995E40CDAD}" dt="2025-09-15T14:08:58.575" v="3968" actId="478"/>
          <ac:spMkLst>
            <pc:docMk/>
            <pc:sldMk cId="3891207701" sldId="726"/>
            <ac:spMk id="4" creationId="{BD963A22-F62F-FF06-ECA8-B6EAB10D73B6}"/>
          </ac:spMkLst>
        </pc:spChg>
        <pc:spChg chg="mod">
          <ac:chgData name="John Hu" userId="213e45b8a479442b" providerId="LiveId" clId="{2E03B86C-9FE7-4A68-9BB2-AF995E40CDAD}" dt="2025-09-15T14:09:03.508" v="3969" actId="1076"/>
          <ac:spMkLst>
            <pc:docMk/>
            <pc:sldMk cId="3891207701" sldId="726"/>
            <ac:spMk id="5" creationId="{25123646-F7EF-46F8-8452-09785F5AC20F}"/>
          </ac:spMkLst>
        </pc:spChg>
        <pc:spChg chg="del">
          <ac:chgData name="John Hu" userId="213e45b8a479442b" providerId="LiveId" clId="{2E03B86C-9FE7-4A68-9BB2-AF995E40CDAD}" dt="2025-09-15T14:07:07.494" v="3819" actId="21"/>
          <ac:spMkLst>
            <pc:docMk/>
            <pc:sldMk cId="3891207701" sldId="726"/>
            <ac:spMk id="6" creationId="{F3BDD452-14BB-AB80-C839-1C0C753FB08F}"/>
          </ac:spMkLst>
        </pc:spChg>
        <pc:spChg chg="add mod">
          <ac:chgData name="John Hu" userId="213e45b8a479442b" providerId="LiveId" clId="{2E03B86C-9FE7-4A68-9BB2-AF995E40CDAD}" dt="2025-09-15T14:09:19.191" v="3972" actId="1076"/>
          <ac:spMkLst>
            <pc:docMk/>
            <pc:sldMk cId="3891207701" sldId="726"/>
            <ac:spMk id="7" creationId="{28172991-DD29-5061-B3C1-8DE56E0685D3}"/>
          </ac:spMkLst>
        </pc:spChg>
        <pc:spChg chg="add mod">
          <ac:chgData name="John Hu" userId="213e45b8a479442b" providerId="LiveId" clId="{2E03B86C-9FE7-4A68-9BB2-AF995E40CDAD}" dt="2025-09-15T14:09:19.191" v="3972" actId="1076"/>
          <ac:spMkLst>
            <pc:docMk/>
            <pc:sldMk cId="3891207701" sldId="726"/>
            <ac:spMk id="10" creationId="{8BB29688-6A07-45DE-9229-0C5DFE65DE7E}"/>
          </ac:spMkLst>
        </pc:spChg>
        <pc:spChg chg="del">
          <ac:chgData name="John Hu" userId="213e45b8a479442b" providerId="LiveId" clId="{2E03B86C-9FE7-4A68-9BB2-AF995E40CDAD}" dt="2025-09-15T14:07:07.494" v="3819" actId="21"/>
          <ac:spMkLst>
            <pc:docMk/>
            <pc:sldMk cId="3891207701" sldId="726"/>
            <ac:spMk id="15" creationId="{04429BBF-DAE3-422A-8EE6-679482F6477A}"/>
          </ac:spMkLst>
        </pc:spChg>
        <pc:grpChg chg="del">
          <ac:chgData name="John Hu" userId="213e45b8a479442b" providerId="LiveId" clId="{2E03B86C-9FE7-4A68-9BB2-AF995E40CDAD}" dt="2025-09-15T14:07:07.494" v="3819" actId="21"/>
          <ac:grpSpMkLst>
            <pc:docMk/>
            <pc:sldMk cId="3891207701" sldId="726"/>
            <ac:grpSpMk id="17" creationId="{EFACEF4F-3C3F-4A90-90EF-3EC3A1F10443}"/>
          </ac:grpSpMkLst>
        </pc:grpChg>
      </pc:sldChg>
      <pc:sldChg chg="addSp modSp mod">
        <pc:chgData name="John Hu" userId="213e45b8a479442b" providerId="LiveId" clId="{2E03B86C-9FE7-4A68-9BB2-AF995E40CDAD}" dt="2025-09-15T12:02:50.153" v="803" actId="1076"/>
        <pc:sldMkLst>
          <pc:docMk/>
          <pc:sldMk cId="3787508414" sldId="731"/>
        </pc:sldMkLst>
        <pc:spChg chg="add mod">
          <ac:chgData name="John Hu" userId="213e45b8a479442b" providerId="LiveId" clId="{2E03B86C-9FE7-4A68-9BB2-AF995E40CDAD}" dt="2025-09-15T12:01:31.658" v="776" actId="14100"/>
          <ac:spMkLst>
            <pc:docMk/>
            <pc:sldMk cId="3787508414" sldId="731"/>
            <ac:spMk id="5" creationId="{00975736-9ED4-9ACA-2436-5A9214990848}"/>
          </ac:spMkLst>
        </pc:spChg>
        <pc:spChg chg="mod">
          <ac:chgData name="John Hu" userId="213e45b8a479442b" providerId="LiveId" clId="{2E03B86C-9FE7-4A68-9BB2-AF995E40CDAD}" dt="2025-09-15T12:01:55.093" v="786" actId="1076"/>
          <ac:spMkLst>
            <pc:docMk/>
            <pc:sldMk cId="3787508414" sldId="731"/>
            <ac:spMk id="8" creationId="{36177B38-43AB-4398-968B-448F8F0E5F49}"/>
          </ac:spMkLst>
        </pc:spChg>
        <pc:spChg chg="mod">
          <ac:chgData name="John Hu" userId="213e45b8a479442b" providerId="LiveId" clId="{2E03B86C-9FE7-4A68-9BB2-AF995E40CDAD}" dt="2025-09-15T12:00:06.520" v="690" actId="14100"/>
          <ac:spMkLst>
            <pc:docMk/>
            <pc:sldMk cId="3787508414" sldId="731"/>
            <ac:spMk id="9" creationId="{2BD50C61-1C16-4D18-B7E0-41615980F518}"/>
          </ac:spMkLst>
        </pc:spChg>
        <pc:spChg chg="mod">
          <ac:chgData name="John Hu" userId="213e45b8a479442b" providerId="LiveId" clId="{2E03B86C-9FE7-4A68-9BB2-AF995E40CDAD}" dt="2025-09-15T12:02:46.703" v="802" actId="1076"/>
          <ac:spMkLst>
            <pc:docMk/>
            <pc:sldMk cId="3787508414" sldId="731"/>
            <ac:spMk id="15" creationId="{02D3311D-7323-4D20-A4EA-EA764B1ECE90}"/>
          </ac:spMkLst>
        </pc:spChg>
        <pc:spChg chg="mod">
          <ac:chgData name="John Hu" userId="213e45b8a479442b" providerId="LiveId" clId="{2E03B86C-9FE7-4A68-9BB2-AF995E40CDAD}" dt="2025-09-15T12:02:45.049" v="801" actId="1076"/>
          <ac:spMkLst>
            <pc:docMk/>
            <pc:sldMk cId="3787508414" sldId="731"/>
            <ac:spMk id="17" creationId="{4A92391B-0A5A-4DD2-9400-093A0A8283DF}"/>
          </ac:spMkLst>
        </pc:spChg>
        <pc:picChg chg="mod">
          <ac:chgData name="John Hu" userId="213e45b8a479442b" providerId="LiveId" clId="{2E03B86C-9FE7-4A68-9BB2-AF995E40CDAD}" dt="2025-09-15T12:02:50.153" v="803" actId="1076"/>
          <ac:picMkLst>
            <pc:docMk/>
            <pc:sldMk cId="3787508414" sldId="731"/>
            <ac:picMk id="4" creationId="{071D516C-051F-4936-9862-011874EAAB57}"/>
          </ac:picMkLst>
        </pc:picChg>
      </pc:sldChg>
      <pc:sldChg chg="del">
        <pc:chgData name="John Hu" userId="213e45b8a479442b" providerId="LiveId" clId="{2E03B86C-9FE7-4A68-9BB2-AF995E40CDAD}" dt="2025-09-15T12:02:57.964" v="804" actId="47"/>
        <pc:sldMkLst>
          <pc:docMk/>
          <pc:sldMk cId="150513647" sldId="732"/>
        </pc:sldMkLst>
      </pc:sldChg>
      <pc:sldChg chg="addSp modSp mod">
        <pc:chgData name="John Hu" userId="213e45b8a479442b" providerId="LiveId" clId="{2E03B86C-9FE7-4A68-9BB2-AF995E40CDAD}" dt="2025-09-15T13:37:55.710" v="2284" actId="1076"/>
        <pc:sldMkLst>
          <pc:docMk/>
          <pc:sldMk cId="21242597" sldId="733"/>
        </pc:sldMkLst>
        <pc:spChg chg="mod">
          <ac:chgData name="John Hu" userId="213e45b8a479442b" providerId="LiveId" clId="{2E03B86C-9FE7-4A68-9BB2-AF995E40CDAD}" dt="2025-09-15T13:28:06.773" v="1779"/>
          <ac:spMkLst>
            <pc:docMk/>
            <pc:sldMk cId="21242597" sldId="733"/>
            <ac:spMk id="3" creationId="{029CDB4E-CE42-4062-B654-E66051CF2CCA}"/>
          </ac:spMkLst>
        </pc:spChg>
        <pc:spChg chg="add mod">
          <ac:chgData name="John Hu" userId="213e45b8a479442b" providerId="LiveId" clId="{2E03B86C-9FE7-4A68-9BB2-AF995E40CDAD}" dt="2025-09-15T11:54:12.610" v="361" actId="1076"/>
          <ac:spMkLst>
            <pc:docMk/>
            <pc:sldMk cId="21242597" sldId="733"/>
            <ac:spMk id="4" creationId="{D9B49ADB-739A-015E-433E-14B1CB0FB05D}"/>
          </ac:spMkLst>
        </pc:spChg>
        <pc:spChg chg="mod">
          <ac:chgData name="John Hu" userId="213e45b8a479442b" providerId="LiveId" clId="{2E03B86C-9FE7-4A68-9BB2-AF995E40CDAD}" dt="2025-09-15T13:37:55.710" v="2284" actId="1076"/>
          <ac:spMkLst>
            <pc:docMk/>
            <pc:sldMk cId="21242597" sldId="733"/>
            <ac:spMk id="14" creationId="{4F296092-AA43-47F9-AD4A-B947C824F423}"/>
          </ac:spMkLst>
        </pc:spChg>
        <pc:spChg chg="mod">
          <ac:chgData name="John Hu" userId="213e45b8a479442b" providerId="LiveId" clId="{2E03B86C-9FE7-4A68-9BB2-AF995E40CDAD}" dt="2025-09-15T13:28:06.773" v="1779"/>
          <ac:spMkLst>
            <pc:docMk/>
            <pc:sldMk cId="21242597" sldId="733"/>
            <ac:spMk id="21" creationId="{728141ED-A762-4F5E-A24F-9E0C3E989D2F}"/>
          </ac:spMkLst>
        </pc:spChg>
        <pc:spChg chg="mod">
          <ac:chgData name="John Hu" userId="213e45b8a479442b" providerId="LiveId" clId="{2E03B86C-9FE7-4A68-9BB2-AF995E40CDAD}" dt="2025-09-15T13:28:06.773" v="1779"/>
          <ac:spMkLst>
            <pc:docMk/>
            <pc:sldMk cId="21242597" sldId="733"/>
            <ac:spMk id="29" creationId="{3DEC0676-C11B-4F63-B4CC-398F23C3AF3A}"/>
          </ac:spMkLst>
        </pc:spChg>
        <pc:spChg chg="mod">
          <ac:chgData name="John Hu" userId="213e45b8a479442b" providerId="LiveId" clId="{2E03B86C-9FE7-4A68-9BB2-AF995E40CDAD}" dt="2025-09-15T12:03:09.032" v="810" actId="20577"/>
          <ac:spMkLst>
            <pc:docMk/>
            <pc:sldMk cId="21242597" sldId="733"/>
            <ac:spMk id="35" creationId="{03F720DF-9E0D-45BF-B026-2386F2465F58}"/>
          </ac:spMkLst>
        </pc:spChg>
      </pc:sldChg>
      <pc:sldChg chg="addSp delSp modSp add mod">
        <pc:chgData name="John Hu" userId="213e45b8a479442b" providerId="LiveId" clId="{2E03B86C-9FE7-4A68-9BB2-AF995E40CDAD}" dt="2025-09-15T13:38:39.007" v="2296" actId="13822"/>
        <pc:sldMkLst>
          <pc:docMk/>
          <pc:sldMk cId="2571392183" sldId="734"/>
        </pc:sldMkLst>
        <pc:spChg chg="add del">
          <ac:chgData name="John Hu" userId="213e45b8a479442b" providerId="LiveId" clId="{2E03B86C-9FE7-4A68-9BB2-AF995E40CDAD}" dt="2025-09-15T12:03:36.660" v="815" actId="478"/>
          <ac:spMkLst>
            <pc:docMk/>
            <pc:sldMk cId="2571392183" sldId="734"/>
            <ac:spMk id="4" creationId="{D9B49ADB-739A-015E-433E-14B1CB0FB05D}"/>
          </ac:spMkLst>
        </pc:spChg>
        <pc:spChg chg="add mod">
          <ac:chgData name="John Hu" userId="213e45b8a479442b" providerId="LiveId" clId="{2E03B86C-9FE7-4A68-9BB2-AF995E40CDAD}" dt="2025-09-15T12:58:18.386" v="926" actId="20577"/>
          <ac:spMkLst>
            <pc:docMk/>
            <pc:sldMk cId="2571392183" sldId="734"/>
            <ac:spMk id="6" creationId="{74C6A8A8-1F17-6ACE-2F82-078F1D6C1924}"/>
          </ac:spMkLst>
        </pc:spChg>
        <pc:spChg chg="add del mod">
          <ac:chgData name="John Hu" userId="213e45b8a479442b" providerId="LiveId" clId="{2E03B86C-9FE7-4A68-9BB2-AF995E40CDAD}" dt="2025-09-15T12:58:05.994" v="906" actId="1076"/>
          <ac:spMkLst>
            <pc:docMk/>
            <pc:sldMk cId="2571392183" sldId="734"/>
            <ac:spMk id="9" creationId="{2BD50C61-1C16-4D18-B7E0-41615980F518}"/>
          </ac:spMkLst>
        </pc:spChg>
        <pc:spChg chg="add mod">
          <ac:chgData name="John Hu" userId="213e45b8a479442b" providerId="LiveId" clId="{2E03B86C-9FE7-4A68-9BB2-AF995E40CDAD}" dt="2025-09-15T13:38:39.007" v="2296" actId="13822"/>
          <ac:spMkLst>
            <pc:docMk/>
            <pc:sldMk cId="2571392183" sldId="734"/>
            <ac:spMk id="13" creationId="{802176FC-BA39-4616-3BFD-F806DB362CF2}"/>
          </ac:spMkLst>
        </pc:spChg>
        <pc:spChg chg="add mod">
          <ac:chgData name="John Hu" userId="213e45b8a479442b" providerId="LiveId" clId="{2E03B86C-9FE7-4A68-9BB2-AF995E40CDAD}" dt="2025-09-15T13:12:43.710" v="1103" actId="20577"/>
          <ac:spMkLst>
            <pc:docMk/>
            <pc:sldMk cId="2571392183" sldId="734"/>
            <ac:spMk id="16" creationId="{4DBC9B37-8444-AEC9-384C-B4C9F063ABBE}"/>
          </ac:spMkLst>
        </pc:spChg>
        <pc:spChg chg="add mod">
          <ac:chgData name="John Hu" userId="213e45b8a479442b" providerId="LiveId" clId="{2E03B86C-9FE7-4A68-9BB2-AF995E40CDAD}" dt="2025-09-15T13:13:26.407" v="1112" actId="1076"/>
          <ac:spMkLst>
            <pc:docMk/>
            <pc:sldMk cId="2571392183" sldId="734"/>
            <ac:spMk id="17" creationId="{4078CF91-07F9-2DD9-1FDC-12755E15A272}"/>
          </ac:spMkLst>
        </pc:spChg>
        <pc:spChg chg="add del">
          <ac:chgData name="John Hu" userId="213e45b8a479442b" providerId="LiveId" clId="{2E03B86C-9FE7-4A68-9BB2-AF995E40CDAD}" dt="2025-09-15T12:03:36.660" v="815" actId="478"/>
          <ac:spMkLst>
            <pc:docMk/>
            <pc:sldMk cId="2571392183" sldId="734"/>
            <ac:spMk id="35" creationId="{03F720DF-9E0D-45BF-B026-2386F2465F58}"/>
          </ac:spMkLst>
        </pc:spChg>
        <pc:grpChg chg="del">
          <ac:chgData name="John Hu" userId="213e45b8a479442b" providerId="LiveId" clId="{2E03B86C-9FE7-4A68-9BB2-AF995E40CDAD}" dt="2025-09-15T12:03:36.660" v="815" actId="478"/>
          <ac:grpSpMkLst>
            <pc:docMk/>
            <pc:sldMk cId="2571392183" sldId="734"/>
            <ac:grpSpMk id="36" creationId="{6A349C1A-DFA2-4444-9115-17950362515B}"/>
          </ac:grpSpMkLst>
        </pc:grpChg>
        <pc:cxnChg chg="mod">
          <ac:chgData name="John Hu" userId="213e45b8a479442b" providerId="LiveId" clId="{2E03B86C-9FE7-4A68-9BB2-AF995E40CDAD}" dt="2025-09-15T12:03:36.660" v="815" actId="478"/>
          <ac:cxnSpMkLst>
            <pc:docMk/>
            <pc:sldMk cId="2571392183" sldId="734"/>
            <ac:cxnSpMk id="7" creationId="{6370140C-4C4D-480F-B9C8-EF9693BBF457}"/>
          </ac:cxnSpMkLst>
        </pc:cxnChg>
        <pc:cxnChg chg="mod">
          <ac:chgData name="John Hu" userId="213e45b8a479442b" providerId="LiveId" clId="{2E03B86C-9FE7-4A68-9BB2-AF995E40CDAD}" dt="2025-09-15T12:03:36.660" v="815" actId="478"/>
          <ac:cxnSpMkLst>
            <pc:docMk/>
            <pc:sldMk cId="2571392183" sldId="734"/>
            <ac:cxnSpMk id="12" creationId="{678854EB-773F-43F6-AC3E-96CE4F608E4E}"/>
          </ac:cxnSpMkLst>
        </pc:cxnChg>
        <pc:cxnChg chg="mod">
          <ac:chgData name="John Hu" userId="213e45b8a479442b" providerId="LiveId" clId="{2E03B86C-9FE7-4A68-9BB2-AF995E40CDAD}" dt="2025-09-15T12:03:36.660" v="815" actId="478"/>
          <ac:cxnSpMkLst>
            <pc:docMk/>
            <pc:sldMk cId="2571392183" sldId="734"/>
            <ac:cxnSpMk id="23" creationId="{19D45AB8-DFE9-4176-9438-24349CDB74A3}"/>
          </ac:cxnSpMkLst>
        </pc:cxnChg>
        <pc:cxnChg chg="mod">
          <ac:chgData name="John Hu" userId="213e45b8a479442b" providerId="LiveId" clId="{2E03B86C-9FE7-4A68-9BB2-AF995E40CDAD}" dt="2025-09-15T12:03:36.660" v="815" actId="478"/>
          <ac:cxnSpMkLst>
            <pc:docMk/>
            <pc:sldMk cId="2571392183" sldId="734"/>
            <ac:cxnSpMk id="24" creationId="{344172E3-FDBF-4F57-B2A8-12764EF825F2}"/>
          </ac:cxnSpMkLst>
        </pc:cxnChg>
        <pc:cxnChg chg="mod">
          <ac:chgData name="John Hu" userId="213e45b8a479442b" providerId="LiveId" clId="{2E03B86C-9FE7-4A68-9BB2-AF995E40CDAD}" dt="2025-09-15T12:03:36.660" v="815" actId="478"/>
          <ac:cxnSpMkLst>
            <pc:docMk/>
            <pc:sldMk cId="2571392183" sldId="734"/>
            <ac:cxnSpMk id="31" creationId="{98FABF17-C7CD-4674-8270-68FE2A907F6E}"/>
          </ac:cxnSpMkLst>
        </pc:cxnChg>
        <pc:cxnChg chg="mod">
          <ac:chgData name="John Hu" userId="213e45b8a479442b" providerId="LiveId" clId="{2E03B86C-9FE7-4A68-9BB2-AF995E40CDAD}" dt="2025-09-15T12:03:36.660" v="815" actId="478"/>
          <ac:cxnSpMkLst>
            <pc:docMk/>
            <pc:sldMk cId="2571392183" sldId="734"/>
            <ac:cxnSpMk id="32" creationId="{79B8F052-3D2A-41DE-9548-2EE3BEE15AEF}"/>
          </ac:cxnSpMkLst>
        </pc:cxnChg>
      </pc:sldChg>
      <pc:sldChg chg="modSp add mod">
        <pc:chgData name="John Hu" userId="213e45b8a479442b" providerId="LiveId" clId="{2E03B86C-9FE7-4A68-9BB2-AF995E40CDAD}" dt="2025-09-15T13:38:36.284" v="2295" actId="13822"/>
        <pc:sldMkLst>
          <pc:docMk/>
          <pc:sldMk cId="751485362" sldId="735"/>
        </pc:sldMkLst>
        <pc:spChg chg="mod">
          <ac:chgData name="John Hu" userId="213e45b8a479442b" providerId="LiveId" clId="{2E03B86C-9FE7-4A68-9BB2-AF995E40CDAD}" dt="2025-09-15T13:38:36.284" v="2295" actId="13822"/>
          <ac:spMkLst>
            <pc:docMk/>
            <pc:sldMk cId="751485362" sldId="735"/>
            <ac:spMk id="13" creationId="{802176FC-BA39-4616-3BFD-F806DB362CF2}"/>
          </ac:spMkLst>
        </pc:spChg>
        <pc:spChg chg="mod">
          <ac:chgData name="John Hu" userId="213e45b8a479442b" providerId="LiveId" clId="{2E03B86C-9FE7-4A68-9BB2-AF995E40CDAD}" dt="2025-09-15T13:16:27.953" v="1193" actId="1076"/>
          <ac:spMkLst>
            <pc:docMk/>
            <pc:sldMk cId="751485362" sldId="735"/>
            <ac:spMk id="17" creationId="{4078CF91-07F9-2DD9-1FDC-12755E15A272}"/>
          </ac:spMkLst>
        </pc:spChg>
      </pc:sldChg>
      <pc:sldChg chg="addSp delSp modSp add mod">
        <pc:chgData name="John Hu" userId="213e45b8a479442b" providerId="LiveId" clId="{2E03B86C-9FE7-4A68-9BB2-AF995E40CDAD}" dt="2025-09-15T13:38:34.022" v="2294" actId="13822"/>
        <pc:sldMkLst>
          <pc:docMk/>
          <pc:sldMk cId="1437811656" sldId="736"/>
        </pc:sldMkLst>
        <pc:spChg chg="mod">
          <ac:chgData name="John Hu" userId="213e45b8a479442b" providerId="LiveId" clId="{2E03B86C-9FE7-4A68-9BB2-AF995E40CDAD}" dt="2025-09-15T13:17:37.229" v="1201" actId="20577"/>
          <ac:spMkLst>
            <pc:docMk/>
            <pc:sldMk cId="1437811656" sldId="736"/>
            <ac:spMk id="6" creationId="{74C6A8A8-1F17-6ACE-2F82-078F1D6C1924}"/>
          </ac:spMkLst>
        </pc:spChg>
        <pc:spChg chg="mod">
          <ac:chgData name="John Hu" userId="213e45b8a479442b" providerId="LiveId" clId="{2E03B86C-9FE7-4A68-9BB2-AF995E40CDAD}" dt="2025-09-15T13:38:34.022" v="2294" actId="13822"/>
          <ac:spMkLst>
            <pc:docMk/>
            <pc:sldMk cId="1437811656" sldId="736"/>
            <ac:spMk id="13" creationId="{802176FC-BA39-4616-3BFD-F806DB362CF2}"/>
          </ac:spMkLst>
        </pc:spChg>
        <pc:spChg chg="add del mod">
          <ac:chgData name="John Hu" userId="213e45b8a479442b" providerId="LiveId" clId="{2E03B86C-9FE7-4A68-9BB2-AF995E40CDAD}" dt="2025-09-15T13:21:37.880" v="1503" actId="478"/>
          <ac:spMkLst>
            <pc:docMk/>
            <pc:sldMk cId="1437811656" sldId="736"/>
            <ac:spMk id="16" creationId="{4DBC9B37-8444-AEC9-384C-B4C9F063ABBE}"/>
          </ac:spMkLst>
        </pc:spChg>
        <pc:spChg chg="mod">
          <ac:chgData name="John Hu" userId="213e45b8a479442b" providerId="LiveId" clId="{2E03B86C-9FE7-4A68-9BB2-AF995E40CDAD}" dt="2025-09-15T13:21:42.945" v="1504" actId="1076"/>
          <ac:spMkLst>
            <pc:docMk/>
            <pc:sldMk cId="1437811656" sldId="736"/>
            <ac:spMk id="17" creationId="{4078CF91-07F9-2DD9-1FDC-12755E15A272}"/>
          </ac:spMkLst>
        </pc:spChg>
      </pc:sldChg>
      <pc:sldChg chg="add del">
        <pc:chgData name="John Hu" userId="213e45b8a479442b" providerId="LiveId" clId="{2E03B86C-9FE7-4A68-9BB2-AF995E40CDAD}" dt="2025-09-15T13:17:26.839" v="1197"/>
        <pc:sldMkLst>
          <pc:docMk/>
          <pc:sldMk cId="3017792092" sldId="736"/>
        </pc:sldMkLst>
      </pc:sldChg>
      <pc:sldChg chg="addSp delSp modSp add mod">
        <pc:chgData name="John Hu" userId="213e45b8a479442b" providerId="LiveId" clId="{2E03B86C-9FE7-4A68-9BB2-AF995E40CDAD}" dt="2025-09-15T13:38:31.641" v="2293" actId="13822"/>
        <pc:sldMkLst>
          <pc:docMk/>
          <pc:sldMk cId="3367015964" sldId="737"/>
        </pc:sldMkLst>
        <pc:spChg chg="add mod">
          <ac:chgData name="John Hu" userId="213e45b8a479442b" providerId="LiveId" clId="{2E03B86C-9FE7-4A68-9BB2-AF995E40CDAD}" dt="2025-09-15T13:25:03.127" v="1617" actId="20577"/>
          <ac:spMkLst>
            <pc:docMk/>
            <pc:sldMk cId="3367015964" sldId="737"/>
            <ac:spMk id="4" creationId="{A870C26B-25BA-A4E6-2F7B-351256F24B16}"/>
          </ac:spMkLst>
        </pc:spChg>
        <pc:spChg chg="add mod">
          <ac:chgData name="John Hu" userId="213e45b8a479442b" providerId="LiveId" clId="{2E03B86C-9FE7-4A68-9BB2-AF995E40CDAD}" dt="2025-09-15T13:23:59.213" v="1531" actId="1076"/>
          <ac:spMkLst>
            <pc:docMk/>
            <pc:sldMk cId="3367015964" sldId="737"/>
            <ac:spMk id="5" creationId="{FB947CCF-2244-6AB2-455B-87C4F502B848}"/>
          </ac:spMkLst>
        </pc:spChg>
        <pc:spChg chg="mod">
          <ac:chgData name="John Hu" userId="213e45b8a479442b" providerId="LiveId" clId="{2E03B86C-9FE7-4A68-9BB2-AF995E40CDAD}" dt="2025-09-15T13:23:31.696" v="1524" actId="1076"/>
          <ac:spMkLst>
            <pc:docMk/>
            <pc:sldMk cId="3367015964" sldId="737"/>
            <ac:spMk id="6" creationId="{74C6A8A8-1F17-6ACE-2F82-078F1D6C1924}"/>
          </ac:spMkLst>
        </pc:spChg>
        <pc:spChg chg="add mod">
          <ac:chgData name="John Hu" userId="213e45b8a479442b" providerId="LiveId" clId="{2E03B86C-9FE7-4A68-9BB2-AF995E40CDAD}" dt="2025-09-15T13:25:47.958" v="1691" actId="14100"/>
          <ac:spMkLst>
            <pc:docMk/>
            <pc:sldMk cId="3367015964" sldId="737"/>
            <ac:spMk id="7" creationId="{3ADA88FE-4719-CCD6-3B1C-C54BBBF435EE}"/>
          </ac:spMkLst>
        </pc:spChg>
        <pc:spChg chg="del">
          <ac:chgData name="John Hu" userId="213e45b8a479442b" providerId="LiveId" clId="{2E03B86C-9FE7-4A68-9BB2-AF995E40CDAD}" dt="2025-09-15T13:23:29.228" v="1523" actId="478"/>
          <ac:spMkLst>
            <pc:docMk/>
            <pc:sldMk cId="3367015964" sldId="737"/>
            <ac:spMk id="9" creationId="{2BD50C61-1C16-4D18-B7E0-41615980F518}"/>
          </ac:spMkLst>
        </pc:spChg>
        <pc:spChg chg="mod">
          <ac:chgData name="John Hu" userId="213e45b8a479442b" providerId="LiveId" clId="{2E03B86C-9FE7-4A68-9BB2-AF995E40CDAD}" dt="2025-09-15T13:38:31.641" v="2293" actId="13822"/>
          <ac:spMkLst>
            <pc:docMk/>
            <pc:sldMk cId="3367015964" sldId="737"/>
            <ac:spMk id="13" creationId="{802176FC-BA39-4616-3BFD-F806DB362CF2}"/>
          </ac:spMkLst>
        </pc:spChg>
        <pc:spChg chg="del">
          <ac:chgData name="John Hu" userId="213e45b8a479442b" providerId="LiveId" clId="{2E03B86C-9FE7-4A68-9BB2-AF995E40CDAD}" dt="2025-09-15T13:23:56.912" v="1529" actId="478"/>
          <ac:spMkLst>
            <pc:docMk/>
            <pc:sldMk cId="3367015964" sldId="737"/>
            <ac:spMk id="17" creationId="{4078CF91-07F9-2DD9-1FDC-12755E15A272}"/>
          </ac:spMkLst>
        </pc:spChg>
      </pc:sldChg>
      <pc:sldChg chg="addSp delSp modSp add mod">
        <pc:chgData name="John Hu" userId="213e45b8a479442b" providerId="LiveId" clId="{2E03B86C-9FE7-4A68-9BB2-AF995E40CDAD}" dt="2025-09-15T13:38:28.714" v="2292" actId="13822"/>
        <pc:sldMkLst>
          <pc:docMk/>
          <pc:sldMk cId="2314379613" sldId="738"/>
        </pc:sldMkLst>
        <pc:spChg chg="add mod">
          <ac:chgData name="John Hu" userId="213e45b8a479442b" providerId="LiveId" clId="{2E03B86C-9FE7-4A68-9BB2-AF995E40CDAD}" dt="2025-09-15T13:35:59.470" v="2187" actId="20577"/>
          <ac:spMkLst>
            <pc:docMk/>
            <pc:sldMk cId="2314379613" sldId="738"/>
            <ac:spMk id="4" creationId="{DDEE8045-32CC-0840-3F4F-19C603BBEA84}"/>
          </ac:spMkLst>
        </pc:spChg>
        <pc:spChg chg="mod">
          <ac:chgData name="John Hu" userId="213e45b8a479442b" providerId="LiveId" clId="{2E03B86C-9FE7-4A68-9BB2-AF995E40CDAD}" dt="2025-09-15T13:26:37.756" v="1716" actId="1035"/>
          <ac:spMkLst>
            <pc:docMk/>
            <pc:sldMk cId="2314379613" sldId="738"/>
            <ac:spMk id="6" creationId="{74C6A8A8-1F17-6ACE-2F82-078F1D6C1924}"/>
          </ac:spMkLst>
        </pc:spChg>
        <pc:spChg chg="del">
          <ac:chgData name="John Hu" userId="213e45b8a479442b" providerId="LiveId" clId="{2E03B86C-9FE7-4A68-9BB2-AF995E40CDAD}" dt="2025-09-15T13:26:34.595" v="1710" actId="478"/>
          <ac:spMkLst>
            <pc:docMk/>
            <pc:sldMk cId="2314379613" sldId="738"/>
            <ac:spMk id="9" creationId="{2BD50C61-1C16-4D18-B7E0-41615980F518}"/>
          </ac:spMkLst>
        </pc:spChg>
        <pc:spChg chg="mod">
          <ac:chgData name="John Hu" userId="213e45b8a479442b" providerId="LiveId" clId="{2E03B86C-9FE7-4A68-9BB2-AF995E40CDAD}" dt="2025-09-15T13:38:28.714" v="2292" actId="13822"/>
          <ac:spMkLst>
            <pc:docMk/>
            <pc:sldMk cId="2314379613" sldId="738"/>
            <ac:spMk id="13" creationId="{802176FC-BA39-4616-3BFD-F806DB362CF2}"/>
          </ac:spMkLst>
        </pc:spChg>
        <pc:spChg chg="add del mod">
          <ac:chgData name="John Hu" userId="213e45b8a479442b" providerId="LiveId" clId="{2E03B86C-9FE7-4A68-9BB2-AF995E40CDAD}" dt="2025-09-15T13:36:10.479" v="2189" actId="1076"/>
          <ac:spMkLst>
            <pc:docMk/>
            <pc:sldMk cId="2314379613" sldId="738"/>
            <ac:spMk id="17" creationId="{4078CF91-07F9-2DD9-1FDC-12755E15A272}"/>
          </ac:spMkLst>
        </pc:spChg>
      </pc:sldChg>
      <pc:sldChg chg="addSp delSp modSp add mod">
        <pc:chgData name="John Hu" userId="213e45b8a479442b" providerId="LiveId" clId="{2E03B86C-9FE7-4A68-9BB2-AF995E40CDAD}" dt="2025-09-15T13:39:08.074" v="2302" actId="1076"/>
        <pc:sldMkLst>
          <pc:docMk/>
          <pc:sldMk cId="3849321944" sldId="739"/>
        </pc:sldMkLst>
        <pc:spChg chg="add del">
          <ac:chgData name="John Hu" userId="213e45b8a479442b" providerId="LiveId" clId="{2E03B86C-9FE7-4A68-9BB2-AF995E40CDAD}" dt="2025-09-15T13:37:01.362" v="2264" actId="478"/>
          <ac:spMkLst>
            <pc:docMk/>
            <pc:sldMk cId="3849321944" sldId="739"/>
            <ac:spMk id="4" creationId="{DDEE8045-32CC-0840-3F4F-19C603BBEA84}"/>
          </ac:spMkLst>
        </pc:spChg>
        <pc:spChg chg="add del mod">
          <ac:chgData name="John Hu" userId="213e45b8a479442b" providerId="LiveId" clId="{2E03B86C-9FE7-4A68-9BB2-AF995E40CDAD}" dt="2025-09-15T13:37:52.083" v="2282" actId="478"/>
          <ac:spMkLst>
            <pc:docMk/>
            <pc:sldMk cId="3849321944" sldId="739"/>
            <ac:spMk id="5" creationId="{1F9A205D-ED93-7FCF-A480-6CA88717A9C1}"/>
          </ac:spMkLst>
        </pc:spChg>
        <pc:spChg chg="add del mod">
          <ac:chgData name="John Hu" userId="213e45b8a479442b" providerId="LiveId" clId="{2E03B86C-9FE7-4A68-9BB2-AF995E40CDAD}" dt="2025-09-15T13:36:58.898" v="2263" actId="20577"/>
          <ac:spMkLst>
            <pc:docMk/>
            <pc:sldMk cId="3849321944" sldId="739"/>
            <ac:spMk id="6" creationId="{74C6A8A8-1F17-6ACE-2F82-078F1D6C1924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9" creationId="{1EDF4F45-D500-2C6A-33E6-E0B0D25E6E84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10" creationId="{089EE1E0-809E-A105-25E9-33FEF4912723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11" creationId="{CCCC489E-86ED-8685-49D2-4C5EB0B063DE}"/>
          </ac:spMkLst>
        </pc:spChg>
        <pc:spChg chg="add del mod">
          <ac:chgData name="John Hu" userId="213e45b8a479442b" providerId="LiveId" clId="{2E03B86C-9FE7-4A68-9BB2-AF995E40CDAD}" dt="2025-09-15T13:37:45.290" v="2273" actId="478"/>
          <ac:spMkLst>
            <pc:docMk/>
            <pc:sldMk cId="3849321944" sldId="739"/>
            <ac:spMk id="13" creationId="{802176FC-BA39-4616-3BFD-F806DB362CF2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16" creationId="{EF35B72F-8A61-5A13-FF04-EDB4EA9DDDFC}"/>
          </ac:spMkLst>
        </pc:spChg>
        <pc:spChg chg="add del">
          <ac:chgData name="John Hu" userId="213e45b8a479442b" providerId="LiveId" clId="{2E03B86C-9FE7-4A68-9BB2-AF995E40CDAD}" dt="2025-09-15T13:38:05.375" v="2287" actId="478"/>
          <ac:spMkLst>
            <pc:docMk/>
            <pc:sldMk cId="3849321944" sldId="739"/>
            <ac:spMk id="17" creationId="{4078CF91-07F9-2DD9-1FDC-12755E15A272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18" creationId="{3568D8B6-19B6-69BA-33FA-297EA62C7F69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19" creationId="{864320E0-1B82-C72A-8D68-5CEFCCDCF801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0" creationId="{71481FE6-3568-4782-5DEF-DF5716174E4A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1" creationId="{D3D10CD8-7EBA-1C56-5843-C47C0AB2F531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4" creationId="{CA7FFEC7-9E97-A583-8F28-0FA7FE747B12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5" creationId="{496285D1-5F2A-58B8-8253-05565D05E951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6" creationId="{C54BE581-CF5A-4E9D-37BB-6A19B947DAFB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7" creationId="{BDAFEED7-7027-15CB-0F50-4AD21653BDB3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28" creationId="{9336B7A4-9F31-1B4D-0D84-AC557062A8C3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31" creationId="{4A93F2AB-087A-1985-8356-7F710DADEF0E}"/>
          </ac:spMkLst>
        </pc:spChg>
        <pc:spChg chg="mod">
          <ac:chgData name="John Hu" userId="213e45b8a479442b" providerId="LiveId" clId="{2E03B86C-9FE7-4A68-9BB2-AF995E40CDAD}" dt="2025-09-15T13:38:00.899" v="2285"/>
          <ac:spMkLst>
            <pc:docMk/>
            <pc:sldMk cId="3849321944" sldId="739"/>
            <ac:spMk id="32" creationId="{D1DE6C10-089A-3EC8-BE2E-82575FBB1C37}"/>
          </ac:spMkLst>
        </pc:spChg>
        <pc:spChg chg="add mod">
          <ac:chgData name="John Hu" userId="213e45b8a479442b" providerId="LiveId" clId="{2E03B86C-9FE7-4A68-9BB2-AF995E40CDAD}" dt="2025-09-15T13:39:08.074" v="2302" actId="1076"/>
          <ac:spMkLst>
            <pc:docMk/>
            <pc:sldMk cId="3849321944" sldId="739"/>
            <ac:spMk id="33" creationId="{B22CC8F6-9FBB-4590-BEA3-C9772EBE7482}"/>
          </ac:spMkLst>
        </pc:spChg>
        <pc:grpChg chg="add mod">
          <ac:chgData name="John Hu" userId="213e45b8a479442b" providerId="LiveId" clId="{2E03B86C-9FE7-4A68-9BB2-AF995E40CDAD}" dt="2025-09-15T13:38:11.631" v="2288" actId="1076"/>
          <ac:grpSpMkLst>
            <pc:docMk/>
            <pc:sldMk cId="3849321944" sldId="739"/>
            <ac:grpSpMk id="7" creationId="{9CFB8780-3449-F668-0E4F-6E18AA8A4681}"/>
          </ac:grpSpMkLst>
        </pc:grpChg>
        <pc:cxnChg chg="mod">
          <ac:chgData name="John Hu" userId="213e45b8a479442b" providerId="LiveId" clId="{2E03B86C-9FE7-4A68-9BB2-AF995E40CDAD}" dt="2025-09-15T13:38:00.899" v="2285"/>
          <ac:cxnSpMkLst>
            <pc:docMk/>
            <pc:sldMk cId="3849321944" sldId="739"/>
            <ac:cxnSpMk id="12" creationId="{316DE9DD-5FA4-DF72-DAA8-1831E6E2D489}"/>
          </ac:cxnSpMkLst>
        </pc:cxnChg>
        <pc:cxnChg chg="mod">
          <ac:chgData name="John Hu" userId="213e45b8a479442b" providerId="LiveId" clId="{2E03B86C-9FE7-4A68-9BB2-AF995E40CDAD}" dt="2025-09-15T13:38:00.899" v="2285"/>
          <ac:cxnSpMkLst>
            <pc:docMk/>
            <pc:sldMk cId="3849321944" sldId="739"/>
            <ac:cxnSpMk id="15" creationId="{B01A5860-0FA8-BC1F-7639-2AFDB848A7E9}"/>
          </ac:cxnSpMkLst>
        </pc:cxnChg>
        <pc:cxnChg chg="mod">
          <ac:chgData name="John Hu" userId="213e45b8a479442b" providerId="LiveId" clId="{2E03B86C-9FE7-4A68-9BB2-AF995E40CDAD}" dt="2025-09-15T13:38:00.899" v="2285"/>
          <ac:cxnSpMkLst>
            <pc:docMk/>
            <pc:sldMk cId="3849321944" sldId="739"/>
            <ac:cxnSpMk id="22" creationId="{63F8A4EE-E949-9381-F944-2CE377F76EC7}"/>
          </ac:cxnSpMkLst>
        </pc:cxnChg>
        <pc:cxnChg chg="mod">
          <ac:chgData name="John Hu" userId="213e45b8a479442b" providerId="LiveId" clId="{2E03B86C-9FE7-4A68-9BB2-AF995E40CDAD}" dt="2025-09-15T13:38:00.899" v="2285"/>
          <ac:cxnSpMkLst>
            <pc:docMk/>
            <pc:sldMk cId="3849321944" sldId="739"/>
            <ac:cxnSpMk id="23" creationId="{BF63BDFD-5739-FFAD-0397-93128A59AEEF}"/>
          </ac:cxnSpMkLst>
        </pc:cxnChg>
        <pc:cxnChg chg="mod">
          <ac:chgData name="John Hu" userId="213e45b8a479442b" providerId="LiveId" clId="{2E03B86C-9FE7-4A68-9BB2-AF995E40CDAD}" dt="2025-09-15T13:38:00.899" v="2285"/>
          <ac:cxnSpMkLst>
            <pc:docMk/>
            <pc:sldMk cId="3849321944" sldId="739"/>
            <ac:cxnSpMk id="29" creationId="{97156DDB-DAD2-7B34-6E0A-808AF16A8448}"/>
          </ac:cxnSpMkLst>
        </pc:cxnChg>
        <pc:cxnChg chg="mod">
          <ac:chgData name="John Hu" userId="213e45b8a479442b" providerId="LiveId" clId="{2E03B86C-9FE7-4A68-9BB2-AF995E40CDAD}" dt="2025-09-15T13:38:00.899" v="2285"/>
          <ac:cxnSpMkLst>
            <pc:docMk/>
            <pc:sldMk cId="3849321944" sldId="739"/>
            <ac:cxnSpMk id="30" creationId="{121A5075-F097-C6A7-A111-26DAA6274084}"/>
          </ac:cxnSpMkLst>
        </pc:cxnChg>
      </pc:sldChg>
      <pc:sldChg chg="addSp delSp modSp add mod">
        <pc:chgData name="John Hu" userId="213e45b8a479442b" providerId="LiveId" clId="{2E03B86C-9FE7-4A68-9BB2-AF995E40CDAD}" dt="2025-09-15T13:44:05.798" v="2742" actId="1076"/>
        <pc:sldMkLst>
          <pc:docMk/>
          <pc:sldMk cId="2136953568" sldId="740"/>
        </pc:sldMkLst>
        <pc:spChg chg="add mod">
          <ac:chgData name="John Hu" userId="213e45b8a479442b" providerId="LiveId" clId="{2E03B86C-9FE7-4A68-9BB2-AF995E40CDAD}" dt="2025-09-15T13:42:59.400" v="2641" actId="20577"/>
          <ac:spMkLst>
            <pc:docMk/>
            <pc:sldMk cId="2136953568" sldId="740"/>
            <ac:spMk id="3" creationId="{B4671F28-F74D-2925-B60E-03F760186630}"/>
          </ac:spMkLst>
        </pc:spChg>
        <pc:spChg chg="add mod">
          <ac:chgData name="John Hu" userId="213e45b8a479442b" providerId="LiveId" clId="{2E03B86C-9FE7-4A68-9BB2-AF995E40CDAD}" dt="2025-09-15T13:44:05.798" v="2742" actId="1076"/>
          <ac:spMkLst>
            <pc:docMk/>
            <pc:sldMk cId="2136953568" sldId="740"/>
            <ac:spMk id="5" creationId="{22CF8E85-F82B-5727-6ABF-F7ECB0C3CFDD}"/>
          </ac:spMkLst>
        </pc:spChg>
        <pc:spChg chg="mod">
          <ac:chgData name="John Hu" userId="213e45b8a479442b" providerId="LiveId" clId="{2E03B86C-9FE7-4A68-9BB2-AF995E40CDAD}" dt="2025-09-15T13:43:09.169" v="2642" actId="1076"/>
          <ac:spMkLst>
            <pc:docMk/>
            <pc:sldMk cId="2136953568" sldId="740"/>
            <ac:spMk id="33" creationId="{B22CC8F6-9FBB-4590-BEA3-C9772EBE7482}"/>
          </ac:spMkLst>
        </pc:spChg>
        <pc:grpChg chg="del">
          <ac:chgData name="John Hu" userId="213e45b8a479442b" providerId="LiveId" clId="{2E03B86C-9FE7-4A68-9BB2-AF995E40CDAD}" dt="2025-09-15T13:39:11.541" v="2304" actId="478"/>
          <ac:grpSpMkLst>
            <pc:docMk/>
            <pc:sldMk cId="2136953568" sldId="740"/>
            <ac:grpSpMk id="7" creationId="{9CFB8780-3449-F668-0E4F-6E18AA8A4681}"/>
          </ac:grpSpMkLst>
        </pc:grpChg>
        <pc:cxnChg chg="mod">
          <ac:chgData name="John Hu" userId="213e45b8a479442b" providerId="LiveId" clId="{2E03B86C-9FE7-4A68-9BB2-AF995E40CDAD}" dt="2025-09-15T13:39:11.541" v="2304" actId="478"/>
          <ac:cxnSpMkLst>
            <pc:docMk/>
            <pc:sldMk cId="2136953568" sldId="740"/>
            <ac:cxnSpMk id="12" creationId="{316DE9DD-5FA4-DF72-DAA8-1831E6E2D489}"/>
          </ac:cxnSpMkLst>
        </pc:cxnChg>
        <pc:cxnChg chg="mod">
          <ac:chgData name="John Hu" userId="213e45b8a479442b" providerId="LiveId" clId="{2E03B86C-9FE7-4A68-9BB2-AF995E40CDAD}" dt="2025-09-15T13:39:11.541" v="2304" actId="478"/>
          <ac:cxnSpMkLst>
            <pc:docMk/>
            <pc:sldMk cId="2136953568" sldId="740"/>
            <ac:cxnSpMk id="15" creationId="{B01A5860-0FA8-BC1F-7639-2AFDB848A7E9}"/>
          </ac:cxnSpMkLst>
        </pc:cxnChg>
        <pc:cxnChg chg="mod">
          <ac:chgData name="John Hu" userId="213e45b8a479442b" providerId="LiveId" clId="{2E03B86C-9FE7-4A68-9BB2-AF995E40CDAD}" dt="2025-09-15T13:39:11.541" v="2304" actId="478"/>
          <ac:cxnSpMkLst>
            <pc:docMk/>
            <pc:sldMk cId="2136953568" sldId="740"/>
            <ac:cxnSpMk id="22" creationId="{63F8A4EE-E949-9381-F944-2CE377F76EC7}"/>
          </ac:cxnSpMkLst>
        </pc:cxnChg>
        <pc:cxnChg chg="mod">
          <ac:chgData name="John Hu" userId="213e45b8a479442b" providerId="LiveId" clId="{2E03B86C-9FE7-4A68-9BB2-AF995E40CDAD}" dt="2025-09-15T13:39:11.541" v="2304" actId="478"/>
          <ac:cxnSpMkLst>
            <pc:docMk/>
            <pc:sldMk cId="2136953568" sldId="740"/>
            <ac:cxnSpMk id="23" creationId="{BF63BDFD-5739-FFAD-0397-93128A59AEEF}"/>
          </ac:cxnSpMkLst>
        </pc:cxnChg>
        <pc:cxnChg chg="mod">
          <ac:chgData name="John Hu" userId="213e45b8a479442b" providerId="LiveId" clId="{2E03B86C-9FE7-4A68-9BB2-AF995E40CDAD}" dt="2025-09-15T13:39:11.541" v="2304" actId="478"/>
          <ac:cxnSpMkLst>
            <pc:docMk/>
            <pc:sldMk cId="2136953568" sldId="740"/>
            <ac:cxnSpMk id="29" creationId="{97156DDB-DAD2-7B34-6E0A-808AF16A8448}"/>
          </ac:cxnSpMkLst>
        </pc:cxnChg>
        <pc:cxnChg chg="mod">
          <ac:chgData name="John Hu" userId="213e45b8a479442b" providerId="LiveId" clId="{2E03B86C-9FE7-4A68-9BB2-AF995E40CDAD}" dt="2025-09-15T13:39:11.541" v="2304" actId="478"/>
          <ac:cxnSpMkLst>
            <pc:docMk/>
            <pc:sldMk cId="2136953568" sldId="740"/>
            <ac:cxnSpMk id="30" creationId="{121A5075-F097-C6A7-A111-26DAA6274084}"/>
          </ac:cxnSpMkLst>
        </pc:cxnChg>
      </pc:sldChg>
      <pc:sldChg chg="delSp modSp add mod">
        <pc:chgData name="John Hu" userId="213e45b8a479442b" providerId="LiveId" clId="{2E03B86C-9FE7-4A68-9BB2-AF995E40CDAD}" dt="2025-09-15T13:49:55.974" v="2766" actId="1076"/>
        <pc:sldMkLst>
          <pc:docMk/>
          <pc:sldMk cId="2600825527" sldId="741"/>
        </pc:sldMkLst>
        <pc:spChg chg="del">
          <ac:chgData name="John Hu" userId="213e45b8a479442b" providerId="LiveId" clId="{2E03B86C-9FE7-4A68-9BB2-AF995E40CDAD}" dt="2025-09-15T13:49:45.347" v="2765" actId="478"/>
          <ac:spMkLst>
            <pc:docMk/>
            <pc:sldMk cId="2600825527" sldId="741"/>
            <ac:spMk id="3" creationId="{B4671F28-F74D-2925-B60E-03F760186630}"/>
          </ac:spMkLst>
        </pc:spChg>
        <pc:spChg chg="mod">
          <ac:chgData name="John Hu" userId="213e45b8a479442b" providerId="LiveId" clId="{2E03B86C-9FE7-4A68-9BB2-AF995E40CDAD}" dt="2025-09-15T13:49:30.705" v="2745"/>
          <ac:spMkLst>
            <pc:docMk/>
            <pc:sldMk cId="2600825527" sldId="741"/>
            <ac:spMk id="5" creationId="{22CF8E85-F82B-5727-6ABF-F7ECB0C3CFDD}"/>
          </ac:spMkLst>
        </pc:spChg>
        <pc:spChg chg="mod">
          <ac:chgData name="John Hu" userId="213e45b8a479442b" providerId="LiveId" clId="{2E03B86C-9FE7-4A68-9BB2-AF995E40CDAD}" dt="2025-09-15T13:49:55.974" v="2766" actId="1076"/>
          <ac:spMkLst>
            <pc:docMk/>
            <pc:sldMk cId="2600825527" sldId="741"/>
            <ac:spMk id="33" creationId="{B22CC8F6-9FBB-4590-BEA3-C9772EBE7482}"/>
          </ac:spMkLst>
        </pc:spChg>
      </pc:sldChg>
      <pc:sldChg chg="modSp add mod">
        <pc:chgData name="John Hu" userId="213e45b8a479442b" providerId="LiveId" clId="{2E03B86C-9FE7-4A68-9BB2-AF995E40CDAD}" dt="2025-09-15T13:50:41.276" v="2789" actId="20577"/>
        <pc:sldMkLst>
          <pc:docMk/>
          <pc:sldMk cId="676324023" sldId="742"/>
        </pc:sldMkLst>
        <pc:spChg chg="mod">
          <ac:chgData name="John Hu" userId="213e45b8a479442b" providerId="LiveId" clId="{2E03B86C-9FE7-4A68-9BB2-AF995E40CDAD}" dt="2025-09-15T13:50:31.971" v="2769"/>
          <ac:spMkLst>
            <pc:docMk/>
            <pc:sldMk cId="676324023" sldId="742"/>
            <ac:spMk id="5" creationId="{22CF8E85-F82B-5727-6ABF-F7ECB0C3CFDD}"/>
          </ac:spMkLst>
        </pc:spChg>
        <pc:spChg chg="mod">
          <ac:chgData name="John Hu" userId="213e45b8a479442b" providerId="LiveId" clId="{2E03B86C-9FE7-4A68-9BB2-AF995E40CDAD}" dt="2025-09-15T13:50:41.276" v="2789" actId="20577"/>
          <ac:spMkLst>
            <pc:docMk/>
            <pc:sldMk cId="676324023" sldId="742"/>
            <ac:spMk id="33" creationId="{B22CC8F6-9FBB-4590-BEA3-C9772EBE7482}"/>
          </ac:spMkLst>
        </pc:spChg>
      </pc:sldChg>
      <pc:sldChg chg="modSp add mod">
        <pc:chgData name="John Hu" userId="213e45b8a479442b" providerId="LiveId" clId="{2E03B86C-9FE7-4A68-9BB2-AF995E40CDAD}" dt="2025-09-15T13:51:42.704" v="2804" actId="20577"/>
        <pc:sldMkLst>
          <pc:docMk/>
          <pc:sldMk cId="665673979" sldId="743"/>
        </pc:sldMkLst>
        <pc:spChg chg="mod">
          <ac:chgData name="John Hu" userId="213e45b8a479442b" providerId="LiveId" clId="{2E03B86C-9FE7-4A68-9BB2-AF995E40CDAD}" dt="2025-09-15T13:51:42.704" v="2804" actId="20577"/>
          <ac:spMkLst>
            <pc:docMk/>
            <pc:sldMk cId="665673979" sldId="743"/>
            <ac:spMk id="5" creationId="{22CF8E85-F82B-5727-6ABF-F7ECB0C3CFDD}"/>
          </ac:spMkLst>
        </pc:spChg>
        <pc:spChg chg="mod">
          <ac:chgData name="John Hu" userId="213e45b8a479442b" providerId="LiveId" clId="{2E03B86C-9FE7-4A68-9BB2-AF995E40CDAD}" dt="2025-09-15T13:51:27.702" v="2801" actId="1076"/>
          <ac:spMkLst>
            <pc:docMk/>
            <pc:sldMk cId="665673979" sldId="743"/>
            <ac:spMk id="33" creationId="{B22CC8F6-9FBB-4590-BEA3-C9772EBE7482}"/>
          </ac:spMkLst>
        </pc:spChg>
      </pc:sldChg>
      <pc:sldChg chg="addSp delSp modSp add mod">
        <pc:chgData name="John Hu" userId="213e45b8a479442b" providerId="LiveId" clId="{2E03B86C-9FE7-4A68-9BB2-AF995E40CDAD}" dt="2025-09-15T14:24:27.876" v="4515" actId="20577"/>
        <pc:sldMkLst>
          <pc:docMk/>
          <pc:sldMk cId="2758840009" sldId="744"/>
        </pc:sldMkLst>
        <pc:spChg chg="add mod">
          <ac:chgData name="John Hu" userId="213e45b8a479442b" providerId="LiveId" clId="{2E03B86C-9FE7-4A68-9BB2-AF995E40CDAD}" dt="2025-09-15T14:00:40.310" v="3677"/>
          <ac:spMkLst>
            <pc:docMk/>
            <pc:sldMk cId="2758840009" sldId="744"/>
            <ac:spMk id="3" creationId="{D0FD2F99-7BCC-5F71-4DE5-BDA3324EA90A}"/>
          </ac:spMkLst>
        </pc:spChg>
        <pc:spChg chg="mod">
          <ac:chgData name="John Hu" userId="213e45b8a479442b" providerId="LiveId" clId="{2E03B86C-9FE7-4A68-9BB2-AF995E40CDAD}" dt="2025-09-15T14:24:27.876" v="4515" actId="20577"/>
          <ac:spMkLst>
            <pc:docMk/>
            <pc:sldMk cId="2758840009" sldId="744"/>
            <ac:spMk id="5" creationId="{22CF8E85-F82B-5727-6ABF-F7ECB0C3CFDD}"/>
          </ac:spMkLst>
        </pc:spChg>
        <pc:spChg chg="del">
          <ac:chgData name="John Hu" userId="213e45b8a479442b" providerId="LiveId" clId="{2E03B86C-9FE7-4A68-9BB2-AF995E40CDAD}" dt="2025-09-15T13:52:17.322" v="2851" actId="478"/>
          <ac:spMkLst>
            <pc:docMk/>
            <pc:sldMk cId="2758840009" sldId="744"/>
            <ac:spMk id="33" creationId="{B22CC8F6-9FBB-4590-BEA3-C9772EBE7482}"/>
          </ac:spMkLst>
        </pc:spChg>
      </pc:sldChg>
      <pc:sldChg chg="addSp delSp modSp add mod">
        <pc:chgData name="John Hu" userId="213e45b8a479442b" providerId="LiveId" clId="{2E03B86C-9FE7-4A68-9BB2-AF995E40CDAD}" dt="2025-09-15T14:17:09.620" v="4213" actId="6549"/>
        <pc:sldMkLst>
          <pc:docMk/>
          <pc:sldMk cId="1631496676" sldId="745"/>
        </pc:sldMkLst>
        <pc:spChg chg="add mod">
          <ac:chgData name="John Hu" userId="213e45b8a479442b" providerId="LiveId" clId="{2E03B86C-9FE7-4A68-9BB2-AF995E40CDAD}" dt="2025-09-15T14:17:09.620" v="4213" actId="6549"/>
          <ac:spMkLst>
            <pc:docMk/>
            <pc:sldMk cId="1631496676" sldId="745"/>
            <ac:spMk id="3" creationId="{810C63DA-3E9A-BFC2-E0ED-9FD067F257D1}"/>
          </ac:spMkLst>
        </pc:spChg>
        <pc:spChg chg="mod">
          <ac:chgData name="John Hu" userId="213e45b8a479442b" providerId="LiveId" clId="{2E03B86C-9FE7-4A68-9BB2-AF995E40CDAD}" dt="2025-09-15T14:01:12.482" v="3687" actId="1076"/>
          <ac:spMkLst>
            <pc:docMk/>
            <pc:sldMk cId="1631496676" sldId="745"/>
            <ac:spMk id="5" creationId="{22CF8E85-F82B-5727-6ABF-F7ECB0C3CFDD}"/>
          </ac:spMkLst>
        </pc:spChg>
        <pc:spChg chg="mod">
          <ac:chgData name="John Hu" userId="213e45b8a479442b" providerId="LiveId" clId="{2E03B86C-9FE7-4A68-9BB2-AF995E40CDAD}" dt="2025-09-15T14:01:09.385" v="3686" actId="1076"/>
          <ac:spMkLst>
            <pc:docMk/>
            <pc:sldMk cId="1631496676" sldId="745"/>
            <ac:spMk id="6" creationId="{74C6A8A8-1F17-6ACE-2F82-078F1D6C1924}"/>
          </ac:spMkLst>
        </pc:spChg>
        <pc:spChg chg="del">
          <ac:chgData name="John Hu" userId="213e45b8a479442b" providerId="LiveId" clId="{2E03B86C-9FE7-4A68-9BB2-AF995E40CDAD}" dt="2025-09-15T14:01:06.726" v="3685" actId="478"/>
          <ac:spMkLst>
            <pc:docMk/>
            <pc:sldMk cId="1631496676" sldId="745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2E03B86C-9FE7-4A68-9BB2-AF995E40CDAD}" dt="2025-09-15T14:08:49.344" v="3967" actId="20577"/>
        <pc:sldMkLst>
          <pc:docMk/>
          <pc:sldMk cId="2990050278" sldId="746"/>
        </pc:sldMkLst>
        <pc:spChg chg="add mod">
          <ac:chgData name="John Hu" userId="213e45b8a479442b" providerId="LiveId" clId="{2E03B86C-9FE7-4A68-9BB2-AF995E40CDAD}" dt="2025-09-15T14:08:49.344" v="3967" actId="20577"/>
          <ac:spMkLst>
            <pc:docMk/>
            <pc:sldMk cId="2990050278" sldId="746"/>
            <ac:spMk id="3" creationId="{F3BDD452-14BB-AB80-C839-1C0C753FB08F}"/>
          </ac:spMkLst>
        </pc:spChg>
        <pc:spChg chg="mod">
          <ac:chgData name="John Hu" userId="213e45b8a479442b" providerId="LiveId" clId="{2E03B86C-9FE7-4A68-9BB2-AF995E40CDAD}" dt="2025-09-15T14:07:53.815" v="3859" actId="14100"/>
          <ac:spMkLst>
            <pc:docMk/>
            <pc:sldMk cId="2990050278" sldId="746"/>
            <ac:spMk id="6" creationId="{F3BDD452-14BB-AB80-C839-1C0C753FB08F}"/>
          </ac:spMkLst>
        </pc:spChg>
        <pc:spChg chg="del">
          <ac:chgData name="John Hu" userId="213e45b8a479442b" providerId="LiveId" clId="{2E03B86C-9FE7-4A68-9BB2-AF995E40CDAD}" dt="2025-09-15T14:02:26.616" v="3724" actId="478"/>
          <ac:spMkLst>
            <pc:docMk/>
            <pc:sldMk cId="2990050278" sldId="746"/>
            <ac:spMk id="7" creationId="{098E2A48-303C-4174-B7F9-B7DF985E5A28}"/>
          </ac:spMkLst>
        </pc:spChg>
        <pc:spChg chg="mod">
          <ac:chgData name="John Hu" userId="213e45b8a479442b" providerId="LiveId" clId="{2E03B86C-9FE7-4A68-9BB2-AF995E40CDAD}" dt="2025-09-15T14:02:30.571" v="3726" actId="14100"/>
          <ac:spMkLst>
            <pc:docMk/>
            <pc:sldMk cId="2990050278" sldId="746"/>
            <ac:spMk id="9" creationId="{FEFA440A-ED12-64BA-E00E-316514969B7E}"/>
          </ac:spMkLst>
        </pc:spChg>
        <pc:spChg chg="mod">
          <ac:chgData name="John Hu" userId="213e45b8a479442b" providerId="LiveId" clId="{2E03B86C-9FE7-4A68-9BB2-AF995E40CDAD}" dt="2025-09-15T14:07:08.672" v="3820"/>
          <ac:spMkLst>
            <pc:docMk/>
            <pc:sldMk cId="2990050278" sldId="746"/>
            <ac:spMk id="10" creationId="{FEFA440A-ED12-64BA-E00E-316514969B7E}"/>
          </ac:spMkLst>
        </pc:spChg>
        <pc:spChg chg="mod">
          <ac:chgData name="John Hu" userId="213e45b8a479442b" providerId="LiveId" clId="{2E03B86C-9FE7-4A68-9BB2-AF995E40CDAD}" dt="2025-09-15T14:03:25.028" v="3790" actId="20577"/>
          <ac:spMkLst>
            <pc:docMk/>
            <pc:sldMk cId="2990050278" sldId="746"/>
            <ac:spMk id="11" creationId="{63AD3EE9-5CC1-535A-2531-50858BC3DBB4}"/>
          </ac:spMkLst>
        </pc:spChg>
        <pc:spChg chg="mod">
          <ac:chgData name="John Hu" userId="213e45b8a479442b" providerId="LiveId" clId="{2E03B86C-9FE7-4A68-9BB2-AF995E40CDAD}" dt="2025-09-15T14:02:53.742" v="3763" actId="1076"/>
          <ac:spMkLst>
            <pc:docMk/>
            <pc:sldMk cId="2990050278" sldId="746"/>
            <ac:spMk id="12" creationId="{77E05F95-2937-C378-EF9F-8A9772576888}"/>
          </ac:spMkLst>
        </pc:spChg>
        <pc:spChg chg="mod">
          <ac:chgData name="John Hu" userId="213e45b8a479442b" providerId="LiveId" clId="{2E03B86C-9FE7-4A68-9BB2-AF995E40CDAD}" dt="2025-09-15T14:03:28.073" v="3791" actId="1076"/>
          <ac:spMkLst>
            <pc:docMk/>
            <pc:sldMk cId="2990050278" sldId="746"/>
            <ac:spMk id="13" creationId="{F980908C-27F7-4177-BE13-38DE677838F4}"/>
          </ac:spMkLst>
        </pc:spChg>
        <pc:spChg chg="mod">
          <ac:chgData name="John Hu" userId="213e45b8a479442b" providerId="LiveId" clId="{2E03B86C-9FE7-4A68-9BB2-AF995E40CDAD}" dt="2025-09-15T14:03:33.110" v="3792" actId="1076"/>
          <ac:spMkLst>
            <pc:docMk/>
            <pc:sldMk cId="2990050278" sldId="746"/>
            <ac:spMk id="15" creationId="{FB369DB6-176D-CB17-8A0B-AF3AEE3411F3}"/>
          </ac:spMkLst>
        </pc:spChg>
        <pc:spChg chg="mod">
          <ac:chgData name="John Hu" userId="213e45b8a479442b" providerId="LiveId" clId="{2E03B86C-9FE7-4A68-9BB2-AF995E40CDAD}" dt="2025-09-15T14:04:14.599" v="3818" actId="20577"/>
          <ac:spMkLst>
            <pc:docMk/>
            <pc:sldMk cId="2990050278" sldId="746"/>
            <ac:spMk id="16" creationId="{1C27D63B-CD7F-BC38-EF84-43580F2ACE74}"/>
          </ac:spMkLst>
        </pc:spChg>
        <pc:spChg chg="mod">
          <ac:chgData name="John Hu" userId="213e45b8a479442b" providerId="LiveId" clId="{2E03B86C-9FE7-4A68-9BB2-AF995E40CDAD}" dt="2025-09-15T14:07:08.672" v="3820"/>
          <ac:spMkLst>
            <pc:docMk/>
            <pc:sldMk cId="2990050278" sldId="746"/>
            <ac:spMk id="18" creationId="{63AD3EE9-5CC1-535A-2531-50858BC3DBB4}"/>
          </ac:spMkLst>
        </pc:spChg>
        <pc:spChg chg="mod">
          <ac:chgData name="John Hu" userId="213e45b8a479442b" providerId="LiveId" clId="{2E03B86C-9FE7-4A68-9BB2-AF995E40CDAD}" dt="2025-09-15T14:07:08.672" v="3820"/>
          <ac:spMkLst>
            <pc:docMk/>
            <pc:sldMk cId="2990050278" sldId="746"/>
            <ac:spMk id="19" creationId="{77E05F95-2937-C378-EF9F-8A9772576888}"/>
          </ac:spMkLst>
        </pc:spChg>
        <pc:spChg chg="mod">
          <ac:chgData name="John Hu" userId="213e45b8a479442b" providerId="LiveId" clId="{2E03B86C-9FE7-4A68-9BB2-AF995E40CDAD}" dt="2025-09-15T14:07:08.672" v="3820"/>
          <ac:spMkLst>
            <pc:docMk/>
            <pc:sldMk cId="2990050278" sldId="746"/>
            <ac:spMk id="20" creationId="{F980908C-27F7-4177-BE13-38DE677838F4}"/>
          </ac:spMkLst>
        </pc:spChg>
        <pc:spChg chg="add mod">
          <ac:chgData name="John Hu" userId="213e45b8a479442b" providerId="LiveId" clId="{2E03B86C-9FE7-4A68-9BB2-AF995E40CDAD}" dt="2025-09-15T14:07:51.487" v="3858" actId="1076"/>
          <ac:spMkLst>
            <pc:docMk/>
            <pc:sldMk cId="2990050278" sldId="746"/>
            <ac:spMk id="21" creationId="{04429BBF-DAE3-422A-8EE6-679482F6477A}"/>
          </ac:spMkLst>
        </pc:spChg>
        <pc:grpChg chg="add mod">
          <ac:chgData name="John Hu" userId="213e45b8a479442b" providerId="LiveId" clId="{2E03B86C-9FE7-4A68-9BB2-AF995E40CDAD}" dt="2025-09-15T14:07:51.487" v="3858" actId="1076"/>
          <ac:grpSpMkLst>
            <pc:docMk/>
            <pc:sldMk cId="2990050278" sldId="746"/>
            <ac:grpSpMk id="5" creationId="{EFACEF4F-3C3F-4A90-90EF-3EC3A1F10443}"/>
          </ac:grpSpMkLst>
        </pc:grpChg>
        <pc:grpChg chg="mod">
          <ac:chgData name="John Hu" userId="213e45b8a479442b" providerId="LiveId" clId="{2E03B86C-9FE7-4A68-9BB2-AF995E40CDAD}" dt="2025-09-15T14:02:37.356" v="3727" actId="1076"/>
          <ac:grpSpMkLst>
            <pc:docMk/>
            <pc:sldMk cId="2990050278" sldId="746"/>
            <ac:grpSpMk id="17" creationId="{EFACEF4F-3C3F-4A90-90EF-3EC3A1F10443}"/>
          </ac:grpSpMkLst>
        </pc:grpChg>
        <pc:grpChg chg="del">
          <ac:chgData name="John Hu" userId="213e45b8a479442b" providerId="LiveId" clId="{2E03B86C-9FE7-4A68-9BB2-AF995E40CDAD}" dt="2025-09-15T14:02:26.616" v="3724" actId="478"/>
          <ac:grpSpMkLst>
            <pc:docMk/>
            <pc:sldMk cId="2990050278" sldId="746"/>
            <ac:grpSpMk id="26" creationId="{A3C1C3D8-7912-8299-1FA7-D21FDBE8779B}"/>
          </ac:grpSpMkLst>
        </pc:grpChg>
      </pc:sldChg>
      <pc:sldChg chg="addSp modSp add mod">
        <pc:chgData name="John Hu" userId="213e45b8a479442b" providerId="LiveId" clId="{2E03B86C-9FE7-4A68-9BB2-AF995E40CDAD}" dt="2025-09-15T14:20:53.085" v="4421" actId="20577"/>
        <pc:sldMkLst>
          <pc:docMk/>
          <pc:sldMk cId="749357590" sldId="747"/>
        </pc:sldMkLst>
        <pc:spChg chg="mod">
          <ac:chgData name="John Hu" userId="213e45b8a479442b" providerId="LiveId" clId="{2E03B86C-9FE7-4A68-9BB2-AF995E40CDAD}" dt="2025-09-15T14:20:23.546" v="4353"/>
          <ac:spMkLst>
            <pc:docMk/>
            <pc:sldMk cId="749357590" sldId="747"/>
            <ac:spMk id="3" creationId="{810C63DA-3E9A-BFC2-E0ED-9FD067F257D1}"/>
          </ac:spMkLst>
        </pc:spChg>
        <pc:spChg chg="add mod">
          <ac:chgData name="John Hu" userId="213e45b8a479442b" providerId="LiveId" clId="{2E03B86C-9FE7-4A68-9BB2-AF995E40CDAD}" dt="2025-09-15T14:20:53.085" v="4421" actId="20577"/>
          <ac:spMkLst>
            <pc:docMk/>
            <pc:sldMk cId="749357590" sldId="747"/>
            <ac:spMk id="4" creationId="{FD8A6A0F-CECE-5369-5218-FED01E9AA219}"/>
          </ac:spMkLst>
        </pc:spChg>
        <pc:spChg chg="mod">
          <ac:chgData name="John Hu" userId="213e45b8a479442b" providerId="LiveId" clId="{2E03B86C-9FE7-4A68-9BB2-AF995E40CDAD}" dt="2025-09-15T14:17:52.968" v="4225" actId="20577"/>
          <ac:spMkLst>
            <pc:docMk/>
            <pc:sldMk cId="749357590" sldId="747"/>
            <ac:spMk id="5" creationId="{22CF8E85-F82B-5727-6ABF-F7ECB0C3CFDD}"/>
          </ac:spMkLst>
        </pc:spChg>
      </pc:sldChg>
      <pc:sldChg chg="add">
        <pc:chgData name="John Hu" userId="213e45b8a479442b" providerId="LiveId" clId="{2E03B86C-9FE7-4A68-9BB2-AF995E40CDAD}" dt="2025-09-15T14:18:22.011" v="4230"/>
        <pc:sldMkLst>
          <pc:docMk/>
          <pc:sldMk cId="1653566113" sldId="748"/>
        </pc:sldMkLst>
      </pc:sldChg>
      <pc:sldChg chg="modSp add mod">
        <pc:chgData name="John Hu" userId="213e45b8a479442b" providerId="LiveId" clId="{2E03B86C-9FE7-4A68-9BB2-AF995E40CDAD}" dt="2025-09-15T14:27:33.349" v="4615" actId="14100"/>
        <pc:sldMkLst>
          <pc:docMk/>
          <pc:sldMk cId="3150432896" sldId="749"/>
        </pc:sldMkLst>
        <pc:spChg chg="mod">
          <ac:chgData name="John Hu" userId="213e45b8a479442b" providerId="LiveId" clId="{2E03B86C-9FE7-4A68-9BB2-AF995E40CDAD}" dt="2025-09-15T14:24:50.639" v="4524" actId="403"/>
          <ac:spMkLst>
            <pc:docMk/>
            <pc:sldMk cId="3150432896" sldId="749"/>
            <ac:spMk id="3" creationId="{810C63DA-3E9A-BFC2-E0ED-9FD067F257D1}"/>
          </ac:spMkLst>
        </pc:spChg>
        <pc:spChg chg="mod">
          <ac:chgData name="John Hu" userId="213e45b8a479442b" providerId="LiveId" clId="{2E03B86C-9FE7-4A68-9BB2-AF995E40CDAD}" dt="2025-09-15T14:27:33.349" v="4615" actId="14100"/>
          <ac:spMkLst>
            <pc:docMk/>
            <pc:sldMk cId="3150432896" sldId="749"/>
            <ac:spMk id="4" creationId="{FD8A6A0F-CECE-5369-5218-FED01E9AA219}"/>
          </ac:spMkLst>
        </pc:spChg>
        <pc:spChg chg="mod">
          <ac:chgData name="John Hu" userId="213e45b8a479442b" providerId="LiveId" clId="{2E03B86C-9FE7-4A68-9BB2-AF995E40CDAD}" dt="2025-09-15T14:27:13.712" v="4596" actId="20577"/>
          <ac:spMkLst>
            <pc:docMk/>
            <pc:sldMk cId="3150432896" sldId="749"/>
            <ac:spMk id="5" creationId="{22CF8E85-F82B-5727-6ABF-F7ECB0C3CFDD}"/>
          </ac:spMkLst>
        </pc:spChg>
      </pc:sldChg>
      <pc:sldChg chg="addSp modSp add mod">
        <pc:chgData name="John Hu" userId="213e45b8a479442b" providerId="LiveId" clId="{2E03B86C-9FE7-4A68-9BB2-AF995E40CDAD}" dt="2025-09-15T14:36:42.051" v="5129" actId="20577"/>
        <pc:sldMkLst>
          <pc:docMk/>
          <pc:sldMk cId="3771757086" sldId="750"/>
        </pc:sldMkLst>
        <pc:spChg chg="mod">
          <ac:chgData name="John Hu" userId="213e45b8a479442b" providerId="LiveId" clId="{2E03B86C-9FE7-4A68-9BB2-AF995E40CDAD}" dt="2025-09-15T14:35:11.854" v="5084" actId="1076"/>
          <ac:spMkLst>
            <pc:docMk/>
            <pc:sldMk cId="3771757086" sldId="750"/>
            <ac:spMk id="3" creationId="{810C63DA-3E9A-BFC2-E0ED-9FD067F257D1}"/>
          </ac:spMkLst>
        </pc:spChg>
        <pc:spChg chg="add mod">
          <ac:chgData name="John Hu" userId="213e45b8a479442b" providerId="LiveId" clId="{2E03B86C-9FE7-4A68-9BB2-AF995E40CDAD}" dt="2025-09-15T14:36:42.051" v="5129" actId="20577"/>
          <ac:spMkLst>
            <pc:docMk/>
            <pc:sldMk cId="3771757086" sldId="750"/>
            <ac:spMk id="4" creationId="{AFCE456C-6107-7086-DC29-84FBD824E7F0}"/>
          </ac:spMkLst>
        </pc:spChg>
        <pc:spChg chg="mod">
          <ac:chgData name="John Hu" userId="213e45b8a479442b" providerId="LiveId" clId="{2E03B86C-9FE7-4A68-9BB2-AF995E40CDAD}" dt="2025-09-15T14:24:59.396" v="4525"/>
          <ac:spMkLst>
            <pc:docMk/>
            <pc:sldMk cId="3771757086" sldId="750"/>
            <ac:spMk id="5" creationId="{22CF8E85-F82B-5727-6ABF-F7ECB0C3CFDD}"/>
          </ac:spMkLst>
        </pc:spChg>
      </pc:sldChg>
      <pc:sldChg chg="addSp delSp modSp add mod">
        <pc:chgData name="John Hu" userId="213e45b8a479442b" providerId="LiveId" clId="{2E03B86C-9FE7-4A68-9BB2-AF995E40CDAD}" dt="2025-09-15T14:32:19.489" v="4950" actId="20577"/>
        <pc:sldMkLst>
          <pc:docMk/>
          <pc:sldMk cId="1655814851" sldId="751"/>
        </pc:sldMkLst>
        <pc:spChg chg="mod">
          <ac:chgData name="John Hu" userId="213e45b8a479442b" providerId="LiveId" clId="{2E03B86C-9FE7-4A68-9BB2-AF995E40CDAD}" dt="2025-09-15T14:30:41.912" v="4806" actId="113"/>
          <ac:spMkLst>
            <pc:docMk/>
            <pc:sldMk cId="1655814851" sldId="751"/>
            <ac:spMk id="3" creationId="{810C63DA-3E9A-BFC2-E0ED-9FD067F257D1}"/>
          </ac:spMkLst>
        </pc:spChg>
        <pc:spChg chg="del">
          <ac:chgData name="John Hu" userId="213e45b8a479442b" providerId="LiveId" clId="{2E03B86C-9FE7-4A68-9BB2-AF995E40CDAD}" dt="2025-09-15T14:26:45.572" v="4541" actId="478"/>
          <ac:spMkLst>
            <pc:docMk/>
            <pc:sldMk cId="1655814851" sldId="751"/>
            <ac:spMk id="4" creationId="{FD8A6A0F-CECE-5369-5218-FED01E9AA219}"/>
          </ac:spMkLst>
        </pc:spChg>
        <pc:spChg chg="mod">
          <ac:chgData name="John Hu" userId="213e45b8a479442b" providerId="LiveId" clId="{2E03B86C-9FE7-4A68-9BB2-AF995E40CDAD}" dt="2025-09-15T14:29:25.931" v="4776" actId="1076"/>
          <ac:spMkLst>
            <pc:docMk/>
            <pc:sldMk cId="1655814851" sldId="751"/>
            <ac:spMk id="5" creationId="{22CF8E85-F82B-5727-6ABF-F7ECB0C3CFDD}"/>
          </ac:spMkLst>
        </pc:spChg>
        <pc:spChg chg="add del">
          <ac:chgData name="John Hu" userId="213e45b8a479442b" providerId="LiveId" clId="{2E03B86C-9FE7-4A68-9BB2-AF995E40CDAD}" dt="2025-09-15T14:30:59.381" v="4808" actId="22"/>
          <ac:spMkLst>
            <pc:docMk/>
            <pc:sldMk cId="1655814851" sldId="751"/>
            <ac:spMk id="9" creationId="{ADA82075-8026-53DA-AEC3-E2570B078314}"/>
          </ac:spMkLst>
        </pc:spChg>
        <pc:spChg chg="add del">
          <ac:chgData name="John Hu" userId="213e45b8a479442b" providerId="LiveId" clId="{2E03B86C-9FE7-4A68-9BB2-AF995E40CDAD}" dt="2025-09-15T14:31:02.187" v="4810" actId="22"/>
          <ac:spMkLst>
            <pc:docMk/>
            <pc:sldMk cId="1655814851" sldId="751"/>
            <ac:spMk id="11" creationId="{DAC4204F-8523-36EE-5B11-4252E5351020}"/>
          </ac:spMkLst>
        </pc:spChg>
        <pc:spChg chg="add mod">
          <ac:chgData name="John Hu" userId="213e45b8a479442b" providerId="LiveId" clId="{2E03B86C-9FE7-4A68-9BB2-AF995E40CDAD}" dt="2025-09-15T14:32:19.489" v="4950" actId="20577"/>
          <ac:spMkLst>
            <pc:docMk/>
            <pc:sldMk cId="1655814851" sldId="751"/>
            <ac:spMk id="12" creationId="{ED98FCF5-FB5E-E91B-4FE8-D9A682A4C848}"/>
          </ac:spMkLst>
        </pc:spChg>
      </pc:sldChg>
      <pc:sldChg chg="addSp modSp add mod">
        <pc:chgData name="John Hu" userId="213e45b8a479442b" providerId="LiveId" clId="{2E03B86C-9FE7-4A68-9BB2-AF995E40CDAD}" dt="2025-09-15T14:34:31.888" v="5019"/>
        <pc:sldMkLst>
          <pc:docMk/>
          <pc:sldMk cId="190372072" sldId="752"/>
        </pc:sldMkLst>
        <pc:spChg chg="add mod">
          <ac:chgData name="John Hu" userId="213e45b8a479442b" providerId="LiveId" clId="{2E03B86C-9FE7-4A68-9BB2-AF995E40CDAD}" dt="2025-09-15T14:34:31.888" v="5019"/>
          <ac:spMkLst>
            <pc:docMk/>
            <pc:sldMk cId="190372072" sldId="752"/>
            <ac:spMk id="4" creationId="{EBFB0537-42DF-DDFC-6D3E-BDDE1716EAA7}"/>
          </ac:spMkLst>
        </pc:spChg>
        <pc:spChg chg="mod">
          <ac:chgData name="John Hu" userId="213e45b8a479442b" providerId="LiveId" clId="{2E03B86C-9FE7-4A68-9BB2-AF995E40CDAD}" dt="2025-09-15T14:26:42.464" v="4540"/>
          <ac:spMkLst>
            <pc:docMk/>
            <pc:sldMk cId="190372072" sldId="752"/>
            <ac:spMk id="5" creationId="{22CF8E85-F82B-5727-6ABF-F7ECB0C3CFDD}"/>
          </ac:spMkLst>
        </pc:spChg>
      </pc:sldChg>
    </pc:docChg>
  </pc:docChgLst>
  <pc:docChgLst>
    <pc:chgData name="John Hu" userId="213e45b8a479442b" providerId="LiveId" clId="{7FCE8903-A9B5-457E-97ED-0BADF084AAD3}"/>
    <pc:docChg chg="undo redo custSel addSld delSld modSld sldOrd">
      <pc:chgData name="John Hu" userId="213e45b8a479442b" providerId="LiveId" clId="{7FCE8903-A9B5-457E-97ED-0BADF084AAD3}" dt="2025-06-12T13:05:55.133" v="3445" actId="1076"/>
      <pc:docMkLst>
        <pc:docMk/>
      </pc:docMkLst>
      <pc:sldChg chg="addSp delSp modSp mod">
        <pc:chgData name="John Hu" userId="213e45b8a479442b" providerId="LiveId" clId="{7FCE8903-A9B5-457E-97ED-0BADF084AAD3}" dt="2025-06-10T13:20:54.898" v="961" actId="1036"/>
        <pc:sldMkLst>
          <pc:docMk/>
          <pc:sldMk cId="2256634334" sldId="427"/>
        </pc:sldMkLst>
        <pc:spChg chg="mod">
          <ac:chgData name="John Hu" userId="213e45b8a479442b" providerId="LiveId" clId="{7FCE8903-A9B5-457E-97ED-0BADF084AAD3}" dt="2025-06-07T11:55:32.981" v="44" actId="20577"/>
          <ac:spMkLst>
            <pc:docMk/>
            <pc:sldMk cId="2256634334" sldId="427"/>
            <ac:spMk id="2" creationId="{5888EE31-F44C-4034-8407-4C756F65702C}"/>
          </ac:spMkLst>
        </pc:spChg>
        <pc:spChg chg="del mod">
          <ac:chgData name="John Hu" userId="213e45b8a479442b" providerId="LiveId" clId="{7FCE8903-A9B5-457E-97ED-0BADF084AAD3}" dt="2025-06-07T11:58:41.418" v="250" actId="478"/>
          <ac:spMkLst>
            <pc:docMk/>
            <pc:sldMk cId="2256634334" sldId="427"/>
            <ac:spMk id="3" creationId="{30F0AC51-4500-404D-B030-4FE49D08C651}"/>
          </ac:spMkLst>
        </pc:spChg>
        <pc:spChg chg="del">
          <ac:chgData name="John Hu" userId="213e45b8a479442b" providerId="LiveId" clId="{7FCE8903-A9B5-457E-97ED-0BADF084AAD3}" dt="2025-06-07T11:56:28.192" v="152" actId="478"/>
          <ac:spMkLst>
            <pc:docMk/>
            <pc:sldMk cId="2256634334" sldId="427"/>
            <ac:spMk id="4" creationId="{D5373E77-AFF8-4BD6-8E08-6B50A2AE86B2}"/>
          </ac:spMkLst>
        </pc:spChg>
        <pc:spChg chg="del mod">
          <ac:chgData name="John Hu" userId="213e45b8a479442b" providerId="LiveId" clId="{7FCE8903-A9B5-457E-97ED-0BADF084AAD3}" dt="2025-06-07T11:56:38.076" v="154" actId="478"/>
          <ac:spMkLst>
            <pc:docMk/>
            <pc:sldMk cId="2256634334" sldId="427"/>
            <ac:spMk id="5" creationId="{1D1DB04B-4013-4417-8672-E23B01AD4889}"/>
          </ac:spMkLst>
        </pc:spChg>
        <pc:spChg chg="del">
          <ac:chgData name="John Hu" userId="213e45b8a479442b" providerId="LiveId" clId="{7FCE8903-A9B5-457E-97ED-0BADF084AAD3}" dt="2025-06-10T13:20:37.497" v="956" actId="478"/>
          <ac:spMkLst>
            <pc:docMk/>
            <pc:sldMk cId="2256634334" sldId="427"/>
            <ac:spMk id="6" creationId="{22C2B4DA-1086-46B7-8F66-2C883AFBE40F}"/>
          </ac:spMkLst>
        </pc:spChg>
        <pc:spChg chg="del">
          <ac:chgData name="John Hu" userId="213e45b8a479442b" providerId="LiveId" clId="{7FCE8903-A9B5-457E-97ED-0BADF084AAD3}" dt="2025-06-07T11:56:28.192" v="152" actId="478"/>
          <ac:spMkLst>
            <pc:docMk/>
            <pc:sldMk cId="2256634334" sldId="427"/>
            <ac:spMk id="6" creationId="{981A77B7-054B-4C3E-AA9B-8611E9DFB4A3}"/>
          </ac:spMkLst>
        </pc:spChg>
        <pc:spChg chg="add mod">
          <ac:chgData name="John Hu" userId="213e45b8a479442b" providerId="LiveId" clId="{7FCE8903-A9B5-457E-97ED-0BADF084AAD3}" dt="2025-06-10T13:20:54.898" v="961" actId="1036"/>
          <ac:spMkLst>
            <pc:docMk/>
            <pc:sldMk cId="2256634334" sldId="427"/>
            <ac:spMk id="7" creationId="{3709CE55-5CD9-F916-1B27-7613EDC56FFA}"/>
          </ac:spMkLst>
        </pc:spChg>
        <pc:spChg chg="mod">
          <ac:chgData name="John Hu" userId="213e45b8a479442b" providerId="LiveId" clId="{7FCE8903-A9B5-457E-97ED-0BADF084AAD3}" dt="2025-06-07T11:59:14.415" v="295" actId="20577"/>
          <ac:spMkLst>
            <pc:docMk/>
            <pc:sldMk cId="2256634334" sldId="427"/>
            <ac:spMk id="8" creationId="{36177B38-43AB-4398-968B-448F8F0E5F49}"/>
          </ac:spMkLst>
        </pc:spChg>
        <pc:spChg chg="del">
          <ac:chgData name="John Hu" userId="213e45b8a479442b" providerId="LiveId" clId="{7FCE8903-A9B5-457E-97ED-0BADF084AAD3}" dt="2025-06-07T11:56:28.192" v="152" actId="478"/>
          <ac:spMkLst>
            <pc:docMk/>
            <pc:sldMk cId="2256634334" sldId="427"/>
            <ac:spMk id="9" creationId="{2235D401-6F86-4AD7-BC98-10715AF4F499}"/>
          </ac:spMkLst>
        </pc:spChg>
        <pc:spChg chg="del">
          <ac:chgData name="John Hu" userId="213e45b8a479442b" providerId="LiveId" clId="{7FCE8903-A9B5-457E-97ED-0BADF084AAD3}" dt="2025-06-07T11:56:28.192" v="152" actId="478"/>
          <ac:spMkLst>
            <pc:docMk/>
            <pc:sldMk cId="2256634334" sldId="427"/>
            <ac:spMk id="10" creationId="{0E3E8F9B-9D6D-46CD-83EE-97636F129C56}"/>
          </ac:spMkLst>
        </pc:spChg>
        <pc:spChg chg="del">
          <ac:chgData name="John Hu" userId="213e45b8a479442b" providerId="LiveId" clId="{7FCE8903-A9B5-457E-97ED-0BADF084AAD3}" dt="2025-06-07T11:56:28.192" v="152" actId="478"/>
          <ac:spMkLst>
            <pc:docMk/>
            <pc:sldMk cId="2256634334" sldId="427"/>
            <ac:spMk id="11" creationId="{16735619-D462-4E1C-9B15-E77B3698FEA4}"/>
          </ac:spMkLst>
        </pc:spChg>
        <pc:spChg chg="add mod">
          <ac:chgData name="John Hu" userId="213e45b8a479442b" providerId="LiveId" clId="{7FCE8903-A9B5-457E-97ED-0BADF084AAD3}" dt="2025-06-10T13:20:50.187" v="959" actId="20577"/>
          <ac:spMkLst>
            <pc:docMk/>
            <pc:sldMk cId="2256634334" sldId="427"/>
            <ac:spMk id="12" creationId="{632F0707-9B46-1BFA-BE93-A43C8F886C7D}"/>
          </ac:spMkLst>
        </pc:spChg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378383801" sldId="429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144623804" sldId="579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65379693" sldId="586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822434923" sldId="593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102328016" sldId="624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181779752" sldId="629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4244302907" sldId="637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701864374" sldId="638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774578108" sldId="639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56935045" sldId="640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161691511" sldId="641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444438766" sldId="642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832691755" sldId="643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634169676" sldId="644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996827761" sldId="645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867182455" sldId="646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760184106" sldId="647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862788250" sldId="649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676375893" sldId="650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094640988" sldId="651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939152827" sldId="652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274158211" sldId="653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623049503" sldId="654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793838359" sldId="655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033917250" sldId="656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956053056" sldId="657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29139173" sldId="658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284171094" sldId="659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633065844" sldId="660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331771505" sldId="662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052481175" sldId="663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4279093945" sldId="664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849343049" sldId="665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871604934" sldId="666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87309431" sldId="667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796879028" sldId="668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521201735" sldId="670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129887683" sldId="671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109838976" sldId="672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273944349" sldId="673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058383526" sldId="674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1354848801" sldId="675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416985441" sldId="676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3685027716" sldId="677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291909740" sldId="678"/>
        </pc:sldMkLst>
      </pc:sldChg>
      <pc:sldChg chg="modSp mod">
        <pc:chgData name="John Hu" userId="213e45b8a479442b" providerId="LiveId" clId="{7FCE8903-A9B5-457E-97ED-0BADF084AAD3}" dt="2025-06-10T10:07:37.604" v="343"/>
        <pc:sldMkLst>
          <pc:docMk/>
          <pc:sldMk cId="3640079802" sldId="679"/>
        </pc:sldMkLst>
        <pc:spChg chg="mod">
          <ac:chgData name="John Hu" userId="213e45b8a479442b" providerId="LiveId" clId="{7FCE8903-A9B5-457E-97ED-0BADF084AAD3}" dt="2025-06-10T10:07:37.604" v="343"/>
          <ac:spMkLst>
            <pc:docMk/>
            <pc:sldMk cId="3640079802" sldId="679"/>
            <ac:spMk id="2" creationId="{5888EE31-F44C-4034-8407-4C756F65702C}"/>
          </ac:spMkLst>
        </pc:spChg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2446991010" sldId="680"/>
        </pc:sldMkLst>
      </pc:sldChg>
      <pc:sldChg chg="delSp del mod">
        <pc:chgData name="John Hu" userId="213e45b8a479442b" providerId="LiveId" clId="{7FCE8903-A9B5-457E-97ED-0BADF084AAD3}" dt="2025-06-10T10:13:07.203" v="412" actId="47"/>
        <pc:sldMkLst>
          <pc:docMk/>
          <pc:sldMk cId="3713776978" sldId="681"/>
        </pc:sldMkLst>
        <pc:spChg chg="del">
          <ac:chgData name="John Hu" userId="213e45b8a479442b" providerId="LiveId" clId="{7FCE8903-A9B5-457E-97ED-0BADF084AAD3}" dt="2025-06-10T10:12:36.348" v="407" actId="21"/>
          <ac:spMkLst>
            <pc:docMk/>
            <pc:sldMk cId="3713776978" sldId="681"/>
            <ac:spMk id="7" creationId="{098E2A48-303C-4174-B7F9-B7DF985E5A28}"/>
          </ac:spMkLst>
        </pc:spChg>
        <pc:spChg chg="del">
          <ac:chgData name="John Hu" userId="213e45b8a479442b" providerId="LiveId" clId="{7FCE8903-A9B5-457E-97ED-0BADF084AAD3}" dt="2025-06-10T10:12:36.348" v="407" actId="21"/>
          <ac:spMkLst>
            <pc:docMk/>
            <pc:sldMk cId="3713776978" sldId="681"/>
            <ac:spMk id="14" creationId="{4F296092-AA43-47F9-AD4A-B947C824F423}"/>
          </ac:spMkLst>
        </pc:spChg>
      </pc:sldChg>
      <pc:sldChg chg="delSp del mod">
        <pc:chgData name="John Hu" userId="213e45b8a479442b" providerId="LiveId" clId="{7FCE8903-A9B5-457E-97ED-0BADF084AAD3}" dt="2025-06-10T10:11:10.398" v="405" actId="47"/>
        <pc:sldMkLst>
          <pc:docMk/>
          <pc:sldMk cId="2955019095" sldId="682"/>
        </pc:sldMkLst>
        <pc:spChg chg="del">
          <ac:chgData name="John Hu" userId="213e45b8a479442b" providerId="LiveId" clId="{7FCE8903-A9B5-457E-97ED-0BADF084AAD3}" dt="2025-06-10T10:10:34.121" v="400" actId="21"/>
          <ac:spMkLst>
            <pc:docMk/>
            <pc:sldMk cId="2955019095" sldId="682"/>
            <ac:spMk id="7" creationId="{098E2A48-303C-4174-B7F9-B7DF985E5A28}"/>
          </ac:spMkLst>
        </pc:spChg>
        <pc:spChg chg="del">
          <ac:chgData name="John Hu" userId="213e45b8a479442b" providerId="LiveId" clId="{7FCE8903-A9B5-457E-97ED-0BADF084AAD3}" dt="2025-06-10T10:10:34.121" v="400" actId="21"/>
          <ac:spMkLst>
            <pc:docMk/>
            <pc:sldMk cId="2955019095" sldId="682"/>
            <ac:spMk id="14" creationId="{4F296092-AA43-47F9-AD4A-B947C824F423}"/>
          </ac:spMkLst>
        </pc:spChg>
      </pc:sldChg>
      <pc:sldChg chg="addSp delSp modSp mod">
        <pc:chgData name="John Hu" userId="213e45b8a479442b" providerId="LiveId" clId="{7FCE8903-A9B5-457E-97ED-0BADF084AAD3}" dt="2025-06-12T13:05:55.133" v="3445" actId="1076"/>
        <pc:sldMkLst>
          <pc:docMk/>
          <pc:sldMk cId="2206702487" sldId="683"/>
        </pc:sldMkLst>
        <pc:spChg chg="mod">
          <ac:chgData name="John Hu" userId="213e45b8a479442b" providerId="LiveId" clId="{7FCE8903-A9B5-457E-97ED-0BADF084AAD3}" dt="2025-06-10T10:13:23.481" v="414" actId="14100"/>
          <ac:spMkLst>
            <pc:docMk/>
            <pc:sldMk cId="2206702487" sldId="683"/>
            <ac:spMk id="2" creationId="{5888EE31-F44C-4034-8407-4C756F65702C}"/>
          </ac:spMkLst>
        </pc:spChg>
        <pc:spChg chg="add del mod">
          <ac:chgData name="John Hu" userId="213e45b8a479442b" providerId="LiveId" clId="{7FCE8903-A9B5-457E-97ED-0BADF084AAD3}" dt="2025-06-12T13:01:36.366" v="3189" actId="22"/>
          <ac:spMkLst>
            <pc:docMk/>
            <pc:sldMk cId="2206702487" sldId="683"/>
            <ac:spMk id="4" creationId="{05D38892-A3D8-D5E6-E65C-A761047186C9}"/>
          </ac:spMkLst>
        </pc:spChg>
        <pc:spChg chg="add mod">
          <ac:chgData name="John Hu" userId="213e45b8a479442b" providerId="LiveId" clId="{7FCE8903-A9B5-457E-97ED-0BADF084AAD3}" dt="2025-06-12T13:05:55.133" v="3445" actId="1076"/>
          <ac:spMkLst>
            <pc:docMk/>
            <pc:sldMk cId="2206702487" sldId="683"/>
            <ac:spMk id="5" creationId="{FE0F1EF4-DEE6-0816-67A9-20E1711DB7A6}"/>
          </ac:spMkLst>
        </pc:spChg>
        <pc:spChg chg="add mod">
          <ac:chgData name="John Hu" userId="213e45b8a479442b" providerId="LiveId" clId="{7FCE8903-A9B5-457E-97ED-0BADF084AAD3}" dt="2025-06-12T13:05:16.042" v="3357" actId="20577"/>
          <ac:spMkLst>
            <pc:docMk/>
            <pc:sldMk cId="2206702487" sldId="683"/>
            <ac:spMk id="6" creationId="{B3FCB27C-DEF6-6CDF-0648-50A3D11C9500}"/>
          </ac:spMkLst>
        </pc:spChg>
        <pc:spChg chg="del mod">
          <ac:chgData name="John Hu" userId="213e45b8a479442b" providerId="LiveId" clId="{7FCE8903-A9B5-457E-97ED-0BADF084AAD3}" dt="2025-06-12T13:02:52.014" v="3247" actId="21"/>
          <ac:spMkLst>
            <pc:docMk/>
            <pc:sldMk cId="2206702487" sldId="683"/>
            <ac:spMk id="7" creationId="{098E2A48-303C-4174-B7F9-B7DF985E5A28}"/>
          </ac:spMkLst>
        </pc:spChg>
        <pc:spChg chg="mod">
          <ac:chgData name="John Hu" userId="213e45b8a479442b" providerId="LiveId" clId="{7FCE8903-A9B5-457E-97ED-0BADF084AAD3}" dt="2025-06-10T10:13:28.476" v="415"/>
          <ac:spMkLst>
            <pc:docMk/>
            <pc:sldMk cId="2206702487" sldId="683"/>
            <ac:spMk id="8" creationId="{36177B38-43AB-4398-968B-448F8F0E5F49}"/>
          </ac:spMkLst>
        </pc:spChg>
        <pc:spChg chg="add del mod">
          <ac:chgData name="John Hu" userId="213e45b8a479442b" providerId="LiveId" clId="{7FCE8903-A9B5-457E-97ED-0BADF084AAD3}" dt="2025-06-12T13:02:52.014" v="3247" actId="21"/>
          <ac:spMkLst>
            <pc:docMk/>
            <pc:sldMk cId="2206702487" sldId="683"/>
            <ac:spMk id="9" creationId="{25123646-F7EF-46F8-8452-09785F5AC20F}"/>
          </ac:spMkLst>
        </pc:spChg>
        <pc:spChg chg="add mod">
          <ac:chgData name="John Hu" userId="213e45b8a479442b" providerId="LiveId" clId="{7FCE8903-A9B5-457E-97ED-0BADF084AAD3}" dt="2025-06-12T13:04:29.080" v="3334" actId="13822"/>
          <ac:spMkLst>
            <pc:docMk/>
            <pc:sldMk cId="2206702487" sldId="683"/>
            <ac:spMk id="11" creationId="{28172991-DD29-5061-B3C1-8DE56E0685D3}"/>
          </ac:spMkLst>
        </pc:spChg>
        <pc:spChg chg="mod">
          <ac:chgData name="John Hu" userId="213e45b8a479442b" providerId="LiveId" clId="{7FCE8903-A9B5-457E-97ED-0BADF084AAD3}" dt="2025-06-10T10:13:41.895" v="431" actId="20577"/>
          <ac:spMkLst>
            <pc:docMk/>
            <pc:sldMk cId="2206702487" sldId="683"/>
            <ac:spMk id="14" creationId="{4F296092-AA43-47F9-AD4A-B947C824F423}"/>
          </ac:spMkLst>
        </pc:spChg>
        <pc:spChg chg="del">
          <ac:chgData name="John Hu" userId="213e45b8a479442b" providerId="LiveId" clId="{7FCE8903-A9B5-457E-97ED-0BADF084AAD3}" dt="2025-06-10T10:13:30.573" v="416" actId="478"/>
          <ac:spMkLst>
            <pc:docMk/>
            <pc:sldMk cId="2206702487" sldId="683"/>
            <ac:spMk id="15" creationId="{105FDC84-6345-484D-AF92-17AB004B1808}"/>
          </ac:spMkLst>
        </pc:spChg>
      </pc:sldChg>
      <pc:sldChg chg="modSp mod">
        <pc:chgData name="John Hu" userId="213e45b8a479442b" providerId="LiveId" clId="{7FCE8903-A9B5-457E-97ED-0BADF084AAD3}" dt="2025-06-10T10:14:13.521" v="437" actId="20577"/>
        <pc:sldMkLst>
          <pc:docMk/>
          <pc:sldMk cId="3595609592" sldId="684"/>
        </pc:sldMkLst>
        <pc:spChg chg="mod">
          <ac:chgData name="John Hu" userId="213e45b8a479442b" providerId="LiveId" clId="{7FCE8903-A9B5-457E-97ED-0BADF084AAD3}" dt="2025-06-10T10:14:07.269" v="433" actId="14100"/>
          <ac:spMkLst>
            <pc:docMk/>
            <pc:sldMk cId="3595609592" sldId="684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0T10:14:11.234" v="434"/>
          <ac:spMkLst>
            <pc:docMk/>
            <pc:sldMk cId="3595609592" sldId="684"/>
            <ac:spMk id="8" creationId="{36177B38-43AB-4398-968B-448F8F0E5F49}"/>
          </ac:spMkLst>
        </pc:spChg>
        <pc:spChg chg="mod">
          <ac:chgData name="John Hu" userId="213e45b8a479442b" providerId="LiveId" clId="{7FCE8903-A9B5-457E-97ED-0BADF084AAD3}" dt="2025-06-10T10:14:13.521" v="437" actId="20577"/>
          <ac:spMkLst>
            <pc:docMk/>
            <pc:sldMk cId="3595609592" sldId="684"/>
            <ac:spMk id="14" creationId="{4F296092-AA43-47F9-AD4A-B947C824F423}"/>
          </ac:spMkLst>
        </pc:spChg>
      </pc:sldChg>
      <pc:sldChg chg="modSp mod">
        <pc:chgData name="John Hu" userId="213e45b8a479442b" providerId="LiveId" clId="{7FCE8903-A9B5-457E-97ED-0BADF084AAD3}" dt="2025-06-12T11:27:00.349" v="2611" actId="13822"/>
        <pc:sldMkLst>
          <pc:docMk/>
          <pc:sldMk cId="777960044" sldId="685"/>
        </pc:sldMkLst>
        <pc:spChg chg="mod">
          <ac:chgData name="John Hu" userId="213e45b8a479442b" providerId="LiveId" clId="{7FCE8903-A9B5-457E-97ED-0BADF084AAD3}" dt="2025-06-10T10:14:25.535" v="439" actId="14100"/>
          <ac:spMkLst>
            <pc:docMk/>
            <pc:sldMk cId="777960044" sldId="685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7:00.349" v="2611" actId="13822"/>
          <ac:spMkLst>
            <pc:docMk/>
            <pc:sldMk cId="777960044" sldId="685"/>
            <ac:spMk id="7" creationId="{ED54B18D-B3DC-48AD-9FD5-F00BBAEF7AE2}"/>
          </ac:spMkLst>
        </pc:spChg>
        <pc:spChg chg="mod">
          <ac:chgData name="John Hu" userId="213e45b8a479442b" providerId="LiveId" clId="{7FCE8903-A9B5-457E-97ED-0BADF084AAD3}" dt="2025-06-10T10:14:31.402" v="440"/>
          <ac:spMkLst>
            <pc:docMk/>
            <pc:sldMk cId="777960044" sldId="685"/>
            <ac:spMk id="8" creationId="{36177B38-43AB-4398-968B-448F8F0E5F49}"/>
          </ac:spMkLst>
        </pc:spChg>
        <pc:spChg chg="mod">
          <ac:chgData name="John Hu" userId="213e45b8a479442b" providerId="LiveId" clId="{7FCE8903-A9B5-457E-97ED-0BADF084AAD3}" dt="2025-06-10T10:16:12.044" v="493" actId="20577"/>
          <ac:spMkLst>
            <pc:docMk/>
            <pc:sldMk cId="777960044" sldId="685"/>
            <ac:spMk id="14" creationId="{4F296092-AA43-47F9-AD4A-B947C824F423}"/>
          </ac:spMkLst>
        </pc:spChg>
      </pc:sldChg>
      <pc:sldChg chg="del">
        <pc:chgData name="John Hu" userId="213e45b8a479442b" providerId="LiveId" clId="{7FCE8903-A9B5-457E-97ED-0BADF084AAD3}" dt="2025-06-10T10:15:19.973" v="450" actId="47"/>
        <pc:sldMkLst>
          <pc:docMk/>
          <pc:sldMk cId="1813746906" sldId="686"/>
        </pc:sldMkLst>
      </pc:sldChg>
      <pc:sldChg chg="del">
        <pc:chgData name="John Hu" userId="213e45b8a479442b" providerId="LiveId" clId="{7FCE8903-A9B5-457E-97ED-0BADF084AAD3}" dt="2025-06-10T10:18:04.043" v="562" actId="47"/>
        <pc:sldMkLst>
          <pc:docMk/>
          <pc:sldMk cId="3911317964" sldId="687"/>
        </pc:sldMkLst>
      </pc:sldChg>
      <pc:sldChg chg="del">
        <pc:chgData name="John Hu" userId="213e45b8a479442b" providerId="LiveId" clId="{7FCE8903-A9B5-457E-97ED-0BADF084AAD3}" dt="2025-06-10T10:19:13.251" v="586" actId="47"/>
        <pc:sldMkLst>
          <pc:docMk/>
          <pc:sldMk cId="2826608020" sldId="688"/>
        </pc:sldMkLst>
      </pc:sldChg>
      <pc:sldChg chg="del">
        <pc:chgData name="John Hu" userId="213e45b8a479442b" providerId="LiveId" clId="{7FCE8903-A9B5-457E-97ED-0BADF084AAD3}" dt="2025-06-10T10:20:01.036" v="595" actId="47"/>
        <pc:sldMkLst>
          <pc:docMk/>
          <pc:sldMk cId="2379571271" sldId="689"/>
        </pc:sldMkLst>
      </pc:sldChg>
      <pc:sldChg chg="del">
        <pc:chgData name="John Hu" userId="213e45b8a479442b" providerId="LiveId" clId="{7FCE8903-A9B5-457E-97ED-0BADF084AAD3}" dt="2025-06-10T10:20:37.017" v="603" actId="47"/>
        <pc:sldMkLst>
          <pc:docMk/>
          <pc:sldMk cId="399089851" sldId="690"/>
        </pc:sldMkLst>
      </pc:sldChg>
      <pc:sldChg chg="addSp delSp modSp mod">
        <pc:chgData name="John Hu" userId="213e45b8a479442b" providerId="LiveId" clId="{7FCE8903-A9B5-457E-97ED-0BADF084AAD3}" dt="2025-06-11T12:58:05.152" v="1301" actId="14100"/>
        <pc:sldMkLst>
          <pc:docMk/>
          <pc:sldMk cId="2965544614" sldId="691"/>
        </pc:sldMkLst>
        <pc:spChg chg="add mod">
          <ac:chgData name="John Hu" userId="213e45b8a479442b" providerId="LiveId" clId="{7FCE8903-A9B5-457E-97ED-0BADF084AAD3}" dt="2025-06-11T12:57:34.801" v="1289"/>
          <ac:spMkLst>
            <pc:docMk/>
            <pc:sldMk cId="2965544614" sldId="691"/>
            <ac:spMk id="3" creationId="{C1F921E5-4C7F-E327-D32A-33BA99273A77}"/>
          </ac:spMkLst>
        </pc:spChg>
        <pc:spChg chg="add mod">
          <ac:chgData name="John Hu" userId="213e45b8a479442b" providerId="LiveId" clId="{7FCE8903-A9B5-457E-97ED-0BADF084AAD3}" dt="2025-06-11T12:57:34.801" v="1289"/>
          <ac:spMkLst>
            <pc:docMk/>
            <pc:sldMk cId="2965544614" sldId="691"/>
            <ac:spMk id="4" creationId="{B002B574-9502-CE9D-77E4-137583782026}"/>
          </ac:spMkLst>
        </pc:spChg>
        <pc:spChg chg="add mod">
          <ac:chgData name="John Hu" userId="213e45b8a479442b" providerId="LiveId" clId="{7FCE8903-A9B5-457E-97ED-0BADF084AAD3}" dt="2025-06-11T12:57:37.561" v="1291" actId="20577"/>
          <ac:spMkLst>
            <pc:docMk/>
            <pc:sldMk cId="2965544614" sldId="691"/>
            <ac:spMk id="5" creationId="{CB5E2D30-7AC0-9283-1F7F-760EA2E1B8A2}"/>
          </ac:spMkLst>
        </pc:spChg>
        <pc:spChg chg="del mod">
          <ac:chgData name="John Hu" userId="213e45b8a479442b" providerId="LiveId" clId="{7FCE8903-A9B5-457E-97ED-0BADF084AAD3}" dt="2025-06-11T12:57:21.659" v="1287" actId="478"/>
          <ac:spMkLst>
            <pc:docMk/>
            <pc:sldMk cId="2965544614" sldId="691"/>
            <ac:spMk id="7" creationId="{3709CE55-5CD9-F916-1B27-7613EDC56FFA}"/>
          </ac:spMkLst>
        </pc:spChg>
        <pc:spChg chg="del mod">
          <ac:chgData name="John Hu" userId="213e45b8a479442b" providerId="LiveId" clId="{7FCE8903-A9B5-457E-97ED-0BADF084AAD3}" dt="2025-06-11T12:57:24.422" v="1288" actId="478"/>
          <ac:spMkLst>
            <pc:docMk/>
            <pc:sldMk cId="2965544614" sldId="691"/>
            <ac:spMk id="8" creationId="{36177B38-43AB-4398-968B-448F8F0E5F49}"/>
          </ac:spMkLst>
        </pc:spChg>
        <pc:spChg chg="del">
          <ac:chgData name="John Hu" userId="213e45b8a479442b" providerId="LiveId" clId="{7FCE8903-A9B5-457E-97ED-0BADF084AAD3}" dt="2025-06-10T12:30:14.907" v="941" actId="478"/>
          <ac:spMkLst>
            <pc:docMk/>
            <pc:sldMk cId="2965544614" sldId="691"/>
            <ac:spMk id="12" creationId="{632F0707-9B46-1BFA-BE93-A43C8F886C7D}"/>
          </ac:spMkLst>
        </pc:spChg>
        <pc:graphicFrameChg chg="add mod modGraphic">
          <ac:chgData name="John Hu" userId="213e45b8a479442b" providerId="LiveId" clId="{7FCE8903-A9B5-457E-97ED-0BADF084AAD3}" dt="2025-06-11T12:58:05.152" v="1301" actId="14100"/>
          <ac:graphicFrameMkLst>
            <pc:docMk/>
            <pc:sldMk cId="2965544614" sldId="691"/>
            <ac:graphicFrameMk id="6" creationId="{C288DBF7-7F21-D762-176D-C1F1AF1582E6}"/>
          </ac:graphicFrameMkLst>
        </pc:graphicFrameChg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4222146045" sldId="691"/>
        </pc:sldMkLst>
      </pc:sldChg>
      <pc:sldChg chg="del">
        <pc:chgData name="John Hu" userId="213e45b8a479442b" providerId="LiveId" clId="{7FCE8903-A9B5-457E-97ED-0BADF084AAD3}" dt="2025-06-07T11:30:45.047" v="0" actId="47"/>
        <pc:sldMkLst>
          <pc:docMk/>
          <pc:sldMk cId="630978856" sldId="692"/>
        </pc:sldMkLst>
      </pc:sldChg>
      <pc:sldChg chg="addSp delSp modSp mod">
        <pc:chgData name="John Hu" userId="213e45b8a479442b" providerId="LiveId" clId="{7FCE8903-A9B5-457E-97ED-0BADF084AAD3}" dt="2025-06-11T14:08:14.185" v="1446" actId="20577"/>
        <pc:sldMkLst>
          <pc:docMk/>
          <pc:sldMk cId="2081833614" sldId="692"/>
        </pc:sldMkLst>
        <pc:spChg chg="mod">
          <ac:chgData name="John Hu" userId="213e45b8a479442b" providerId="LiveId" clId="{7FCE8903-A9B5-457E-97ED-0BADF084AAD3}" dt="2025-06-10T10:07:50.316" v="348" actId="20577"/>
          <ac:spMkLst>
            <pc:docMk/>
            <pc:sldMk cId="2081833614" sldId="692"/>
            <ac:spMk id="2" creationId="{5888EE31-F44C-4034-8407-4C756F65702C}"/>
          </ac:spMkLst>
        </pc:spChg>
        <pc:spChg chg="add mod">
          <ac:chgData name="John Hu" userId="213e45b8a479442b" providerId="LiveId" clId="{7FCE8903-A9B5-457E-97ED-0BADF084AAD3}" dt="2025-06-10T10:08:40.567" v="365" actId="14100"/>
          <ac:spMkLst>
            <pc:docMk/>
            <pc:sldMk cId="2081833614" sldId="692"/>
            <ac:spMk id="4" creationId="{365F8616-F072-4194-0C54-9009E32ACC02}"/>
          </ac:spMkLst>
        </pc:spChg>
        <pc:spChg chg="add del mod">
          <ac:chgData name="John Hu" userId="213e45b8a479442b" providerId="LiveId" clId="{7FCE8903-A9B5-457E-97ED-0BADF084AAD3}" dt="2025-06-11T13:02:50.937" v="1374"/>
          <ac:spMkLst>
            <pc:docMk/>
            <pc:sldMk cId="2081833614" sldId="692"/>
            <ac:spMk id="5" creationId="{01BD73B2-5D88-FF02-82B6-5D6B0460374A}"/>
          </ac:spMkLst>
        </pc:spChg>
        <pc:spChg chg="add mod">
          <ac:chgData name="John Hu" userId="213e45b8a479442b" providerId="LiveId" clId="{7FCE8903-A9B5-457E-97ED-0BADF084AAD3}" dt="2025-06-11T14:08:14.185" v="1446" actId="20577"/>
          <ac:spMkLst>
            <pc:docMk/>
            <pc:sldMk cId="2081833614" sldId="692"/>
            <ac:spMk id="6" creationId="{096E1004-5752-3A05-650D-F599BDFB92A7}"/>
          </ac:spMkLst>
        </pc:spChg>
        <pc:spChg chg="mod">
          <ac:chgData name="John Hu" userId="213e45b8a479442b" providerId="LiveId" clId="{7FCE8903-A9B5-457E-97ED-0BADF084AAD3}" dt="2025-06-10T10:08:27.748" v="362" actId="1076"/>
          <ac:spMkLst>
            <pc:docMk/>
            <pc:sldMk cId="2081833614" sldId="692"/>
            <ac:spMk id="8" creationId="{36177B38-43AB-4398-968B-448F8F0E5F49}"/>
          </ac:spMkLst>
        </pc:spChg>
        <pc:spChg chg="del mod">
          <ac:chgData name="John Hu" userId="213e45b8a479442b" providerId="LiveId" clId="{7FCE8903-A9B5-457E-97ED-0BADF084AAD3}" dt="2025-06-10T10:08:19.216" v="358" actId="478"/>
          <ac:spMkLst>
            <pc:docMk/>
            <pc:sldMk cId="2081833614" sldId="692"/>
            <ac:spMk id="9" creationId="{9DE251A5-314E-4FCC-B998-E35646481FF2}"/>
          </ac:spMkLst>
        </pc:spChg>
        <pc:spChg chg="mod">
          <ac:chgData name="John Hu" userId="213e45b8a479442b" providerId="LiveId" clId="{7FCE8903-A9B5-457E-97ED-0BADF084AAD3}" dt="2025-06-10T10:08:31.659" v="363" actId="1076"/>
          <ac:spMkLst>
            <pc:docMk/>
            <pc:sldMk cId="2081833614" sldId="692"/>
            <ac:spMk id="15" creationId="{105FDC84-6345-484D-AF92-17AB004B1808}"/>
          </ac:spMkLst>
        </pc:spChg>
      </pc:sldChg>
      <pc:sldChg chg="delSp modSp mod">
        <pc:chgData name="John Hu" userId="213e45b8a479442b" providerId="LiveId" clId="{7FCE8903-A9B5-457E-97ED-0BADF084AAD3}" dt="2025-06-10T10:10:26.330" v="398" actId="14100"/>
        <pc:sldMkLst>
          <pc:docMk/>
          <pc:sldMk cId="2684458445" sldId="693"/>
        </pc:sldMkLst>
        <pc:spChg chg="mod">
          <ac:chgData name="John Hu" userId="213e45b8a479442b" providerId="LiveId" clId="{7FCE8903-A9B5-457E-97ED-0BADF084AAD3}" dt="2025-06-10T10:10:03.579" v="392" actId="14100"/>
          <ac:spMkLst>
            <pc:docMk/>
            <pc:sldMk cId="2684458445" sldId="693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0T10:10:26.330" v="398" actId="14100"/>
          <ac:spMkLst>
            <pc:docMk/>
            <pc:sldMk cId="2684458445" sldId="693"/>
            <ac:spMk id="7" creationId="{098E2A48-303C-4174-B7F9-B7DF985E5A28}"/>
          </ac:spMkLst>
        </pc:spChg>
        <pc:spChg chg="mod">
          <ac:chgData name="John Hu" userId="213e45b8a479442b" providerId="LiveId" clId="{7FCE8903-A9B5-457E-97ED-0BADF084AAD3}" dt="2025-06-10T10:10:08.728" v="393"/>
          <ac:spMkLst>
            <pc:docMk/>
            <pc:sldMk cId="2684458445" sldId="693"/>
            <ac:spMk id="8" creationId="{36177B38-43AB-4398-968B-448F8F0E5F49}"/>
          </ac:spMkLst>
        </pc:spChg>
        <pc:spChg chg="mod">
          <ac:chgData name="John Hu" userId="213e45b8a479442b" providerId="LiveId" clId="{7FCE8903-A9B5-457E-97ED-0BADF084AAD3}" dt="2025-06-10T10:10:21.091" v="396" actId="1076"/>
          <ac:spMkLst>
            <pc:docMk/>
            <pc:sldMk cId="2684458445" sldId="693"/>
            <ac:spMk id="14" creationId="{4F296092-AA43-47F9-AD4A-B947C824F423}"/>
          </ac:spMkLst>
        </pc:spChg>
        <pc:spChg chg="del mod">
          <ac:chgData name="John Hu" userId="213e45b8a479442b" providerId="LiveId" clId="{7FCE8903-A9B5-457E-97ED-0BADF084AAD3}" dt="2025-06-10T10:10:17.171" v="395" actId="478"/>
          <ac:spMkLst>
            <pc:docMk/>
            <pc:sldMk cId="2684458445" sldId="693"/>
            <ac:spMk id="15" creationId="{105FDC84-6345-484D-AF92-17AB004B1808}"/>
          </ac:spMkLst>
        </pc:spChg>
      </pc:sldChg>
      <pc:sldChg chg="modSp add mod">
        <pc:chgData name="John Hu" userId="213e45b8a479442b" providerId="LiveId" clId="{7FCE8903-A9B5-457E-97ED-0BADF084AAD3}" dt="2025-06-11T13:01:45.108" v="1339" actId="20577"/>
        <pc:sldMkLst>
          <pc:docMk/>
          <pc:sldMk cId="3539485732" sldId="694"/>
        </pc:sldMkLst>
        <pc:spChg chg="mod">
          <ac:chgData name="John Hu" userId="213e45b8a479442b" providerId="LiveId" clId="{7FCE8903-A9B5-457E-97ED-0BADF084AAD3}" dt="2025-06-10T10:06:53.934" v="300"/>
          <ac:spMkLst>
            <pc:docMk/>
            <pc:sldMk cId="3539485732" sldId="694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1T13:01:44.121" v="1338" actId="20577"/>
          <ac:spMkLst>
            <pc:docMk/>
            <pc:sldMk cId="3539485732" sldId="694"/>
            <ac:spMk id="7" creationId="{3709CE55-5CD9-F916-1B27-7613EDC56FFA}"/>
          </ac:spMkLst>
        </pc:spChg>
        <pc:spChg chg="mod">
          <ac:chgData name="John Hu" userId="213e45b8a479442b" providerId="LiveId" clId="{7FCE8903-A9B5-457E-97ED-0BADF084AAD3}" dt="2025-06-11T13:01:45.108" v="1339" actId="20577"/>
          <ac:spMkLst>
            <pc:docMk/>
            <pc:sldMk cId="3539485732" sldId="694"/>
            <ac:spMk id="8" creationId="{36177B38-43AB-4398-968B-448F8F0E5F49}"/>
          </ac:spMkLst>
        </pc:spChg>
        <pc:spChg chg="mod">
          <ac:chgData name="John Hu" userId="213e45b8a479442b" providerId="LiveId" clId="{7FCE8903-A9B5-457E-97ED-0BADF084AAD3}" dt="2025-06-10T13:20:13.764" v="952" actId="20577"/>
          <ac:spMkLst>
            <pc:docMk/>
            <pc:sldMk cId="3539485732" sldId="694"/>
            <ac:spMk id="12" creationId="{632F0707-9B46-1BFA-BE93-A43C8F886C7D}"/>
          </ac:spMkLst>
        </pc:spChg>
      </pc:sldChg>
      <pc:sldChg chg="addSp delSp modSp add mod">
        <pc:chgData name="John Hu" userId="213e45b8a479442b" providerId="LiveId" clId="{7FCE8903-A9B5-457E-97ED-0BADF084AAD3}" dt="2025-06-12T12:36:07.184" v="2995" actId="113"/>
        <pc:sldMkLst>
          <pc:docMk/>
          <pc:sldMk cId="2310561485" sldId="695"/>
        </pc:sldMkLst>
        <pc:spChg chg="add mod">
          <ac:chgData name="John Hu" userId="213e45b8a479442b" providerId="LiveId" clId="{7FCE8903-A9B5-457E-97ED-0BADF084AAD3}" dt="2025-06-12T12:25:30.368" v="2797" actId="207"/>
          <ac:spMkLst>
            <pc:docMk/>
            <pc:sldMk cId="2310561485" sldId="695"/>
            <ac:spMk id="3" creationId="{4F296092-AA43-47F9-AD4A-B947C824F423}"/>
          </ac:spMkLst>
        </pc:spChg>
        <pc:spChg chg="add mod">
          <ac:chgData name="John Hu" userId="213e45b8a479442b" providerId="LiveId" clId="{7FCE8903-A9B5-457E-97ED-0BADF084AAD3}" dt="2025-06-12T12:19:19.935" v="2624" actId="1076"/>
          <ac:spMkLst>
            <pc:docMk/>
            <pc:sldMk cId="2310561485" sldId="695"/>
            <ac:spMk id="4" creationId="{098E2A48-303C-4174-B7F9-B7DF985E5A28}"/>
          </ac:spMkLst>
        </pc:spChg>
        <pc:spChg chg="add mod">
          <ac:chgData name="John Hu" userId="213e45b8a479442b" providerId="LiveId" clId="{7FCE8903-A9B5-457E-97ED-0BADF084AAD3}" dt="2025-06-12T12:36:07.184" v="2995" actId="113"/>
          <ac:spMkLst>
            <pc:docMk/>
            <pc:sldMk cId="2310561485" sldId="695"/>
            <ac:spMk id="6" creationId="{B12D8706-4EB9-72D9-3A21-B40E881371DE}"/>
          </ac:spMkLst>
        </pc:spChg>
        <pc:spChg chg="del">
          <ac:chgData name="John Hu" userId="213e45b8a479442b" providerId="LiveId" clId="{7FCE8903-A9B5-457E-97ED-0BADF084AAD3}" dt="2025-06-10T10:10:37.471" v="401" actId="478"/>
          <ac:spMkLst>
            <pc:docMk/>
            <pc:sldMk cId="2310561485" sldId="695"/>
            <ac:spMk id="7" creationId="{098E2A48-303C-4174-B7F9-B7DF985E5A28}"/>
          </ac:spMkLst>
        </pc:spChg>
        <pc:spChg chg="add mod">
          <ac:chgData name="John Hu" userId="213e45b8a479442b" providerId="LiveId" clId="{7FCE8903-A9B5-457E-97ED-0BADF084AAD3}" dt="2025-06-12T12:35:50.527" v="2993" actId="20577"/>
          <ac:spMkLst>
            <pc:docMk/>
            <pc:sldMk cId="2310561485" sldId="695"/>
            <ac:spMk id="7" creationId="{AF3C2F31-4A61-8DEB-C317-9488F8CD8A43}"/>
          </ac:spMkLst>
        </pc:spChg>
        <pc:spChg chg="add mod">
          <ac:chgData name="John Hu" userId="213e45b8a479442b" providerId="LiveId" clId="{7FCE8903-A9B5-457E-97ED-0BADF084AAD3}" dt="2025-06-12T12:26:31.816" v="2862" actId="20577"/>
          <ac:spMkLst>
            <pc:docMk/>
            <pc:sldMk cId="2310561485" sldId="695"/>
            <ac:spMk id="10" creationId="{3D0DCEE4-9BF5-2E99-4EB0-7BB210DDB13B}"/>
          </ac:spMkLst>
        </pc:spChg>
        <pc:spChg chg="del">
          <ac:chgData name="John Hu" userId="213e45b8a479442b" providerId="LiveId" clId="{7FCE8903-A9B5-457E-97ED-0BADF084AAD3}" dt="2025-06-10T10:10:37.471" v="401" actId="478"/>
          <ac:spMkLst>
            <pc:docMk/>
            <pc:sldMk cId="2310561485" sldId="695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7FCE8903-A9B5-457E-97ED-0BADF084AAD3}" dt="2025-06-12T12:36:23.577" v="3008" actId="20577"/>
        <pc:sldMkLst>
          <pc:docMk/>
          <pc:sldMk cId="3614223817" sldId="696"/>
        </pc:sldMkLst>
        <pc:spChg chg="del">
          <ac:chgData name="John Hu" userId="213e45b8a479442b" providerId="LiveId" clId="{7FCE8903-A9B5-457E-97ED-0BADF084AAD3}" dt="2025-06-10T10:12:42.589" v="409" actId="478"/>
          <ac:spMkLst>
            <pc:docMk/>
            <pc:sldMk cId="3614223817" sldId="696"/>
            <ac:spMk id="3" creationId="{4F296092-AA43-47F9-AD4A-B947C824F423}"/>
          </ac:spMkLst>
        </pc:spChg>
        <pc:spChg chg="del">
          <ac:chgData name="John Hu" userId="213e45b8a479442b" providerId="LiveId" clId="{7FCE8903-A9B5-457E-97ED-0BADF084AAD3}" dt="2025-06-10T10:12:39.457" v="408" actId="478"/>
          <ac:spMkLst>
            <pc:docMk/>
            <pc:sldMk cId="3614223817" sldId="696"/>
            <ac:spMk id="4" creationId="{098E2A48-303C-4174-B7F9-B7DF985E5A28}"/>
          </ac:spMkLst>
        </pc:spChg>
        <pc:spChg chg="add mod">
          <ac:chgData name="John Hu" userId="213e45b8a479442b" providerId="LiveId" clId="{7FCE8903-A9B5-457E-97ED-0BADF084AAD3}" dt="2025-06-12T12:36:23.577" v="3008" actId="20577"/>
          <ac:spMkLst>
            <pc:docMk/>
            <pc:sldMk cId="3614223817" sldId="696"/>
            <ac:spMk id="7" creationId="{098E2A48-303C-4174-B7F9-B7DF985E5A28}"/>
          </ac:spMkLst>
        </pc:spChg>
        <pc:spChg chg="add mod">
          <ac:chgData name="John Hu" userId="213e45b8a479442b" providerId="LiveId" clId="{7FCE8903-A9B5-457E-97ED-0BADF084AAD3}" dt="2025-06-10T10:12:46.078" v="411" actId="1076"/>
          <ac:spMkLst>
            <pc:docMk/>
            <pc:sldMk cId="3614223817" sldId="696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7FCE8903-A9B5-457E-97ED-0BADF084AAD3}" dt="2025-06-12T11:27:04.089" v="2612" actId="13822"/>
        <pc:sldMkLst>
          <pc:docMk/>
          <pc:sldMk cId="3023716203" sldId="697"/>
        </pc:sldMkLst>
        <pc:spChg chg="add mod">
          <ac:chgData name="John Hu" userId="213e45b8a479442b" providerId="LiveId" clId="{7FCE8903-A9B5-457E-97ED-0BADF084AAD3}" dt="2025-06-12T11:27:04.089" v="2612" actId="13822"/>
          <ac:spMkLst>
            <pc:docMk/>
            <pc:sldMk cId="3023716203" sldId="697"/>
            <ac:spMk id="3" creationId="{E769FD2A-9197-B148-A3C8-87A5DEABD164}"/>
          </ac:spMkLst>
        </pc:spChg>
        <pc:spChg chg="add mod">
          <ac:chgData name="John Hu" userId="213e45b8a479442b" providerId="LiveId" clId="{7FCE8903-A9B5-457E-97ED-0BADF084AAD3}" dt="2025-06-10T10:16:32.914" v="497" actId="1076"/>
          <ac:spMkLst>
            <pc:docMk/>
            <pc:sldMk cId="3023716203" sldId="697"/>
            <ac:spMk id="4" creationId="{D7A9CEDF-F058-B5D3-CE13-78E579DBE1D8}"/>
          </ac:spMkLst>
        </pc:spChg>
        <pc:spChg chg="add mod">
          <ac:chgData name="John Hu" userId="213e45b8a479442b" providerId="LiveId" clId="{7FCE8903-A9B5-457E-97ED-0BADF084AAD3}" dt="2025-06-10T10:16:32.914" v="497" actId="1076"/>
          <ac:spMkLst>
            <pc:docMk/>
            <pc:sldMk cId="3023716203" sldId="697"/>
            <ac:spMk id="5" creationId="{9C08E9B3-A6E4-F6E5-66CF-C7F40E1361C8}"/>
          </ac:spMkLst>
        </pc:spChg>
        <pc:spChg chg="del">
          <ac:chgData name="John Hu" userId="213e45b8a479442b" providerId="LiveId" clId="{7FCE8903-A9B5-457E-97ED-0BADF084AAD3}" dt="2025-06-10T10:15:10.605" v="447" actId="478"/>
          <ac:spMkLst>
            <pc:docMk/>
            <pc:sldMk cId="3023716203" sldId="697"/>
            <ac:spMk id="7" creationId="{ED54B18D-B3DC-48AD-9FD5-F00BBAEF7AE2}"/>
          </ac:spMkLst>
        </pc:spChg>
        <pc:spChg chg="add mod">
          <ac:chgData name="John Hu" userId="213e45b8a479442b" providerId="LiveId" clId="{7FCE8903-A9B5-457E-97ED-0BADF084AAD3}" dt="2025-06-10T10:17:20.762" v="538" actId="20577"/>
          <ac:spMkLst>
            <pc:docMk/>
            <pc:sldMk cId="3023716203" sldId="697"/>
            <ac:spMk id="9" creationId="{6FB24BDF-A38D-D01B-F355-A34F350D8F86}"/>
          </ac:spMkLst>
        </pc:spChg>
      </pc:sldChg>
      <pc:sldChg chg="addSp delSp modSp add mod">
        <pc:chgData name="John Hu" userId="213e45b8a479442b" providerId="LiveId" clId="{7FCE8903-A9B5-457E-97ED-0BADF084AAD3}" dt="2025-06-12T11:27:07.453" v="2614" actId="13822"/>
        <pc:sldMkLst>
          <pc:docMk/>
          <pc:sldMk cId="1679578011" sldId="698"/>
        </pc:sldMkLst>
        <pc:spChg chg="add mod">
          <ac:chgData name="John Hu" userId="213e45b8a479442b" providerId="LiveId" clId="{7FCE8903-A9B5-457E-97ED-0BADF084AAD3}" dt="2025-06-12T11:27:05.991" v="2613" actId="13822"/>
          <ac:spMkLst>
            <pc:docMk/>
            <pc:sldMk cId="1679578011" sldId="698"/>
            <ac:spMk id="3" creationId="{BB315968-41B4-F3E8-57FC-CE212F0699E0}"/>
          </ac:spMkLst>
        </pc:spChg>
        <pc:spChg chg="add mod">
          <ac:chgData name="John Hu" userId="213e45b8a479442b" providerId="LiveId" clId="{7FCE8903-A9B5-457E-97ED-0BADF084AAD3}" dt="2025-06-12T11:27:07.453" v="2614" actId="13822"/>
          <ac:spMkLst>
            <pc:docMk/>
            <pc:sldMk cId="1679578011" sldId="698"/>
            <ac:spMk id="4" creationId="{92A2054A-55B8-4290-7052-9411614515F2}"/>
          </ac:spMkLst>
        </pc:spChg>
        <pc:spChg chg="add mod">
          <ac:chgData name="John Hu" userId="213e45b8a479442b" providerId="LiveId" clId="{7FCE8903-A9B5-457E-97ED-0BADF084AAD3}" dt="2025-06-10T10:17:57.026" v="561" actId="1076"/>
          <ac:spMkLst>
            <pc:docMk/>
            <pc:sldMk cId="1679578011" sldId="698"/>
            <ac:spMk id="5" creationId="{06623C7D-E7D4-387F-1B68-938D20E67FAB}"/>
          </ac:spMkLst>
        </pc:spChg>
        <pc:spChg chg="del">
          <ac:chgData name="John Hu" userId="213e45b8a479442b" providerId="LiveId" clId="{7FCE8903-A9B5-457E-97ED-0BADF084AAD3}" dt="2025-06-10T10:15:34.217" v="451" actId="478"/>
          <ac:spMkLst>
            <pc:docMk/>
            <pc:sldMk cId="1679578011" sldId="698"/>
            <ac:spMk id="7" creationId="{ED54B18D-B3DC-48AD-9FD5-F00BBAEF7AE2}"/>
          </ac:spMkLst>
        </pc:spChg>
      </pc:sldChg>
      <pc:sldChg chg="addSp delSp modSp add mod">
        <pc:chgData name="John Hu" userId="213e45b8a479442b" providerId="LiveId" clId="{7FCE8903-A9B5-457E-97ED-0BADF084AAD3}" dt="2025-06-12T11:27:11.093" v="2616" actId="13822"/>
        <pc:sldMkLst>
          <pc:docMk/>
          <pc:sldMk cId="2822386728" sldId="699"/>
        </pc:sldMkLst>
        <pc:spChg chg="add mod">
          <ac:chgData name="John Hu" userId="213e45b8a479442b" providerId="LiveId" clId="{7FCE8903-A9B5-457E-97ED-0BADF084AAD3}" dt="2025-06-12T11:27:09.546" v="2615" actId="13822"/>
          <ac:spMkLst>
            <pc:docMk/>
            <pc:sldMk cId="2822386728" sldId="699"/>
            <ac:spMk id="3" creationId="{E2CA0206-9EE2-E272-D63B-F8D6AF84F2DA}"/>
          </ac:spMkLst>
        </pc:spChg>
        <pc:spChg chg="add mod">
          <ac:chgData name="John Hu" userId="213e45b8a479442b" providerId="LiveId" clId="{7FCE8903-A9B5-457E-97ED-0BADF084AAD3}" dt="2025-06-12T11:27:11.093" v="2616" actId="13822"/>
          <ac:spMkLst>
            <pc:docMk/>
            <pc:sldMk cId="2822386728" sldId="699"/>
            <ac:spMk id="4" creationId="{39C91160-AA03-443B-7F6E-C13B8DD314DA}"/>
          </ac:spMkLst>
        </pc:spChg>
        <pc:spChg chg="del">
          <ac:chgData name="John Hu" userId="213e45b8a479442b" providerId="LiveId" clId="{7FCE8903-A9B5-457E-97ED-0BADF084AAD3}" dt="2025-06-10T10:18:44.840" v="577" actId="478"/>
          <ac:spMkLst>
            <pc:docMk/>
            <pc:sldMk cId="2822386728" sldId="699"/>
            <ac:spMk id="7" creationId="{ED54B18D-B3DC-48AD-9FD5-F00BBAEF7AE2}"/>
          </ac:spMkLst>
        </pc:spChg>
        <pc:spChg chg="mod">
          <ac:chgData name="John Hu" userId="213e45b8a479442b" providerId="LiveId" clId="{7FCE8903-A9B5-457E-97ED-0BADF084AAD3}" dt="2025-06-10T10:23:26.518" v="751" actId="20577"/>
          <ac:spMkLst>
            <pc:docMk/>
            <pc:sldMk cId="2822386728" sldId="699"/>
            <ac:spMk id="14" creationId="{4F296092-AA43-47F9-AD4A-B947C824F423}"/>
          </ac:spMkLst>
        </pc:spChg>
      </pc:sldChg>
      <pc:sldChg chg="add del">
        <pc:chgData name="John Hu" userId="213e45b8a479442b" providerId="LiveId" clId="{7FCE8903-A9B5-457E-97ED-0BADF084AAD3}" dt="2025-06-10T10:18:21.486" v="564"/>
        <pc:sldMkLst>
          <pc:docMk/>
          <pc:sldMk cId="1316232000" sldId="700"/>
        </pc:sldMkLst>
      </pc:sldChg>
      <pc:sldChg chg="addSp delSp modSp add mod">
        <pc:chgData name="John Hu" userId="213e45b8a479442b" providerId="LiveId" clId="{7FCE8903-A9B5-457E-97ED-0BADF084AAD3}" dt="2025-06-12T11:27:14.127" v="2618" actId="13822"/>
        <pc:sldMkLst>
          <pc:docMk/>
          <pc:sldMk cId="2614353264" sldId="700"/>
        </pc:sldMkLst>
        <pc:spChg chg="del">
          <ac:chgData name="John Hu" userId="213e45b8a479442b" providerId="LiveId" clId="{7FCE8903-A9B5-457E-97ED-0BADF084AAD3}" dt="2025-06-10T10:19:47.334" v="591" actId="478"/>
          <ac:spMkLst>
            <pc:docMk/>
            <pc:sldMk cId="2614353264" sldId="700"/>
            <ac:spMk id="3" creationId="{BB315968-41B4-F3E8-57FC-CE212F0699E0}"/>
          </ac:spMkLst>
        </pc:spChg>
        <pc:spChg chg="del">
          <ac:chgData name="John Hu" userId="213e45b8a479442b" providerId="LiveId" clId="{7FCE8903-A9B5-457E-97ED-0BADF084AAD3}" dt="2025-06-10T10:19:47.334" v="591" actId="478"/>
          <ac:spMkLst>
            <pc:docMk/>
            <pc:sldMk cId="2614353264" sldId="700"/>
            <ac:spMk id="4" creationId="{92A2054A-55B8-4290-7052-9411614515F2}"/>
          </ac:spMkLst>
        </pc:spChg>
        <pc:spChg chg="del">
          <ac:chgData name="John Hu" userId="213e45b8a479442b" providerId="LiveId" clId="{7FCE8903-A9B5-457E-97ED-0BADF084AAD3}" dt="2025-06-10T10:19:39.029" v="590" actId="478"/>
          <ac:spMkLst>
            <pc:docMk/>
            <pc:sldMk cId="2614353264" sldId="700"/>
            <ac:spMk id="5" creationId="{06623C7D-E7D4-387F-1B68-938D20E67FAB}"/>
          </ac:spMkLst>
        </pc:spChg>
        <pc:spChg chg="add mod">
          <ac:chgData name="John Hu" userId="213e45b8a479442b" providerId="LiveId" clId="{7FCE8903-A9B5-457E-97ED-0BADF084AAD3}" dt="2025-06-12T11:27:12.743" v="2617" actId="13822"/>
          <ac:spMkLst>
            <pc:docMk/>
            <pc:sldMk cId="2614353264" sldId="700"/>
            <ac:spMk id="6" creationId="{9CF7F7CA-7820-914D-913A-2BDD2A9F1949}"/>
          </ac:spMkLst>
        </pc:spChg>
        <pc:spChg chg="add mod">
          <ac:chgData name="John Hu" userId="213e45b8a479442b" providerId="LiveId" clId="{7FCE8903-A9B5-457E-97ED-0BADF084AAD3}" dt="2025-06-12T11:27:14.127" v="2618" actId="13822"/>
          <ac:spMkLst>
            <pc:docMk/>
            <pc:sldMk cId="2614353264" sldId="700"/>
            <ac:spMk id="7" creationId="{8CE9CD83-C0DA-9A0B-A3F2-46C9736EBAF7}"/>
          </ac:spMkLst>
        </pc:spChg>
        <pc:spChg chg="add mod">
          <ac:chgData name="John Hu" userId="213e45b8a479442b" providerId="LiveId" clId="{7FCE8903-A9B5-457E-97ED-0BADF084AAD3}" dt="2025-06-10T10:22:12.138" v="683" actId="1076"/>
          <ac:spMkLst>
            <pc:docMk/>
            <pc:sldMk cId="2614353264" sldId="700"/>
            <ac:spMk id="9" creationId="{DCF8A326-FB6F-7BF9-C9E9-BA22BC97B310}"/>
          </ac:spMkLst>
        </pc:spChg>
        <pc:spChg chg="add mod">
          <ac:chgData name="John Hu" userId="213e45b8a479442b" providerId="LiveId" clId="{7FCE8903-A9B5-457E-97ED-0BADF084AAD3}" dt="2025-06-10T10:22:15.381" v="691" actId="20577"/>
          <ac:spMkLst>
            <pc:docMk/>
            <pc:sldMk cId="2614353264" sldId="700"/>
            <ac:spMk id="10" creationId="{97B276AE-AD6C-33D8-94DC-35B322AF2A80}"/>
          </ac:spMkLst>
        </pc:spChg>
        <pc:spChg chg="mod">
          <ac:chgData name="John Hu" userId="213e45b8a479442b" providerId="LiveId" clId="{7FCE8903-A9B5-457E-97ED-0BADF084AAD3}" dt="2025-06-10T10:22:59.939" v="714" actId="20577"/>
          <ac:spMkLst>
            <pc:docMk/>
            <pc:sldMk cId="2614353264" sldId="700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7FCE8903-A9B5-457E-97ED-0BADF084AAD3}" dt="2025-06-12T11:27:18.099" v="2620" actId="13822"/>
        <pc:sldMkLst>
          <pc:docMk/>
          <pc:sldMk cId="1676684004" sldId="701"/>
        </pc:sldMkLst>
        <pc:spChg chg="add mod">
          <ac:chgData name="John Hu" userId="213e45b8a479442b" providerId="LiveId" clId="{7FCE8903-A9B5-457E-97ED-0BADF084AAD3}" dt="2025-06-12T11:27:16.632" v="2619" actId="13822"/>
          <ac:spMkLst>
            <pc:docMk/>
            <pc:sldMk cId="1676684004" sldId="701"/>
            <ac:spMk id="3" creationId="{E5A85E2D-E17A-E461-FBAA-49EEC1735C4F}"/>
          </ac:spMkLst>
        </pc:spChg>
        <pc:spChg chg="add mod">
          <ac:chgData name="John Hu" userId="213e45b8a479442b" providerId="LiveId" clId="{7FCE8903-A9B5-457E-97ED-0BADF084AAD3}" dt="2025-06-12T11:27:18.099" v="2620" actId="13822"/>
          <ac:spMkLst>
            <pc:docMk/>
            <pc:sldMk cId="1676684004" sldId="701"/>
            <ac:spMk id="4" creationId="{F0C8A272-3089-FCE0-C567-1E801B108008}"/>
          </ac:spMkLst>
        </pc:spChg>
        <pc:spChg chg="del">
          <ac:chgData name="John Hu" userId="213e45b8a479442b" providerId="LiveId" clId="{7FCE8903-A9B5-457E-97ED-0BADF084AAD3}" dt="2025-06-10T10:20:26.282" v="600" actId="478"/>
          <ac:spMkLst>
            <pc:docMk/>
            <pc:sldMk cId="1676684004" sldId="701"/>
            <ac:spMk id="6" creationId="{9CF7F7CA-7820-914D-913A-2BDD2A9F1949}"/>
          </ac:spMkLst>
        </pc:spChg>
        <pc:spChg chg="del">
          <ac:chgData name="John Hu" userId="213e45b8a479442b" providerId="LiveId" clId="{7FCE8903-A9B5-457E-97ED-0BADF084AAD3}" dt="2025-06-10T10:20:26.282" v="600" actId="478"/>
          <ac:spMkLst>
            <pc:docMk/>
            <pc:sldMk cId="1676684004" sldId="701"/>
            <ac:spMk id="7" creationId="{8CE9CD83-C0DA-9A0B-A3F2-46C9736EBAF7}"/>
          </ac:spMkLst>
        </pc:spChg>
        <pc:spChg chg="add mod">
          <ac:chgData name="John Hu" userId="213e45b8a479442b" providerId="LiveId" clId="{7FCE8903-A9B5-457E-97ED-0BADF084AAD3}" dt="2025-06-10T10:21:24.183" v="654" actId="1076"/>
          <ac:spMkLst>
            <pc:docMk/>
            <pc:sldMk cId="1676684004" sldId="701"/>
            <ac:spMk id="9" creationId="{3F08B677-1AD4-6492-C801-7850E218E3B4}"/>
          </ac:spMkLst>
        </pc:spChg>
        <pc:spChg chg="add mod">
          <ac:chgData name="John Hu" userId="213e45b8a479442b" providerId="LiveId" clId="{7FCE8903-A9B5-457E-97ED-0BADF084AAD3}" dt="2025-06-10T10:22:03.272" v="681" actId="6549"/>
          <ac:spMkLst>
            <pc:docMk/>
            <pc:sldMk cId="1676684004" sldId="701"/>
            <ac:spMk id="10" creationId="{E560CB5A-8AFF-2644-4DC9-FF93E0297947}"/>
          </ac:spMkLst>
        </pc:spChg>
        <pc:spChg chg="mod">
          <ac:chgData name="John Hu" userId="213e45b8a479442b" providerId="LiveId" clId="{7FCE8903-A9B5-457E-97ED-0BADF084AAD3}" dt="2025-06-10T10:23:32.634" v="757" actId="20577"/>
          <ac:spMkLst>
            <pc:docMk/>
            <pc:sldMk cId="1676684004" sldId="701"/>
            <ac:spMk id="14" creationId="{4F296092-AA43-47F9-AD4A-B947C824F423}"/>
          </ac:spMkLst>
        </pc:spChg>
      </pc:sldChg>
      <pc:sldChg chg="modSp add mod">
        <pc:chgData name="John Hu" userId="213e45b8a479442b" providerId="LiveId" clId="{7FCE8903-A9B5-457E-97ED-0BADF084AAD3}" dt="2025-06-11T12:59:02.150" v="1336" actId="20577"/>
        <pc:sldMkLst>
          <pc:docMk/>
          <pc:sldMk cId="1770205895" sldId="702"/>
        </pc:sldMkLst>
        <pc:spChg chg="mod">
          <ac:chgData name="John Hu" userId="213e45b8a479442b" providerId="LiveId" clId="{7FCE8903-A9B5-457E-97ED-0BADF084AAD3}" dt="2025-06-10T12:24:39.376" v="772" actId="14100"/>
          <ac:spMkLst>
            <pc:docMk/>
            <pc:sldMk cId="1770205895" sldId="702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1T12:59:02.150" v="1336" actId="20577"/>
          <ac:spMkLst>
            <pc:docMk/>
            <pc:sldMk cId="1770205895" sldId="702"/>
            <ac:spMk id="7" creationId="{3709CE55-5CD9-F916-1B27-7613EDC56FFA}"/>
          </ac:spMkLst>
        </pc:spChg>
        <pc:spChg chg="mod">
          <ac:chgData name="John Hu" userId="213e45b8a479442b" providerId="LiveId" clId="{7FCE8903-A9B5-457E-97ED-0BADF084AAD3}" dt="2025-06-10T13:20:22.863" v="953" actId="20577"/>
          <ac:spMkLst>
            <pc:docMk/>
            <pc:sldMk cId="1770205895" sldId="702"/>
            <ac:spMk id="8" creationId="{36177B38-43AB-4398-968B-448F8F0E5F49}"/>
          </ac:spMkLst>
        </pc:spChg>
        <pc:spChg chg="mod">
          <ac:chgData name="John Hu" userId="213e45b8a479442b" providerId="LiveId" clId="{7FCE8903-A9B5-457E-97ED-0BADF084AAD3}" dt="2025-06-10T13:20:27.466" v="955" actId="20577"/>
          <ac:spMkLst>
            <pc:docMk/>
            <pc:sldMk cId="1770205895" sldId="702"/>
            <ac:spMk id="12" creationId="{632F0707-9B46-1BFA-BE93-A43C8F886C7D}"/>
          </ac:spMkLst>
        </pc:spChg>
      </pc:sldChg>
      <pc:sldChg chg="add del">
        <pc:chgData name="John Hu" userId="213e45b8a479442b" providerId="LiveId" clId="{7FCE8903-A9B5-457E-97ED-0BADF084AAD3}" dt="2025-06-12T11:27:29.841" v="2621" actId="47"/>
        <pc:sldMkLst>
          <pc:docMk/>
          <pc:sldMk cId="3720492311" sldId="703"/>
        </pc:sldMkLst>
      </pc:sldChg>
      <pc:sldChg chg="add del">
        <pc:chgData name="John Hu" userId="213e45b8a479442b" providerId="LiveId" clId="{7FCE8903-A9B5-457E-97ED-0BADF084AAD3}" dt="2025-06-12T11:27:30.867" v="2622" actId="47"/>
        <pc:sldMkLst>
          <pc:docMk/>
          <pc:sldMk cId="1963730659" sldId="704"/>
        </pc:sldMkLst>
      </pc:sldChg>
      <pc:sldChg chg="addSp modSp add mod ord">
        <pc:chgData name="John Hu" userId="213e45b8a479442b" providerId="LiveId" clId="{7FCE8903-A9B5-457E-97ED-0BADF084AAD3}" dt="2025-06-12T12:59:09.801" v="3067" actId="207"/>
        <pc:sldMkLst>
          <pc:docMk/>
          <pc:sldMk cId="2036972331" sldId="705"/>
        </pc:sldMkLst>
        <pc:spChg chg="add mod">
          <ac:chgData name="John Hu" userId="213e45b8a479442b" providerId="LiveId" clId="{7FCE8903-A9B5-457E-97ED-0BADF084AAD3}" dt="2025-06-10T13:26:01.543" v="982" actId="20577"/>
          <ac:spMkLst>
            <pc:docMk/>
            <pc:sldMk cId="2036972331" sldId="705"/>
            <ac:spMk id="4" creationId="{BD963A22-F62F-FF06-ECA8-B6EAB10D73B6}"/>
          </ac:spMkLst>
        </pc:spChg>
        <pc:spChg chg="add mod">
          <ac:chgData name="John Hu" userId="213e45b8a479442b" providerId="LiveId" clId="{7FCE8903-A9B5-457E-97ED-0BADF084AAD3}" dt="2025-06-12T12:59:07.486" v="3066" actId="207"/>
          <ac:spMkLst>
            <pc:docMk/>
            <pc:sldMk cId="2036972331" sldId="705"/>
            <ac:spMk id="6" creationId="{F3BDD452-14BB-AB80-C839-1C0C753FB08F}"/>
          </ac:spMkLst>
        </pc:spChg>
        <pc:spChg chg="mod">
          <ac:chgData name="John Hu" userId="213e45b8a479442b" providerId="LiveId" clId="{7FCE8903-A9B5-457E-97ED-0BADF084AAD3}" dt="2025-06-12T12:59:09.801" v="3067" actId="207"/>
          <ac:spMkLst>
            <pc:docMk/>
            <pc:sldMk cId="2036972331" sldId="705"/>
            <ac:spMk id="7" creationId="{098E2A48-303C-4174-B7F9-B7DF985E5A28}"/>
          </ac:spMkLst>
        </pc:spChg>
        <pc:spChg chg="add mod">
          <ac:chgData name="John Hu" userId="213e45b8a479442b" providerId="LiveId" clId="{7FCE8903-A9B5-457E-97ED-0BADF084AAD3}" dt="2025-06-10T13:31:00.892" v="1120" actId="164"/>
          <ac:spMkLst>
            <pc:docMk/>
            <pc:sldMk cId="2036972331" sldId="705"/>
            <ac:spMk id="9" creationId="{FEFA440A-ED12-64BA-E00E-316514969B7E}"/>
          </ac:spMkLst>
        </pc:spChg>
        <pc:spChg chg="add mod">
          <ac:chgData name="John Hu" userId="213e45b8a479442b" providerId="LiveId" clId="{7FCE8903-A9B5-457E-97ED-0BADF084AAD3}" dt="2025-06-10T13:31:00.892" v="1120" actId="164"/>
          <ac:spMkLst>
            <pc:docMk/>
            <pc:sldMk cId="2036972331" sldId="705"/>
            <ac:spMk id="11" creationId="{63AD3EE9-5CC1-535A-2531-50858BC3DBB4}"/>
          </ac:spMkLst>
        </pc:spChg>
        <pc:spChg chg="add mod">
          <ac:chgData name="John Hu" userId="213e45b8a479442b" providerId="LiveId" clId="{7FCE8903-A9B5-457E-97ED-0BADF084AAD3}" dt="2025-06-10T13:31:00.892" v="1120" actId="164"/>
          <ac:spMkLst>
            <pc:docMk/>
            <pc:sldMk cId="2036972331" sldId="705"/>
            <ac:spMk id="12" creationId="{77E05F95-2937-C378-EF9F-8A9772576888}"/>
          </ac:spMkLst>
        </pc:spChg>
        <pc:spChg chg="add mod">
          <ac:chgData name="John Hu" userId="213e45b8a479442b" providerId="LiveId" clId="{7FCE8903-A9B5-457E-97ED-0BADF084AAD3}" dt="2025-06-10T13:31:00.892" v="1120" actId="164"/>
          <ac:spMkLst>
            <pc:docMk/>
            <pc:sldMk cId="2036972331" sldId="705"/>
            <ac:spMk id="13" creationId="{F980908C-27F7-4177-BE13-38DE677838F4}"/>
          </ac:spMkLst>
        </pc:spChg>
        <pc:spChg chg="add mod">
          <ac:chgData name="John Hu" userId="213e45b8a479442b" providerId="LiveId" clId="{7FCE8903-A9B5-457E-97ED-0BADF084AAD3}" dt="2025-06-10T13:31:00.892" v="1120" actId="164"/>
          <ac:spMkLst>
            <pc:docMk/>
            <pc:sldMk cId="2036972331" sldId="705"/>
            <ac:spMk id="15" creationId="{FB369DB6-176D-CB17-8A0B-AF3AEE3411F3}"/>
          </ac:spMkLst>
        </pc:spChg>
        <pc:spChg chg="add mod">
          <ac:chgData name="John Hu" userId="213e45b8a479442b" providerId="LiveId" clId="{7FCE8903-A9B5-457E-97ED-0BADF084AAD3}" dt="2025-06-10T13:31:00.892" v="1120" actId="164"/>
          <ac:spMkLst>
            <pc:docMk/>
            <pc:sldMk cId="2036972331" sldId="705"/>
            <ac:spMk id="16" creationId="{1C27D63B-CD7F-BC38-EF84-43580F2ACE74}"/>
          </ac:spMkLst>
        </pc:spChg>
        <pc:spChg chg="add 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18" creationId="{12FB485D-6655-6BCC-91CC-BD8054656640}"/>
          </ac:spMkLst>
        </pc:spChg>
        <pc:spChg chg="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20" creationId="{30860578-6D9E-2864-EB48-97574619EABB}"/>
          </ac:spMkLst>
        </pc:spChg>
        <pc:spChg chg="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21" creationId="{527487DD-61E0-37C6-0A5C-7D98B57B1A03}"/>
          </ac:spMkLst>
        </pc:spChg>
        <pc:spChg chg="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22" creationId="{08E893AF-E40E-CDAD-AAB7-61E5662A5836}"/>
          </ac:spMkLst>
        </pc:spChg>
        <pc:spChg chg="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23" creationId="{5CAABB6B-A358-5F14-0D5D-9E0C8A601C31}"/>
          </ac:spMkLst>
        </pc:spChg>
        <pc:spChg chg="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24" creationId="{B73B55E7-A7F9-AEFB-AD06-EC3E7FA44148}"/>
          </ac:spMkLst>
        </pc:spChg>
        <pc:spChg chg="mod">
          <ac:chgData name="John Hu" userId="213e45b8a479442b" providerId="LiveId" clId="{7FCE8903-A9B5-457E-97ED-0BADF084AAD3}" dt="2025-06-10T13:32:22.002" v="1135" actId="571"/>
          <ac:spMkLst>
            <pc:docMk/>
            <pc:sldMk cId="2036972331" sldId="705"/>
            <ac:spMk id="25" creationId="{FD196031-2127-289C-7FE7-6408D2656C6E}"/>
          </ac:spMkLst>
        </pc:spChg>
        <pc:spChg chg="mod">
          <ac:chgData name="John Hu" userId="213e45b8a479442b" providerId="LiveId" clId="{7FCE8903-A9B5-457E-97ED-0BADF084AAD3}" dt="2025-06-10T13:32:30.329" v="1137" actId="571"/>
          <ac:spMkLst>
            <pc:docMk/>
            <pc:sldMk cId="2036972331" sldId="705"/>
            <ac:spMk id="27" creationId="{BDD0C7A5-FD6B-30A8-90D7-20B57C489532}"/>
          </ac:spMkLst>
        </pc:spChg>
        <pc:spChg chg="mod">
          <ac:chgData name="John Hu" userId="213e45b8a479442b" providerId="LiveId" clId="{7FCE8903-A9B5-457E-97ED-0BADF084AAD3}" dt="2025-06-10T13:32:43.035" v="1164" actId="20577"/>
          <ac:spMkLst>
            <pc:docMk/>
            <pc:sldMk cId="2036972331" sldId="705"/>
            <ac:spMk id="28" creationId="{229D8415-B97E-1756-47F4-B39B8765DC75}"/>
          </ac:spMkLst>
        </pc:spChg>
        <pc:spChg chg="mod">
          <ac:chgData name="John Hu" userId="213e45b8a479442b" providerId="LiveId" clId="{7FCE8903-A9B5-457E-97ED-0BADF084AAD3}" dt="2025-06-10T13:34:02.547" v="1273" actId="1035"/>
          <ac:spMkLst>
            <pc:docMk/>
            <pc:sldMk cId="2036972331" sldId="705"/>
            <ac:spMk id="29" creationId="{2040BE9B-69C0-4337-CA8A-AE4510FDC9C1}"/>
          </ac:spMkLst>
        </pc:spChg>
        <pc:spChg chg="mod">
          <ac:chgData name="John Hu" userId="213e45b8a479442b" providerId="LiveId" clId="{7FCE8903-A9B5-457E-97ED-0BADF084AAD3}" dt="2025-06-10T13:33:57.571" v="1272" actId="20577"/>
          <ac:spMkLst>
            <pc:docMk/>
            <pc:sldMk cId="2036972331" sldId="705"/>
            <ac:spMk id="30" creationId="{4B044149-0323-333F-4F42-6EA4DFAF20F3}"/>
          </ac:spMkLst>
        </pc:spChg>
        <pc:spChg chg="mod">
          <ac:chgData name="John Hu" userId="213e45b8a479442b" providerId="LiveId" clId="{7FCE8903-A9B5-457E-97ED-0BADF084AAD3}" dt="2025-06-10T13:33:47.182" v="1261" actId="1076"/>
          <ac:spMkLst>
            <pc:docMk/>
            <pc:sldMk cId="2036972331" sldId="705"/>
            <ac:spMk id="31" creationId="{2FB2B235-42A7-ED49-D6FA-D2C565331E14}"/>
          </ac:spMkLst>
        </pc:spChg>
        <pc:spChg chg="mod">
          <ac:chgData name="John Hu" userId="213e45b8a479442b" providerId="LiveId" clId="{7FCE8903-A9B5-457E-97ED-0BADF084AAD3}" dt="2025-06-10T13:34:12.209" v="1285" actId="20577"/>
          <ac:spMkLst>
            <pc:docMk/>
            <pc:sldMk cId="2036972331" sldId="705"/>
            <ac:spMk id="32" creationId="{D43DA56A-28DB-18F6-F879-905CCF12E579}"/>
          </ac:spMkLst>
        </pc:spChg>
        <pc:grpChg chg="add mod">
          <ac:chgData name="John Hu" userId="213e45b8a479442b" providerId="LiveId" clId="{7FCE8903-A9B5-457E-97ED-0BADF084AAD3}" dt="2025-06-10T13:32:23.313" v="1136" actId="1076"/>
          <ac:grpSpMkLst>
            <pc:docMk/>
            <pc:sldMk cId="2036972331" sldId="705"/>
            <ac:grpSpMk id="17" creationId="{EFACEF4F-3C3F-4A90-90EF-3EC3A1F10443}"/>
          </ac:grpSpMkLst>
        </pc:grpChg>
        <pc:grpChg chg="add mod">
          <ac:chgData name="John Hu" userId="213e45b8a479442b" providerId="LiveId" clId="{7FCE8903-A9B5-457E-97ED-0BADF084AAD3}" dt="2025-06-10T13:32:22.002" v="1135" actId="571"/>
          <ac:grpSpMkLst>
            <pc:docMk/>
            <pc:sldMk cId="2036972331" sldId="705"/>
            <ac:grpSpMk id="19" creationId="{DB6C6E31-0765-4FA3-9594-2180FD63A9BE}"/>
          </ac:grpSpMkLst>
        </pc:grpChg>
        <pc:grpChg chg="add mod">
          <ac:chgData name="John Hu" userId="213e45b8a479442b" providerId="LiveId" clId="{7FCE8903-A9B5-457E-97ED-0BADF084AAD3}" dt="2025-06-10T13:32:59.232" v="1167" actId="1076"/>
          <ac:grpSpMkLst>
            <pc:docMk/>
            <pc:sldMk cId="2036972331" sldId="705"/>
            <ac:grpSpMk id="26" creationId="{A3C1C3D8-7912-8299-1FA7-D21FDBE8779B}"/>
          </ac:grpSpMkLst>
        </pc:grpChg>
      </pc:sldChg>
      <pc:sldChg chg="addSp">
        <pc:chgData name="John Hu" userId="213e45b8a479442b" providerId="LiveId" clId="{7FCE8903-A9B5-457E-97ED-0BADF084AAD3}" dt="2025-06-11T14:16:38.831" v="1449"/>
        <pc:sldMkLst>
          <pc:docMk/>
          <pc:sldMk cId="1617249267" sldId="706"/>
        </pc:sldMkLst>
        <pc:spChg chg="add">
          <ac:chgData name="John Hu" userId="213e45b8a479442b" providerId="LiveId" clId="{7FCE8903-A9B5-457E-97ED-0BADF084AAD3}" dt="2025-06-11T14:16:38.831" v="1449"/>
          <ac:spMkLst>
            <pc:docMk/>
            <pc:sldMk cId="1617249267" sldId="706"/>
            <ac:spMk id="3" creationId="{349C1F7F-F8F4-359C-203D-52F85542A6B9}"/>
          </ac:spMkLst>
        </pc:spChg>
      </pc:sldChg>
      <pc:sldChg chg="del">
        <pc:chgData name="John Hu" userId="213e45b8a479442b" providerId="LiveId" clId="{7FCE8903-A9B5-457E-97ED-0BADF084AAD3}" dt="2025-06-11T12:58:10.216" v="1302" actId="47"/>
        <pc:sldMkLst>
          <pc:docMk/>
          <pc:sldMk cId="1838201629" sldId="707"/>
        </pc:sldMkLst>
      </pc:sldChg>
      <pc:sldChg chg="addSp delSp modSp add mod">
        <pc:chgData name="John Hu" userId="213e45b8a479442b" providerId="LiveId" clId="{7FCE8903-A9B5-457E-97ED-0BADF084AAD3}" dt="2025-06-11T14:19:50.593" v="1475" actId="1076"/>
        <pc:sldMkLst>
          <pc:docMk/>
          <pc:sldMk cId="3681262451" sldId="709"/>
        </pc:sldMkLst>
        <pc:spChg chg="mod">
          <ac:chgData name="John Hu" userId="213e45b8a479442b" providerId="LiveId" clId="{7FCE8903-A9B5-457E-97ED-0BADF084AAD3}" dt="2025-06-11T14:17:21.425" v="1456" actId="6549"/>
          <ac:spMkLst>
            <pc:docMk/>
            <pc:sldMk cId="3681262451" sldId="709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1T14:17:30.328" v="1473" actId="20577"/>
          <ac:spMkLst>
            <pc:docMk/>
            <pc:sldMk cId="3681262451" sldId="709"/>
            <ac:spMk id="8" creationId="{36177B38-43AB-4398-968B-448F8F0E5F49}"/>
          </ac:spMkLst>
        </pc:spChg>
        <pc:spChg chg="add mod">
          <ac:chgData name="John Hu" userId="213e45b8a479442b" providerId="LiveId" clId="{7FCE8903-A9B5-457E-97ED-0BADF084AAD3}" dt="2025-06-11T14:19:50.593" v="1475" actId="1076"/>
          <ac:spMkLst>
            <pc:docMk/>
            <pc:sldMk cId="3681262451" sldId="709"/>
            <ac:spMk id="9" creationId="{C00EB464-949D-F80D-F8C1-97CDD148D443}"/>
          </ac:spMkLst>
        </pc:spChg>
        <pc:picChg chg="del">
          <ac:chgData name="John Hu" userId="213e45b8a479442b" providerId="LiveId" clId="{7FCE8903-A9B5-457E-97ED-0BADF084AAD3}" dt="2025-06-11T14:17:05.691" v="1451" actId="478"/>
          <ac:picMkLst>
            <pc:docMk/>
            <pc:sldMk cId="3681262451" sldId="709"/>
            <ac:picMk id="4" creationId="{F3917E29-DC8A-4A36-A0A1-9A85685E969D}"/>
          </ac:picMkLst>
        </pc:picChg>
        <pc:picChg chg="add mod">
          <ac:chgData name="John Hu" userId="213e45b8a479442b" providerId="LiveId" clId="{7FCE8903-A9B5-457E-97ED-0BADF084AAD3}" dt="2025-06-11T14:17:10.378" v="1454" actId="1076"/>
          <ac:picMkLst>
            <pc:docMk/>
            <pc:sldMk cId="3681262451" sldId="709"/>
            <ac:picMk id="6" creationId="{CC91DE0B-E699-70C4-30E0-60B563A00A93}"/>
          </ac:picMkLst>
        </pc:picChg>
      </pc:sldChg>
      <pc:sldChg chg="del">
        <pc:chgData name="John Hu" userId="213e45b8a479442b" providerId="LiveId" clId="{7FCE8903-A9B5-457E-97ED-0BADF084AAD3}" dt="2025-06-11T12:57:39.966" v="1292" actId="47"/>
        <pc:sldMkLst>
          <pc:docMk/>
          <pc:sldMk cId="3978820331" sldId="709"/>
        </pc:sldMkLst>
      </pc:sldChg>
      <pc:sldChg chg="delSp modSp add mod">
        <pc:chgData name="John Hu" userId="213e45b8a479442b" providerId="LiveId" clId="{7FCE8903-A9B5-457E-97ED-0BADF084AAD3}" dt="2025-06-11T14:20:29.225" v="1529" actId="1076"/>
        <pc:sldMkLst>
          <pc:docMk/>
          <pc:sldMk cId="1442365393" sldId="710"/>
        </pc:sldMkLst>
        <pc:spChg chg="mod">
          <ac:chgData name="John Hu" userId="213e45b8a479442b" providerId="LiveId" clId="{7FCE8903-A9B5-457E-97ED-0BADF084AAD3}" dt="2025-06-11T14:20:22.457" v="1526" actId="20577"/>
          <ac:spMkLst>
            <pc:docMk/>
            <pc:sldMk cId="1442365393" sldId="710"/>
            <ac:spMk id="8" creationId="{36177B38-43AB-4398-968B-448F8F0E5F49}"/>
          </ac:spMkLst>
        </pc:spChg>
        <pc:spChg chg="mod">
          <ac:chgData name="John Hu" userId="213e45b8a479442b" providerId="LiveId" clId="{7FCE8903-A9B5-457E-97ED-0BADF084AAD3}" dt="2025-06-11T14:20:29.225" v="1529" actId="1076"/>
          <ac:spMkLst>
            <pc:docMk/>
            <pc:sldMk cId="1442365393" sldId="710"/>
            <ac:spMk id="9" creationId="{C00EB464-949D-F80D-F8C1-97CDD148D443}"/>
          </ac:spMkLst>
        </pc:spChg>
        <pc:picChg chg="del mod">
          <ac:chgData name="John Hu" userId="213e45b8a479442b" providerId="LiveId" clId="{7FCE8903-A9B5-457E-97ED-0BADF084AAD3}" dt="2025-06-11T14:20:26.563" v="1528" actId="478"/>
          <ac:picMkLst>
            <pc:docMk/>
            <pc:sldMk cId="1442365393" sldId="710"/>
            <ac:picMk id="6" creationId="{CC91DE0B-E699-70C4-30E0-60B563A00A93}"/>
          </ac:picMkLst>
        </pc:picChg>
      </pc:sldChg>
      <pc:sldChg chg="addSp delSp modSp add mod">
        <pc:chgData name="John Hu" userId="213e45b8a479442b" providerId="LiveId" clId="{7FCE8903-A9B5-457E-97ED-0BADF084AAD3}" dt="2025-06-12T10:54:45.679" v="1553"/>
        <pc:sldMkLst>
          <pc:docMk/>
          <pc:sldMk cId="3389824130" sldId="716"/>
        </pc:sldMkLst>
        <pc:spChg chg="mod">
          <ac:chgData name="John Hu" userId="213e45b8a479442b" providerId="LiveId" clId="{7FCE8903-A9B5-457E-97ED-0BADF084AAD3}" dt="2025-06-12T10:54:45.679" v="1553"/>
          <ac:spMkLst>
            <pc:docMk/>
            <pc:sldMk cId="3389824130" sldId="716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0:54:38.658" v="1552" actId="20577"/>
          <ac:spMkLst>
            <pc:docMk/>
            <pc:sldMk cId="3389824130" sldId="716"/>
            <ac:spMk id="14" creationId="{4F296092-AA43-47F9-AD4A-B947C824F423}"/>
          </ac:spMkLst>
        </pc:spChg>
        <pc:picChg chg="add mod">
          <ac:chgData name="John Hu" userId="213e45b8a479442b" providerId="LiveId" clId="{7FCE8903-A9B5-457E-97ED-0BADF084AAD3}" dt="2025-06-12T10:52:53.415" v="1545" actId="1076"/>
          <ac:picMkLst>
            <pc:docMk/>
            <pc:sldMk cId="3389824130" sldId="716"/>
            <ac:picMk id="4" creationId="{EED98B93-27E5-C3BB-A12F-0217DC9CD007}"/>
          </ac:picMkLst>
        </pc:picChg>
        <pc:picChg chg="add mod">
          <ac:chgData name="John Hu" userId="213e45b8a479442b" providerId="LiveId" clId="{7FCE8903-A9B5-457E-97ED-0BADF084AAD3}" dt="2025-06-12T10:54:21.664" v="1550" actId="14100"/>
          <ac:picMkLst>
            <pc:docMk/>
            <pc:sldMk cId="3389824130" sldId="716"/>
            <ac:picMk id="6" creationId="{E160933C-6B20-E1A9-46C0-9E512CFBA827}"/>
          </ac:picMkLst>
        </pc:picChg>
        <pc:picChg chg="del">
          <ac:chgData name="John Hu" userId="213e45b8a479442b" providerId="LiveId" clId="{7FCE8903-A9B5-457E-97ED-0BADF084AAD3}" dt="2025-06-12T10:54:14.937" v="1546" actId="478"/>
          <ac:picMkLst>
            <pc:docMk/>
            <pc:sldMk cId="3389824130" sldId="716"/>
            <ac:picMk id="16" creationId="{C62345CE-9852-41CE-A95A-E386DCB44F1E}"/>
          </ac:picMkLst>
        </pc:picChg>
        <pc:picChg chg="add del">
          <ac:chgData name="John Hu" userId="213e45b8a479442b" providerId="LiveId" clId="{7FCE8903-A9B5-457E-97ED-0BADF084AAD3}" dt="2025-06-12T10:52:46.704" v="1540" actId="478"/>
          <ac:picMkLst>
            <pc:docMk/>
            <pc:sldMk cId="3389824130" sldId="716"/>
            <ac:picMk id="18" creationId="{21BF4BDB-9C58-4978-97D1-76E8DD5D0B6C}"/>
          </ac:picMkLst>
        </pc:picChg>
      </pc:sldChg>
      <pc:sldChg chg="modSp add mod">
        <pc:chgData name="John Hu" userId="213e45b8a479442b" providerId="LiveId" clId="{7FCE8903-A9B5-457E-97ED-0BADF084AAD3}" dt="2025-06-12T11:26:10.023" v="2588" actId="13822"/>
        <pc:sldMkLst>
          <pc:docMk/>
          <pc:sldMk cId="488783423" sldId="717"/>
        </pc:sldMkLst>
        <pc:spChg chg="mod">
          <ac:chgData name="John Hu" userId="213e45b8a479442b" providerId="LiveId" clId="{7FCE8903-A9B5-457E-97ED-0BADF084AAD3}" dt="2025-06-12T10:54:48.327" v="1554"/>
          <ac:spMkLst>
            <pc:docMk/>
            <pc:sldMk cId="488783423" sldId="717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6:10.023" v="2588" actId="13822"/>
          <ac:spMkLst>
            <pc:docMk/>
            <pc:sldMk cId="488783423" sldId="717"/>
            <ac:spMk id="7" creationId="{ED54B18D-B3DC-48AD-9FD5-F00BBAEF7AE2}"/>
          </ac:spMkLst>
        </pc:spChg>
        <pc:spChg chg="mod">
          <ac:chgData name="John Hu" userId="213e45b8a479442b" providerId="LiveId" clId="{7FCE8903-A9B5-457E-97ED-0BADF084AAD3}" dt="2025-06-12T11:16:58.795" v="2420"/>
          <ac:spMkLst>
            <pc:docMk/>
            <pc:sldMk cId="488783423" sldId="717"/>
            <ac:spMk id="14" creationId="{4F296092-AA43-47F9-AD4A-B947C824F423}"/>
          </ac:spMkLst>
        </pc:spChg>
      </pc:sldChg>
      <pc:sldChg chg="modSp add mod ord">
        <pc:chgData name="John Hu" userId="213e45b8a479442b" providerId="LiveId" clId="{7FCE8903-A9B5-457E-97ED-0BADF084AAD3}" dt="2025-06-12T11:26:07.685" v="2587" actId="13822"/>
        <pc:sldMkLst>
          <pc:docMk/>
          <pc:sldMk cId="467125538" sldId="718"/>
        </pc:sldMkLst>
        <pc:spChg chg="mod">
          <ac:chgData name="John Hu" userId="213e45b8a479442b" providerId="LiveId" clId="{7FCE8903-A9B5-457E-97ED-0BADF084AAD3}" dt="2025-06-12T10:54:49.992" v="1555"/>
          <ac:spMkLst>
            <pc:docMk/>
            <pc:sldMk cId="467125538" sldId="718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6:07.685" v="2587" actId="13822"/>
          <ac:spMkLst>
            <pc:docMk/>
            <pc:sldMk cId="467125538" sldId="718"/>
            <ac:spMk id="3" creationId="{E769FD2A-9197-B148-A3C8-87A5DEABD164}"/>
          </ac:spMkLst>
        </pc:spChg>
        <pc:spChg chg="mod">
          <ac:chgData name="John Hu" userId="213e45b8a479442b" providerId="LiveId" clId="{7FCE8903-A9B5-457E-97ED-0BADF084AAD3}" dt="2025-06-12T11:16:21.170" v="2395" actId="20577"/>
          <ac:spMkLst>
            <pc:docMk/>
            <pc:sldMk cId="467125538" sldId="718"/>
            <ac:spMk id="4" creationId="{D7A9CEDF-F058-B5D3-CE13-78E579DBE1D8}"/>
          </ac:spMkLst>
        </pc:spChg>
        <pc:spChg chg="mod">
          <ac:chgData name="John Hu" userId="213e45b8a479442b" providerId="LiveId" clId="{7FCE8903-A9B5-457E-97ED-0BADF084AAD3}" dt="2025-06-12T10:59:59.681" v="1759" actId="20577"/>
          <ac:spMkLst>
            <pc:docMk/>
            <pc:sldMk cId="467125538" sldId="718"/>
            <ac:spMk id="5" creationId="{9C08E9B3-A6E4-F6E5-66CF-C7F40E1361C8}"/>
          </ac:spMkLst>
        </pc:spChg>
        <pc:spChg chg="mod">
          <ac:chgData name="John Hu" userId="213e45b8a479442b" providerId="LiveId" clId="{7FCE8903-A9B5-457E-97ED-0BADF084AAD3}" dt="2025-06-12T11:00:06.633" v="1761" actId="2711"/>
          <ac:spMkLst>
            <pc:docMk/>
            <pc:sldMk cId="467125538" sldId="718"/>
            <ac:spMk id="9" creationId="{6FB24BDF-A38D-D01B-F355-A34F350D8F86}"/>
          </ac:spMkLst>
        </pc:spChg>
        <pc:spChg chg="mod">
          <ac:chgData name="John Hu" userId="213e45b8a479442b" providerId="LiveId" clId="{7FCE8903-A9B5-457E-97ED-0BADF084AAD3}" dt="2025-06-12T11:16:53.286" v="2419" actId="20577"/>
          <ac:spMkLst>
            <pc:docMk/>
            <pc:sldMk cId="467125538" sldId="718"/>
            <ac:spMk id="14" creationId="{4F296092-AA43-47F9-AD4A-B947C824F423}"/>
          </ac:spMkLst>
        </pc:spChg>
      </pc:sldChg>
      <pc:sldChg chg="delSp modSp add mod">
        <pc:chgData name="John Hu" userId="213e45b8a479442b" providerId="LiveId" clId="{7FCE8903-A9B5-457E-97ED-0BADF084AAD3}" dt="2025-06-12T11:26:26.173" v="2596" actId="13822"/>
        <pc:sldMkLst>
          <pc:docMk/>
          <pc:sldMk cId="1069352210" sldId="719"/>
        </pc:sldMkLst>
        <pc:spChg chg="mod">
          <ac:chgData name="John Hu" userId="213e45b8a479442b" providerId="LiveId" clId="{7FCE8903-A9B5-457E-97ED-0BADF084AAD3}" dt="2025-06-12T10:54:51.809" v="1556"/>
          <ac:spMkLst>
            <pc:docMk/>
            <pc:sldMk cId="1069352210" sldId="719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6:24.422" v="2595" actId="13822"/>
          <ac:spMkLst>
            <pc:docMk/>
            <pc:sldMk cId="1069352210" sldId="719"/>
            <ac:spMk id="3" creationId="{BB315968-41B4-F3E8-57FC-CE212F0699E0}"/>
          </ac:spMkLst>
        </pc:spChg>
        <pc:spChg chg="mod">
          <ac:chgData name="John Hu" userId="213e45b8a479442b" providerId="LiveId" clId="{7FCE8903-A9B5-457E-97ED-0BADF084AAD3}" dt="2025-06-12T11:26:26.173" v="2596" actId="13822"/>
          <ac:spMkLst>
            <pc:docMk/>
            <pc:sldMk cId="1069352210" sldId="719"/>
            <ac:spMk id="4" creationId="{92A2054A-55B8-4290-7052-9411614515F2}"/>
          </ac:spMkLst>
        </pc:spChg>
        <pc:spChg chg="del mod">
          <ac:chgData name="John Hu" userId="213e45b8a479442b" providerId="LiveId" clId="{7FCE8903-A9B5-457E-97ED-0BADF084AAD3}" dt="2025-06-12T11:17:27.602" v="2446" actId="478"/>
          <ac:spMkLst>
            <pc:docMk/>
            <pc:sldMk cId="1069352210" sldId="719"/>
            <ac:spMk id="5" creationId="{06623C7D-E7D4-387F-1B68-938D20E67FAB}"/>
          </ac:spMkLst>
        </pc:spChg>
        <pc:spChg chg="mod">
          <ac:chgData name="John Hu" userId="213e45b8a479442b" providerId="LiveId" clId="{7FCE8903-A9B5-457E-97ED-0BADF084AAD3}" dt="2025-06-12T11:15:52.789" v="2368" actId="20577"/>
          <ac:spMkLst>
            <pc:docMk/>
            <pc:sldMk cId="1069352210" sldId="719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7FCE8903-A9B5-457E-97ED-0BADF084AAD3}" dt="2025-06-12T11:26:31.435" v="2599" actId="13822"/>
        <pc:sldMkLst>
          <pc:docMk/>
          <pc:sldMk cId="3997427143" sldId="720"/>
        </pc:sldMkLst>
        <pc:spChg chg="mod">
          <ac:chgData name="John Hu" userId="213e45b8a479442b" providerId="LiveId" clId="{7FCE8903-A9B5-457E-97ED-0BADF084AAD3}" dt="2025-06-12T10:54:54.023" v="1557"/>
          <ac:spMkLst>
            <pc:docMk/>
            <pc:sldMk cId="3997427143" sldId="720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6:28.724" v="2597" actId="13822"/>
          <ac:spMkLst>
            <pc:docMk/>
            <pc:sldMk cId="3997427143" sldId="720"/>
            <ac:spMk id="3" creationId="{E2CA0206-9EE2-E272-D63B-F8D6AF84F2DA}"/>
          </ac:spMkLst>
        </pc:spChg>
        <pc:spChg chg="mod">
          <ac:chgData name="John Hu" userId="213e45b8a479442b" providerId="LiveId" clId="{7FCE8903-A9B5-457E-97ED-0BADF084AAD3}" dt="2025-06-12T11:26:29.990" v="2598" actId="13822"/>
          <ac:spMkLst>
            <pc:docMk/>
            <pc:sldMk cId="3997427143" sldId="720"/>
            <ac:spMk id="4" creationId="{39C91160-AA03-443B-7F6E-C13B8DD314DA}"/>
          </ac:spMkLst>
        </pc:spChg>
        <pc:spChg chg="add mod">
          <ac:chgData name="John Hu" userId="213e45b8a479442b" providerId="LiveId" clId="{7FCE8903-A9B5-457E-97ED-0BADF084AAD3}" dt="2025-06-12T11:26:31.435" v="2599" actId="13822"/>
          <ac:spMkLst>
            <pc:docMk/>
            <pc:sldMk cId="3997427143" sldId="720"/>
            <ac:spMk id="5" creationId="{01D6352E-652B-1E69-CE53-D786F4A51B25}"/>
          </ac:spMkLst>
        </pc:spChg>
        <pc:spChg chg="add mod">
          <ac:chgData name="John Hu" userId="213e45b8a479442b" providerId="LiveId" clId="{7FCE8903-A9B5-457E-97ED-0BADF084AAD3}" dt="2025-06-12T11:23:29.695" v="2524" actId="20577"/>
          <ac:spMkLst>
            <pc:docMk/>
            <pc:sldMk cId="3997427143" sldId="720"/>
            <ac:spMk id="6" creationId="{33CB7879-059C-7A31-4D03-3E0572A7459A}"/>
          </ac:spMkLst>
        </pc:spChg>
        <pc:spChg chg="add del mod">
          <ac:chgData name="John Hu" userId="213e45b8a479442b" providerId="LiveId" clId="{7FCE8903-A9B5-457E-97ED-0BADF084AAD3}" dt="2025-06-12T11:24:08.978" v="2551" actId="21"/>
          <ac:spMkLst>
            <pc:docMk/>
            <pc:sldMk cId="3997427143" sldId="720"/>
            <ac:spMk id="7" creationId="{A36AF68C-6AC1-FDBD-FB0B-52855E56C799}"/>
          </ac:spMkLst>
        </pc:spChg>
        <pc:spChg chg="add mod">
          <ac:chgData name="John Hu" userId="213e45b8a479442b" providerId="LiveId" clId="{7FCE8903-A9B5-457E-97ED-0BADF084AAD3}" dt="2025-06-12T11:24:12.441" v="2553" actId="1076"/>
          <ac:spMkLst>
            <pc:docMk/>
            <pc:sldMk cId="3997427143" sldId="720"/>
            <ac:spMk id="9" creationId="{A36AF68C-6AC1-FDBD-FB0B-52855E56C799}"/>
          </ac:spMkLst>
        </pc:spChg>
        <pc:spChg chg="mod">
          <ac:chgData name="John Hu" userId="213e45b8a479442b" providerId="LiveId" clId="{7FCE8903-A9B5-457E-97ED-0BADF084AAD3}" dt="2025-06-12T11:24:07.017" v="2550" actId="1076"/>
          <ac:spMkLst>
            <pc:docMk/>
            <pc:sldMk cId="3997427143" sldId="720"/>
            <ac:spMk id="14" creationId="{4F296092-AA43-47F9-AD4A-B947C824F423}"/>
          </ac:spMkLst>
        </pc:spChg>
      </pc:sldChg>
      <pc:sldChg chg="modSp add mod">
        <pc:chgData name="John Hu" userId="213e45b8a479442b" providerId="LiveId" clId="{7FCE8903-A9B5-457E-97ED-0BADF084AAD3}" dt="2025-06-12T11:26:39.764" v="2607" actId="20577"/>
        <pc:sldMkLst>
          <pc:docMk/>
          <pc:sldMk cId="4211188438" sldId="721"/>
        </pc:sldMkLst>
        <pc:spChg chg="mod">
          <ac:chgData name="John Hu" userId="213e45b8a479442b" providerId="LiveId" clId="{7FCE8903-A9B5-457E-97ED-0BADF084AAD3}" dt="2025-06-12T10:54:57.785" v="1558"/>
          <ac:spMkLst>
            <pc:docMk/>
            <pc:sldMk cId="4211188438" sldId="721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6:33.744" v="2600" actId="13822"/>
          <ac:spMkLst>
            <pc:docMk/>
            <pc:sldMk cId="4211188438" sldId="721"/>
            <ac:spMk id="6" creationId="{9CF7F7CA-7820-914D-913A-2BDD2A9F1949}"/>
          </ac:spMkLst>
        </pc:spChg>
        <pc:spChg chg="mod">
          <ac:chgData name="John Hu" userId="213e45b8a479442b" providerId="LiveId" clId="{7FCE8903-A9B5-457E-97ED-0BADF084AAD3}" dt="2025-06-12T11:26:35.154" v="2601" actId="13822"/>
          <ac:spMkLst>
            <pc:docMk/>
            <pc:sldMk cId="4211188438" sldId="721"/>
            <ac:spMk id="7" creationId="{8CE9CD83-C0DA-9A0B-A3F2-46C9736EBAF7}"/>
          </ac:spMkLst>
        </pc:spChg>
        <pc:spChg chg="mod">
          <ac:chgData name="John Hu" userId="213e45b8a479442b" providerId="LiveId" clId="{7FCE8903-A9B5-457E-97ED-0BADF084AAD3}" dt="2025-06-12T11:26:39.764" v="2607" actId="20577"/>
          <ac:spMkLst>
            <pc:docMk/>
            <pc:sldMk cId="4211188438" sldId="721"/>
            <ac:spMk id="14" creationId="{4F296092-AA43-47F9-AD4A-B947C824F423}"/>
          </ac:spMkLst>
        </pc:spChg>
      </pc:sldChg>
      <pc:sldChg chg="modSp add mod">
        <pc:chgData name="John Hu" userId="213e45b8a479442b" providerId="LiveId" clId="{7FCE8903-A9B5-457E-97ED-0BADF084AAD3}" dt="2025-06-12T11:26:45.290" v="2610" actId="13822"/>
        <pc:sldMkLst>
          <pc:docMk/>
          <pc:sldMk cId="1708665770" sldId="722"/>
        </pc:sldMkLst>
        <pc:spChg chg="mod">
          <ac:chgData name="John Hu" userId="213e45b8a479442b" providerId="LiveId" clId="{7FCE8903-A9B5-457E-97ED-0BADF084AAD3}" dt="2025-06-12T10:55:00.086" v="1559"/>
          <ac:spMkLst>
            <pc:docMk/>
            <pc:sldMk cId="1708665770" sldId="722"/>
            <ac:spMk id="2" creationId="{5888EE31-F44C-4034-8407-4C756F65702C}"/>
          </ac:spMkLst>
        </pc:spChg>
        <pc:spChg chg="mod">
          <ac:chgData name="John Hu" userId="213e45b8a479442b" providerId="LiveId" clId="{7FCE8903-A9B5-457E-97ED-0BADF084AAD3}" dt="2025-06-12T11:26:43.677" v="2608" actId="13822"/>
          <ac:spMkLst>
            <pc:docMk/>
            <pc:sldMk cId="1708665770" sldId="722"/>
            <ac:spMk id="3" creationId="{E5A85E2D-E17A-E461-FBAA-49EEC1735C4F}"/>
          </ac:spMkLst>
        </pc:spChg>
        <pc:spChg chg="mod">
          <ac:chgData name="John Hu" userId="213e45b8a479442b" providerId="LiveId" clId="{7FCE8903-A9B5-457E-97ED-0BADF084AAD3}" dt="2025-06-12T11:26:45.290" v="2610" actId="13822"/>
          <ac:spMkLst>
            <pc:docMk/>
            <pc:sldMk cId="1708665770" sldId="722"/>
            <ac:spMk id="4" creationId="{F0C8A272-3089-FCE0-C567-1E801B108008}"/>
          </ac:spMkLst>
        </pc:spChg>
        <pc:spChg chg="mod">
          <ac:chgData name="John Hu" userId="213e45b8a479442b" providerId="LiveId" clId="{7FCE8903-A9B5-457E-97ED-0BADF084AAD3}" dt="2025-06-12T11:24:41.958" v="2561" actId="1076"/>
          <ac:spMkLst>
            <pc:docMk/>
            <pc:sldMk cId="1708665770" sldId="722"/>
            <ac:spMk id="9" creationId="{3F08B677-1AD4-6492-C801-7850E218E3B4}"/>
          </ac:spMkLst>
        </pc:spChg>
        <pc:spChg chg="mod">
          <ac:chgData name="John Hu" userId="213e45b8a479442b" providerId="LiveId" clId="{7FCE8903-A9B5-457E-97ED-0BADF084AAD3}" dt="2025-06-12T11:25:29.414" v="2585" actId="1076"/>
          <ac:spMkLst>
            <pc:docMk/>
            <pc:sldMk cId="1708665770" sldId="722"/>
            <ac:spMk id="10" creationId="{E560CB5A-8AFF-2644-4DC9-FF93E0297947}"/>
          </ac:spMkLst>
        </pc:spChg>
        <pc:spChg chg="mod">
          <ac:chgData name="John Hu" userId="213e45b8a479442b" providerId="LiveId" clId="{7FCE8903-A9B5-457E-97ED-0BADF084AAD3}" dt="2025-06-12T11:24:49.155" v="2563"/>
          <ac:spMkLst>
            <pc:docMk/>
            <pc:sldMk cId="1708665770" sldId="722"/>
            <ac:spMk id="14" creationId="{4F296092-AA43-47F9-AD4A-B947C824F423}"/>
          </ac:spMkLst>
        </pc:spChg>
      </pc:sldChg>
      <pc:sldChg chg="addSp modSp add mod">
        <pc:chgData name="John Hu" userId="213e45b8a479442b" providerId="LiveId" clId="{7FCE8903-A9B5-457E-97ED-0BADF084AAD3}" dt="2025-06-12T11:26:15.234" v="2590" actId="13822"/>
        <pc:sldMkLst>
          <pc:docMk/>
          <pc:sldMk cId="2928671879" sldId="723"/>
        </pc:sldMkLst>
        <pc:spChg chg="add mod">
          <ac:chgData name="John Hu" userId="213e45b8a479442b" providerId="LiveId" clId="{7FCE8903-A9B5-457E-97ED-0BADF084AAD3}" dt="2025-06-12T11:08:28.231" v="2192" actId="6549"/>
          <ac:spMkLst>
            <pc:docMk/>
            <pc:sldMk cId="2928671879" sldId="723"/>
            <ac:spMk id="4" creationId="{0CDE0D12-5377-4FAC-D908-429C962C42D9}"/>
          </ac:spMkLst>
        </pc:spChg>
        <pc:spChg chg="add mod">
          <ac:chgData name="John Hu" userId="213e45b8a479442b" providerId="LiveId" clId="{7FCE8903-A9B5-457E-97ED-0BADF084AAD3}" dt="2025-06-12T11:26:15.234" v="2590" actId="13822"/>
          <ac:spMkLst>
            <pc:docMk/>
            <pc:sldMk cId="2928671879" sldId="723"/>
            <ac:spMk id="5" creationId="{2E6AA79C-9CB2-672B-C70E-4608E5D2C1C2}"/>
          </ac:spMkLst>
        </pc:spChg>
        <pc:spChg chg="mod">
          <ac:chgData name="John Hu" userId="213e45b8a479442b" providerId="LiveId" clId="{7FCE8903-A9B5-457E-97ED-0BADF084AAD3}" dt="2025-06-12T11:26:11.836" v="2589" actId="13822"/>
          <ac:spMkLst>
            <pc:docMk/>
            <pc:sldMk cId="2928671879" sldId="723"/>
            <ac:spMk id="7" creationId="{ED54B18D-B3DC-48AD-9FD5-F00BBAEF7AE2}"/>
          </ac:spMkLst>
        </pc:spChg>
        <pc:spChg chg="mod">
          <ac:chgData name="John Hu" userId="213e45b8a479442b" providerId="LiveId" clId="{7FCE8903-A9B5-457E-97ED-0BADF084AAD3}" dt="2025-06-12T11:17:07.406" v="2442" actId="20577"/>
          <ac:spMkLst>
            <pc:docMk/>
            <pc:sldMk cId="2928671879" sldId="723"/>
            <ac:spMk id="14" creationId="{4F296092-AA43-47F9-AD4A-B947C824F423}"/>
          </ac:spMkLst>
        </pc:spChg>
      </pc:sldChg>
      <pc:sldChg chg="modSp add mod">
        <pc:chgData name="John Hu" userId="213e45b8a479442b" providerId="LiveId" clId="{7FCE8903-A9B5-457E-97ED-0BADF084AAD3}" dt="2025-06-12T11:26:18.780" v="2592" actId="13822"/>
        <pc:sldMkLst>
          <pc:docMk/>
          <pc:sldMk cId="2559883704" sldId="724"/>
        </pc:sldMkLst>
        <pc:spChg chg="mod">
          <ac:chgData name="John Hu" userId="213e45b8a479442b" providerId="LiveId" clId="{7FCE8903-A9B5-457E-97ED-0BADF084AAD3}" dt="2025-06-12T11:10:13.353" v="2258" actId="20577"/>
          <ac:spMkLst>
            <pc:docMk/>
            <pc:sldMk cId="2559883704" sldId="724"/>
            <ac:spMk id="4" creationId="{0CDE0D12-5377-4FAC-D908-429C962C42D9}"/>
          </ac:spMkLst>
        </pc:spChg>
        <pc:spChg chg="mod">
          <ac:chgData name="John Hu" userId="213e45b8a479442b" providerId="LiveId" clId="{7FCE8903-A9B5-457E-97ED-0BADF084AAD3}" dt="2025-06-12T11:26:18.780" v="2592" actId="13822"/>
          <ac:spMkLst>
            <pc:docMk/>
            <pc:sldMk cId="2559883704" sldId="724"/>
            <ac:spMk id="5" creationId="{2E6AA79C-9CB2-672B-C70E-4608E5D2C1C2}"/>
          </ac:spMkLst>
        </pc:spChg>
        <pc:spChg chg="mod">
          <ac:chgData name="John Hu" userId="213e45b8a479442b" providerId="LiveId" clId="{7FCE8903-A9B5-457E-97ED-0BADF084AAD3}" dt="2025-06-12T11:26:17.482" v="2591" actId="13822"/>
          <ac:spMkLst>
            <pc:docMk/>
            <pc:sldMk cId="2559883704" sldId="724"/>
            <ac:spMk id="7" creationId="{ED54B18D-B3DC-48AD-9FD5-F00BBAEF7AE2}"/>
          </ac:spMkLst>
        </pc:spChg>
        <pc:spChg chg="mod">
          <ac:chgData name="John Hu" userId="213e45b8a479442b" providerId="LiveId" clId="{7FCE8903-A9B5-457E-97ED-0BADF084AAD3}" dt="2025-06-12T11:17:11.438" v="2443"/>
          <ac:spMkLst>
            <pc:docMk/>
            <pc:sldMk cId="2559883704" sldId="724"/>
            <ac:spMk id="14" creationId="{4F296092-AA43-47F9-AD4A-B947C824F423}"/>
          </ac:spMkLst>
        </pc:spChg>
      </pc:sldChg>
      <pc:sldChg chg="delSp modSp add mod">
        <pc:chgData name="John Hu" userId="213e45b8a479442b" providerId="LiveId" clId="{7FCE8903-A9B5-457E-97ED-0BADF084AAD3}" dt="2025-06-12T11:26:22.169" v="2594" actId="13822"/>
        <pc:sldMkLst>
          <pc:docMk/>
          <pc:sldMk cId="3720352641" sldId="725"/>
        </pc:sldMkLst>
        <pc:spChg chg="del mod">
          <ac:chgData name="John Hu" userId="213e45b8a479442b" providerId="LiveId" clId="{7FCE8903-A9B5-457E-97ED-0BADF084AAD3}" dt="2025-06-12T11:15:40.649" v="2364" actId="478"/>
          <ac:spMkLst>
            <pc:docMk/>
            <pc:sldMk cId="3720352641" sldId="725"/>
            <ac:spMk id="4" creationId="{0CDE0D12-5377-4FAC-D908-429C962C42D9}"/>
          </ac:spMkLst>
        </pc:spChg>
        <pc:spChg chg="mod">
          <ac:chgData name="John Hu" userId="213e45b8a479442b" providerId="LiveId" clId="{7FCE8903-A9B5-457E-97ED-0BADF084AAD3}" dt="2025-06-12T11:26:22.169" v="2594" actId="13822"/>
          <ac:spMkLst>
            <pc:docMk/>
            <pc:sldMk cId="3720352641" sldId="725"/>
            <ac:spMk id="5" creationId="{2E6AA79C-9CB2-672B-C70E-4608E5D2C1C2}"/>
          </ac:spMkLst>
        </pc:spChg>
        <pc:spChg chg="mod">
          <ac:chgData name="John Hu" userId="213e45b8a479442b" providerId="LiveId" clId="{7FCE8903-A9B5-457E-97ED-0BADF084AAD3}" dt="2025-06-12T11:26:20.853" v="2593" actId="13822"/>
          <ac:spMkLst>
            <pc:docMk/>
            <pc:sldMk cId="3720352641" sldId="725"/>
            <ac:spMk id="7" creationId="{ED54B18D-B3DC-48AD-9FD5-F00BBAEF7AE2}"/>
          </ac:spMkLst>
        </pc:spChg>
        <pc:spChg chg="mod">
          <ac:chgData name="John Hu" userId="213e45b8a479442b" providerId="LiveId" clId="{7FCE8903-A9B5-457E-97ED-0BADF084AAD3}" dt="2025-06-12T11:17:12.820" v="2444"/>
          <ac:spMkLst>
            <pc:docMk/>
            <pc:sldMk cId="3720352641" sldId="725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7FCE8903-A9B5-457E-97ED-0BADF084AAD3}" dt="2025-06-12T13:04:16.673" v="3329" actId="21"/>
        <pc:sldMkLst>
          <pc:docMk/>
          <pc:sldMk cId="3891207701" sldId="726"/>
        </pc:sldMkLst>
        <pc:spChg chg="add mod">
          <ac:chgData name="John Hu" userId="213e45b8a479442b" providerId="LiveId" clId="{7FCE8903-A9B5-457E-97ED-0BADF084AAD3}" dt="2025-06-12T13:04:16.673" v="3329" actId="21"/>
          <ac:spMkLst>
            <pc:docMk/>
            <pc:sldMk cId="3891207701" sldId="726"/>
            <ac:spMk id="3" creationId="{098E2A48-303C-4174-B7F9-B7DF985E5A28}"/>
          </ac:spMkLst>
        </pc:spChg>
        <pc:spChg chg="add mod">
          <ac:chgData name="John Hu" userId="213e45b8a479442b" providerId="LiveId" clId="{7FCE8903-A9B5-457E-97ED-0BADF084AAD3}" dt="2025-06-12T13:04:06.355" v="3325" actId="20577"/>
          <ac:spMkLst>
            <pc:docMk/>
            <pc:sldMk cId="3891207701" sldId="726"/>
            <ac:spMk id="5" creationId="{25123646-F7EF-46F8-8452-09785F5AC20F}"/>
          </ac:spMkLst>
        </pc:spChg>
        <pc:spChg chg="mod">
          <ac:chgData name="John Hu" userId="213e45b8a479442b" providerId="LiveId" clId="{7FCE8903-A9B5-457E-97ED-0BADF084AAD3}" dt="2025-06-12T13:00:37.545" v="3106" actId="1076"/>
          <ac:spMkLst>
            <pc:docMk/>
            <pc:sldMk cId="3891207701" sldId="726"/>
            <ac:spMk id="6" creationId="{F3BDD452-14BB-AB80-C839-1C0C753FB08F}"/>
          </ac:spMkLst>
        </pc:spChg>
        <pc:spChg chg="del mod">
          <ac:chgData name="John Hu" userId="213e45b8a479442b" providerId="LiveId" clId="{7FCE8903-A9B5-457E-97ED-0BADF084AAD3}" dt="2025-06-12T12:59:58.536" v="3101" actId="478"/>
          <ac:spMkLst>
            <pc:docMk/>
            <pc:sldMk cId="3891207701" sldId="726"/>
            <ac:spMk id="7" creationId="{098E2A48-303C-4174-B7F9-B7DF985E5A28}"/>
          </ac:spMkLst>
        </pc:spChg>
        <pc:spChg chg="mod">
          <ac:chgData name="John Hu" userId="213e45b8a479442b" providerId="LiveId" clId="{7FCE8903-A9B5-457E-97ED-0BADF084AAD3}" dt="2025-06-12T12:59:18.174" v="3068" actId="1076"/>
          <ac:spMkLst>
            <pc:docMk/>
            <pc:sldMk cId="3891207701" sldId="726"/>
            <ac:spMk id="9" creationId="{FEFA440A-ED12-64BA-E00E-316514969B7E}"/>
          </ac:spMkLst>
        </pc:spChg>
        <pc:spChg chg="mod">
          <ac:chgData name="John Hu" userId="213e45b8a479442b" providerId="LiveId" clId="{7FCE8903-A9B5-457E-97ED-0BADF084AAD3}" dt="2025-06-12T12:59:18.174" v="3068" actId="1076"/>
          <ac:spMkLst>
            <pc:docMk/>
            <pc:sldMk cId="3891207701" sldId="726"/>
            <ac:spMk id="11" creationId="{63AD3EE9-5CC1-535A-2531-50858BC3DBB4}"/>
          </ac:spMkLst>
        </pc:spChg>
        <pc:spChg chg="mod">
          <ac:chgData name="John Hu" userId="213e45b8a479442b" providerId="LiveId" clId="{7FCE8903-A9B5-457E-97ED-0BADF084AAD3}" dt="2025-06-12T12:59:24.276" v="3069" actId="1076"/>
          <ac:spMkLst>
            <pc:docMk/>
            <pc:sldMk cId="3891207701" sldId="726"/>
            <ac:spMk id="12" creationId="{77E05F95-2937-C378-EF9F-8A9772576888}"/>
          </ac:spMkLst>
        </pc:spChg>
        <pc:spChg chg="mod">
          <ac:chgData name="John Hu" userId="213e45b8a479442b" providerId="LiveId" clId="{7FCE8903-A9B5-457E-97ED-0BADF084AAD3}" dt="2025-06-12T13:00:02.988" v="3102" actId="1076"/>
          <ac:spMkLst>
            <pc:docMk/>
            <pc:sldMk cId="3891207701" sldId="726"/>
            <ac:spMk id="13" creationId="{F980908C-27F7-4177-BE13-38DE677838F4}"/>
          </ac:spMkLst>
        </pc:spChg>
        <pc:spChg chg="del">
          <ac:chgData name="John Hu" userId="213e45b8a479442b" providerId="LiveId" clId="{7FCE8903-A9B5-457E-97ED-0BADF084AAD3}" dt="2025-06-12T12:59:49.745" v="3100" actId="478"/>
          <ac:spMkLst>
            <pc:docMk/>
            <pc:sldMk cId="3891207701" sldId="726"/>
            <ac:spMk id="15" creationId="{FB369DB6-176D-CB17-8A0B-AF3AEE3411F3}"/>
          </ac:spMkLst>
        </pc:spChg>
        <pc:spChg chg="del">
          <ac:chgData name="John Hu" userId="213e45b8a479442b" providerId="LiveId" clId="{7FCE8903-A9B5-457E-97ED-0BADF084AAD3}" dt="2025-06-12T12:59:49.745" v="3100" actId="478"/>
          <ac:spMkLst>
            <pc:docMk/>
            <pc:sldMk cId="3891207701" sldId="726"/>
            <ac:spMk id="16" creationId="{1C27D63B-CD7F-BC38-EF84-43580F2ACE74}"/>
          </ac:spMkLst>
        </pc:spChg>
        <pc:grpChg chg="del">
          <ac:chgData name="John Hu" userId="213e45b8a479442b" providerId="LiveId" clId="{7FCE8903-A9B5-457E-97ED-0BADF084AAD3}" dt="2025-06-12T12:59:58.536" v="3101" actId="478"/>
          <ac:grpSpMkLst>
            <pc:docMk/>
            <pc:sldMk cId="3891207701" sldId="726"/>
            <ac:grpSpMk id="26" creationId="{A3C1C3D8-7912-8299-1FA7-D21FDBE8779B}"/>
          </ac:grpSpMkLst>
        </pc:grpChg>
      </pc:sldChg>
    </pc:docChg>
  </pc:docChgLst>
  <pc:docChgLst>
    <pc:chgData name="John Hu" userId="213e45b8a479442b" providerId="LiveId" clId="{75D2CB2D-E109-44CF-944B-C6F6B6DF11A8}"/>
    <pc:docChg chg="undo custSel addSld delSld modSld">
      <pc:chgData name="John Hu" userId="213e45b8a479442b" providerId="LiveId" clId="{75D2CB2D-E109-44CF-944B-C6F6B6DF11A8}" dt="2025-09-24T02:23:29.859" v="2759" actId="1076"/>
      <pc:docMkLst>
        <pc:docMk/>
      </pc:docMkLst>
      <pc:sldChg chg="modSp mod">
        <pc:chgData name="John Hu" userId="213e45b8a479442b" providerId="LiveId" clId="{75D2CB2D-E109-44CF-944B-C6F6B6DF11A8}" dt="2025-09-11T00:38:28.603" v="1004" actId="14100"/>
        <pc:sldMkLst>
          <pc:docMk/>
          <pc:sldMk cId="2206702487" sldId="683"/>
        </pc:sldMkLst>
        <pc:spChg chg="mod">
          <ac:chgData name="John Hu" userId="213e45b8a479442b" providerId="LiveId" clId="{75D2CB2D-E109-44CF-944B-C6F6B6DF11A8}" dt="2025-09-11T00:38:28.603" v="1004" actId="14100"/>
          <ac:spMkLst>
            <pc:docMk/>
            <pc:sldMk cId="2206702487" sldId="683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8:32.906" v="1005"/>
        <pc:sldMkLst>
          <pc:docMk/>
          <pc:sldMk cId="3595609592" sldId="684"/>
        </pc:sldMkLst>
        <pc:spChg chg="mod">
          <ac:chgData name="John Hu" userId="213e45b8a479442b" providerId="LiveId" clId="{75D2CB2D-E109-44CF-944B-C6F6B6DF11A8}" dt="2025-09-11T00:38:32.906" v="1005"/>
          <ac:spMkLst>
            <pc:docMk/>
            <pc:sldMk cId="3595609592" sldId="684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34.958" v="1006"/>
        <pc:sldMkLst>
          <pc:docMk/>
          <pc:sldMk cId="777960044" sldId="685"/>
        </pc:sldMkLst>
        <pc:spChg chg="mod">
          <ac:chgData name="John Hu" userId="213e45b8a479442b" providerId="LiveId" clId="{75D2CB2D-E109-44CF-944B-C6F6B6DF11A8}" dt="2025-09-11T00:38:34.958" v="1006"/>
          <ac:spMkLst>
            <pc:docMk/>
            <pc:sldMk cId="777960044" sldId="685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8:03.826" v="992"/>
        <pc:sldMkLst>
          <pc:docMk/>
          <pc:sldMk cId="2081833614" sldId="692"/>
        </pc:sldMkLst>
        <pc:spChg chg="mod">
          <ac:chgData name="John Hu" userId="213e45b8a479442b" providerId="LiveId" clId="{75D2CB2D-E109-44CF-944B-C6F6B6DF11A8}" dt="2025-09-11T00:38:03.826" v="992"/>
          <ac:spMkLst>
            <pc:docMk/>
            <pc:sldMk cId="2081833614" sldId="692"/>
            <ac:spMk id="4" creationId="{365F8616-F072-4194-0C54-9009E32ACC02}"/>
          </ac:spMkLst>
        </pc:spChg>
        <pc:spChg chg="mod">
          <ac:chgData name="John Hu" userId="213e45b8a479442b" providerId="LiveId" clId="{75D2CB2D-E109-44CF-944B-C6F6B6DF11A8}" dt="2025-09-11T00:38:01.485" v="991"/>
          <ac:spMkLst>
            <pc:docMk/>
            <pc:sldMk cId="2081833614" sldId="692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07.019" v="993"/>
        <pc:sldMkLst>
          <pc:docMk/>
          <pc:sldMk cId="2684458445" sldId="693"/>
        </pc:sldMkLst>
        <pc:spChg chg="mod">
          <ac:chgData name="John Hu" userId="213e45b8a479442b" providerId="LiveId" clId="{75D2CB2D-E109-44CF-944B-C6F6B6DF11A8}" dt="2025-09-11T00:38:07.019" v="993"/>
          <ac:spMkLst>
            <pc:docMk/>
            <pc:sldMk cId="2684458445" sldId="693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09T06:57:52.037" v="2" actId="1076"/>
        <pc:sldMkLst>
          <pc:docMk/>
          <pc:sldMk cId="3539485732" sldId="694"/>
        </pc:sldMkLst>
        <pc:spChg chg="mod">
          <ac:chgData name="John Hu" userId="213e45b8a479442b" providerId="LiveId" clId="{75D2CB2D-E109-44CF-944B-C6F6B6DF11A8}" dt="2025-09-09T06:57:52.037" v="2" actId="1076"/>
          <ac:spMkLst>
            <pc:docMk/>
            <pc:sldMk cId="3539485732" sldId="694"/>
            <ac:spMk id="7" creationId="{3709CE55-5CD9-F916-1B27-7613EDC56FFA}"/>
          </ac:spMkLst>
        </pc:spChg>
        <pc:spChg chg="mod">
          <ac:chgData name="John Hu" userId="213e45b8a479442b" providerId="LiveId" clId="{75D2CB2D-E109-44CF-944B-C6F6B6DF11A8}" dt="2025-09-09T06:57:42.335" v="1" actId="1076"/>
          <ac:spMkLst>
            <pc:docMk/>
            <pc:sldMk cId="3539485732" sldId="694"/>
            <ac:spMk id="12" creationId="{632F0707-9B46-1BFA-BE93-A43C8F886C7D}"/>
          </ac:spMkLst>
        </pc:spChg>
      </pc:sldChg>
      <pc:sldChg chg="modSp mod">
        <pc:chgData name="John Hu" userId="213e45b8a479442b" providerId="LiveId" clId="{75D2CB2D-E109-44CF-944B-C6F6B6DF11A8}" dt="2025-09-11T00:38:08.992" v="994"/>
        <pc:sldMkLst>
          <pc:docMk/>
          <pc:sldMk cId="2310561485" sldId="695"/>
        </pc:sldMkLst>
        <pc:spChg chg="mod">
          <ac:chgData name="John Hu" userId="213e45b8a479442b" providerId="LiveId" clId="{75D2CB2D-E109-44CF-944B-C6F6B6DF11A8}" dt="2025-09-11T00:38:08.992" v="994"/>
          <ac:spMkLst>
            <pc:docMk/>
            <pc:sldMk cId="2310561485" sldId="695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11.136" v="995"/>
        <pc:sldMkLst>
          <pc:docMk/>
          <pc:sldMk cId="3614223817" sldId="696"/>
        </pc:sldMkLst>
        <pc:spChg chg="mod">
          <ac:chgData name="John Hu" userId="213e45b8a479442b" providerId="LiveId" clId="{75D2CB2D-E109-44CF-944B-C6F6B6DF11A8}" dt="2025-09-11T00:38:11.136" v="995"/>
          <ac:spMkLst>
            <pc:docMk/>
            <pc:sldMk cId="3614223817" sldId="696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36.466" v="1007"/>
        <pc:sldMkLst>
          <pc:docMk/>
          <pc:sldMk cId="3023716203" sldId="697"/>
        </pc:sldMkLst>
        <pc:spChg chg="mod">
          <ac:chgData name="John Hu" userId="213e45b8a479442b" providerId="LiveId" clId="{75D2CB2D-E109-44CF-944B-C6F6B6DF11A8}" dt="2025-09-11T00:38:36.466" v="1007"/>
          <ac:spMkLst>
            <pc:docMk/>
            <pc:sldMk cId="3023716203" sldId="697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37.966" v="1008"/>
        <pc:sldMkLst>
          <pc:docMk/>
          <pc:sldMk cId="1679578011" sldId="698"/>
        </pc:sldMkLst>
        <pc:spChg chg="mod">
          <ac:chgData name="John Hu" userId="213e45b8a479442b" providerId="LiveId" clId="{75D2CB2D-E109-44CF-944B-C6F6B6DF11A8}" dt="2025-09-11T00:38:37.966" v="1008"/>
          <ac:spMkLst>
            <pc:docMk/>
            <pc:sldMk cId="1679578011" sldId="698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39.474" v="1009"/>
        <pc:sldMkLst>
          <pc:docMk/>
          <pc:sldMk cId="2822386728" sldId="699"/>
        </pc:sldMkLst>
        <pc:spChg chg="mod">
          <ac:chgData name="John Hu" userId="213e45b8a479442b" providerId="LiveId" clId="{75D2CB2D-E109-44CF-944B-C6F6B6DF11A8}" dt="2025-09-11T00:38:39.474" v="1009"/>
          <ac:spMkLst>
            <pc:docMk/>
            <pc:sldMk cId="2822386728" sldId="699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11T00:38:40.849" v="1010"/>
        <pc:sldMkLst>
          <pc:docMk/>
          <pc:sldMk cId="2614353264" sldId="700"/>
        </pc:sldMkLst>
        <pc:spChg chg="mod">
          <ac:chgData name="John Hu" userId="213e45b8a479442b" providerId="LiveId" clId="{75D2CB2D-E109-44CF-944B-C6F6B6DF11A8}" dt="2025-09-11T00:38:40.849" v="1010"/>
          <ac:spMkLst>
            <pc:docMk/>
            <pc:sldMk cId="2614353264" sldId="700"/>
            <ac:spMk id="8" creationId="{36177B38-43AB-4398-968B-448F8F0E5F49}"/>
          </ac:spMkLst>
        </pc:spChg>
      </pc:sldChg>
      <pc:sldChg chg="addSp delSp modSp mod">
        <pc:chgData name="John Hu" userId="213e45b8a479442b" providerId="LiveId" clId="{75D2CB2D-E109-44CF-944B-C6F6B6DF11A8}" dt="2025-09-11T00:38:42.457" v="1011"/>
        <pc:sldMkLst>
          <pc:docMk/>
          <pc:sldMk cId="1676684004" sldId="701"/>
        </pc:sldMkLst>
        <pc:spChg chg="mod">
          <ac:chgData name="John Hu" userId="213e45b8a479442b" providerId="LiveId" clId="{75D2CB2D-E109-44CF-944B-C6F6B6DF11A8}" dt="2025-09-11T00:38:42.457" v="1011"/>
          <ac:spMkLst>
            <pc:docMk/>
            <pc:sldMk cId="1676684004" sldId="701"/>
            <ac:spMk id="8" creationId="{36177B38-43AB-4398-968B-448F8F0E5F49}"/>
          </ac:spMkLst>
        </pc:spChg>
        <pc:spChg chg="add del">
          <ac:chgData name="John Hu" userId="213e45b8a479442b" providerId="LiveId" clId="{75D2CB2D-E109-44CF-944B-C6F6B6DF11A8}" dt="2025-09-10T01:48:05.160" v="9" actId="22"/>
          <ac:spMkLst>
            <pc:docMk/>
            <pc:sldMk cId="1676684004" sldId="701"/>
            <ac:spMk id="11" creationId="{8644D17D-31DD-4F9E-8FAD-BDD655127B75}"/>
          </ac:spMkLst>
        </pc:spChg>
      </pc:sldChg>
      <pc:sldChg chg="modSp mod">
        <pc:chgData name="John Hu" userId="213e45b8a479442b" providerId="LiveId" clId="{75D2CB2D-E109-44CF-944B-C6F6B6DF11A8}" dt="2025-09-11T00:38:13.447" v="996"/>
        <pc:sldMkLst>
          <pc:docMk/>
          <pc:sldMk cId="2036972331" sldId="705"/>
        </pc:sldMkLst>
        <pc:spChg chg="mod">
          <ac:chgData name="John Hu" userId="213e45b8a479442b" providerId="LiveId" clId="{75D2CB2D-E109-44CF-944B-C6F6B6DF11A8}" dt="2025-09-10T01:42:35.365" v="7" actId="20577"/>
          <ac:spMkLst>
            <pc:docMk/>
            <pc:sldMk cId="2036972331" sldId="705"/>
            <ac:spMk id="6" creationId="{F3BDD452-14BB-AB80-C839-1C0C753FB08F}"/>
          </ac:spMkLst>
        </pc:spChg>
        <pc:spChg chg="mod">
          <ac:chgData name="John Hu" userId="213e45b8a479442b" providerId="LiveId" clId="{75D2CB2D-E109-44CF-944B-C6F6B6DF11A8}" dt="2025-09-11T00:38:13.447" v="996"/>
          <ac:spMkLst>
            <pc:docMk/>
            <pc:sldMk cId="2036972331" sldId="705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7:35.760" v="983"/>
        <pc:sldMkLst>
          <pc:docMk/>
          <pc:sldMk cId="488783423" sldId="717"/>
        </pc:sldMkLst>
        <pc:spChg chg="mod">
          <ac:chgData name="John Hu" userId="213e45b8a479442b" providerId="LiveId" clId="{75D2CB2D-E109-44CF-944B-C6F6B6DF11A8}" dt="2025-09-11T00:37:35.760" v="983"/>
          <ac:spMkLst>
            <pc:docMk/>
            <pc:sldMk cId="488783423" sldId="717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7:32.379" v="982"/>
        <pc:sldMkLst>
          <pc:docMk/>
          <pc:sldMk cId="467125538" sldId="718"/>
        </pc:sldMkLst>
        <pc:spChg chg="mod">
          <ac:chgData name="John Hu" userId="213e45b8a479442b" providerId="LiveId" clId="{75D2CB2D-E109-44CF-944B-C6F6B6DF11A8}" dt="2025-09-11T00:37:32.379" v="982"/>
          <ac:spMkLst>
            <pc:docMk/>
            <pc:sldMk cId="467125538" sldId="718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7:44.860" v="987"/>
        <pc:sldMkLst>
          <pc:docMk/>
          <pc:sldMk cId="1069352210" sldId="719"/>
        </pc:sldMkLst>
        <pc:spChg chg="mod">
          <ac:chgData name="John Hu" userId="213e45b8a479442b" providerId="LiveId" clId="{75D2CB2D-E109-44CF-944B-C6F6B6DF11A8}" dt="2025-09-11T00:37:44.860" v="987"/>
          <ac:spMkLst>
            <pc:docMk/>
            <pc:sldMk cId="1069352210" sldId="719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7:47.148" v="988"/>
        <pc:sldMkLst>
          <pc:docMk/>
          <pc:sldMk cId="3997427143" sldId="720"/>
        </pc:sldMkLst>
        <pc:spChg chg="mod">
          <ac:chgData name="John Hu" userId="213e45b8a479442b" providerId="LiveId" clId="{75D2CB2D-E109-44CF-944B-C6F6B6DF11A8}" dt="2025-09-11T00:37:47.148" v="988"/>
          <ac:spMkLst>
            <pc:docMk/>
            <pc:sldMk cId="3997427143" sldId="720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7:50.048" v="989"/>
        <pc:sldMkLst>
          <pc:docMk/>
          <pc:sldMk cId="4211188438" sldId="721"/>
        </pc:sldMkLst>
        <pc:spChg chg="mod">
          <ac:chgData name="John Hu" userId="213e45b8a479442b" providerId="LiveId" clId="{75D2CB2D-E109-44CF-944B-C6F6B6DF11A8}" dt="2025-09-11T00:37:50.048" v="989"/>
          <ac:spMkLst>
            <pc:docMk/>
            <pc:sldMk cId="4211188438" sldId="721"/>
            <ac:spMk id="8" creationId="{36177B38-43AB-4398-968B-448F8F0E5F49}"/>
          </ac:spMkLst>
        </pc:spChg>
      </pc:sldChg>
      <pc:sldChg chg="modSp">
        <pc:chgData name="John Hu" userId="213e45b8a479442b" providerId="LiveId" clId="{75D2CB2D-E109-44CF-944B-C6F6B6DF11A8}" dt="2025-09-11T00:37:52.514" v="990"/>
        <pc:sldMkLst>
          <pc:docMk/>
          <pc:sldMk cId="1708665770" sldId="722"/>
        </pc:sldMkLst>
        <pc:spChg chg="mod">
          <ac:chgData name="John Hu" userId="213e45b8a479442b" providerId="LiveId" clId="{75D2CB2D-E109-44CF-944B-C6F6B6DF11A8}" dt="2025-09-11T00:37:52.514" v="990"/>
          <ac:spMkLst>
            <pc:docMk/>
            <pc:sldMk cId="1708665770" sldId="722"/>
            <ac:spMk id="8" creationId="{36177B38-43AB-4398-968B-448F8F0E5F49}"/>
          </ac:spMkLst>
        </pc:spChg>
      </pc:sldChg>
      <pc:sldChg chg="addSp delSp modSp mod">
        <pc:chgData name="John Hu" userId="213e45b8a479442b" providerId="LiveId" clId="{75D2CB2D-E109-44CF-944B-C6F6B6DF11A8}" dt="2025-09-24T02:23:29.859" v="2759" actId="1076"/>
        <pc:sldMkLst>
          <pc:docMk/>
          <pc:sldMk cId="2928671879" sldId="723"/>
        </pc:sldMkLst>
        <pc:spChg chg="add mod">
          <ac:chgData name="John Hu" userId="213e45b8a479442b" providerId="LiveId" clId="{75D2CB2D-E109-44CF-944B-C6F6B6DF11A8}" dt="2025-09-24T02:23:29.859" v="2759" actId="1076"/>
          <ac:spMkLst>
            <pc:docMk/>
            <pc:sldMk cId="2928671879" sldId="723"/>
            <ac:spMk id="6" creationId="{7B3D1163-AC9C-4105-9637-04B893ECDF9A}"/>
          </ac:spMkLst>
        </pc:spChg>
        <pc:spChg chg="mod">
          <ac:chgData name="John Hu" userId="213e45b8a479442b" providerId="LiveId" clId="{75D2CB2D-E109-44CF-944B-C6F6B6DF11A8}" dt="2025-09-11T00:37:37.876" v="984"/>
          <ac:spMkLst>
            <pc:docMk/>
            <pc:sldMk cId="2928671879" sldId="723"/>
            <ac:spMk id="8" creationId="{36177B38-43AB-4398-968B-448F8F0E5F49}"/>
          </ac:spMkLst>
        </pc:spChg>
        <pc:spChg chg="add del mod">
          <ac:chgData name="John Hu" userId="213e45b8a479442b" providerId="LiveId" clId="{75D2CB2D-E109-44CF-944B-C6F6B6DF11A8}" dt="2025-09-24T02:21:37.254" v="2665" actId="478"/>
          <ac:spMkLst>
            <pc:docMk/>
            <pc:sldMk cId="2928671879" sldId="723"/>
            <ac:spMk id="9" creationId="{C0B33737-82EF-4F0B-AAE5-79B04D422D03}"/>
          </ac:spMkLst>
        </pc:spChg>
      </pc:sldChg>
      <pc:sldChg chg="modSp">
        <pc:chgData name="John Hu" userId="213e45b8a479442b" providerId="LiveId" clId="{75D2CB2D-E109-44CF-944B-C6F6B6DF11A8}" dt="2025-09-11T00:37:40.123" v="985"/>
        <pc:sldMkLst>
          <pc:docMk/>
          <pc:sldMk cId="2559883704" sldId="724"/>
        </pc:sldMkLst>
        <pc:spChg chg="mod">
          <ac:chgData name="John Hu" userId="213e45b8a479442b" providerId="LiveId" clId="{75D2CB2D-E109-44CF-944B-C6F6B6DF11A8}" dt="2025-09-11T00:37:40.123" v="985"/>
          <ac:spMkLst>
            <pc:docMk/>
            <pc:sldMk cId="2559883704" sldId="724"/>
            <ac:spMk id="8" creationId="{36177B38-43AB-4398-968B-448F8F0E5F49}"/>
          </ac:spMkLst>
        </pc:spChg>
      </pc:sldChg>
      <pc:sldChg chg="modSp mod">
        <pc:chgData name="John Hu" userId="213e45b8a479442b" providerId="LiveId" clId="{75D2CB2D-E109-44CF-944B-C6F6B6DF11A8}" dt="2025-09-24T02:21:03.083" v="2657" actId="21"/>
        <pc:sldMkLst>
          <pc:docMk/>
          <pc:sldMk cId="3720352641" sldId="725"/>
        </pc:sldMkLst>
        <pc:spChg chg="mod">
          <ac:chgData name="John Hu" userId="213e45b8a479442b" providerId="LiveId" clId="{75D2CB2D-E109-44CF-944B-C6F6B6DF11A8}" dt="2025-09-24T02:21:03.083" v="2657" actId="21"/>
          <ac:spMkLst>
            <pc:docMk/>
            <pc:sldMk cId="3720352641" sldId="725"/>
            <ac:spMk id="5" creationId="{2E6AA79C-9CB2-672B-C70E-4608E5D2C1C2}"/>
          </ac:spMkLst>
        </pc:spChg>
        <pc:spChg chg="mod">
          <ac:chgData name="John Hu" userId="213e45b8a479442b" providerId="LiveId" clId="{75D2CB2D-E109-44CF-944B-C6F6B6DF11A8}" dt="2025-09-11T00:37:42.418" v="986"/>
          <ac:spMkLst>
            <pc:docMk/>
            <pc:sldMk cId="3720352641" sldId="725"/>
            <ac:spMk id="8" creationId="{36177B38-43AB-4398-968B-448F8F0E5F49}"/>
          </ac:spMkLst>
        </pc:spChg>
      </pc:sldChg>
      <pc:sldChg chg="addSp modSp mod">
        <pc:chgData name="John Hu" userId="213e45b8a479442b" providerId="LiveId" clId="{75D2CB2D-E109-44CF-944B-C6F6B6DF11A8}" dt="2025-09-11T00:38:21.604" v="1002"/>
        <pc:sldMkLst>
          <pc:docMk/>
          <pc:sldMk cId="3891207701" sldId="726"/>
        </pc:sldMkLst>
        <pc:spChg chg="mod">
          <ac:chgData name="John Hu" userId="213e45b8a479442b" providerId="LiveId" clId="{75D2CB2D-E109-44CF-944B-C6F6B6DF11A8}" dt="2025-09-10T01:51:11.497" v="63" actId="1076"/>
          <ac:spMkLst>
            <pc:docMk/>
            <pc:sldMk cId="3891207701" sldId="726"/>
            <ac:spMk id="3" creationId="{098E2A48-303C-4174-B7F9-B7DF985E5A28}"/>
          </ac:spMkLst>
        </pc:spChg>
        <pc:spChg chg="mod">
          <ac:chgData name="John Hu" userId="213e45b8a479442b" providerId="LiveId" clId="{75D2CB2D-E109-44CF-944B-C6F6B6DF11A8}" dt="2025-09-10T01:51:11.497" v="63" actId="1076"/>
          <ac:spMkLst>
            <pc:docMk/>
            <pc:sldMk cId="3891207701" sldId="726"/>
            <ac:spMk id="5" creationId="{25123646-F7EF-46F8-8452-09785F5AC20F}"/>
          </ac:spMkLst>
        </pc:spChg>
        <pc:spChg chg="mod">
          <ac:chgData name="John Hu" userId="213e45b8a479442b" providerId="LiveId" clId="{75D2CB2D-E109-44CF-944B-C6F6B6DF11A8}" dt="2025-09-10T01:50:41.818" v="62" actId="20577"/>
          <ac:spMkLst>
            <pc:docMk/>
            <pc:sldMk cId="3891207701" sldId="726"/>
            <ac:spMk id="6" creationId="{F3BDD452-14BB-AB80-C839-1C0C753FB08F}"/>
          </ac:spMkLst>
        </pc:spChg>
        <pc:spChg chg="mod">
          <ac:chgData name="John Hu" userId="213e45b8a479442b" providerId="LiveId" clId="{75D2CB2D-E109-44CF-944B-C6F6B6DF11A8}" dt="2025-09-11T00:38:21.604" v="1002"/>
          <ac:spMkLst>
            <pc:docMk/>
            <pc:sldMk cId="3891207701" sldId="726"/>
            <ac:spMk id="8" creationId="{36177B38-43AB-4398-968B-448F8F0E5F49}"/>
          </ac:spMkLst>
        </pc:spChg>
        <pc:spChg chg="add mod">
          <ac:chgData name="John Hu" userId="213e45b8a479442b" providerId="LiveId" clId="{75D2CB2D-E109-44CF-944B-C6F6B6DF11A8}" dt="2025-09-10T01:50:23.644" v="45"/>
          <ac:spMkLst>
            <pc:docMk/>
            <pc:sldMk cId="3891207701" sldId="726"/>
            <ac:spMk id="15" creationId="{04429BBF-DAE3-422A-8EE6-679482F6477A}"/>
          </ac:spMkLst>
        </pc:spChg>
        <pc:grpChg chg="mod">
          <ac:chgData name="John Hu" userId="213e45b8a479442b" providerId="LiveId" clId="{75D2CB2D-E109-44CF-944B-C6F6B6DF11A8}" dt="2025-09-10T01:50:29.872" v="46" actId="1076"/>
          <ac:grpSpMkLst>
            <pc:docMk/>
            <pc:sldMk cId="3891207701" sldId="726"/>
            <ac:grpSpMk id="17" creationId="{EFACEF4F-3C3F-4A90-90EF-3EC3A1F10443}"/>
          </ac:grpSpMkLst>
        </pc:grpChg>
      </pc:sldChg>
      <pc:sldChg chg="modSp add del mod">
        <pc:chgData name="John Hu" userId="213e45b8a479442b" providerId="LiveId" clId="{75D2CB2D-E109-44CF-944B-C6F6B6DF11A8}" dt="2025-09-11T00:44:54.293" v="1218" actId="47"/>
        <pc:sldMkLst>
          <pc:docMk/>
          <pc:sldMk cId="650468813" sldId="727"/>
        </pc:sldMkLst>
        <pc:spChg chg="mod">
          <ac:chgData name="John Hu" userId="213e45b8a479442b" providerId="LiveId" clId="{75D2CB2D-E109-44CF-944B-C6F6B6DF11A8}" dt="2025-09-10T01:51:29.731" v="90" actId="20577"/>
          <ac:spMkLst>
            <pc:docMk/>
            <pc:sldMk cId="650468813" sldId="727"/>
            <ac:spMk id="8" creationId="{36177B38-43AB-4398-968B-448F8F0E5F49}"/>
          </ac:spMkLst>
        </pc:spChg>
      </pc:sldChg>
      <pc:sldChg chg="addSp delSp modSp add mod">
        <pc:chgData name="John Hu" userId="213e45b8a479442b" providerId="LiveId" clId="{75D2CB2D-E109-44CF-944B-C6F6B6DF11A8}" dt="2025-09-11T00:46:16.207" v="1266" actId="13822"/>
        <pc:sldMkLst>
          <pc:docMk/>
          <pc:sldMk cId="563324351" sldId="728"/>
        </pc:sldMkLst>
        <pc:spChg chg="mod">
          <ac:chgData name="John Hu" userId="213e45b8a479442b" providerId="LiveId" clId="{75D2CB2D-E109-44CF-944B-C6F6B6DF11A8}" dt="2025-09-11T00:46:16.207" v="1266" actId="13822"/>
          <ac:spMkLst>
            <pc:docMk/>
            <pc:sldMk cId="563324351" sldId="728"/>
            <ac:spMk id="3" creationId="{E2CA0206-9EE2-E272-D63B-F8D6AF84F2DA}"/>
          </ac:spMkLst>
        </pc:spChg>
        <pc:spChg chg="del">
          <ac:chgData name="John Hu" userId="213e45b8a479442b" providerId="LiveId" clId="{75D2CB2D-E109-44CF-944B-C6F6B6DF11A8}" dt="2025-09-10T01:53:41.774" v="124" actId="478"/>
          <ac:spMkLst>
            <pc:docMk/>
            <pc:sldMk cId="563324351" sldId="728"/>
            <ac:spMk id="4" creationId="{39C91160-AA03-443B-7F6E-C13B8DD314DA}"/>
          </ac:spMkLst>
        </pc:spChg>
        <pc:spChg chg="mod">
          <ac:chgData name="John Hu" userId="213e45b8a479442b" providerId="LiveId" clId="{75D2CB2D-E109-44CF-944B-C6F6B6DF11A8}" dt="2025-09-11T00:38:47.071" v="1014"/>
          <ac:spMkLst>
            <pc:docMk/>
            <pc:sldMk cId="563324351" sldId="728"/>
            <ac:spMk id="8" creationId="{36177B38-43AB-4398-968B-448F8F0E5F49}"/>
          </ac:spMkLst>
        </pc:spChg>
        <pc:spChg chg="add mod">
          <ac:chgData name="John Hu" userId="213e45b8a479442b" providerId="LiveId" clId="{75D2CB2D-E109-44CF-944B-C6F6B6DF11A8}" dt="2025-09-11T00:37:20.776" v="981"/>
          <ac:spMkLst>
            <pc:docMk/>
            <pc:sldMk cId="563324351" sldId="728"/>
            <ac:spMk id="9" creationId="{A32EE088-2CF3-49FC-BDB1-A19706B55A5F}"/>
          </ac:spMkLst>
        </pc:spChg>
        <pc:spChg chg="add mod">
          <ac:chgData name="John Hu" userId="213e45b8a479442b" providerId="LiveId" clId="{75D2CB2D-E109-44CF-944B-C6F6B6DF11A8}" dt="2025-09-11T00:46:13.199" v="1265" actId="13822"/>
          <ac:spMkLst>
            <pc:docMk/>
            <pc:sldMk cId="563324351" sldId="728"/>
            <ac:spMk id="10" creationId="{409161BD-F469-4519-9DB9-869A24D65E10}"/>
          </ac:spMkLst>
        </pc:spChg>
        <pc:spChg chg="add mod">
          <ac:chgData name="John Hu" userId="213e45b8a479442b" providerId="LiveId" clId="{75D2CB2D-E109-44CF-944B-C6F6B6DF11A8}" dt="2025-09-11T00:35:37.360" v="908" actId="20577"/>
          <ac:spMkLst>
            <pc:docMk/>
            <pc:sldMk cId="563324351" sldId="728"/>
            <ac:spMk id="12" creationId="{67962159-BC5C-4A95-96D9-BED6287F21EF}"/>
          </ac:spMkLst>
        </pc:spChg>
        <pc:spChg chg="mod">
          <ac:chgData name="John Hu" userId="213e45b8a479442b" providerId="LiveId" clId="{75D2CB2D-E109-44CF-944B-C6F6B6DF11A8}" dt="2025-09-10T01:51:50.129" v="101" actId="20577"/>
          <ac:spMkLst>
            <pc:docMk/>
            <pc:sldMk cId="563324351" sldId="728"/>
            <ac:spMk id="14" creationId="{4F296092-AA43-47F9-AD4A-B947C824F423}"/>
          </ac:spMkLst>
        </pc:spChg>
      </pc:sldChg>
      <pc:sldChg chg="addSp delSp modSp add mod">
        <pc:chgData name="John Hu" userId="213e45b8a479442b" providerId="LiveId" clId="{75D2CB2D-E109-44CF-944B-C6F6B6DF11A8}" dt="2025-09-11T00:58:43.524" v="1490" actId="1076"/>
        <pc:sldMkLst>
          <pc:docMk/>
          <pc:sldMk cId="2409078021" sldId="729"/>
        </pc:sldMkLst>
        <pc:spChg chg="add del mod">
          <ac:chgData name="John Hu" userId="213e45b8a479442b" providerId="LiveId" clId="{75D2CB2D-E109-44CF-944B-C6F6B6DF11A8}" dt="2025-09-11T00:36:26.978" v="918" actId="478"/>
          <ac:spMkLst>
            <pc:docMk/>
            <pc:sldMk cId="2409078021" sldId="729"/>
            <ac:spMk id="3" creationId="{E2CA0206-9EE2-E272-D63B-F8D6AF84F2DA}"/>
          </ac:spMkLst>
        </pc:spChg>
        <pc:spChg chg="mod">
          <ac:chgData name="John Hu" userId="213e45b8a479442b" providerId="LiveId" clId="{75D2CB2D-E109-44CF-944B-C6F6B6DF11A8}" dt="2025-09-11T00:38:51.048" v="1015"/>
          <ac:spMkLst>
            <pc:docMk/>
            <pc:sldMk cId="2409078021" sldId="729"/>
            <ac:spMk id="8" creationId="{36177B38-43AB-4398-968B-448F8F0E5F49}"/>
          </ac:spMkLst>
        </pc:spChg>
        <pc:spChg chg="del">
          <ac:chgData name="John Hu" userId="213e45b8a479442b" providerId="LiveId" clId="{75D2CB2D-E109-44CF-944B-C6F6B6DF11A8}" dt="2025-09-11T00:36:00.914" v="913" actId="478"/>
          <ac:spMkLst>
            <pc:docMk/>
            <pc:sldMk cId="2409078021" sldId="729"/>
            <ac:spMk id="9" creationId="{A32EE088-2CF3-49FC-BDB1-A19706B55A5F}"/>
          </ac:spMkLst>
        </pc:spChg>
        <pc:spChg chg="del">
          <ac:chgData name="John Hu" userId="213e45b8a479442b" providerId="LiveId" clId="{75D2CB2D-E109-44CF-944B-C6F6B6DF11A8}" dt="2025-09-11T00:35:58.754" v="912" actId="478"/>
          <ac:spMkLst>
            <pc:docMk/>
            <pc:sldMk cId="2409078021" sldId="729"/>
            <ac:spMk id="10" creationId="{409161BD-F469-4519-9DB9-869A24D65E10}"/>
          </ac:spMkLst>
        </pc:spChg>
        <pc:spChg chg="add del mod">
          <ac:chgData name="John Hu" userId="213e45b8a479442b" providerId="LiveId" clId="{75D2CB2D-E109-44CF-944B-C6F6B6DF11A8}" dt="2025-09-11T00:58:37.101" v="1487" actId="1076"/>
          <ac:spMkLst>
            <pc:docMk/>
            <pc:sldMk cId="2409078021" sldId="729"/>
            <ac:spMk id="11" creationId="{39DB206A-29E8-41C5-904F-18D0445B881F}"/>
          </ac:spMkLst>
        </pc:spChg>
        <pc:spChg chg="del">
          <ac:chgData name="John Hu" userId="213e45b8a479442b" providerId="LiveId" clId="{75D2CB2D-E109-44CF-944B-C6F6B6DF11A8}" dt="2025-09-11T00:35:56.809" v="911" actId="478"/>
          <ac:spMkLst>
            <pc:docMk/>
            <pc:sldMk cId="2409078021" sldId="729"/>
            <ac:spMk id="12" creationId="{67962159-BC5C-4A95-96D9-BED6287F21EF}"/>
          </ac:spMkLst>
        </pc:spChg>
        <pc:spChg chg="add mod">
          <ac:chgData name="John Hu" userId="213e45b8a479442b" providerId="LiveId" clId="{75D2CB2D-E109-44CF-944B-C6F6B6DF11A8}" dt="2025-09-11T00:58:33.318" v="1486" actId="20577"/>
          <ac:spMkLst>
            <pc:docMk/>
            <pc:sldMk cId="2409078021" sldId="729"/>
            <ac:spMk id="13" creationId="{D8AAD66C-3A45-4B9D-99CB-2A68F91EEA06}"/>
          </ac:spMkLst>
        </pc:spChg>
        <pc:spChg chg="add mod">
          <ac:chgData name="John Hu" userId="213e45b8a479442b" providerId="LiveId" clId="{75D2CB2D-E109-44CF-944B-C6F6B6DF11A8}" dt="2025-09-11T00:53:21.504" v="1350" actId="1076"/>
          <ac:spMkLst>
            <pc:docMk/>
            <pc:sldMk cId="2409078021" sldId="729"/>
            <ac:spMk id="15" creationId="{02D3311D-7323-4D20-A4EA-EA764B1ECE90}"/>
          </ac:spMkLst>
        </pc:spChg>
        <pc:spChg chg="add mod">
          <ac:chgData name="John Hu" userId="213e45b8a479442b" providerId="LiveId" clId="{75D2CB2D-E109-44CF-944B-C6F6B6DF11A8}" dt="2025-09-11T00:58:43.524" v="1490" actId="1076"/>
          <ac:spMkLst>
            <pc:docMk/>
            <pc:sldMk cId="2409078021" sldId="729"/>
            <ac:spMk id="16" creationId="{FB8BA103-B7B3-4C9B-B168-FE2D1183E47D}"/>
          </ac:spMkLst>
        </pc:spChg>
        <pc:spChg chg="add mod">
          <ac:chgData name="John Hu" userId="213e45b8a479442b" providerId="LiveId" clId="{75D2CB2D-E109-44CF-944B-C6F6B6DF11A8}" dt="2025-09-11T00:58:41.990" v="1489" actId="1076"/>
          <ac:spMkLst>
            <pc:docMk/>
            <pc:sldMk cId="2409078021" sldId="729"/>
            <ac:spMk id="17" creationId="{310E3EC3-6ADA-4FD5-B00F-B03AAC71A184}"/>
          </ac:spMkLst>
        </pc:spChg>
      </pc:sldChg>
      <pc:sldChg chg="addSp delSp modSp add mod">
        <pc:chgData name="John Hu" userId="213e45b8a479442b" providerId="LiveId" clId="{75D2CB2D-E109-44CF-944B-C6F6B6DF11A8}" dt="2025-09-11T06:10:38.884" v="1514" actId="20577"/>
        <pc:sldMkLst>
          <pc:docMk/>
          <pc:sldMk cId="3862326247" sldId="730"/>
        </pc:sldMkLst>
        <pc:spChg chg="mod">
          <ac:chgData name="John Hu" userId="213e45b8a479442b" providerId="LiveId" clId="{75D2CB2D-E109-44CF-944B-C6F6B6DF11A8}" dt="2025-09-11T06:10:38.884" v="1514" actId="20577"/>
          <ac:spMkLst>
            <pc:docMk/>
            <pc:sldMk cId="3862326247" sldId="730"/>
            <ac:spMk id="8" creationId="{36177B38-43AB-4398-968B-448F8F0E5F49}"/>
          </ac:spMkLst>
        </pc:spChg>
        <pc:spChg chg="add mod">
          <ac:chgData name="John Hu" userId="213e45b8a479442b" providerId="LiveId" clId="{75D2CB2D-E109-44CF-944B-C6F6B6DF11A8}" dt="2025-09-11T00:45:50.508" v="1263" actId="20577"/>
          <ac:spMkLst>
            <pc:docMk/>
            <pc:sldMk cId="3862326247" sldId="730"/>
            <ac:spMk id="9" creationId="{2BD50C61-1C16-4D18-B7E0-41615980F518}"/>
          </ac:spMkLst>
        </pc:spChg>
        <pc:spChg chg="mod">
          <ac:chgData name="John Hu" userId="213e45b8a479442b" providerId="LiveId" clId="{75D2CB2D-E109-44CF-944B-C6F6B6DF11A8}" dt="2025-09-11T00:47:30.135" v="1332" actId="403"/>
          <ac:spMkLst>
            <pc:docMk/>
            <pc:sldMk cId="3862326247" sldId="730"/>
            <ac:spMk id="11" creationId="{39DB206A-29E8-41C5-904F-18D0445B881F}"/>
          </ac:spMkLst>
        </pc:spChg>
        <pc:spChg chg="add mod">
          <ac:chgData name="John Hu" userId="213e45b8a479442b" providerId="LiveId" clId="{75D2CB2D-E109-44CF-944B-C6F6B6DF11A8}" dt="2025-09-11T00:47:25.262" v="1331" actId="6549"/>
          <ac:spMkLst>
            <pc:docMk/>
            <pc:sldMk cId="3862326247" sldId="730"/>
            <ac:spMk id="12" creationId="{82DFFC97-4F70-483A-8E47-B4B534D48252}"/>
          </ac:spMkLst>
        </pc:spChg>
        <pc:spChg chg="del">
          <ac:chgData name="John Hu" userId="213e45b8a479442b" providerId="LiveId" clId="{75D2CB2D-E109-44CF-944B-C6F6B6DF11A8}" dt="2025-09-11T00:45:01.014" v="1220" actId="478"/>
          <ac:spMkLst>
            <pc:docMk/>
            <pc:sldMk cId="3862326247" sldId="730"/>
            <ac:spMk id="13" creationId="{D8AAD66C-3A45-4B9D-99CB-2A68F91EEA06}"/>
          </ac:spMkLst>
        </pc:spChg>
        <pc:spChg chg="mod">
          <ac:chgData name="John Hu" userId="213e45b8a479442b" providerId="LiveId" clId="{75D2CB2D-E109-44CF-944B-C6F6B6DF11A8}" dt="2025-09-11T00:48:52.366" v="1343" actId="13822"/>
          <ac:spMkLst>
            <pc:docMk/>
            <pc:sldMk cId="3862326247" sldId="730"/>
            <ac:spMk id="15" creationId="{02D3311D-7323-4D20-A4EA-EA764B1ECE90}"/>
          </ac:spMkLst>
        </pc:spChg>
        <pc:spChg chg="del mod">
          <ac:chgData name="John Hu" userId="213e45b8a479442b" providerId="LiveId" clId="{75D2CB2D-E109-44CF-944B-C6F6B6DF11A8}" dt="2025-09-11T00:48:14.682" v="1334" actId="478"/>
          <ac:spMkLst>
            <pc:docMk/>
            <pc:sldMk cId="3862326247" sldId="730"/>
            <ac:spMk id="16" creationId="{FB8BA103-B7B3-4C9B-B168-FE2D1183E47D}"/>
          </ac:spMkLst>
        </pc:spChg>
        <pc:spChg chg="add mod">
          <ac:chgData name="John Hu" userId="213e45b8a479442b" providerId="LiveId" clId="{75D2CB2D-E109-44CF-944B-C6F6B6DF11A8}" dt="2025-09-11T00:48:33.807" v="1342" actId="6549"/>
          <ac:spMkLst>
            <pc:docMk/>
            <pc:sldMk cId="3862326247" sldId="730"/>
            <ac:spMk id="17" creationId="{4A92391B-0A5A-4DD2-9400-093A0A8283DF}"/>
          </ac:spMkLst>
        </pc:spChg>
      </pc:sldChg>
      <pc:sldChg chg="addSp delSp modSp add mod">
        <pc:chgData name="John Hu" userId="213e45b8a479442b" providerId="LiveId" clId="{75D2CB2D-E109-44CF-944B-C6F6B6DF11A8}" dt="2025-09-11T06:10:35.520" v="1513" actId="20577"/>
        <pc:sldMkLst>
          <pc:docMk/>
          <pc:sldMk cId="3787508414" sldId="731"/>
        </pc:sldMkLst>
        <pc:spChg chg="mod">
          <ac:chgData name="John Hu" userId="213e45b8a479442b" providerId="LiveId" clId="{75D2CB2D-E109-44CF-944B-C6F6B6DF11A8}" dt="2025-09-11T06:10:35.520" v="1513" actId="20577"/>
          <ac:spMkLst>
            <pc:docMk/>
            <pc:sldMk cId="3787508414" sldId="731"/>
            <ac:spMk id="8" creationId="{36177B38-43AB-4398-968B-448F8F0E5F49}"/>
          </ac:spMkLst>
        </pc:spChg>
        <pc:spChg chg="del">
          <ac:chgData name="John Hu" userId="213e45b8a479442b" providerId="LiveId" clId="{75D2CB2D-E109-44CF-944B-C6F6B6DF11A8}" dt="2025-09-11T01:25:46.854" v="1493" actId="478"/>
          <ac:spMkLst>
            <pc:docMk/>
            <pc:sldMk cId="3787508414" sldId="731"/>
            <ac:spMk id="11" creationId="{39DB206A-29E8-41C5-904F-18D0445B881F}"/>
          </ac:spMkLst>
        </pc:spChg>
        <pc:spChg chg="del">
          <ac:chgData name="John Hu" userId="213e45b8a479442b" providerId="LiveId" clId="{75D2CB2D-E109-44CF-944B-C6F6B6DF11A8}" dt="2025-09-11T01:25:49.221" v="1494" actId="478"/>
          <ac:spMkLst>
            <pc:docMk/>
            <pc:sldMk cId="3787508414" sldId="731"/>
            <ac:spMk id="12" creationId="{82DFFC97-4F70-483A-8E47-B4B534D48252}"/>
          </ac:spMkLst>
        </pc:spChg>
        <pc:spChg chg="mod">
          <ac:chgData name="John Hu" userId="213e45b8a479442b" providerId="LiveId" clId="{75D2CB2D-E109-44CF-944B-C6F6B6DF11A8}" dt="2025-09-11T01:27:44.743" v="1510" actId="113"/>
          <ac:spMkLst>
            <pc:docMk/>
            <pc:sldMk cId="3787508414" sldId="731"/>
            <ac:spMk id="15" creationId="{02D3311D-7323-4D20-A4EA-EA764B1ECE90}"/>
          </ac:spMkLst>
        </pc:spChg>
        <pc:spChg chg="mod">
          <ac:chgData name="John Hu" userId="213e45b8a479442b" providerId="LiveId" clId="{75D2CB2D-E109-44CF-944B-C6F6B6DF11A8}" dt="2025-09-11T01:25:52.005" v="1495" actId="1076"/>
          <ac:spMkLst>
            <pc:docMk/>
            <pc:sldMk cId="3787508414" sldId="731"/>
            <ac:spMk id="17" creationId="{4A92391B-0A5A-4DD2-9400-093A0A8283DF}"/>
          </ac:spMkLst>
        </pc:spChg>
        <pc:picChg chg="add mod">
          <ac:chgData name="John Hu" userId="213e45b8a479442b" providerId="LiveId" clId="{75D2CB2D-E109-44CF-944B-C6F6B6DF11A8}" dt="2025-09-11T01:26:33.284" v="1499" actId="208"/>
          <ac:picMkLst>
            <pc:docMk/>
            <pc:sldMk cId="3787508414" sldId="731"/>
            <ac:picMk id="4" creationId="{071D516C-051F-4936-9862-011874EAAB57}"/>
          </ac:picMkLst>
        </pc:picChg>
      </pc:sldChg>
      <pc:sldChg chg="modSp add mod">
        <pc:chgData name="John Hu" userId="213e45b8a479442b" providerId="LiveId" clId="{75D2CB2D-E109-44CF-944B-C6F6B6DF11A8}" dt="2025-09-11T06:10:31.068" v="1512" actId="20577"/>
        <pc:sldMkLst>
          <pc:docMk/>
          <pc:sldMk cId="150513647" sldId="732"/>
        </pc:sldMkLst>
        <pc:spChg chg="mod">
          <ac:chgData name="John Hu" userId="213e45b8a479442b" providerId="LiveId" clId="{75D2CB2D-E109-44CF-944B-C6F6B6DF11A8}" dt="2025-09-11T06:10:31.068" v="1512" actId="20577"/>
          <ac:spMkLst>
            <pc:docMk/>
            <pc:sldMk cId="150513647" sldId="732"/>
            <ac:spMk id="8" creationId="{36177B38-43AB-4398-968B-448F8F0E5F49}"/>
          </ac:spMkLst>
        </pc:spChg>
      </pc:sldChg>
      <pc:sldChg chg="addSp delSp modSp add mod">
        <pc:chgData name="John Hu" userId="213e45b8a479442b" providerId="LiveId" clId="{75D2CB2D-E109-44CF-944B-C6F6B6DF11A8}" dt="2025-09-11T08:27:30.490" v="1960" actId="20577"/>
        <pc:sldMkLst>
          <pc:docMk/>
          <pc:sldMk cId="21242597" sldId="733"/>
        </pc:sldMkLst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3" creationId="{029CDB4E-CE42-4062-B654-E66051CF2CCA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5" creationId="{94161DED-43CA-4A42-80E5-381E69BCF351}"/>
          </ac:spMkLst>
        </pc:spChg>
        <pc:spChg chg="mod">
          <ac:chgData name="John Hu" userId="213e45b8a479442b" providerId="LiveId" clId="{75D2CB2D-E109-44CF-944B-C6F6B6DF11A8}" dt="2025-09-11T07:30:09.050" v="1952" actId="1076"/>
          <ac:spMkLst>
            <pc:docMk/>
            <pc:sldMk cId="21242597" sldId="733"/>
            <ac:spMk id="9" creationId="{2BD50C61-1C16-4D18-B7E0-41615980F518}"/>
          </ac:spMkLst>
        </pc:spChg>
        <pc:spChg chg="add mod">
          <ac:chgData name="John Hu" userId="213e45b8a479442b" providerId="LiveId" clId="{75D2CB2D-E109-44CF-944B-C6F6B6DF11A8}" dt="2025-09-11T08:27:30.490" v="1960" actId="20577"/>
          <ac:spMkLst>
            <pc:docMk/>
            <pc:sldMk cId="21242597" sldId="733"/>
            <ac:spMk id="10" creationId="{4CD05E41-0C5B-4037-A9CB-F5360E35DA31}"/>
          </ac:spMkLst>
        </pc:spChg>
        <pc:spChg chg="mod">
          <ac:chgData name="John Hu" userId="213e45b8a479442b" providerId="LiveId" clId="{75D2CB2D-E109-44CF-944B-C6F6B6DF11A8}" dt="2025-09-11T06:49:12.242" v="1563" actId="20577"/>
          <ac:spMkLst>
            <pc:docMk/>
            <pc:sldMk cId="21242597" sldId="733"/>
            <ac:spMk id="14" creationId="{4F296092-AA43-47F9-AD4A-B947C824F423}"/>
          </ac:spMkLst>
        </pc:spChg>
        <pc:spChg chg="del">
          <ac:chgData name="John Hu" userId="213e45b8a479442b" providerId="LiveId" clId="{75D2CB2D-E109-44CF-944B-C6F6B6DF11A8}" dt="2025-09-11T06:50:56.275" v="1648" actId="478"/>
          <ac:spMkLst>
            <pc:docMk/>
            <pc:sldMk cId="21242597" sldId="733"/>
            <ac:spMk id="15" creationId="{02D3311D-7323-4D20-A4EA-EA764B1ECE90}"/>
          </ac:spMkLst>
        </pc:spChg>
        <pc:spChg chg="del">
          <ac:chgData name="John Hu" userId="213e45b8a479442b" providerId="LiveId" clId="{75D2CB2D-E109-44CF-944B-C6F6B6DF11A8}" dt="2025-09-11T06:50:54.191" v="1647" actId="478"/>
          <ac:spMkLst>
            <pc:docMk/>
            <pc:sldMk cId="21242597" sldId="733"/>
            <ac:spMk id="17" creationId="{4A92391B-0A5A-4DD2-9400-093A0A8283DF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18" creationId="{871D7AAA-650E-4BDE-BDF6-79808E8EC78E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19" creationId="{5C8552A5-0EB1-446E-A070-52CFAACA597C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0" creationId="{869E8A7A-B8E6-4DFB-BFEC-A926B62F2C64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1" creationId="{728141ED-A762-4F5E-A24F-9E0C3E989D2F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2" creationId="{BFCF6D9F-64D2-49D9-96B8-BB2F5A378EDA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5" creationId="{979EB508-EAC2-49CF-8A00-800BEBA91EBE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6" creationId="{1C80571E-0D1F-4E06-95C4-3CBCFA4ECCEC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8" creationId="{336250B0-77A6-4B15-9D0B-BDFD2100957B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29" creationId="{3DEC0676-C11B-4F63-B4CC-398F23C3AF3A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30" creationId="{090A3F1C-49AF-4EAB-BB4B-F269EC6A16C1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33" creationId="{E14ED782-E9D1-4274-89F8-87A2ED0D8D61}"/>
          </ac:spMkLst>
        </pc:spChg>
        <pc:spChg chg="add mod">
          <ac:chgData name="John Hu" userId="213e45b8a479442b" providerId="LiveId" clId="{75D2CB2D-E109-44CF-944B-C6F6B6DF11A8}" dt="2025-09-11T07:29:33.276" v="1942" actId="164"/>
          <ac:spMkLst>
            <pc:docMk/>
            <pc:sldMk cId="21242597" sldId="733"/>
            <ac:spMk id="34" creationId="{B1C1D8DD-F63F-4777-A3BF-FFD4727D6EC5}"/>
          </ac:spMkLst>
        </pc:spChg>
        <pc:spChg chg="add mod">
          <ac:chgData name="John Hu" userId="213e45b8a479442b" providerId="LiveId" clId="{75D2CB2D-E109-44CF-944B-C6F6B6DF11A8}" dt="2025-09-11T07:30:19.009" v="1953" actId="207"/>
          <ac:spMkLst>
            <pc:docMk/>
            <pc:sldMk cId="21242597" sldId="733"/>
            <ac:spMk id="35" creationId="{03F720DF-9E0D-45BF-B026-2386F2465F58}"/>
          </ac:spMkLst>
        </pc:spChg>
        <pc:grpChg chg="add mod">
          <ac:chgData name="John Hu" userId="213e45b8a479442b" providerId="LiveId" clId="{75D2CB2D-E109-44CF-944B-C6F6B6DF11A8}" dt="2025-09-11T07:29:35.814" v="1943" actId="1076"/>
          <ac:grpSpMkLst>
            <pc:docMk/>
            <pc:sldMk cId="21242597" sldId="733"/>
            <ac:grpSpMk id="36" creationId="{6A349C1A-DFA2-4444-9115-17950362515B}"/>
          </ac:grpSpMkLst>
        </pc:grpChg>
        <pc:picChg chg="del">
          <ac:chgData name="John Hu" userId="213e45b8a479442b" providerId="LiveId" clId="{75D2CB2D-E109-44CF-944B-C6F6B6DF11A8}" dt="2025-09-11T06:49:14.931" v="1564" actId="478"/>
          <ac:picMkLst>
            <pc:docMk/>
            <pc:sldMk cId="21242597" sldId="733"/>
            <ac:picMk id="4" creationId="{071D516C-051F-4936-9862-011874EAAB57}"/>
          </ac:picMkLst>
        </pc:picChg>
        <pc:cxnChg chg="add mod">
          <ac:chgData name="John Hu" userId="213e45b8a479442b" providerId="LiveId" clId="{75D2CB2D-E109-44CF-944B-C6F6B6DF11A8}" dt="2025-09-11T07:29:33.276" v="1942" actId="164"/>
          <ac:cxnSpMkLst>
            <pc:docMk/>
            <pc:sldMk cId="21242597" sldId="733"/>
            <ac:cxnSpMk id="7" creationId="{6370140C-4C4D-480F-B9C8-EF9693BBF457}"/>
          </ac:cxnSpMkLst>
        </pc:cxnChg>
        <pc:cxnChg chg="add mod">
          <ac:chgData name="John Hu" userId="213e45b8a479442b" providerId="LiveId" clId="{75D2CB2D-E109-44CF-944B-C6F6B6DF11A8}" dt="2025-09-11T07:29:33.276" v="1942" actId="164"/>
          <ac:cxnSpMkLst>
            <pc:docMk/>
            <pc:sldMk cId="21242597" sldId="733"/>
            <ac:cxnSpMk id="12" creationId="{678854EB-773F-43F6-AC3E-96CE4F608E4E}"/>
          </ac:cxnSpMkLst>
        </pc:cxnChg>
        <pc:cxnChg chg="add mod">
          <ac:chgData name="John Hu" userId="213e45b8a479442b" providerId="LiveId" clId="{75D2CB2D-E109-44CF-944B-C6F6B6DF11A8}" dt="2025-09-11T07:29:33.276" v="1942" actId="164"/>
          <ac:cxnSpMkLst>
            <pc:docMk/>
            <pc:sldMk cId="21242597" sldId="733"/>
            <ac:cxnSpMk id="23" creationId="{19D45AB8-DFE9-4176-9438-24349CDB74A3}"/>
          </ac:cxnSpMkLst>
        </pc:cxnChg>
        <pc:cxnChg chg="add mod">
          <ac:chgData name="John Hu" userId="213e45b8a479442b" providerId="LiveId" clId="{75D2CB2D-E109-44CF-944B-C6F6B6DF11A8}" dt="2025-09-11T07:29:33.276" v="1942" actId="164"/>
          <ac:cxnSpMkLst>
            <pc:docMk/>
            <pc:sldMk cId="21242597" sldId="733"/>
            <ac:cxnSpMk id="24" creationId="{344172E3-FDBF-4F57-B2A8-12764EF825F2}"/>
          </ac:cxnSpMkLst>
        </pc:cxnChg>
        <pc:cxnChg chg="add mod">
          <ac:chgData name="John Hu" userId="213e45b8a479442b" providerId="LiveId" clId="{75D2CB2D-E109-44CF-944B-C6F6B6DF11A8}" dt="2025-09-11T07:29:33.276" v="1942" actId="164"/>
          <ac:cxnSpMkLst>
            <pc:docMk/>
            <pc:sldMk cId="21242597" sldId="733"/>
            <ac:cxnSpMk id="31" creationId="{98FABF17-C7CD-4674-8270-68FE2A907F6E}"/>
          </ac:cxnSpMkLst>
        </pc:cxnChg>
        <pc:cxnChg chg="add mod">
          <ac:chgData name="John Hu" userId="213e45b8a479442b" providerId="LiveId" clId="{75D2CB2D-E109-44CF-944B-C6F6B6DF11A8}" dt="2025-09-11T07:29:33.276" v="1942" actId="164"/>
          <ac:cxnSpMkLst>
            <pc:docMk/>
            <pc:sldMk cId="21242597" sldId="733"/>
            <ac:cxnSpMk id="32" creationId="{79B8F052-3D2A-41DE-9548-2EE3BEE15AEF}"/>
          </ac:cxnSpMkLst>
        </pc:cxnChg>
      </pc:sldChg>
      <pc:sldChg chg="addSp delSp modSp add mod">
        <pc:chgData name="John Hu" userId="213e45b8a479442b" providerId="LiveId" clId="{75D2CB2D-E109-44CF-944B-C6F6B6DF11A8}" dt="2025-09-16T01:49:03.214" v="2609" actId="20577"/>
        <pc:sldMkLst>
          <pc:docMk/>
          <pc:sldMk cId="3730835117" sldId="753"/>
        </pc:sldMkLst>
        <pc:spChg chg="mod">
          <ac:chgData name="John Hu" userId="213e45b8a479442b" providerId="LiveId" clId="{75D2CB2D-E109-44CF-944B-C6F6B6DF11A8}" dt="2025-09-16T01:21:06.413" v="2019" actId="20577"/>
          <ac:spMkLst>
            <pc:docMk/>
            <pc:sldMk cId="3730835117" sldId="753"/>
            <ac:spMk id="9" creationId="{B65DEAA8-799C-46A2-B7F9-7FA26A5CAA60}"/>
          </ac:spMkLst>
        </pc:spChg>
        <pc:spChg chg="mod">
          <ac:chgData name="John Hu" userId="213e45b8a479442b" providerId="LiveId" clId="{75D2CB2D-E109-44CF-944B-C6F6B6DF11A8}" dt="2025-09-16T01:44:44.861" v="2308" actId="20577"/>
          <ac:spMkLst>
            <pc:docMk/>
            <pc:sldMk cId="3730835117" sldId="753"/>
            <ac:spMk id="10" creationId="{771404EE-58AA-452F-B9E6-9C63D1A3AB1E}"/>
          </ac:spMkLst>
        </pc:spChg>
        <pc:spChg chg="del">
          <ac:chgData name="John Hu" userId="213e45b8a479442b" providerId="LiveId" clId="{75D2CB2D-E109-44CF-944B-C6F6B6DF11A8}" dt="2025-09-16T01:42:53.756" v="2163" actId="478"/>
          <ac:spMkLst>
            <pc:docMk/>
            <pc:sldMk cId="3730835117" sldId="753"/>
            <ac:spMk id="11" creationId="{CFC23710-BCCF-4427-95A3-A1FB3672E764}"/>
          </ac:spMkLst>
        </pc:spChg>
        <pc:spChg chg="del mod">
          <ac:chgData name="John Hu" userId="213e45b8a479442b" providerId="LiveId" clId="{75D2CB2D-E109-44CF-944B-C6F6B6DF11A8}" dt="2025-09-16T01:44:23.442" v="2280" actId="478"/>
          <ac:spMkLst>
            <pc:docMk/>
            <pc:sldMk cId="3730835117" sldId="753"/>
            <ac:spMk id="12" creationId="{2ADB2C6F-E993-4F71-977A-B2E83B06D0AF}"/>
          </ac:spMkLst>
        </pc:spChg>
        <pc:spChg chg="add mod">
          <ac:chgData name="John Hu" userId="213e45b8a479442b" providerId="LiveId" clId="{75D2CB2D-E109-44CF-944B-C6F6B6DF11A8}" dt="2025-09-16T01:45:35.004" v="2317" actId="20577"/>
          <ac:spMkLst>
            <pc:docMk/>
            <pc:sldMk cId="3730835117" sldId="753"/>
            <ac:spMk id="13" creationId="{7469806C-1CA3-494B-A25C-F3E98ABB1DAE}"/>
          </ac:spMkLst>
        </pc:spChg>
        <pc:spChg chg="add mod">
          <ac:chgData name="John Hu" userId="213e45b8a479442b" providerId="LiveId" clId="{75D2CB2D-E109-44CF-944B-C6F6B6DF11A8}" dt="2025-09-16T01:49:03.214" v="2609" actId="20577"/>
          <ac:spMkLst>
            <pc:docMk/>
            <pc:sldMk cId="3730835117" sldId="753"/>
            <ac:spMk id="14" creationId="{FCBDBF08-46E5-4A00-9768-76C861C4EA22}"/>
          </ac:spMkLst>
        </pc:spChg>
      </pc:sldChg>
    </pc:docChg>
  </pc:docChgLst>
  <pc:docChgLst>
    <pc:chgData userId="213e45b8a479442b" providerId="LiveId" clId="{280C0565-1D83-401F-857C-49A7F7ED5C3C}"/>
    <pc:docChg chg="undo redo custSel addSld delSld modSld sldOrd">
      <pc:chgData name="" userId="213e45b8a479442b" providerId="LiveId" clId="{280C0565-1D83-401F-857C-49A7F7ED5C3C}" dt="2024-03-17T07:06:52.218" v="15686" actId="20577"/>
      <pc:docMkLst>
        <pc:docMk/>
      </pc:docMkLst>
      <pc:sldChg chg="modSp">
        <pc:chgData name="" userId="213e45b8a479442b" providerId="LiveId" clId="{280C0565-1D83-401F-857C-49A7F7ED5C3C}" dt="2024-03-17T07:05:50.578" v="15682" actId="207"/>
        <pc:sldMkLst>
          <pc:docMk/>
          <pc:sldMk cId="1475978079" sldId="423"/>
        </pc:sldMkLst>
        <pc:spChg chg="mod">
          <ac:chgData name="" userId="213e45b8a479442b" providerId="LiveId" clId="{280C0565-1D83-401F-857C-49A7F7ED5C3C}" dt="2024-03-17T07:05:50.578" v="15682" actId="207"/>
          <ac:spMkLst>
            <pc:docMk/>
            <pc:sldMk cId="1475978079" sldId="423"/>
            <ac:spMk id="2" creationId="{5888EE31-F44C-4034-8407-4C756F65702C}"/>
          </ac:spMkLst>
        </pc:spChg>
      </pc:sldChg>
      <pc:sldChg chg="addSp modSp">
        <pc:chgData name="" userId="213e45b8a479442b" providerId="LiveId" clId="{280C0565-1D83-401F-857C-49A7F7ED5C3C}" dt="2024-03-17T07:06:52.218" v="15686" actId="20577"/>
        <pc:sldMkLst>
          <pc:docMk/>
          <pc:sldMk cId="2256634334" sldId="427"/>
        </pc:sldMkLst>
        <pc:spChg chg="mod">
          <ac:chgData name="" userId="213e45b8a479442b" providerId="LiveId" clId="{280C0565-1D83-401F-857C-49A7F7ED5C3C}" dt="2024-03-12T13:05:19.618" v="7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3" creationId="{30F0AC51-4500-404D-B030-4FE49D08C651}"/>
          </ac:spMkLst>
        </pc:spChg>
        <pc:spChg chg="add mod">
          <ac:chgData name="" userId="213e45b8a479442b" providerId="LiveId" clId="{280C0565-1D83-401F-857C-49A7F7ED5C3C}" dt="2024-03-17T07:06:52.218" v="15686" actId="20577"/>
          <ac:spMkLst>
            <pc:docMk/>
            <pc:sldMk cId="2256634334" sldId="427"/>
            <ac:spMk id="4" creationId="{D5373E77-AFF8-4BD6-8E08-6B50A2AE86B2}"/>
          </ac:spMkLst>
        </pc:spChg>
        <pc:spChg chg="add 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5" creationId="{1D1DB04B-4013-4417-8672-E23B01AD4889}"/>
          </ac:spMkLst>
        </pc:spChg>
        <pc:spChg chg="add mod">
          <ac:chgData name="" userId="213e45b8a479442b" providerId="LiveId" clId="{280C0565-1D83-401F-857C-49A7F7ED5C3C}" dt="2024-03-17T07:06:50.024" v="15685" actId="20577"/>
          <ac:spMkLst>
            <pc:docMk/>
            <pc:sldMk cId="2256634334" sldId="427"/>
            <ac:spMk id="6" creationId="{981A77B7-054B-4C3E-AA9B-8611E9DFB4A3}"/>
          </ac:spMkLst>
        </pc:spChg>
        <pc:spChg chg="mod">
          <ac:chgData name="" userId="213e45b8a479442b" providerId="LiveId" clId="{280C0565-1D83-401F-857C-49A7F7ED5C3C}" dt="2024-03-17T07:05:29.846" v="15672" actId="465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">
        <pc:chgData name="" userId="213e45b8a479442b" providerId="LiveId" clId="{280C0565-1D83-401F-857C-49A7F7ED5C3C}" dt="2024-03-15T11:48:24.514" v="7522" actId="1076"/>
        <pc:sldMkLst>
          <pc:docMk/>
          <pc:sldMk cId="2378383801" sldId="429"/>
        </pc:sldMkLst>
        <pc:spChg chg="mod">
          <ac:chgData name="" userId="213e45b8a479442b" providerId="LiveId" clId="{280C0565-1D83-401F-857C-49A7F7ED5C3C}" dt="2024-03-15T11:46:19.856" v="7394"/>
          <ac:spMkLst>
            <pc:docMk/>
            <pc:sldMk cId="2378383801" sldId="429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5T11:41:54.677" v="7211"/>
          <ac:spMkLst>
            <pc:docMk/>
            <pc:sldMk cId="2378383801" sldId="429"/>
            <ac:spMk id="4" creationId="{5ABAD502-D00E-4130-9182-24AC1C080ECA}"/>
          </ac:spMkLst>
        </pc:spChg>
        <pc:spChg chg="add del mod">
          <ac:chgData name="" userId="213e45b8a479442b" providerId="LiveId" clId="{280C0565-1D83-401F-857C-49A7F7ED5C3C}" dt="2024-03-15T11:42:33.162" v="7221"/>
          <ac:spMkLst>
            <pc:docMk/>
            <pc:sldMk cId="2378383801" sldId="429"/>
            <ac:spMk id="5" creationId="{E4DE8159-685A-4E6E-A3EC-7CE79C2C1887}"/>
          </ac:spMkLst>
        </pc:spChg>
        <pc:spChg chg="add del mod">
          <ac:chgData name="" userId="213e45b8a479442b" providerId="LiveId" clId="{280C0565-1D83-401F-857C-49A7F7ED5C3C}" dt="2024-03-15T11:46:42.809" v="7400" actId="478"/>
          <ac:spMkLst>
            <pc:docMk/>
            <pc:sldMk cId="2378383801" sldId="429"/>
            <ac:spMk id="6" creationId="{2598AC0D-3120-42E7-89AE-1C83F0806FB2}"/>
          </ac:spMkLst>
        </pc:spChg>
        <pc:spChg chg="add mod">
          <ac:chgData name="" userId="213e45b8a479442b" providerId="LiveId" clId="{280C0565-1D83-401F-857C-49A7F7ED5C3C}" dt="2024-03-15T11:48:24.514" v="7522" actId="1076"/>
          <ac:spMkLst>
            <pc:docMk/>
            <pc:sldMk cId="2378383801" sldId="429"/>
            <ac:spMk id="7" creationId="{39E314E7-1C9E-498E-A297-D3E756D9C4D6}"/>
          </ac:spMkLst>
        </pc:spChg>
        <pc:spChg chg="mod">
          <ac:chgData name="" userId="213e45b8a479442b" providerId="LiveId" clId="{280C0565-1D83-401F-857C-49A7F7ED5C3C}" dt="2024-03-12T13:05:40.940" v="13" actId="20577"/>
          <ac:spMkLst>
            <pc:docMk/>
            <pc:sldMk cId="2378383801" sldId="429"/>
            <ac:spMk id="8" creationId="{36177B38-43AB-4398-968B-448F8F0E5F49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144623804" sldId="579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144623804" sldId="57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2T13:14:40.399" v="297" actId="20577"/>
          <ac:spMkLst>
            <pc:docMk/>
            <pc:sldMk cId="3144623804" sldId="579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2T13:14:52.276" v="314" actId="20577"/>
          <ac:spMkLst>
            <pc:docMk/>
            <pc:sldMk cId="3144623804" sldId="579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10.469" v="9771"/>
        <pc:sldMkLst>
          <pc:docMk/>
          <pc:sldMk cId="1927079519" sldId="584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1927079519" sldId="584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5:27:13.055" v="1064" actId="20577"/>
          <ac:spMkLst>
            <pc:docMk/>
            <pc:sldMk cId="1927079519" sldId="584"/>
            <ac:spMk id="3" creationId="{FC3DE994-F8E6-4715-916B-9859E1A19738}"/>
          </ac:spMkLst>
        </pc:spChg>
      </pc:sldChg>
      <pc:sldChg chg="addSp modSp add">
        <pc:chgData name="" userId="213e45b8a479442b" providerId="LiveId" clId="{280C0565-1D83-401F-857C-49A7F7ED5C3C}" dt="2024-03-16T01:34:10.469" v="9771"/>
        <pc:sldMkLst>
          <pc:docMk/>
          <pc:sldMk cId="4079032019" sldId="585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4079032019" sldId="58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5:47:40.301" v="1088" actId="20577"/>
          <ac:spMkLst>
            <pc:docMk/>
            <pc:sldMk cId="4079032019" sldId="585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05:28:11.245" v="1076" actId="403"/>
          <ac:spMkLst>
            <pc:docMk/>
            <pc:sldMk cId="4079032019" sldId="585"/>
            <ac:spMk id="4" creationId="{1190135C-93F7-45F8-9904-9390647D2E3E}"/>
          </ac:spMkLst>
        </pc:spChg>
        <pc:spChg chg="mod">
          <ac:chgData name="" userId="213e45b8a479442b" providerId="LiveId" clId="{280C0565-1D83-401F-857C-49A7F7ED5C3C}" dt="2024-03-12T13:23:24.845" v="452" actId="20577"/>
          <ac:spMkLst>
            <pc:docMk/>
            <pc:sldMk cId="4079032019" sldId="585"/>
            <ac:spMk id="8" creationId="{36177B38-43AB-4398-968B-448F8F0E5F49}"/>
          </ac:spMkLst>
        </pc:spChg>
        <pc:picChg chg="add mod">
          <ac:chgData name="" userId="213e45b8a479442b" providerId="LiveId" clId="{280C0565-1D83-401F-857C-49A7F7ED5C3C}" dt="2024-03-12T13:38:57.075" v="838" actId="1076"/>
          <ac:picMkLst>
            <pc:docMk/>
            <pc:sldMk cId="4079032019" sldId="585"/>
            <ac:picMk id="5" creationId="{1B77FC2A-49BC-4A2C-902E-E64DF68C8D7B}"/>
          </ac:picMkLst>
        </pc:picChg>
      </pc:sldChg>
      <pc:sldChg chg="addSp delSp modSp add">
        <pc:chgData name="" userId="213e45b8a479442b" providerId="LiveId" clId="{280C0565-1D83-401F-857C-49A7F7ED5C3C}" dt="2024-03-16T01:34:10.469" v="9771"/>
        <pc:sldMkLst>
          <pc:docMk/>
          <pc:sldMk cId="65379693" sldId="586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65379693" sldId="58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2T13:33:46.035" v="825"/>
          <ac:spMkLst>
            <pc:docMk/>
            <pc:sldMk cId="65379693" sldId="586"/>
            <ac:spMk id="3" creationId="{FC3DE994-F8E6-4715-916B-9859E1A19738}"/>
          </ac:spMkLst>
        </pc:spChg>
        <pc:picChg chg="add del mod">
          <ac:chgData name="" userId="213e45b8a479442b" providerId="LiveId" clId="{280C0565-1D83-401F-857C-49A7F7ED5C3C}" dt="2024-03-12T13:38:46.295" v="832"/>
          <ac:picMkLst>
            <pc:docMk/>
            <pc:sldMk cId="65379693" sldId="586"/>
            <ac:picMk id="4" creationId="{F821A0DD-CEFC-4A3E-97DF-66863CF9BFC0}"/>
          </ac:picMkLst>
        </pc:picChg>
        <pc:picChg chg="add mod">
          <ac:chgData name="" userId="213e45b8a479442b" providerId="LiveId" clId="{280C0565-1D83-401F-857C-49A7F7ED5C3C}" dt="2024-03-12T13:38:52.413" v="836" actId="1076"/>
          <ac:picMkLst>
            <pc:docMk/>
            <pc:sldMk cId="65379693" sldId="586"/>
            <ac:picMk id="5" creationId="{D6C67F4E-BF99-4F3C-A85F-EAC449302DEE}"/>
          </ac:picMkLst>
        </pc:picChg>
      </pc:sldChg>
      <pc:sldChg chg="delSp modSp add">
        <pc:chgData name="" userId="213e45b8a479442b" providerId="LiveId" clId="{280C0565-1D83-401F-857C-49A7F7ED5C3C}" dt="2024-03-16T01:34:10.469" v="9771"/>
        <pc:sldMkLst>
          <pc:docMk/>
          <pc:sldMk cId="4222155825" sldId="587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4222155825" sldId="58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2T13:39:51.540" v="954" actId="20577"/>
          <ac:spMkLst>
            <pc:docMk/>
            <pc:sldMk cId="4222155825" sldId="587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2T13:51:47.763" v="991" actId="20577"/>
          <ac:spMkLst>
            <pc:docMk/>
            <pc:sldMk cId="4222155825" sldId="587"/>
            <ac:spMk id="8" creationId="{36177B38-43AB-4398-968B-448F8F0E5F49}"/>
          </ac:spMkLst>
        </pc:spChg>
        <pc:picChg chg="del">
          <ac:chgData name="" userId="213e45b8a479442b" providerId="LiveId" clId="{280C0565-1D83-401F-857C-49A7F7ED5C3C}" dt="2024-03-12T13:39:41.338" v="925" actId="478"/>
          <ac:picMkLst>
            <pc:docMk/>
            <pc:sldMk cId="4222155825" sldId="587"/>
            <ac:picMk id="5" creationId="{D6C67F4E-BF99-4F3C-A85F-EAC449302DEE}"/>
          </ac:picMkLst>
        </pc:pic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702347036" sldId="588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702347036" sldId="588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20:29.753" v="1311" actId="13822"/>
          <ac:spMkLst>
            <pc:docMk/>
            <pc:sldMk cId="3702347036" sldId="588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251409822" sldId="589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251409822" sldId="58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20:34.705" v="1312" actId="13822"/>
          <ac:spMkLst>
            <pc:docMk/>
            <pc:sldMk cId="3251409822" sldId="589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2263791270" sldId="590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2263791270" sldId="590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20:41.247" v="1313" actId="13822"/>
          <ac:spMkLst>
            <pc:docMk/>
            <pc:sldMk cId="2263791270" sldId="590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2560977653" sldId="591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2560977653" sldId="591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17:02.821" v="2587" actId="6549"/>
          <ac:spMkLst>
            <pc:docMk/>
            <pc:sldMk cId="2560977653" sldId="591"/>
            <ac:spMk id="7" creationId="{4E2E2802-182F-4EC3-BD38-AC893DE3659A}"/>
          </ac:spMkLst>
        </pc:spChg>
        <pc:spChg chg="mod">
          <ac:chgData name="" userId="213e45b8a479442b" providerId="LiveId" clId="{280C0565-1D83-401F-857C-49A7F7ED5C3C}" dt="2024-03-14T06:20:45.007" v="1314" actId="13822"/>
          <ac:spMkLst>
            <pc:docMk/>
            <pc:sldMk cId="2560977653" sldId="591"/>
            <ac:spMk id="19" creationId="{B9BC1CEB-0C66-44F6-8026-8C5FF318866D}"/>
          </ac:spMkLst>
        </pc:spChg>
      </pc:sldChg>
      <pc:sldChg chg="modSp">
        <pc:chgData name="" userId="213e45b8a479442b" providerId="LiveId" clId="{280C0565-1D83-401F-857C-49A7F7ED5C3C}" dt="2024-03-16T01:34:10.469" v="9771"/>
        <pc:sldMkLst>
          <pc:docMk/>
          <pc:sldMk cId="3118514906" sldId="592"/>
        </pc:sldMkLst>
        <pc:spChg chg="mod">
          <ac:chgData name="" userId="213e45b8a479442b" providerId="LiveId" clId="{280C0565-1D83-401F-857C-49A7F7ED5C3C}" dt="2024-03-16T01:34:10.469" v="9771"/>
          <ac:spMkLst>
            <pc:docMk/>
            <pc:sldMk cId="3118514906" sldId="592"/>
            <ac:spMk id="2" creationId="{5888EE31-F44C-4034-8407-4C756F65702C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3822434923" sldId="593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822434923" sldId="593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15:26.923" v="2546" actId="1035"/>
          <ac:spMkLst>
            <pc:docMk/>
            <pc:sldMk cId="3822434923" sldId="593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4T07:39:23.664" v="2955"/>
          <ac:spMkLst>
            <pc:docMk/>
            <pc:sldMk cId="3822434923" sldId="593"/>
            <ac:spMk id="5" creationId="{18E8F84B-4258-4E28-BF9D-7FA696E8123B}"/>
          </ac:spMkLst>
        </pc:spChg>
        <pc:spChg chg="del">
          <ac:chgData name="" userId="213e45b8a479442b" providerId="LiveId" clId="{280C0565-1D83-401F-857C-49A7F7ED5C3C}" dt="2024-03-14T06:15:08.965" v="1150" actId="478"/>
          <ac:spMkLst>
            <pc:docMk/>
            <pc:sldMk cId="3822434923" sldId="593"/>
            <ac:spMk id="7" creationId="{4E2E2802-182F-4EC3-BD38-AC893DE3659A}"/>
          </ac:spMkLst>
        </pc:spChg>
        <pc:spChg chg="mod">
          <ac:chgData name="" userId="213e45b8a479442b" providerId="LiveId" clId="{280C0565-1D83-401F-857C-49A7F7ED5C3C}" dt="2024-03-14T07:14:37.333" v="2516" actId="20577"/>
          <ac:spMkLst>
            <pc:docMk/>
            <pc:sldMk cId="3822434923" sldId="593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38:30.888" v="2953" actId="20577"/>
          <ac:spMkLst>
            <pc:docMk/>
            <pc:sldMk cId="3822434923" sldId="593"/>
            <ac:spMk id="10" creationId="{4D9CDC4E-E5FC-4827-898E-896C4F0AE55E}"/>
          </ac:spMkLst>
        </pc:spChg>
        <pc:spChg chg="del">
          <ac:chgData name="" userId="213e45b8a479442b" providerId="LiveId" clId="{280C0565-1D83-401F-857C-49A7F7ED5C3C}" dt="2024-03-14T06:11:18.745" v="1090" actId="478"/>
          <ac:spMkLst>
            <pc:docMk/>
            <pc:sldMk cId="3822434923" sldId="593"/>
            <ac:spMk id="11" creationId="{07CB944A-0B6B-4047-8187-6605ED279B62}"/>
          </ac:spMkLst>
        </pc:spChg>
        <pc:spChg chg="del">
          <ac:chgData name="" userId="213e45b8a479442b" providerId="LiveId" clId="{280C0565-1D83-401F-857C-49A7F7ED5C3C}" dt="2024-03-14T06:15:10.786" v="1151" actId="478"/>
          <ac:spMkLst>
            <pc:docMk/>
            <pc:sldMk cId="3822434923" sldId="593"/>
            <ac:spMk id="12" creationId="{B4455509-6222-448A-92CF-09446B07EB51}"/>
          </ac:spMkLst>
        </pc:spChg>
        <pc:spChg chg="add mod">
          <ac:chgData name="" userId="213e45b8a479442b" providerId="LiveId" clId="{280C0565-1D83-401F-857C-49A7F7ED5C3C}" dt="2024-03-14T07:15:18.568" v="2541" actId="571"/>
          <ac:spMkLst>
            <pc:docMk/>
            <pc:sldMk cId="3822434923" sldId="593"/>
            <ac:spMk id="13" creationId="{887573B6-C03E-4EAC-A21F-BABBBF20B322}"/>
          </ac:spMkLst>
        </pc:spChg>
        <pc:spChg chg="del">
          <ac:chgData name="" userId="213e45b8a479442b" providerId="LiveId" clId="{280C0565-1D83-401F-857C-49A7F7ED5C3C}" dt="2024-03-14T06:11:16.735" v="1089" actId="478"/>
          <ac:spMkLst>
            <pc:docMk/>
            <pc:sldMk cId="3822434923" sldId="593"/>
            <ac:spMk id="19" creationId="{B9BC1CEB-0C66-44F6-8026-8C5FF318866D}"/>
          </ac:spMkLst>
        </pc:spChg>
        <pc:picChg chg="add del mod">
          <ac:chgData name="" userId="213e45b8a479442b" providerId="LiveId" clId="{280C0565-1D83-401F-857C-49A7F7ED5C3C}" dt="2024-03-14T06:16:10.435" v="1153" actId="478"/>
          <ac:picMkLst>
            <pc:docMk/>
            <pc:sldMk cId="3822434923" sldId="593"/>
            <ac:picMk id="4" creationId="{4C0CFAAC-2BEC-42D8-9CD6-C08B4034F0C4}"/>
          </ac:picMkLst>
        </pc:picChg>
      </pc:sldChg>
      <pc:sldChg chg="addSp delSp modSp add modAnim">
        <pc:chgData name="" userId="213e45b8a479442b" providerId="LiveId" clId="{280C0565-1D83-401F-857C-49A7F7ED5C3C}" dt="2024-03-16T01:37:49.191" v="9858"/>
        <pc:sldMkLst>
          <pc:docMk/>
          <pc:sldMk cId="2102827251" sldId="594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102827251" sldId="594"/>
            <ac:spMk id="2" creationId="{5888EE31-F44C-4034-8407-4C756F65702C}"/>
          </ac:spMkLst>
        </pc:spChg>
        <pc:spChg chg="add mod">
          <ac:chgData name="" userId="213e45b8a479442b" providerId="LiveId" clId="{280C0565-1D83-401F-857C-49A7F7ED5C3C}" dt="2024-03-16T01:36:38.070" v="9825" actId="207"/>
          <ac:spMkLst>
            <pc:docMk/>
            <pc:sldMk cId="2102827251" sldId="594"/>
            <ac:spMk id="3" creationId="{03FFED80-128B-4C4C-B128-177C4644F495}"/>
          </ac:spMkLst>
        </pc:spChg>
        <pc:spChg chg="del">
          <ac:chgData name="" userId="213e45b8a479442b" providerId="LiveId" clId="{280C0565-1D83-401F-857C-49A7F7ED5C3C}" dt="2024-03-14T06:12:12.312" v="1148" actId="478"/>
          <ac:spMkLst>
            <pc:docMk/>
            <pc:sldMk cId="2102827251" sldId="594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6T01:01:15.563" v="8737" actId="478"/>
          <ac:spMkLst>
            <pc:docMk/>
            <pc:sldMk cId="2102827251" sldId="594"/>
            <ac:spMk id="7" creationId="{4E2E2802-182F-4EC3-BD38-AC893DE3659A}"/>
          </ac:spMkLst>
        </pc:spChg>
        <pc:spChg chg="mod">
          <ac:chgData name="" userId="213e45b8a479442b" providerId="LiveId" clId="{280C0565-1D83-401F-857C-49A7F7ED5C3C}" dt="2024-03-16T01:34:53.546" v="9777" actId="20577"/>
          <ac:spMkLst>
            <pc:docMk/>
            <pc:sldMk cId="2102827251" sldId="594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6T01:37:01.342" v="9840" actId="1035"/>
          <ac:spMkLst>
            <pc:docMk/>
            <pc:sldMk cId="2102827251" sldId="594"/>
            <ac:spMk id="10" creationId="{74E05309-2C53-4795-B08B-3646D26644A6}"/>
          </ac:spMkLst>
        </pc:spChg>
        <pc:spChg chg="add mod">
          <ac:chgData name="" userId="213e45b8a479442b" providerId="LiveId" clId="{280C0565-1D83-401F-857C-49A7F7ED5C3C}" dt="2024-03-16T01:37:31.711" v="9855" actId="14100"/>
          <ac:spMkLst>
            <pc:docMk/>
            <pc:sldMk cId="2102827251" sldId="594"/>
            <ac:spMk id="11" creationId="{BF34B16C-3A58-4701-8F05-58146B9DA3DB}"/>
          </ac:spMkLst>
        </pc:spChg>
        <pc:spChg chg="del">
          <ac:chgData name="" userId="213e45b8a479442b" providerId="LiveId" clId="{280C0565-1D83-401F-857C-49A7F7ED5C3C}" dt="2024-03-16T01:01:17.637" v="8738" actId="478"/>
          <ac:spMkLst>
            <pc:docMk/>
            <pc:sldMk cId="2102827251" sldId="594"/>
            <ac:spMk id="12" creationId="{B4455509-6222-448A-92CF-09446B07EB51}"/>
          </ac:spMkLst>
        </pc:spChg>
        <pc:picChg chg="mod">
          <ac:chgData name="" userId="213e45b8a479442b" providerId="LiveId" clId="{280C0565-1D83-401F-857C-49A7F7ED5C3C}" dt="2024-03-14T06:12:15.870" v="1149" actId="1076"/>
          <ac:picMkLst>
            <pc:docMk/>
            <pc:sldMk cId="2102827251" sldId="594"/>
            <ac:picMk id="4" creationId="{4C0CFAAC-2BEC-42D8-9CD6-C08B4034F0C4}"/>
          </ac:picMkLst>
        </pc:picChg>
        <pc:picChg chg="add mod">
          <ac:chgData name="" userId="213e45b8a479442b" providerId="LiveId" clId="{280C0565-1D83-401F-857C-49A7F7ED5C3C}" dt="2024-03-16T01:36:45.300" v="9827" actId="571"/>
          <ac:picMkLst>
            <pc:docMk/>
            <pc:sldMk cId="2102827251" sldId="594"/>
            <ac:picMk id="9" creationId="{21E56883-2DBE-4DC2-9D34-2A0B8382A31F}"/>
          </ac:picMkLst>
        </pc:picChg>
      </pc:sldChg>
      <pc:sldChg chg="addSp delSp modSp add">
        <pc:chgData name="" userId="213e45b8a479442b" providerId="LiveId" clId="{280C0565-1D83-401F-857C-49A7F7ED5C3C}" dt="2024-03-16T02:21:10.768" v="13031" actId="113"/>
        <pc:sldMkLst>
          <pc:docMk/>
          <pc:sldMk cId="3225204648" sldId="595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225204648" sldId="59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07:13.663" v="2100" actId="20577"/>
          <ac:spMkLst>
            <pc:docMk/>
            <pc:sldMk cId="3225204648" sldId="595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4T06:19:16.148" v="1280"/>
          <ac:spMkLst>
            <pc:docMk/>
            <pc:sldMk cId="3225204648" sldId="595"/>
            <ac:spMk id="4" creationId="{7C4F2EFF-55E6-4A9E-AF60-7CD386DD6D3A}"/>
          </ac:spMkLst>
        </pc:spChg>
        <pc:spChg chg="add mod">
          <ac:chgData name="" userId="213e45b8a479442b" providerId="LiveId" clId="{280C0565-1D83-401F-857C-49A7F7ED5C3C}" dt="2024-03-16T02:21:04.447" v="13028" actId="113"/>
          <ac:spMkLst>
            <pc:docMk/>
            <pc:sldMk cId="3225204648" sldId="595"/>
            <ac:spMk id="5" creationId="{60E21369-2BDB-47DB-A5F0-6BAA51555943}"/>
          </ac:spMkLst>
        </pc:spChg>
        <pc:spChg chg="add del">
          <ac:chgData name="" userId="213e45b8a479442b" providerId="LiveId" clId="{280C0565-1D83-401F-857C-49A7F7ED5C3C}" dt="2024-03-14T07:39:26.600" v="2957"/>
          <ac:spMkLst>
            <pc:docMk/>
            <pc:sldMk cId="3225204648" sldId="595"/>
            <ac:spMk id="6" creationId="{E65479F2-2C22-4F76-B40E-26EDD45D2C0B}"/>
          </ac:spMkLst>
        </pc:spChg>
        <pc:spChg chg="add mod">
          <ac:chgData name="" userId="213e45b8a479442b" providerId="LiveId" clId="{280C0565-1D83-401F-857C-49A7F7ED5C3C}" dt="2024-03-16T02:21:10.768" v="13031" actId="113"/>
          <ac:spMkLst>
            <pc:docMk/>
            <pc:sldMk cId="3225204648" sldId="595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20:26.062" v="2597"/>
          <ac:spMkLst>
            <pc:docMk/>
            <pc:sldMk cId="3225204648" sldId="595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41:34.907" v="3057" actId="20577"/>
          <ac:spMkLst>
            <pc:docMk/>
            <pc:sldMk cId="3225204648" sldId="595"/>
            <ac:spMk id="9" creationId="{6BDABA1E-07BB-4CCD-8DAE-519EAEE5A239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2162555080" sldId="596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162555080" sldId="59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6:59:10.704" v="1736" actId="6549"/>
          <ac:spMkLst>
            <pc:docMk/>
            <pc:sldMk cId="2162555080" sldId="596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6:59:03.742" v="1734" actId="478"/>
          <ac:spMkLst>
            <pc:docMk/>
            <pc:sldMk cId="2162555080" sldId="596"/>
            <ac:spMk id="5" creationId="{60E21369-2BDB-47DB-A5F0-6BAA51555943}"/>
          </ac:spMkLst>
        </pc:spChg>
        <pc:spChg chg="add mod">
          <ac:chgData name="" userId="213e45b8a479442b" providerId="LiveId" clId="{280C0565-1D83-401F-857C-49A7F7ED5C3C}" dt="2024-03-14T07:01:59.675" v="1862" actId="14100"/>
          <ac:spMkLst>
            <pc:docMk/>
            <pc:sldMk cId="2162555080" sldId="596"/>
            <ac:spMk id="6" creationId="{A9C04782-E931-4976-9EC0-4630617B1585}"/>
          </ac:spMkLst>
        </pc:spChg>
        <pc:spChg chg="del">
          <ac:chgData name="" userId="213e45b8a479442b" providerId="LiveId" clId="{280C0565-1D83-401F-857C-49A7F7ED5C3C}" dt="2024-03-14T06:59:03.742" v="1734" actId="478"/>
          <ac:spMkLst>
            <pc:docMk/>
            <pc:sldMk cId="2162555080" sldId="596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20:32.678" v="2599" actId="20577"/>
          <ac:spMkLst>
            <pc:docMk/>
            <pc:sldMk cId="2162555080" sldId="596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01:46.229" v="1860" actId="1076"/>
          <ac:spMkLst>
            <pc:docMk/>
            <pc:sldMk cId="2162555080" sldId="596"/>
            <ac:spMk id="9" creationId="{3B613436-B2EA-4847-9403-CAA2F3F013ED}"/>
          </ac:spMkLst>
        </pc:spChg>
        <pc:spChg chg="add del mod">
          <ac:chgData name="" userId="213e45b8a479442b" providerId="LiveId" clId="{280C0565-1D83-401F-857C-49A7F7ED5C3C}" dt="2024-03-14T07:00:19.847" v="1756"/>
          <ac:spMkLst>
            <pc:docMk/>
            <pc:sldMk cId="2162555080" sldId="596"/>
            <ac:spMk id="10" creationId="{6B75144B-42BB-400F-95D0-AFACA6A91731}"/>
          </ac:spMkLst>
        </pc:spChg>
        <pc:spChg chg="add mod">
          <ac:chgData name="" userId="213e45b8a479442b" providerId="LiveId" clId="{280C0565-1D83-401F-857C-49A7F7ED5C3C}" dt="2024-03-14T07:01:03.099" v="1849" actId="164"/>
          <ac:spMkLst>
            <pc:docMk/>
            <pc:sldMk cId="2162555080" sldId="596"/>
            <ac:spMk id="11" creationId="{5BB172A8-4DA5-4454-8AA0-100DD70287B5}"/>
          </ac:spMkLst>
        </pc:spChg>
        <pc:spChg chg="add">
          <ac:chgData name="" userId="213e45b8a479442b" providerId="LiveId" clId="{280C0565-1D83-401F-857C-49A7F7ED5C3C}" dt="2024-03-14T07:56:25.198" v="4122"/>
          <ac:spMkLst>
            <pc:docMk/>
            <pc:sldMk cId="2162555080" sldId="596"/>
            <ac:spMk id="15" creationId="{ABE84704-E151-47F8-9F08-6BFEA49D13AE}"/>
          </ac:spMkLst>
        </pc:spChg>
        <pc:grpChg chg="add mod">
          <ac:chgData name="" userId="213e45b8a479442b" providerId="LiveId" clId="{280C0565-1D83-401F-857C-49A7F7ED5C3C}" dt="2024-03-14T07:03:24.280" v="1922" actId="1076"/>
          <ac:grpSpMkLst>
            <pc:docMk/>
            <pc:sldMk cId="2162555080" sldId="596"/>
            <ac:grpSpMk id="12" creationId="{86DC73C8-CE65-4E34-B8D5-6F068F03C682}"/>
          </ac:grpSpMkLst>
        </pc:grpChg>
        <pc:picChg chg="add del mod">
          <ac:chgData name="" userId="213e45b8a479442b" providerId="LiveId" clId="{280C0565-1D83-401F-857C-49A7F7ED5C3C}" dt="2024-03-14T07:01:21.989" v="1851" actId="478"/>
          <ac:picMkLst>
            <pc:docMk/>
            <pc:sldMk cId="2162555080" sldId="596"/>
            <ac:picMk id="4" creationId="{ECBF5E38-F51B-4C05-AFBA-3234354EB54D}"/>
          </ac:picMkLst>
        </pc:picChg>
        <pc:picChg chg="add mod ord">
          <ac:chgData name="" userId="213e45b8a479442b" providerId="LiveId" clId="{280C0565-1D83-401F-857C-49A7F7ED5C3C}" dt="2024-03-14T07:01:35.356" v="1857" actId="1076"/>
          <ac:picMkLst>
            <pc:docMk/>
            <pc:sldMk cId="2162555080" sldId="596"/>
            <ac:picMk id="13" creationId="{97C44C47-5440-46AB-8C45-DDB619DBA880}"/>
          </ac:picMkLst>
        </pc:picChg>
        <pc:picChg chg="add mod">
          <ac:chgData name="" userId="213e45b8a479442b" providerId="LiveId" clId="{280C0565-1D83-401F-857C-49A7F7ED5C3C}" dt="2024-03-14T07:02:15.957" v="1866" actId="1076"/>
          <ac:picMkLst>
            <pc:docMk/>
            <pc:sldMk cId="2162555080" sldId="596"/>
            <ac:picMk id="14" creationId="{2E50F6DA-45EA-4398-9B46-8FBF5EA54F91}"/>
          </ac:picMkLst>
        </pc:pic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1604595205" sldId="597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1604595205" sldId="59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07:13:59.949" v="2499" actId="20577"/>
          <ac:spMkLst>
            <pc:docMk/>
            <pc:sldMk cId="1604595205" sldId="597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7:05:31.857" v="2016" actId="478"/>
          <ac:spMkLst>
            <pc:docMk/>
            <pc:sldMk cId="1604595205" sldId="597"/>
            <ac:spMk id="5" creationId="{60E21369-2BDB-47DB-A5F0-6BAA51555943}"/>
          </ac:spMkLst>
        </pc:spChg>
        <pc:spChg chg="del">
          <ac:chgData name="" userId="213e45b8a479442b" providerId="LiveId" clId="{280C0565-1D83-401F-857C-49A7F7ED5C3C}" dt="2024-03-14T07:05:33.854" v="2017" actId="478"/>
          <ac:spMkLst>
            <pc:docMk/>
            <pc:sldMk cId="1604595205" sldId="597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20:28.232" v="2598"/>
          <ac:spMkLst>
            <pc:docMk/>
            <pc:sldMk cId="1604595205" sldId="597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07:17:42.113" v="2588" actId="1076"/>
          <ac:spMkLst>
            <pc:docMk/>
            <pc:sldMk cId="1604595205" sldId="597"/>
            <ac:spMk id="9" creationId="{1BAF656E-A54D-4341-B4A3-BC88D101205C}"/>
          </ac:spMkLst>
        </pc:spChg>
        <pc:spChg chg="add del mod">
          <ac:chgData name="" userId="213e45b8a479442b" providerId="LiveId" clId="{280C0565-1D83-401F-857C-49A7F7ED5C3C}" dt="2024-03-14T07:11:43.288" v="2428" actId="478"/>
          <ac:spMkLst>
            <pc:docMk/>
            <pc:sldMk cId="1604595205" sldId="597"/>
            <ac:spMk id="10" creationId="{2A31530E-9F29-4B47-A596-7CE3E26FDC12}"/>
          </ac:spMkLst>
        </pc:spChg>
        <pc:spChg chg="add">
          <ac:chgData name="" userId="213e45b8a479442b" providerId="LiveId" clId="{280C0565-1D83-401F-857C-49A7F7ED5C3C}" dt="2024-03-14T07:56:23.890" v="4121"/>
          <ac:spMkLst>
            <pc:docMk/>
            <pc:sldMk cId="1604595205" sldId="597"/>
            <ac:spMk id="11" creationId="{8C67B6D3-0C29-4B86-B292-0E9B9462F601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79734776" sldId="598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79734776" sldId="598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14:57.155" v="5775" actId="113"/>
          <ac:spMkLst>
            <pc:docMk/>
            <pc:sldMk cId="79734776" sldId="598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07:46:53.080" v="3294" actId="1076"/>
          <ac:spMkLst>
            <pc:docMk/>
            <pc:sldMk cId="79734776" sldId="598"/>
            <ac:spMk id="4" creationId="{4C7F7837-49DF-41D6-BE54-55C7E0217558}"/>
          </ac:spMkLst>
        </pc:spChg>
        <pc:spChg chg="del">
          <ac:chgData name="" userId="213e45b8a479442b" providerId="LiveId" clId="{280C0565-1D83-401F-857C-49A7F7ED5C3C}" dt="2024-03-14T07:20:17.092" v="2596" actId="478"/>
          <ac:spMkLst>
            <pc:docMk/>
            <pc:sldMk cId="79734776" sldId="598"/>
            <ac:spMk id="6" creationId="{A9C04782-E931-4976-9EC0-4630617B1585}"/>
          </ac:spMkLst>
        </pc:spChg>
        <pc:spChg chg="mod">
          <ac:chgData name="" userId="213e45b8a479442b" providerId="LiveId" clId="{280C0565-1D83-401F-857C-49A7F7ED5C3C}" dt="2024-03-14T07:20:37.070" v="2600" actId="20577"/>
          <ac:spMkLst>
            <pc:docMk/>
            <pc:sldMk cId="79734776" sldId="598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4T12:15:32.732" v="5777" actId="2710"/>
          <ac:spMkLst>
            <pc:docMk/>
            <pc:sldMk cId="79734776" sldId="598"/>
            <ac:spMk id="15" creationId="{64A43E5F-5B30-4EF3-85B7-F6DE59014DCB}"/>
          </ac:spMkLst>
        </pc:spChg>
        <pc:grpChg chg="del">
          <ac:chgData name="" userId="213e45b8a479442b" providerId="LiveId" clId="{280C0565-1D83-401F-857C-49A7F7ED5C3C}" dt="2024-03-14T07:20:17.092" v="2596" actId="478"/>
          <ac:grpSpMkLst>
            <pc:docMk/>
            <pc:sldMk cId="79734776" sldId="598"/>
            <ac:grpSpMk id="12" creationId="{86DC73C8-CE65-4E34-B8D5-6F068F03C682}"/>
          </ac:grpSpMkLst>
        </pc:grpChg>
        <pc:picChg chg="del">
          <ac:chgData name="" userId="213e45b8a479442b" providerId="LiveId" clId="{280C0565-1D83-401F-857C-49A7F7ED5C3C}" dt="2024-03-14T07:20:14.485" v="2595" actId="478"/>
          <ac:picMkLst>
            <pc:docMk/>
            <pc:sldMk cId="79734776" sldId="598"/>
            <ac:picMk id="13" creationId="{97C44C47-5440-46AB-8C45-DDB619DBA880}"/>
          </ac:picMkLst>
        </pc:picChg>
        <pc:picChg chg="del">
          <ac:chgData name="" userId="213e45b8a479442b" providerId="LiveId" clId="{280C0565-1D83-401F-857C-49A7F7ED5C3C}" dt="2024-03-14T07:20:12.411" v="2594" actId="478"/>
          <ac:picMkLst>
            <pc:docMk/>
            <pc:sldMk cId="79734776" sldId="598"/>
            <ac:picMk id="14" creationId="{2E50F6DA-45EA-4398-9B46-8FBF5EA54F91}"/>
          </ac:picMkLst>
        </pc:picChg>
      </pc:sldChg>
      <pc:sldChg chg="delSp modSp add">
        <pc:chgData name="" userId="213e45b8a479442b" providerId="LiveId" clId="{280C0565-1D83-401F-857C-49A7F7ED5C3C}" dt="2024-03-16T01:34:44.676" v="9772"/>
        <pc:sldMkLst>
          <pc:docMk/>
          <pc:sldMk cId="595317696" sldId="599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595317696" sldId="599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4T07:56:32.856" v="4123" actId="478"/>
          <ac:spMkLst>
            <pc:docMk/>
            <pc:sldMk cId="595317696" sldId="599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4T08:01:57.480" v="4334" actId="20577"/>
          <ac:spMkLst>
            <pc:docMk/>
            <pc:sldMk cId="595317696" sldId="599"/>
            <ac:spMk id="5" creationId="{60E21369-2BDB-47DB-A5F0-6BAA51555943}"/>
          </ac:spMkLst>
        </pc:spChg>
        <pc:spChg chg="del">
          <ac:chgData name="" userId="213e45b8a479442b" providerId="LiveId" clId="{280C0565-1D83-401F-857C-49A7F7ED5C3C}" dt="2024-03-14T07:56:44.488" v="4126" actId="478"/>
          <ac:spMkLst>
            <pc:docMk/>
            <pc:sldMk cId="595317696" sldId="599"/>
            <ac:spMk id="7" creationId="{F287D22F-9203-43F9-9E4B-E6DBFEC97DF7}"/>
          </ac:spMkLst>
        </pc:spChg>
        <pc:spChg chg="mod">
          <ac:chgData name="" userId="213e45b8a479442b" providerId="LiveId" clId="{280C0565-1D83-401F-857C-49A7F7ED5C3C}" dt="2024-03-14T07:56:05.337" v="4120"/>
          <ac:spMkLst>
            <pc:docMk/>
            <pc:sldMk cId="595317696" sldId="599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08:02:16.606" v="4338" actId="20577"/>
          <ac:spMkLst>
            <pc:docMk/>
            <pc:sldMk cId="595317696" sldId="599"/>
            <ac:spMk id="9" creationId="{6BDABA1E-07BB-4CCD-8DAE-519EAEE5A239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1841239388" sldId="600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1841239388" sldId="600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04:31.630" v="5558" actId="6549"/>
          <ac:spMkLst>
            <pc:docMk/>
            <pc:sldMk cId="1841239388" sldId="600"/>
            <ac:spMk id="3" creationId="{FC3DE994-F8E6-4715-916B-9859E1A19738}"/>
          </ac:spMkLst>
        </pc:spChg>
        <pc:spChg chg="add del">
          <ac:chgData name="" userId="213e45b8a479442b" providerId="LiveId" clId="{280C0565-1D83-401F-857C-49A7F7ED5C3C}" dt="2024-03-14T12:21:25.645" v="5799"/>
          <ac:spMkLst>
            <pc:docMk/>
            <pc:sldMk cId="1841239388" sldId="600"/>
            <ac:spMk id="4" creationId="{4C7F7837-49DF-41D6-BE54-55C7E0217558}"/>
          </ac:spMkLst>
        </pc:spChg>
        <pc:spChg chg="mod">
          <ac:chgData name="" userId="213e45b8a479442b" providerId="LiveId" clId="{280C0565-1D83-401F-857C-49A7F7ED5C3C}" dt="2024-03-14T08:03:32.542" v="4361" actId="20577"/>
          <ac:spMkLst>
            <pc:docMk/>
            <pc:sldMk cId="1841239388" sldId="600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2:28:08.642" v="6061" actId="20577"/>
          <ac:spMkLst>
            <pc:docMk/>
            <pc:sldMk cId="1841239388" sldId="600"/>
            <ac:spMk id="15" creationId="{64A43E5F-5B30-4EF3-85B7-F6DE59014DCB}"/>
          </ac:spMkLst>
        </pc:spChg>
      </pc:sldChg>
      <pc:sldChg chg="delSp modSp add">
        <pc:chgData name="" userId="213e45b8a479442b" providerId="LiveId" clId="{280C0565-1D83-401F-857C-49A7F7ED5C3C}" dt="2024-03-16T01:34:44.676" v="9772"/>
        <pc:sldMkLst>
          <pc:docMk/>
          <pc:sldMk cId="1689180474" sldId="601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1689180474" sldId="601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14:49.785" v="5773" actId="207"/>
          <ac:spMkLst>
            <pc:docMk/>
            <pc:sldMk cId="1689180474" sldId="601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8:12:43.110" v="4953" actId="478"/>
          <ac:spMkLst>
            <pc:docMk/>
            <pc:sldMk cId="1689180474" sldId="601"/>
            <ac:spMk id="4" creationId="{4C7F7837-49DF-41D6-BE54-55C7E0217558}"/>
          </ac:spMkLst>
        </pc:spChg>
        <pc:spChg chg="mod">
          <ac:chgData name="" userId="213e45b8a479442b" providerId="LiveId" clId="{280C0565-1D83-401F-857C-49A7F7ED5C3C}" dt="2024-03-14T08:05:24.573" v="4566" actId="20577"/>
          <ac:spMkLst>
            <pc:docMk/>
            <pc:sldMk cId="1689180474" sldId="601"/>
            <ac:spMk id="8" creationId="{36177B38-43AB-4398-968B-448F8F0E5F49}"/>
          </ac:spMkLst>
        </pc:spChg>
        <pc:spChg chg="del mod">
          <ac:chgData name="" userId="213e45b8a479442b" providerId="LiveId" clId="{280C0565-1D83-401F-857C-49A7F7ED5C3C}" dt="2024-03-14T12:14:35.784" v="5768"/>
          <ac:spMkLst>
            <pc:docMk/>
            <pc:sldMk cId="1689180474" sldId="601"/>
            <ac:spMk id="15" creationId="{64A43E5F-5B30-4EF3-85B7-F6DE59014DCB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2402831192" sldId="602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402831192" sldId="602"/>
            <ac:spMk id="2" creationId="{5888EE31-F44C-4034-8407-4C756F65702C}"/>
          </ac:spMkLst>
        </pc:spChg>
        <pc:spChg chg="del mod">
          <ac:chgData name="" userId="213e45b8a479442b" providerId="LiveId" clId="{280C0565-1D83-401F-857C-49A7F7ED5C3C}" dt="2024-03-14T08:16:45.825" v="5245" actId="478"/>
          <ac:spMkLst>
            <pc:docMk/>
            <pc:sldMk cId="2402831192" sldId="602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08:16:48.732" v="5246" actId="478"/>
          <ac:spMkLst>
            <pc:docMk/>
            <pc:sldMk cId="2402831192" sldId="602"/>
            <ac:spMk id="4" creationId="{4C7F7837-49DF-41D6-BE54-55C7E0217558}"/>
          </ac:spMkLst>
        </pc:spChg>
        <pc:spChg chg="add mod">
          <ac:chgData name="" userId="213e45b8a479442b" providerId="LiveId" clId="{280C0565-1D83-401F-857C-49A7F7ED5C3C}" dt="2024-03-14T08:16:59.714" v="5251" actId="20577"/>
          <ac:spMkLst>
            <pc:docMk/>
            <pc:sldMk cId="2402831192" sldId="602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08:16:27.185" v="5242"/>
          <ac:spMkLst>
            <pc:docMk/>
            <pc:sldMk cId="2402831192" sldId="602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2:17:01.620" v="5790" actId="20577"/>
          <ac:spMkLst>
            <pc:docMk/>
            <pc:sldMk cId="2402831192" sldId="602"/>
            <ac:spMk id="15" creationId="{64A43E5F-5B30-4EF3-85B7-F6DE59014DCB}"/>
          </ac:spMkLst>
        </pc:spChg>
      </pc:sldChg>
      <pc:sldChg chg="addSp delSp modSp add">
        <pc:chgData name="" userId="213e45b8a479442b" providerId="LiveId" clId="{280C0565-1D83-401F-857C-49A7F7ED5C3C}" dt="2024-03-16T01:34:44.676" v="9772"/>
        <pc:sldMkLst>
          <pc:docMk/>
          <pc:sldMk cId="2778025755" sldId="603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778025755" sldId="603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07:15.442" v="5678" actId="20577"/>
          <ac:spMkLst>
            <pc:docMk/>
            <pc:sldMk cId="2778025755" sldId="603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12:15:22.391" v="5776" actId="2710"/>
          <ac:spMkLst>
            <pc:docMk/>
            <pc:sldMk cId="2778025755" sldId="603"/>
            <ac:spMk id="6" creationId="{2211650C-6EFF-4D1D-9A58-7EDFBB264C36}"/>
          </ac:spMkLst>
        </pc:spChg>
        <pc:spChg chg="del">
          <ac:chgData name="" userId="213e45b8a479442b" providerId="LiveId" clId="{280C0565-1D83-401F-857C-49A7F7ED5C3C}" dt="2024-03-14T12:05:20.161" v="5562" actId="478"/>
          <ac:spMkLst>
            <pc:docMk/>
            <pc:sldMk cId="2778025755" sldId="603"/>
            <ac:spMk id="15" creationId="{64A43E5F-5B30-4EF3-85B7-F6DE59014DCB}"/>
          </ac:spMkLst>
        </pc:spChg>
      </pc:sldChg>
      <pc:sldChg chg="addSp modSp add">
        <pc:chgData name="" userId="213e45b8a479442b" providerId="LiveId" clId="{280C0565-1D83-401F-857C-49A7F7ED5C3C}" dt="2024-03-16T01:34:44.676" v="9772"/>
        <pc:sldMkLst>
          <pc:docMk/>
          <pc:sldMk cId="738414285" sldId="604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738414285" sldId="604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26:32.091" v="6007" actId="20577"/>
          <ac:spMkLst>
            <pc:docMk/>
            <pc:sldMk cId="738414285" sldId="604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4T12:30:24.746" v="6122" actId="1076"/>
          <ac:spMkLst>
            <pc:docMk/>
            <pc:sldMk cId="738414285" sldId="604"/>
            <ac:spMk id="4" creationId="{F382FC27-9745-4307-85E4-29D61D9A9208}"/>
          </ac:spMkLst>
        </pc:spChg>
        <pc:spChg chg="add mod">
          <ac:chgData name="" userId="213e45b8a479442b" providerId="LiveId" clId="{280C0565-1D83-401F-857C-49A7F7ED5C3C}" dt="2024-03-14T12:30:47.057" v="6132" actId="1076"/>
          <ac:spMkLst>
            <pc:docMk/>
            <pc:sldMk cId="738414285" sldId="604"/>
            <ac:spMk id="6" creationId="{1C078BCC-4FB7-4017-A8FD-4639E62DEC64}"/>
          </ac:spMkLst>
        </pc:spChg>
        <pc:spChg chg="mod">
          <ac:chgData name="" userId="213e45b8a479442b" providerId="LiveId" clId="{280C0565-1D83-401F-857C-49A7F7ED5C3C}" dt="2024-03-14T12:30:16.619" v="6115" actId="6549"/>
          <ac:spMkLst>
            <pc:docMk/>
            <pc:sldMk cId="738414285" sldId="604"/>
            <ac:spMk id="15" creationId="{64A43E5F-5B30-4EF3-85B7-F6DE59014DCB}"/>
          </ac:spMkLst>
        </pc:spChg>
      </pc:sldChg>
      <pc:sldChg chg="delSp modSp add">
        <pc:chgData name="" userId="213e45b8a479442b" providerId="LiveId" clId="{280C0565-1D83-401F-857C-49A7F7ED5C3C}" dt="2024-03-16T01:34:44.676" v="9772"/>
        <pc:sldMkLst>
          <pc:docMk/>
          <pc:sldMk cId="3177763967" sldId="605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177763967" sldId="60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03:21.447" v="6851" actId="20577"/>
          <ac:spMkLst>
            <pc:docMk/>
            <pc:sldMk cId="3177763967" sldId="605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4T12:34:34.170" v="6388" actId="478"/>
          <ac:spMkLst>
            <pc:docMk/>
            <pc:sldMk cId="3177763967" sldId="605"/>
            <ac:spMk id="6" creationId="{2211650C-6EFF-4D1D-9A58-7EDFBB264C36}"/>
          </ac:spMkLst>
        </pc:spChg>
        <pc:spChg chg="mod">
          <ac:chgData name="" userId="213e45b8a479442b" providerId="LiveId" clId="{280C0565-1D83-401F-857C-49A7F7ED5C3C}" dt="2024-03-14T12:32:18.553" v="6167" actId="20577"/>
          <ac:spMkLst>
            <pc:docMk/>
            <pc:sldMk cId="3177763967" sldId="605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3221543284" sldId="606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221543284" sldId="60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2:55:56.001" v="6393" actId="20577"/>
          <ac:spMkLst>
            <pc:docMk/>
            <pc:sldMk cId="3221543284" sldId="606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2:56:22.669" v="6398" actId="113"/>
          <ac:spMkLst>
            <pc:docMk/>
            <pc:sldMk cId="3221543284" sldId="606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2782518825" sldId="607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782518825" sldId="607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02:08.532" v="6778" actId="113"/>
          <ac:spMkLst>
            <pc:docMk/>
            <pc:sldMk cId="2782518825" sldId="607"/>
            <ac:spMk id="3" creationId="{FC3DE994-F8E6-4715-916B-9859E1A19738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3355725131" sldId="608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355725131" sldId="608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04:13.543" v="6858" actId="20577"/>
          <ac:spMkLst>
            <pc:docMk/>
            <pc:sldMk cId="3355725131" sldId="608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3:48:19.105" v="7086"/>
          <ac:spMkLst>
            <pc:docMk/>
            <pc:sldMk cId="3355725131" sldId="608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3:12:00.025" v="7070" actId="20577"/>
          <ac:spMkLst>
            <pc:docMk/>
            <pc:sldMk cId="3355725131" sldId="608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2456875464" sldId="609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456875464" sldId="60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48:21.162" v="7087"/>
          <ac:spMkLst>
            <pc:docMk/>
            <pc:sldMk cId="2456875464" sldId="609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4T13:46:52.187" v="7085"/>
          <ac:spMkLst>
            <pc:docMk/>
            <pc:sldMk cId="2456875464" sldId="609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682326670" sldId="611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682326670" sldId="611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53:45.926" v="7192" actId="20577"/>
          <ac:spMkLst>
            <pc:docMk/>
            <pc:sldMk cId="682326670" sldId="611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3:53:41.131" v="7188"/>
          <ac:spMkLst>
            <pc:docMk/>
            <pc:sldMk cId="682326670" sldId="611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4176025167" sldId="612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4176025167" sldId="612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53:59.090" v="7197" actId="20577"/>
          <ac:spMkLst>
            <pc:docMk/>
            <pc:sldMk cId="4176025167" sldId="612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4T13:53:54.237" v="7193"/>
          <ac:spMkLst>
            <pc:docMk/>
            <pc:sldMk cId="4176025167" sldId="612"/>
            <ac:spMk id="8" creationId="{36177B38-43AB-4398-968B-448F8F0E5F49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417991510" sldId="613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417991510" sldId="613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4T13:51:13.674" v="7186" actId="20577"/>
          <ac:spMkLst>
            <pc:docMk/>
            <pc:sldMk cId="417991510" sldId="613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4T13:48:47.503" v="7090"/>
          <ac:spMkLst>
            <pc:docMk/>
            <pc:sldMk cId="417991510" sldId="613"/>
            <ac:spMk id="8" creationId="{36177B38-43AB-4398-968B-448F8F0E5F49}"/>
          </ac:spMkLst>
        </pc:spChg>
      </pc:sldChg>
      <pc:sldChg chg="modSp ord">
        <pc:chgData name="" userId="213e45b8a479442b" providerId="LiveId" clId="{280C0565-1D83-401F-857C-49A7F7ED5C3C}" dt="2024-03-16T01:34:44.676" v="9772"/>
        <pc:sldMkLst>
          <pc:docMk/>
          <pc:sldMk cId="3370103457" sldId="614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370103457" sldId="614"/>
            <ac:spMk id="2" creationId="{5888EE31-F44C-4034-8407-4C756F65702C}"/>
          </ac:spMkLst>
        </pc:spChg>
      </pc:sldChg>
      <pc:sldChg chg="modSp">
        <pc:chgData name="" userId="213e45b8a479442b" providerId="LiveId" clId="{280C0565-1D83-401F-857C-49A7F7ED5C3C}" dt="2024-03-16T01:34:44.676" v="9772"/>
        <pc:sldMkLst>
          <pc:docMk/>
          <pc:sldMk cId="3404091532" sldId="615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404091532" sldId="615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5T12:07:20.333" v="7533" actId="20577"/>
          <ac:spMkLst>
            <pc:docMk/>
            <pc:sldMk cId="3404091532" sldId="615"/>
            <ac:spMk id="10" creationId="{9C6296E6-A794-4A80-BB4E-0B46E3CFF61D}"/>
          </ac:spMkLst>
        </pc:spChg>
      </pc:sldChg>
      <pc:sldChg chg="addSp modSp add">
        <pc:chgData name="" userId="213e45b8a479442b" providerId="LiveId" clId="{280C0565-1D83-401F-857C-49A7F7ED5C3C}" dt="2024-03-16T01:34:44.676" v="9772"/>
        <pc:sldMkLst>
          <pc:docMk/>
          <pc:sldMk cId="2861786244" sldId="616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2861786244" sldId="616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5T12:22:13.702" v="7753" actId="113"/>
          <ac:spMkLst>
            <pc:docMk/>
            <pc:sldMk cId="2861786244" sldId="616"/>
            <ac:spMk id="5" creationId="{D8143229-E431-4C34-958E-CD4130F5B982}"/>
          </ac:spMkLst>
        </pc:spChg>
        <pc:spChg chg="mod">
          <ac:chgData name="" userId="213e45b8a479442b" providerId="LiveId" clId="{280C0565-1D83-401F-857C-49A7F7ED5C3C}" dt="2024-03-15T12:08:24.142" v="7599" actId="14100"/>
          <ac:spMkLst>
            <pc:docMk/>
            <pc:sldMk cId="2861786244" sldId="616"/>
            <ac:spMk id="6" creationId="{F129E6B1-769D-4587-AFF6-EDD4A78458C0}"/>
          </ac:spMkLst>
        </pc:spChg>
        <pc:spChg chg="mod">
          <ac:chgData name="" userId="213e45b8a479442b" providerId="LiveId" clId="{280C0565-1D83-401F-857C-49A7F7ED5C3C}" dt="2024-03-15T12:07:42.247" v="7547" actId="6549"/>
          <ac:spMkLst>
            <pc:docMk/>
            <pc:sldMk cId="2861786244" sldId="616"/>
            <ac:spMk id="9" creationId="{2917175F-CAF6-46F0-9E16-ED22904F351D}"/>
          </ac:spMkLst>
        </pc:spChg>
        <pc:spChg chg="mod">
          <ac:chgData name="" userId="213e45b8a479442b" providerId="LiveId" clId="{280C0565-1D83-401F-857C-49A7F7ED5C3C}" dt="2024-03-15T12:23:26.170" v="7754" actId="1076"/>
          <ac:spMkLst>
            <pc:docMk/>
            <pc:sldMk cId="2861786244" sldId="616"/>
            <ac:spMk id="10" creationId="{9C6296E6-A794-4A80-BB4E-0B46E3CFF61D}"/>
          </ac:spMkLst>
        </pc:spChg>
        <pc:spChg chg="add mod">
          <ac:chgData name="" userId="213e45b8a479442b" providerId="LiveId" clId="{280C0565-1D83-401F-857C-49A7F7ED5C3C}" dt="2024-03-15T12:25:23.170" v="8028" actId="20577"/>
          <ac:spMkLst>
            <pc:docMk/>
            <pc:sldMk cId="2861786244" sldId="616"/>
            <ac:spMk id="11" creationId="{2BEBB1C8-F965-4BB9-8261-1BEEC33A54DB}"/>
          </ac:spMkLst>
        </pc:spChg>
      </pc:sldChg>
      <pc:sldChg chg="addSp delSp modSp add">
        <pc:chgData name="" userId="213e45b8a479442b" providerId="LiveId" clId="{280C0565-1D83-401F-857C-49A7F7ED5C3C}" dt="2024-03-15T12:20:06.528" v="7748" actId="20577"/>
        <pc:sldMkLst>
          <pc:docMk/>
          <pc:sldMk cId="164261366" sldId="617"/>
        </pc:sldMkLst>
        <pc:spChg chg="del">
          <ac:chgData name="" userId="213e45b8a479442b" providerId="LiveId" clId="{280C0565-1D83-401F-857C-49A7F7ED5C3C}" dt="2024-03-15T12:18:23.835" v="7601" actId="478"/>
          <ac:spMkLst>
            <pc:docMk/>
            <pc:sldMk cId="164261366" sldId="617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5T12:18:32.828" v="7604" actId="478"/>
          <ac:spMkLst>
            <pc:docMk/>
            <pc:sldMk cId="164261366" sldId="617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5T12:18:39.870" v="7608" actId="478"/>
          <ac:spMkLst>
            <pc:docMk/>
            <pc:sldMk cId="164261366" sldId="617"/>
            <ac:spMk id="5" creationId="{D8143229-E431-4C34-958E-CD4130F5B982}"/>
          </ac:spMkLst>
        </pc:spChg>
        <pc:spChg chg="del">
          <ac:chgData name="" userId="213e45b8a479442b" providerId="LiveId" clId="{280C0565-1D83-401F-857C-49A7F7ED5C3C}" dt="2024-03-15T12:18:36.023" v="7606" actId="478"/>
          <ac:spMkLst>
            <pc:docMk/>
            <pc:sldMk cId="164261366" sldId="617"/>
            <ac:spMk id="6" creationId="{F129E6B1-769D-4587-AFF6-EDD4A78458C0}"/>
          </ac:spMkLst>
        </pc:spChg>
        <pc:spChg chg="add mod">
          <ac:chgData name="" userId="213e45b8a479442b" providerId="LiveId" clId="{280C0565-1D83-401F-857C-49A7F7ED5C3C}" dt="2024-03-15T12:18:56.737" v="7632" actId="1076"/>
          <ac:spMkLst>
            <pc:docMk/>
            <pc:sldMk cId="164261366" sldId="617"/>
            <ac:spMk id="7" creationId="{30168437-79D3-4C96-BDCF-2AA002ECBFDD}"/>
          </ac:spMkLst>
        </pc:spChg>
        <pc:spChg chg="del mod">
          <ac:chgData name="" userId="213e45b8a479442b" providerId="LiveId" clId="{280C0565-1D83-401F-857C-49A7F7ED5C3C}" dt="2024-03-15T12:18:28.218" v="7603" actId="478"/>
          <ac:spMkLst>
            <pc:docMk/>
            <pc:sldMk cId="164261366" sldId="617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5T12:18:34.844" v="7605" actId="478"/>
          <ac:spMkLst>
            <pc:docMk/>
            <pc:sldMk cId="164261366" sldId="617"/>
            <ac:spMk id="9" creationId="{2917175F-CAF6-46F0-9E16-ED22904F351D}"/>
          </ac:spMkLst>
        </pc:spChg>
        <pc:spChg chg="del">
          <ac:chgData name="" userId="213e45b8a479442b" providerId="LiveId" clId="{280C0565-1D83-401F-857C-49A7F7ED5C3C}" dt="2024-03-15T12:18:42.548" v="7609" actId="478"/>
          <ac:spMkLst>
            <pc:docMk/>
            <pc:sldMk cId="164261366" sldId="617"/>
            <ac:spMk id="10" creationId="{9C6296E6-A794-4A80-BB4E-0B46E3CFF61D}"/>
          </ac:spMkLst>
        </pc:spChg>
        <pc:spChg chg="add mod">
          <ac:chgData name="" userId="213e45b8a479442b" providerId="LiveId" clId="{280C0565-1D83-401F-857C-49A7F7ED5C3C}" dt="2024-03-15T12:20:06.528" v="7748" actId="20577"/>
          <ac:spMkLst>
            <pc:docMk/>
            <pc:sldMk cId="164261366" sldId="617"/>
            <ac:spMk id="11" creationId="{18CB6FDE-891D-43DB-80C0-7BE9E7C5742D}"/>
          </ac:spMkLst>
        </pc:spChg>
      </pc:sldChg>
      <pc:sldChg chg="addSp modSp add">
        <pc:chgData name="" userId="213e45b8a479442b" providerId="LiveId" clId="{280C0565-1D83-401F-857C-49A7F7ED5C3C}" dt="2024-03-16T01:34:44.676" v="9772"/>
        <pc:sldMkLst>
          <pc:docMk/>
          <pc:sldMk cId="859501381" sldId="618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859501381" sldId="618"/>
            <ac:spMk id="2" creationId="{5888EE31-F44C-4034-8407-4C756F65702C}"/>
          </ac:spMkLst>
        </pc:spChg>
        <pc:spChg chg="add mod">
          <ac:chgData name="" userId="213e45b8a479442b" providerId="LiveId" clId="{280C0565-1D83-401F-857C-49A7F7ED5C3C}" dt="2024-03-15T12:46:01.724" v="8479" actId="14100"/>
          <ac:spMkLst>
            <pc:docMk/>
            <pc:sldMk cId="859501381" sldId="618"/>
            <ac:spMk id="6" creationId="{2CABFC05-E49C-45B7-95E5-A96C3607DCA7}"/>
          </ac:spMkLst>
        </pc:spChg>
        <pc:spChg chg="mod">
          <ac:chgData name="" userId="213e45b8a479442b" providerId="LiveId" clId="{280C0565-1D83-401F-857C-49A7F7ED5C3C}" dt="2024-03-15T12:39:02.328" v="8035" actId="20577"/>
          <ac:spMkLst>
            <pc:docMk/>
            <pc:sldMk cId="859501381" sldId="618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5T12:43:51.537" v="8265" actId="207"/>
          <ac:spMkLst>
            <pc:docMk/>
            <pc:sldMk cId="859501381" sldId="618"/>
            <ac:spMk id="15" creationId="{64A43E5F-5B30-4EF3-85B7-F6DE59014DCB}"/>
          </ac:spMkLst>
        </pc:spChg>
      </pc:sldChg>
      <pc:sldChg chg="modSp add">
        <pc:chgData name="" userId="213e45b8a479442b" providerId="LiveId" clId="{280C0565-1D83-401F-857C-49A7F7ED5C3C}" dt="2024-03-16T01:34:44.676" v="9772"/>
        <pc:sldMkLst>
          <pc:docMk/>
          <pc:sldMk cId="3181207034" sldId="619"/>
        </pc:sldMkLst>
        <pc:spChg chg="mod">
          <ac:chgData name="" userId="213e45b8a479442b" providerId="LiveId" clId="{280C0565-1D83-401F-857C-49A7F7ED5C3C}" dt="2024-03-16T01:34:44.676" v="9772"/>
          <ac:spMkLst>
            <pc:docMk/>
            <pc:sldMk cId="3181207034" sldId="619"/>
            <ac:spMk id="2" creationId="{5888EE31-F44C-4034-8407-4C756F65702C}"/>
          </ac:spMkLst>
        </pc:spChg>
        <pc:spChg chg="mod">
          <ac:chgData name="" userId="213e45b8a479442b" providerId="LiveId" clId="{280C0565-1D83-401F-857C-49A7F7ED5C3C}" dt="2024-03-15T13:37:10.194" v="8482" actId="14100"/>
          <ac:spMkLst>
            <pc:docMk/>
            <pc:sldMk cId="3181207034" sldId="619"/>
            <ac:spMk id="6" creationId="{2CABFC05-E49C-45B7-95E5-A96C3607DCA7}"/>
          </ac:spMkLst>
        </pc:spChg>
        <pc:spChg chg="mod">
          <ac:chgData name="" userId="213e45b8a479442b" providerId="LiveId" clId="{280C0565-1D83-401F-857C-49A7F7ED5C3C}" dt="2024-03-15T12:45:01.276" v="8281" actId="113"/>
          <ac:spMkLst>
            <pc:docMk/>
            <pc:sldMk cId="3181207034" sldId="619"/>
            <ac:spMk id="15" creationId="{64A43E5F-5B30-4EF3-85B7-F6DE59014DCB}"/>
          </ac:spMkLst>
        </pc:spChg>
      </pc:sldChg>
      <pc:sldChg chg="addSp delSp modSp add">
        <pc:chgData name="" userId="213e45b8a479442b" providerId="LiveId" clId="{280C0565-1D83-401F-857C-49A7F7ED5C3C}" dt="2024-03-16T01:04:26.493" v="8751" actId="14100"/>
        <pc:sldMkLst>
          <pc:docMk/>
          <pc:sldMk cId="4270708178" sldId="620"/>
        </pc:sldMkLst>
        <pc:spChg chg="mod">
          <ac:chgData name="" userId="213e45b8a479442b" providerId="LiveId" clId="{280C0565-1D83-401F-857C-49A7F7ED5C3C}" dt="2024-03-15T13:47:58.881" v="8498" actId="20577"/>
          <ac:spMkLst>
            <pc:docMk/>
            <pc:sldMk cId="4270708178" sldId="620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5T13:49:40.026" v="8519" actId="478"/>
          <ac:spMkLst>
            <pc:docMk/>
            <pc:sldMk cId="4270708178" sldId="620"/>
            <ac:spMk id="6" creationId="{2CABFC05-E49C-45B7-95E5-A96C3607DCA7}"/>
          </ac:spMkLst>
        </pc:spChg>
        <pc:spChg chg="add mod">
          <ac:chgData name="" userId="213e45b8a479442b" providerId="LiveId" clId="{280C0565-1D83-401F-857C-49A7F7ED5C3C}" dt="2024-03-16T01:04:13.048" v="8749" actId="1076"/>
          <ac:spMkLst>
            <pc:docMk/>
            <pc:sldMk cId="4270708178" sldId="620"/>
            <ac:spMk id="6" creationId="{5A02754F-9457-4B3C-9D2D-CC67AB992B22}"/>
          </ac:spMkLst>
        </pc:spChg>
        <pc:spChg chg="del">
          <ac:chgData name="" userId="213e45b8a479442b" providerId="LiveId" clId="{280C0565-1D83-401F-857C-49A7F7ED5C3C}" dt="2024-03-15T13:49:44.751" v="8521" actId="478"/>
          <ac:spMkLst>
            <pc:docMk/>
            <pc:sldMk cId="4270708178" sldId="620"/>
            <ac:spMk id="7" creationId="{163C3485-F5DF-4192-B367-EB4B6E6889D4}"/>
          </ac:spMkLst>
        </pc:spChg>
        <pc:spChg chg="mod">
          <ac:chgData name="" userId="213e45b8a479442b" providerId="LiveId" clId="{280C0565-1D83-401F-857C-49A7F7ED5C3C}" dt="2024-03-15T13:52:40.073" v="8736" actId="20577"/>
          <ac:spMkLst>
            <pc:docMk/>
            <pc:sldMk cId="4270708178" sldId="620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5T13:49:42.502" v="8520" actId="478"/>
          <ac:spMkLst>
            <pc:docMk/>
            <pc:sldMk cId="4270708178" sldId="620"/>
            <ac:spMk id="15" creationId="{64A43E5F-5B30-4EF3-85B7-F6DE59014DCB}"/>
          </ac:spMkLst>
        </pc:spChg>
        <pc:picChg chg="add mod">
          <ac:chgData name="" userId="213e45b8a479442b" providerId="LiveId" clId="{280C0565-1D83-401F-857C-49A7F7ED5C3C}" dt="2024-03-16T01:04:26.493" v="8751" actId="14100"/>
          <ac:picMkLst>
            <pc:docMk/>
            <pc:sldMk cId="4270708178" sldId="620"/>
            <ac:picMk id="3" creationId="{C938777B-A121-41C3-9892-F756D8C21C23}"/>
          </ac:picMkLst>
        </pc:picChg>
        <pc:picChg chg="add del mod">
          <ac:chgData name="" userId="213e45b8a479442b" providerId="LiveId" clId="{280C0565-1D83-401F-857C-49A7F7ED5C3C}" dt="2024-03-16T01:04:16.932" v="8750" actId="478"/>
          <ac:picMkLst>
            <pc:docMk/>
            <pc:sldMk cId="4270708178" sldId="620"/>
            <ac:picMk id="1026" creationId="{CEA25638-A022-4272-BE0B-65267A043948}"/>
          </ac:picMkLst>
        </pc:picChg>
      </pc:sldChg>
      <pc:sldChg chg="modSp add">
        <pc:chgData name="" userId="213e45b8a479442b" providerId="LiveId" clId="{280C0565-1D83-401F-857C-49A7F7ED5C3C}" dt="2024-03-16T01:14:39.539" v="9171" actId="20577"/>
        <pc:sldMkLst>
          <pc:docMk/>
          <pc:sldMk cId="2397847887" sldId="621"/>
        </pc:sldMkLst>
        <pc:spChg chg="mod">
          <ac:chgData name="" userId="213e45b8a479442b" providerId="LiveId" clId="{280C0565-1D83-401F-857C-49A7F7ED5C3C}" dt="2024-03-16T01:09:36.803" v="8989" actId="20577"/>
          <ac:spMkLst>
            <pc:docMk/>
            <pc:sldMk cId="2397847887" sldId="621"/>
            <ac:spMk id="6" creationId="{5A02754F-9457-4B3C-9D2D-CC67AB992B22}"/>
          </ac:spMkLst>
        </pc:spChg>
        <pc:spChg chg="mod">
          <ac:chgData name="" userId="213e45b8a479442b" providerId="LiveId" clId="{280C0565-1D83-401F-857C-49A7F7ED5C3C}" dt="2024-03-16T01:14:39.539" v="9171" actId="20577"/>
          <ac:spMkLst>
            <pc:docMk/>
            <pc:sldMk cId="2397847887" sldId="621"/>
            <ac:spMk id="8" creationId="{36177B38-43AB-4398-968B-448F8F0E5F49}"/>
          </ac:spMkLst>
        </pc:spChg>
        <pc:picChg chg="mod">
          <ac:chgData name="" userId="213e45b8a479442b" providerId="LiveId" clId="{280C0565-1D83-401F-857C-49A7F7ED5C3C}" dt="2024-03-16T01:09:28.258" v="8981" actId="1076"/>
          <ac:picMkLst>
            <pc:docMk/>
            <pc:sldMk cId="2397847887" sldId="621"/>
            <ac:picMk id="3" creationId="{C938777B-A121-41C3-9892-F756D8C21C23}"/>
          </ac:picMkLst>
        </pc:picChg>
      </pc:sldChg>
      <pc:sldChg chg="addSp delSp modSp add">
        <pc:chgData name="" userId="213e45b8a479442b" providerId="LiveId" clId="{280C0565-1D83-401F-857C-49A7F7ED5C3C}" dt="2024-03-17T06:29:34.776" v="14511" actId="6549"/>
        <pc:sldMkLst>
          <pc:docMk/>
          <pc:sldMk cId="4262740222" sldId="622"/>
        </pc:sldMkLst>
        <pc:spChg chg="del">
          <ac:chgData name="" userId="213e45b8a479442b" providerId="LiveId" clId="{280C0565-1D83-401F-857C-49A7F7ED5C3C}" dt="2024-03-16T01:15:09.475" v="9200" actId="478"/>
          <ac:spMkLst>
            <pc:docMk/>
            <pc:sldMk cId="4262740222" sldId="622"/>
            <ac:spMk id="6" creationId="{5A02754F-9457-4B3C-9D2D-CC67AB992B22}"/>
          </ac:spMkLst>
        </pc:spChg>
        <pc:spChg chg="add mod">
          <ac:chgData name="" userId="213e45b8a479442b" providerId="LiveId" clId="{280C0565-1D83-401F-857C-49A7F7ED5C3C}" dt="2024-03-16T04:13:20.645" v="13115" actId="14100"/>
          <ac:spMkLst>
            <pc:docMk/>
            <pc:sldMk cId="4262740222" sldId="622"/>
            <ac:spMk id="7" creationId="{00F20A43-E836-4B04-ADCD-F6929B1383C6}"/>
          </ac:spMkLst>
        </pc:spChg>
        <pc:spChg chg="mod">
          <ac:chgData name="" userId="213e45b8a479442b" providerId="LiveId" clId="{280C0565-1D83-401F-857C-49A7F7ED5C3C}" dt="2024-03-16T04:18:19.346" v="13125" actId="12"/>
          <ac:spMkLst>
            <pc:docMk/>
            <pc:sldMk cId="4262740222" sldId="622"/>
            <ac:spMk id="8" creationId="{36177B38-43AB-4398-968B-448F8F0E5F49}"/>
          </ac:spMkLst>
        </pc:spChg>
        <pc:spChg chg="add del">
          <ac:chgData name="" userId="213e45b8a479442b" providerId="LiveId" clId="{280C0565-1D83-401F-857C-49A7F7ED5C3C}" dt="2024-03-16T01:20:45.594" v="9595"/>
          <ac:spMkLst>
            <pc:docMk/>
            <pc:sldMk cId="4262740222" sldId="622"/>
            <ac:spMk id="9" creationId="{4A1FA10F-7225-4520-87D7-806796E4A566}"/>
          </ac:spMkLst>
        </pc:spChg>
        <pc:spChg chg="add mod">
          <ac:chgData name="" userId="213e45b8a479442b" providerId="LiveId" clId="{280C0565-1D83-401F-857C-49A7F7ED5C3C}" dt="2024-03-17T06:29:34.776" v="14511" actId="6549"/>
          <ac:spMkLst>
            <pc:docMk/>
            <pc:sldMk cId="4262740222" sldId="622"/>
            <ac:spMk id="9" creationId="{7E863F7F-0340-409A-AFD0-BD8C6557A63C}"/>
          </ac:spMkLst>
        </pc:spChg>
        <pc:spChg chg="add mod">
          <ac:chgData name="" userId="213e45b8a479442b" providerId="LiveId" clId="{280C0565-1D83-401F-857C-49A7F7ED5C3C}" dt="2024-03-17T06:28:58.315" v="14453" actId="20577"/>
          <ac:spMkLst>
            <pc:docMk/>
            <pc:sldMk cId="4262740222" sldId="622"/>
            <ac:spMk id="10" creationId="{29482B24-9F19-43F3-977E-DC5A2EB3286F}"/>
          </ac:spMkLst>
        </pc:spChg>
        <pc:spChg chg="add mod">
          <ac:chgData name="" userId="213e45b8a479442b" providerId="LiveId" clId="{280C0565-1D83-401F-857C-49A7F7ED5C3C}" dt="2024-03-16T01:29:00.055" v="9723" actId="20577"/>
          <ac:spMkLst>
            <pc:docMk/>
            <pc:sldMk cId="4262740222" sldId="622"/>
            <ac:spMk id="11" creationId="{9CB23EDF-3DD3-4237-97C6-4FB039CCE3D9}"/>
          </ac:spMkLst>
        </pc:spChg>
        <pc:picChg chg="del">
          <ac:chgData name="" userId="213e45b8a479442b" providerId="LiveId" clId="{280C0565-1D83-401F-857C-49A7F7ED5C3C}" dt="2024-03-16T01:15:07.312" v="9199" actId="478"/>
          <ac:picMkLst>
            <pc:docMk/>
            <pc:sldMk cId="4262740222" sldId="622"/>
            <ac:picMk id="3" creationId="{C938777B-A121-41C3-9892-F756D8C21C23}"/>
          </ac:picMkLst>
        </pc:picChg>
      </pc:sldChg>
      <pc:sldChg chg="delSp modSp add">
        <pc:chgData name="" userId="213e45b8a479442b" providerId="LiveId" clId="{280C0565-1D83-401F-857C-49A7F7ED5C3C}" dt="2024-03-16T01:48:45.677" v="10897" actId="20577"/>
        <pc:sldMkLst>
          <pc:docMk/>
          <pc:sldMk cId="1102328016" sldId="624"/>
        </pc:sldMkLst>
        <pc:spChg chg="mod">
          <ac:chgData name="" userId="213e45b8a479442b" providerId="LiveId" clId="{280C0565-1D83-401F-857C-49A7F7ED5C3C}" dt="2024-03-16T01:48:45.677" v="10897" actId="20577"/>
          <ac:spMkLst>
            <pc:docMk/>
            <pc:sldMk cId="1102328016" sldId="624"/>
            <ac:spMk id="3" creationId="{FC3DE994-F8E6-4715-916B-9859E1A19738}"/>
          </ac:spMkLst>
        </pc:spChg>
        <pc:spChg chg="mod">
          <ac:chgData name="" userId="213e45b8a479442b" providerId="LiveId" clId="{280C0565-1D83-401F-857C-49A7F7ED5C3C}" dt="2024-03-16T01:35:25.926" v="9800" actId="20577"/>
          <ac:spMkLst>
            <pc:docMk/>
            <pc:sldMk cId="1102328016" sldId="624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6T01:35:54.697" v="9818" actId="478"/>
          <ac:spMkLst>
            <pc:docMk/>
            <pc:sldMk cId="1102328016" sldId="624"/>
            <ac:spMk id="10" creationId="{4D9CDC4E-E5FC-4827-898E-896C4F0AE55E}"/>
          </ac:spMkLst>
        </pc:spChg>
      </pc:sldChg>
      <pc:sldChg chg="addSp modSp add">
        <pc:chgData name="" userId="213e45b8a479442b" providerId="LiveId" clId="{280C0565-1D83-401F-857C-49A7F7ED5C3C}" dt="2024-03-16T01:58:35.239" v="11823" actId="1076"/>
        <pc:sldMkLst>
          <pc:docMk/>
          <pc:sldMk cId="4287735949" sldId="625"/>
        </pc:sldMkLst>
        <pc:spChg chg="mod">
          <ac:chgData name="" userId="213e45b8a479442b" providerId="LiveId" clId="{280C0565-1D83-401F-857C-49A7F7ED5C3C}" dt="2024-03-16T01:57:45.827" v="11814" actId="20577"/>
          <ac:spMkLst>
            <pc:docMk/>
            <pc:sldMk cId="4287735949" sldId="625"/>
            <ac:spMk id="3" creationId="{FC3DE994-F8E6-4715-916B-9859E1A19738}"/>
          </ac:spMkLst>
        </pc:spChg>
        <pc:spChg chg="add mod">
          <ac:chgData name="" userId="213e45b8a479442b" providerId="LiveId" clId="{280C0565-1D83-401F-857C-49A7F7ED5C3C}" dt="2024-03-16T01:58:35.239" v="11823" actId="1076"/>
          <ac:spMkLst>
            <pc:docMk/>
            <pc:sldMk cId="4287735949" sldId="625"/>
            <ac:spMk id="4" creationId="{CFAB3442-F56F-4E4C-9B5F-C80CEC1F4C53}"/>
          </ac:spMkLst>
        </pc:spChg>
      </pc:sldChg>
      <pc:sldChg chg="modSp add">
        <pc:chgData name="" userId="213e45b8a479442b" providerId="LiveId" clId="{280C0565-1D83-401F-857C-49A7F7ED5C3C}" dt="2024-03-16T01:55:34.051" v="11641" actId="20577"/>
        <pc:sldMkLst>
          <pc:docMk/>
          <pc:sldMk cId="3398423999" sldId="626"/>
        </pc:sldMkLst>
        <pc:spChg chg="mod">
          <ac:chgData name="" userId="213e45b8a479442b" providerId="LiveId" clId="{280C0565-1D83-401F-857C-49A7F7ED5C3C}" dt="2024-03-16T01:55:34.051" v="11641" actId="20577"/>
          <ac:spMkLst>
            <pc:docMk/>
            <pc:sldMk cId="3398423999" sldId="626"/>
            <ac:spMk id="3" creationId="{FC3DE994-F8E6-4715-916B-9859E1A19738}"/>
          </ac:spMkLst>
        </pc:spChg>
      </pc:sldChg>
      <pc:sldChg chg="add">
        <pc:chgData name="" userId="213e45b8a479442b" providerId="LiveId" clId="{280C0565-1D83-401F-857C-49A7F7ED5C3C}" dt="2024-03-16T01:55:48.012" v="11642"/>
        <pc:sldMkLst>
          <pc:docMk/>
          <pc:sldMk cId="615297258" sldId="627"/>
        </pc:sldMkLst>
      </pc:sldChg>
      <pc:sldChg chg="add">
        <pc:chgData name="" userId="213e45b8a479442b" providerId="LiveId" clId="{280C0565-1D83-401F-857C-49A7F7ED5C3C}" dt="2024-03-16T01:58:42.918" v="11824"/>
        <pc:sldMkLst>
          <pc:docMk/>
          <pc:sldMk cId="3320655588" sldId="628"/>
        </pc:sldMkLst>
      </pc:sldChg>
      <pc:sldChg chg="addSp delSp modSp add modAnim">
        <pc:chgData name="" userId="213e45b8a479442b" providerId="LiveId" clId="{280C0565-1D83-401F-857C-49A7F7ED5C3C}" dt="2024-03-16T02:22:19.181" v="13050" actId="113"/>
        <pc:sldMkLst>
          <pc:docMk/>
          <pc:sldMk cId="3181779752" sldId="629"/>
        </pc:sldMkLst>
        <pc:spChg chg="mod">
          <ac:chgData name="" userId="213e45b8a479442b" providerId="LiveId" clId="{280C0565-1D83-401F-857C-49A7F7ED5C3C}" dt="2024-03-16T02:22:19.181" v="13050" actId="113"/>
          <ac:spMkLst>
            <pc:docMk/>
            <pc:sldMk cId="3181779752" sldId="629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6T01:59:22.052" v="11847" actId="478"/>
          <ac:spMkLst>
            <pc:docMk/>
            <pc:sldMk cId="3181779752" sldId="629"/>
            <ac:spMk id="4" creationId="{CFAB3442-F56F-4E4C-9B5F-C80CEC1F4C53}"/>
          </ac:spMkLst>
        </pc:spChg>
        <pc:spChg chg="add mod">
          <ac:chgData name="" userId="213e45b8a479442b" providerId="LiveId" clId="{280C0565-1D83-401F-857C-49A7F7ED5C3C}" dt="2024-03-16T02:21:40.912" v="13040" actId="113"/>
          <ac:spMkLst>
            <pc:docMk/>
            <pc:sldMk cId="3181779752" sldId="629"/>
            <ac:spMk id="6" creationId="{8E92DD04-D744-44AA-AF25-2D5444174CB9}"/>
          </ac:spMkLst>
        </pc:spChg>
        <pc:spChg chg="add mod">
          <ac:chgData name="" userId="213e45b8a479442b" providerId="LiveId" clId="{280C0565-1D83-401F-857C-49A7F7ED5C3C}" dt="2024-03-16T02:07:16.278" v="12090" actId="14100"/>
          <ac:spMkLst>
            <pc:docMk/>
            <pc:sldMk cId="3181779752" sldId="629"/>
            <ac:spMk id="7" creationId="{678D74DA-F8BA-4711-8D19-E37B62F51B66}"/>
          </ac:spMkLst>
        </pc:spChg>
        <pc:spChg chg="add mod">
          <ac:chgData name="" userId="213e45b8a479442b" providerId="LiveId" clId="{280C0565-1D83-401F-857C-49A7F7ED5C3C}" dt="2024-03-16T02:21:46.874" v="13043" actId="113"/>
          <ac:spMkLst>
            <pc:docMk/>
            <pc:sldMk cId="3181779752" sldId="629"/>
            <ac:spMk id="9" creationId="{318CACFB-B879-4748-8610-C5FC05275E59}"/>
          </ac:spMkLst>
        </pc:spChg>
        <pc:spChg chg="add mod">
          <ac:chgData name="" userId="213e45b8a479442b" providerId="LiveId" clId="{280C0565-1D83-401F-857C-49A7F7ED5C3C}" dt="2024-03-16T02:20:23.240" v="13024" actId="1076"/>
          <ac:spMkLst>
            <pc:docMk/>
            <pc:sldMk cId="3181779752" sldId="629"/>
            <ac:spMk id="10" creationId="{2D0DFE50-2FDF-4300-BC37-9DABD0843C51}"/>
          </ac:spMkLst>
        </pc:spChg>
      </pc:sldChg>
      <pc:sldChg chg="delSp modSp add">
        <pc:chgData name="" userId="213e45b8a479442b" providerId="LiveId" clId="{280C0565-1D83-401F-857C-49A7F7ED5C3C}" dt="2024-03-16T02:21:26.223" v="13034" actId="113"/>
        <pc:sldMkLst>
          <pc:docMk/>
          <pc:sldMk cId="829031420" sldId="630"/>
        </pc:sldMkLst>
        <pc:spChg chg="mod">
          <ac:chgData name="" userId="213e45b8a479442b" providerId="LiveId" clId="{280C0565-1D83-401F-857C-49A7F7ED5C3C}" dt="2024-03-16T02:12:55.362" v="12221" actId="6549"/>
          <ac:spMkLst>
            <pc:docMk/>
            <pc:sldMk cId="829031420" sldId="630"/>
            <ac:spMk id="3" creationId="{FC3DE994-F8E6-4715-916B-9859E1A19738}"/>
          </ac:spMkLst>
        </pc:spChg>
        <pc:spChg chg="del">
          <ac:chgData name="" userId="213e45b8a479442b" providerId="LiveId" clId="{280C0565-1D83-401F-857C-49A7F7ED5C3C}" dt="2024-03-16T02:12:52.365" v="12220" actId="478"/>
          <ac:spMkLst>
            <pc:docMk/>
            <pc:sldMk cId="829031420" sldId="630"/>
            <ac:spMk id="6" creationId="{8E92DD04-D744-44AA-AF25-2D5444174CB9}"/>
          </ac:spMkLst>
        </pc:spChg>
        <pc:spChg chg="del">
          <ac:chgData name="" userId="213e45b8a479442b" providerId="LiveId" clId="{280C0565-1D83-401F-857C-49A7F7ED5C3C}" dt="2024-03-16T02:13:02.047" v="12223" actId="478"/>
          <ac:spMkLst>
            <pc:docMk/>
            <pc:sldMk cId="829031420" sldId="630"/>
            <ac:spMk id="7" creationId="{678D74DA-F8BA-4711-8D19-E37B62F51B66}"/>
          </ac:spMkLst>
        </pc:spChg>
        <pc:spChg chg="mod">
          <ac:chgData name="" userId="213e45b8a479442b" providerId="LiveId" clId="{280C0565-1D83-401F-857C-49A7F7ED5C3C}" dt="2024-03-16T02:21:26.223" v="13034" actId="113"/>
          <ac:spMkLst>
            <pc:docMk/>
            <pc:sldMk cId="829031420" sldId="630"/>
            <ac:spMk id="9" creationId="{318CACFB-B879-4748-8610-C5FC05275E59}"/>
          </ac:spMkLst>
        </pc:spChg>
      </pc:sldChg>
      <pc:sldChg chg="addSp delSp modSp add">
        <pc:chgData name="" userId="213e45b8a479442b" providerId="LiveId" clId="{280C0565-1D83-401F-857C-49A7F7ED5C3C}" dt="2024-03-17T06:29:40.305" v="14514" actId="20577"/>
        <pc:sldMkLst>
          <pc:docMk/>
          <pc:sldMk cId="1323392317" sldId="632"/>
        </pc:sldMkLst>
        <pc:spChg chg="add mod">
          <ac:chgData name="" userId="213e45b8a479442b" providerId="LiveId" clId="{280C0565-1D83-401F-857C-49A7F7ED5C3C}" dt="2024-03-17T06:29:40.305" v="14514" actId="20577"/>
          <ac:spMkLst>
            <pc:docMk/>
            <pc:sldMk cId="1323392317" sldId="632"/>
            <ac:spMk id="6" creationId="{A22A091C-5DA3-4D3B-B0E3-32AAA538A416}"/>
          </ac:spMkLst>
        </pc:spChg>
        <pc:spChg chg="del">
          <ac:chgData name="" userId="213e45b8a479442b" providerId="LiveId" clId="{280C0565-1D83-401F-857C-49A7F7ED5C3C}" dt="2024-03-16T12:50:16.308" v="13498" actId="478"/>
          <ac:spMkLst>
            <pc:docMk/>
            <pc:sldMk cId="1323392317" sldId="632"/>
            <ac:spMk id="7" creationId="{00F20A43-E836-4B04-ADCD-F6929B1383C6}"/>
          </ac:spMkLst>
        </pc:spChg>
        <pc:spChg chg="mod">
          <ac:chgData name="" userId="213e45b8a479442b" providerId="LiveId" clId="{280C0565-1D83-401F-857C-49A7F7ED5C3C}" dt="2024-03-16T15:00:24.878" v="13626" actId="20577"/>
          <ac:spMkLst>
            <pc:docMk/>
            <pc:sldMk cId="1323392317" sldId="632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6T15:02:44.100" v="13818" actId="20577"/>
          <ac:spMkLst>
            <pc:docMk/>
            <pc:sldMk cId="1323392317" sldId="632"/>
            <ac:spMk id="10" creationId="{29482B24-9F19-43F3-977E-DC5A2EB3286F}"/>
          </ac:spMkLst>
        </pc:spChg>
        <pc:spChg chg="mod">
          <ac:chgData name="" userId="213e45b8a479442b" providerId="LiveId" clId="{280C0565-1D83-401F-857C-49A7F7ED5C3C}" dt="2024-03-16T12:50:04.370" v="13495" actId="113"/>
          <ac:spMkLst>
            <pc:docMk/>
            <pc:sldMk cId="1323392317" sldId="632"/>
            <ac:spMk id="11" creationId="{9CB23EDF-3DD3-4237-97C6-4FB039CCE3D9}"/>
          </ac:spMkLst>
        </pc:spChg>
      </pc:sldChg>
      <pc:sldChg chg="addSp modSp add">
        <pc:chgData name="" userId="213e45b8a479442b" providerId="LiveId" clId="{280C0565-1D83-401F-857C-49A7F7ED5C3C}" dt="2024-03-17T06:29:53.282" v="14519" actId="20577"/>
        <pc:sldMkLst>
          <pc:docMk/>
          <pc:sldMk cId="156117477" sldId="633"/>
        </pc:sldMkLst>
        <pc:spChg chg="add mod">
          <ac:chgData name="" userId="213e45b8a479442b" providerId="LiveId" clId="{280C0565-1D83-401F-857C-49A7F7ED5C3C}" dt="2024-03-16T15:08:24.511" v="14113" actId="113"/>
          <ac:spMkLst>
            <pc:docMk/>
            <pc:sldMk cId="156117477" sldId="633"/>
            <ac:spMk id="6" creationId="{811D262C-A9FC-4AB7-B1C6-A9811113B331}"/>
          </ac:spMkLst>
        </pc:spChg>
        <pc:spChg chg="add mod">
          <ac:chgData name="" userId="213e45b8a479442b" providerId="LiveId" clId="{280C0565-1D83-401F-857C-49A7F7ED5C3C}" dt="2024-03-17T06:29:53.282" v="14519" actId="20577"/>
          <ac:spMkLst>
            <pc:docMk/>
            <pc:sldMk cId="156117477" sldId="633"/>
            <ac:spMk id="7" creationId="{7B20669E-4ACC-4B18-A347-E6326A51A796}"/>
          </ac:spMkLst>
        </pc:spChg>
        <pc:spChg chg="mod">
          <ac:chgData name="" userId="213e45b8a479442b" providerId="LiveId" clId="{280C0565-1D83-401F-857C-49A7F7ED5C3C}" dt="2024-03-16T15:02:08.397" v="13800" actId="20577"/>
          <ac:spMkLst>
            <pc:docMk/>
            <pc:sldMk cId="156117477" sldId="633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6T15:08:09.796" v="14109" actId="1076"/>
          <ac:spMkLst>
            <pc:docMk/>
            <pc:sldMk cId="156117477" sldId="633"/>
            <ac:spMk id="10" creationId="{29482B24-9F19-43F3-977E-DC5A2EB3286F}"/>
          </ac:spMkLst>
        </pc:spChg>
        <pc:spChg chg="mod">
          <ac:chgData name="" userId="213e45b8a479442b" providerId="LiveId" clId="{280C0565-1D83-401F-857C-49A7F7ED5C3C}" dt="2024-03-16T15:08:46.838" v="14118" actId="1076"/>
          <ac:spMkLst>
            <pc:docMk/>
            <pc:sldMk cId="156117477" sldId="633"/>
            <ac:spMk id="11" creationId="{9CB23EDF-3DD3-4237-97C6-4FB039CCE3D9}"/>
          </ac:spMkLst>
        </pc:spChg>
      </pc:sldChg>
      <pc:sldChg chg="addSp delSp modSp add">
        <pc:chgData name="" userId="213e45b8a479442b" providerId="LiveId" clId="{280C0565-1D83-401F-857C-49A7F7ED5C3C}" dt="2024-03-17T06:47:11.688" v="15030" actId="14100"/>
        <pc:sldMkLst>
          <pc:docMk/>
          <pc:sldMk cId="1668661885" sldId="634"/>
        </pc:sldMkLst>
        <pc:spChg chg="mod">
          <ac:chgData name="" userId="213e45b8a479442b" providerId="LiveId" clId="{280C0565-1D83-401F-857C-49A7F7ED5C3C}" dt="2024-03-17T06:47:08.979" v="15029" actId="14100"/>
          <ac:spMkLst>
            <pc:docMk/>
            <pc:sldMk cId="1668661885" sldId="634"/>
            <ac:spMk id="6" creationId="{811D262C-A9FC-4AB7-B1C6-A9811113B331}"/>
          </ac:spMkLst>
        </pc:spChg>
        <pc:spChg chg="add mod">
          <ac:chgData name="" userId="213e45b8a479442b" providerId="LiveId" clId="{280C0565-1D83-401F-857C-49A7F7ED5C3C}" dt="2024-03-17T06:47:06.460" v="15028" actId="1076"/>
          <ac:spMkLst>
            <pc:docMk/>
            <pc:sldMk cId="1668661885" sldId="634"/>
            <ac:spMk id="7" creationId="{F1D98D54-66A4-4355-A67E-A5D389F9424C}"/>
          </ac:spMkLst>
        </pc:spChg>
        <pc:spChg chg="mod">
          <ac:chgData name="" userId="213e45b8a479442b" providerId="LiveId" clId="{280C0565-1D83-401F-857C-49A7F7ED5C3C}" dt="2024-03-17T06:46:57.037" v="15027" actId="20577"/>
          <ac:spMkLst>
            <pc:docMk/>
            <pc:sldMk cId="1668661885" sldId="634"/>
            <ac:spMk id="8" creationId="{36177B38-43AB-4398-968B-448F8F0E5F49}"/>
          </ac:spMkLst>
        </pc:spChg>
        <pc:spChg chg="del">
          <ac:chgData name="" userId="213e45b8a479442b" providerId="LiveId" clId="{280C0565-1D83-401F-857C-49A7F7ED5C3C}" dt="2024-03-17T06:31:40.728" v="14524" actId="478"/>
          <ac:spMkLst>
            <pc:docMk/>
            <pc:sldMk cId="1668661885" sldId="634"/>
            <ac:spMk id="10" creationId="{29482B24-9F19-43F3-977E-DC5A2EB3286F}"/>
          </ac:spMkLst>
        </pc:spChg>
        <pc:spChg chg="mod">
          <ac:chgData name="" userId="213e45b8a479442b" providerId="LiveId" clId="{280C0565-1D83-401F-857C-49A7F7ED5C3C}" dt="2024-03-17T06:47:11.688" v="15030" actId="14100"/>
          <ac:spMkLst>
            <pc:docMk/>
            <pc:sldMk cId="1668661885" sldId="634"/>
            <ac:spMk id="11" creationId="{9CB23EDF-3DD3-4237-97C6-4FB039CCE3D9}"/>
          </ac:spMkLst>
        </pc:spChg>
      </pc:sldChg>
      <pc:sldChg chg="modSp add">
        <pc:chgData name="" userId="213e45b8a479442b" providerId="LiveId" clId="{280C0565-1D83-401F-857C-49A7F7ED5C3C}" dt="2024-03-17T06:48:21.842" v="15110" actId="20577"/>
        <pc:sldMkLst>
          <pc:docMk/>
          <pc:sldMk cId="20949502" sldId="635"/>
        </pc:sldMkLst>
        <pc:spChg chg="mod">
          <ac:chgData name="" userId="213e45b8a479442b" providerId="LiveId" clId="{280C0565-1D83-401F-857C-49A7F7ED5C3C}" dt="2024-03-17T06:47:18.918" v="15032" actId="1076"/>
          <ac:spMkLst>
            <pc:docMk/>
            <pc:sldMk cId="20949502" sldId="635"/>
            <ac:spMk id="6" creationId="{811D262C-A9FC-4AB7-B1C6-A9811113B331}"/>
          </ac:spMkLst>
        </pc:spChg>
        <pc:spChg chg="mod">
          <ac:chgData name="" userId="213e45b8a479442b" providerId="LiveId" clId="{280C0565-1D83-401F-857C-49A7F7ED5C3C}" dt="2024-03-17T06:47:27.127" v="15034" actId="1076"/>
          <ac:spMkLst>
            <pc:docMk/>
            <pc:sldMk cId="20949502" sldId="635"/>
            <ac:spMk id="7" creationId="{F1D98D54-66A4-4355-A67E-A5D389F9424C}"/>
          </ac:spMkLst>
        </pc:spChg>
        <pc:spChg chg="mod">
          <ac:chgData name="" userId="213e45b8a479442b" providerId="LiveId" clId="{280C0565-1D83-401F-857C-49A7F7ED5C3C}" dt="2024-03-17T06:44:59.320" v="14992" actId="20577"/>
          <ac:spMkLst>
            <pc:docMk/>
            <pc:sldMk cId="20949502" sldId="635"/>
            <ac:spMk id="8" creationId="{36177B38-43AB-4398-968B-448F8F0E5F49}"/>
          </ac:spMkLst>
        </pc:spChg>
        <pc:spChg chg="mod">
          <ac:chgData name="" userId="213e45b8a479442b" providerId="LiveId" clId="{280C0565-1D83-401F-857C-49A7F7ED5C3C}" dt="2024-03-17T06:48:21.842" v="15110" actId="20577"/>
          <ac:spMkLst>
            <pc:docMk/>
            <pc:sldMk cId="20949502" sldId="635"/>
            <ac:spMk id="11" creationId="{9CB23EDF-3DD3-4237-97C6-4FB039CCE3D9}"/>
          </ac:spMkLst>
        </pc:spChg>
      </pc:sldChg>
      <pc:sldChg chg="addSp delSp modSp add">
        <pc:chgData name="" userId="213e45b8a479442b" providerId="LiveId" clId="{280C0565-1D83-401F-857C-49A7F7ED5C3C}" dt="2024-03-17T07:04:28.013" v="15662" actId="20577"/>
        <pc:sldMkLst>
          <pc:docMk/>
          <pc:sldMk cId="1980848031" sldId="636"/>
        </pc:sldMkLst>
        <pc:spChg chg="mod">
          <ac:chgData name="" userId="213e45b8a479442b" providerId="LiveId" clId="{280C0565-1D83-401F-857C-49A7F7ED5C3C}" dt="2024-03-17T07:00:42.738" v="15439" actId="20577"/>
          <ac:spMkLst>
            <pc:docMk/>
            <pc:sldMk cId="1980848031" sldId="636"/>
            <ac:spMk id="2" creationId="{5888EE31-F44C-4034-8407-4C756F65702C}"/>
          </ac:spMkLst>
        </pc:spChg>
        <pc:spChg chg="del">
          <ac:chgData name="" userId="213e45b8a479442b" providerId="LiveId" clId="{280C0565-1D83-401F-857C-49A7F7ED5C3C}" dt="2024-03-17T06:48:49.775" v="15120" actId="478"/>
          <ac:spMkLst>
            <pc:docMk/>
            <pc:sldMk cId="1980848031" sldId="636"/>
            <ac:spMk id="6" creationId="{811D262C-A9FC-4AB7-B1C6-A9811113B331}"/>
          </ac:spMkLst>
        </pc:spChg>
        <pc:spChg chg="del">
          <ac:chgData name="" userId="213e45b8a479442b" providerId="LiveId" clId="{280C0565-1D83-401F-857C-49A7F7ED5C3C}" dt="2024-03-17T06:48:53.898" v="15122" actId="478"/>
          <ac:spMkLst>
            <pc:docMk/>
            <pc:sldMk cId="1980848031" sldId="636"/>
            <ac:spMk id="7" creationId="{F1D98D54-66A4-4355-A67E-A5D389F9424C}"/>
          </ac:spMkLst>
        </pc:spChg>
        <pc:spChg chg="mod">
          <ac:chgData name="" userId="213e45b8a479442b" providerId="LiveId" clId="{280C0565-1D83-401F-857C-49A7F7ED5C3C}" dt="2024-03-17T07:04:28.013" v="15662" actId="20577"/>
          <ac:spMkLst>
            <pc:docMk/>
            <pc:sldMk cId="1980848031" sldId="636"/>
            <ac:spMk id="8" creationId="{36177B38-43AB-4398-968B-448F8F0E5F49}"/>
          </ac:spMkLst>
        </pc:spChg>
        <pc:spChg chg="add mod">
          <ac:chgData name="" userId="213e45b8a479442b" providerId="LiveId" clId="{280C0565-1D83-401F-857C-49A7F7ED5C3C}" dt="2024-03-17T07:03:24.050" v="15530" actId="1076"/>
          <ac:spMkLst>
            <pc:docMk/>
            <pc:sldMk cId="1980848031" sldId="636"/>
            <ac:spMk id="9" creationId="{4CC540BF-FFFA-4E70-902B-232F25443795}"/>
          </ac:spMkLst>
        </pc:spChg>
        <pc:spChg chg="add mod">
          <ac:chgData name="" userId="213e45b8a479442b" providerId="LiveId" clId="{280C0565-1D83-401F-857C-49A7F7ED5C3C}" dt="2024-03-17T07:03:31.011" v="15549" actId="1076"/>
          <ac:spMkLst>
            <pc:docMk/>
            <pc:sldMk cId="1980848031" sldId="636"/>
            <ac:spMk id="10" creationId="{2C704B08-43F4-4B4A-9C46-6ED0940E9556}"/>
          </ac:spMkLst>
        </pc:spChg>
        <pc:spChg chg="del">
          <ac:chgData name="" userId="213e45b8a479442b" providerId="LiveId" clId="{280C0565-1D83-401F-857C-49A7F7ED5C3C}" dt="2024-03-17T06:48:51.697" v="15121" actId="478"/>
          <ac:spMkLst>
            <pc:docMk/>
            <pc:sldMk cId="1980848031" sldId="636"/>
            <ac:spMk id="11" creationId="{9CB23EDF-3DD3-4237-97C6-4FB039CCE3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参考资料：</a:t>
            </a:r>
            <a:endParaRPr lang="en-US" altLang="zh-CN" dirty="0"/>
          </a:p>
          <a:p>
            <a:r>
              <a:rPr lang="en-US" altLang="zh-CN" dirty="0"/>
              <a:t>https://docs.python.org/3/library/sqlite3.html#sqlite3-tutorial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9680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0917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666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5734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018" y="2772197"/>
            <a:ext cx="10336213" cy="1466282"/>
          </a:xfrm>
        </p:spPr>
        <p:txBody>
          <a:bodyPr/>
          <a:lstStyle/>
          <a:p>
            <a:pPr algn="ctr"/>
            <a:r>
              <a:rPr lang="zh-CN" altLang="en-US" sz="5400" b="1" dirty="0">
                <a:solidFill>
                  <a:schemeClr val="accent2"/>
                </a:solidFill>
              </a:rPr>
              <a:t>应用服务器数据库编程</a:t>
            </a:r>
            <a:br>
              <a:rPr lang="en-US" altLang="zh-CN" sz="5400" b="1" dirty="0">
                <a:solidFill>
                  <a:schemeClr val="accent2"/>
                </a:solidFill>
              </a:rPr>
            </a:br>
            <a:r>
              <a:rPr lang="zh-CN" altLang="en-US" sz="4000" b="1" dirty="0">
                <a:solidFill>
                  <a:schemeClr val="accent2"/>
                </a:solidFill>
              </a:rPr>
              <a:t>以</a:t>
            </a:r>
            <a:r>
              <a:rPr lang="en-US" altLang="zh-CN" sz="4000" b="1" dirty="0">
                <a:solidFill>
                  <a:schemeClr val="accent2"/>
                </a:solidFill>
              </a:rPr>
              <a:t>Flask</a:t>
            </a:r>
            <a:r>
              <a:rPr lang="zh-CN" altLang="en-US" sz="4000" b="1" dirty="0">
                <a:solidFill>
                  <a:schemeClr val="accent2"/>
                </a:solidFill>
              </a:rPr>
              <a:t>、</a:t>
            </a:r>
            <a:r>
              <a:rPr lang="en-US" altLang="zh-CN" sz="4000" b="1" dirty="0">
                <a:solidFill>
                  <a:schemeClr val="accent2"/>
                </a:solidFill>
              </a:rPr>
              <a:t>SQLite</a:t>
            </a:r>
            <a:r>
              <a:rPr lang="zh-CN" altLang="en-US" sz="4000" b="1" dirty="0">
                <a:solidFill>
                  <a:schemeClr val="accent2"/>
                </a:solidFill>
              </a:rPr>
              <a:t>为例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2592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体系软件设计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应用服务器数据库编程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数据持久化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09CE55-5CD9-F916-1B27-7613EDC56FFA}"/>
              </a:ext>
            </a:extLst>
          </p:cNvPr>
          <p:cNvSpPr/>
          <p:nvPr/>
        </p:nvSpPr>
        <p:spPr>
          <a:xfrm>
            <a:off x="767706" y="1888937"/>
            <a:ext cx="5995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直接执行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语句操作数据库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F0707-9B46-1BFA-BE93-A43C8F886C7D}"/>
              </a:ext>
            </a:extLst>
          </p:cNvPr>
          <p:cNvSpPr/>
          <p:nvPr/>
        </p:nvSpPr>
        <p:spPr>
          <a:xfrm>
            <a:off x="767706" y="2578306"/>
            <a:ext cx="54825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ORM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方式操作数据库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数据持久化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C1F921E5-4C7F-E327-D32A-33BA99273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持久化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02B574-9502-CE9D-77E4-137583782026}"/>
              </a:ext>
            </a:extLst>
          </p:cNvPr>
          <p:cNvSpPr/>
          <p:nvPr/>
        </p:nvSpPr>
        <p:spPr>
          <a:xfrm>
            <a:off x="767706" y="1836093"/>
            <a:ext cx="106381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将应用程序运行过程中产生的数据（主要指对象），保存到持久存储介质中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5E2D30-7AC0-9283-1F7F-760EA2E1B8A2}"/>
              </a:ext>
            </a:extLst>
          </p:cNvPr>
          <p:cNvSpPr txBox="1"/>
          <p:nvPr/>
        </p:nvSpPr>
        <p:spPr>
          <a:xfrm>
            <a:off x="767706" y="2556173"/>
            <a:ext cx="6081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选择持久化方案</a:t>
            </a:r>
          </a:p>
        </p:txBody>
      </p:sp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C288DBF7-7F21-D762-176D-C1F1AF158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19558"/>
              </p:ext>
            </p:extLst>
          </p:nvPr>
        </p:nvGraphicFramePr>
        <p:xfrm>
          <a:off x="823541" y="3334079"/>
          <a:ext cx="10225136" cy="3038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849">
                  <a:extLst>
                    <a:ext uri="{9D8B030D-6E8A-4147-A177-3AD203B41FA5}">
                      <a16:colId xmlns:a16="http://schemas.microsoft.com/office/drawing/2014/main" val="2158573603"/>
                    </a:ext>
                  </a:extLst>
                </a:gridCol>
                <a:gridCol w="3393719">
                  <a:extLst>
                    <a:ext uri="{9D8B030D-6E8A-4147-A177-3AD203B41FA5}">
                      <a16:colId xmlns:a16="http://schemas.microsoft.com/office/drawing/2014/main" val="199674089"/>
                    </a:ext>
                  </a:extLst>
                </a:gridCol>
                <a:gridCol w="2556284">
                  <a:extLst>
                    <a:ext uri="{9D8B030D-6E8A-4147-A177-3AD203B41FA5}">
                      <a16:colId xmlns:a16="http://schemas.microsoft.com/office/drawing/2014/main" val="1222210415"/>
                    </a:ext>
                  </a:extLst>
                </a:gridCol>
                <a:gridCol w="2556284">
                  <a:extLst>
                    <a:ext uri="{9D8B030D-6E8A-4147-A177-3AD203B41FA5}">
                      <a16:colId xmlns:a16="http://schemas.microsoft.com/office/drawing/2014/main" val="45894436"/>
                    </a:ext>
                  </a:extLst>
                </a:gridCol>
              </a:tblGrid>
              <a:tr h="438465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缺点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适用场景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930625"/>
                  </a:ext>
                </a:extLst>
              </a:tr>
              <a:tr h="761909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rgbClr val="0000FF"/>
                          </a:solidFill>
                        </a:rPr>
                        <a:t>文件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实现简单、文件大小几乎不受限制、存储内容格式可以自定义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读写性能差、查询性能差、并发读写困难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rgbClr val="0000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存储日志、配置文件</a:t>
                      </a:r>
                      <a:endParaRPr lang="zh-CN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329416"/>
                  </a:ext>
                </a:extLst>
              </a:tr>
              <a:tr h="761909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rgbClr val="0000FF"/>
                          </a:solidFill>
                        </a:rPr>
                        <a:t>关系型数据库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标准化的</a:t>
                      </a:r>
                      <a:r>
                        <a:rPr lang="en-US" altLang="zh-CN" sz="1600" dirty="0"/>
                        <a:t>SQL</a:t>
                      </a:r>
                      <a:r>
                        <a:rPr lang="zh-CN" altLang="en-US" sz="1600" dirty="0"/>
                        <a:t>语言、较高的性能、数据一致性高、支持复杂查询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开发和设计具有一定要求、对非结构化数据支持略差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lang="zh-CN" altLang="en-US" sz="1600" b="1" kern="1200" dirty="0">
                          <a:solidFill>
                            <a:srgbClr val="0000FF"/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存储结构化数据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319269"/>
                  </a:ext>
                </a:extLst>
              </a:tr>
              <a:tr h="1076233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solidFill>
                            <a:srgbClr val="0000FF"/>
                          </a:solidFill>
                        </a:rPr>
                        <a:t>非关系型数据库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高并发读写、数据间无需具有固定关系、可扩展性高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不支持标准</a:t>
                      </a:r>
                      <a:r>
                        <a:rPr lang="en-US" altLang="zh-CN" sz="1600" dirty="0"/>
                        <a:t>SQL</a:t>
                      </a:r>
                      <a:r>
                        <a:rPr lang="zh-CN" altLang="en-US" sz="1600" dirty="0"/>
                        <a:t>、复杂查询效率低、数据一致性相对较差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000FF"/>
                          </a:solidFill>
                        </a:rPr>
                        <a:t>支持高并发、海量数据存储、存储数据类型为键值对、文档、图等情况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04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54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数据持久化的方法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常见关系型数据库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291F2118-E2F0-4710-ADAE-9F95B5B05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269394"/>
              </p:ext>
            </p:extLst>
          </p:nvPr>
        </p:nvGraphicFramePr>
        <p:xfrm>
          <a:off x="895549" y="1964999"/>
          <a:ext cx="9937104" cy="308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389">
                  <a:extLst>
                    <a:ext uri="{9D8B030D-6E8A-4147-A177-3AD203B41FA5}">
                      <a16:colId xmlns:a16="http://schemas.microsoft.com/office/drawing/2014/main" val="2158573603"/>
                    </a:ext>
                  </a:extLst>
                </a:gridCol>
                <a:gridCol w="4594647">
                  <a:extLst>
                    <a:ext uri="{9D8B030D-6E8A-4147-A177-3AD203B41FA5}">
                      <a16:colId xmlns:a16="http://schemas.microsoft.com/office/drawing/2014/main" val="199674089"/>
                    </a:ext>
                  </a:extLst>
                </a:gridCol>
                <a:gridCol w="2931068">
                  <a:extLst>
                    <a:ext uri="{9D8B030D-6E8A-4147-A177-3AD203B41FA5}">
                      <a16:colId xmlns:a16="http://schemas.microsoft.com/office/drawing/2014/main" val="45894436"/>
                    </a:ext>
                  </a:extLst>
                </a:gridCol>
              </a:tblGrid>
              <a:tr h="514210">
                <a:tc>
                  <a:txBody>
                    <a:bodyPr/>
                    <a:lstStyle/>
                    <a:p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适用场景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930625"/>
                  </a:ext>
                </a:extLst>
              </a:tr>
              <a:tr h="51421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SQLite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轻量级、开销小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小型应用、</a:t>
                      </a:r>
                      <a:r>
                        <a:rPr lang="en-US" altLang="zh-CN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App</a:t>
                      </a:r>
                      <a:r>
                        <a:rPr lang="zh-CN" altLang="en-US" b="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329416"/>
                  </a:ext>
                </a:extLst>
              </a:tr>
              <a:tr h="51421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MySQL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性能稳定、跨平台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lang="zh-CN" altLang="en-US" sz="19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中、大型应用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319269"/>
                  </a:ext>
                </a:extLst>
              </a:tr>
              <a:tr h="51421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PostgreSQL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性能稳定、开源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lang="zh-CN" altLang="en-US" sz="19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中、大型项目应用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976491"/>
                  </a:ext>
                </a:extLst>
              </a:tr>
              <a:tr h="51421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0000FF"/>
                          </a:solidFill>
                        </a:rPr>
                        <a:t>Oracle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高性能、跨平台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9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大型项目应用</a:t>
                      </a:r>
                      <a:endParaRPr lang="zh-CN" altLang="en-US" b="0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040707"/>
                  </a:ext>
                </a:extLst>
              </a:tr>
              <a:tr h="514210">
                <a:tc>
                  <a:txBody>
                    <a:bodyPr/>
                    <a:lstStyle/>
                    <a:p>
                      <a:r>
                        <a:rPr lang="en-US" altLang="zh-CN" b="1" dirty="0" err="1">
                          <a:solidFill>
                            <a:srgbClr val="0000FF"/>
                          </a:solidFill>
                        </a:rPr>
                        <a:t>SQLServer</a:t>
                      </a:r>
                      <a:endParaRPr lang="zh-CN" altLang="en-US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性能稳定、</a:t>
                      </a:r>
                      <a:r>
                        <a:rPr lang="en-US" altLang="zh-CN" dirty="0"/>
                        <a:t>Windows</a:t>
                      </a:r>
                      <a:r>
                        <a:rPr lang="zh-CN" altLang="en-US" dirty="0"/>
                        <a:t>平台下集成良好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85898" rtl="0" eaLnBrk="1" latinLnBrk="0" hangingPunct="1"/>
                      <a:r>
                        <a:rPr lang="zh-CN" altLang="en-US" sz="19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中、大型应用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06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09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直接执行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语句操作数据库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2.1  SQL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基本方法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09CE55-5CD9-F916-1B27-7613EDC56FFA}"/>
              </a:ext>
            </a:extLst>
          </p:cNvPr>
          <p:cNvSpPr/>
          <p:nvPr/>
        </p:nvSpPr>
        <p:spPr>
          <a:xfrm>
            <a:off x="747748" y="1836093"/>
            <a:ext cx="48974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 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操作数据库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F0707-9B46-1BFA-BE93-A43C8F886C7D}"/>
              </a:ext>
            </a:extLst>
          </p:cNvPr>
          <p:cNvSpPr/>
          <p:nvPr/>
        </p:nvSpPr>
        <p:spPr>
          <a:xfrm>
            <a:off x="747748" y="2506298"/>
            <a:ext cx="56012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2.3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直接执行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语句存在的问题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020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SQL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基本方法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语法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7725" y="3267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C3627B-89D8-4E00-A161-6D0535F59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8" y="1700329"/>
            <a:ext cx="10203633" cy="479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4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Python DB API</a:t>
            </a: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15757" y="443149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流程图: 终止 3">
            <a:extLst>
              <a:ext uri="{FF2B5EF4-FFF2-40B4-BE49-F238E27FC236}">
                <a16:creationId xmlns:a16="http://schemas.microsoft.com/office/drawing/2014/main" id="{7DC975EB-FCD5-40E9-9FAB-944FBFF5332C}"/>
              </a:ext>
            </a:extLst>
          </p:cNvPr>
          <p:cNvSpPr/>
          <p:nvPr/>
        </p:nvSpPr>
        <p:spPr>
          <a:xfrm>
            <a:off x="1732838" y="3436690"/>
            <a:ext cx="792088" cy="28803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EC5B50-65E4-4B78-8B7B-2D1CE07E31F2}"/>
              </a:ext>
            </a:extLst>
          </p:cNvPr>
          <p:cNvSpPr/>
          <p:nvPr/>
        </p:nvSpPr>
        <p:spPr>
          <a:xfrm>
            <a:off x="904746" y="4151850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创建</a:t>
            </a:r>
            <a:r>
              <a:rPr lang="en-US" altLang="zh-CN" dirty="0"/>
              <a:t>connection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912E28-E0C6-4D0C-80CD-D52EDFB6D856}"/>
              </a:ext>
            </a:extLst>
          </p:cNvPr>
          <p:cNvSpPr/>
          <p:nvPr/>
        </p:nvSpPr>
        <p:spPr>
          <a:xfrm>
            <a:off x="904746" y="5160756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获取</a:t>
            </a:r>
            <a:r>
              <a:rPr lang="en-US" altLang="zh-CN" dirty="0"/>
              <a:t>cursor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6F0AB7-5BE3-4FF8-B582-7A4B3420DF4E}"/>
              </a:ext>
            </a:extLst>
          </p:cNvPr>
          <p:cNvSpPr/>
          <p:nvPr/>
        </p:nvSpPr>
        <p:spPr>
          <a:xfrm>
            <a:off x="4495949" y="4155720"/>
            <a:ext cx="2448272" cy="14370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按需求</a:t>
            </a:r>
            <a:endParaRPr lang="en-US" altLang="zh-CN" dirty="0"/>
          </a:p>
          <a:p>
            <a:pPr algn="ctr"/>
            <a:r>
              <a:rPr lang="zh-CN" altLang="en-US" dirty="0"/>
              <a:t>执行各类数据库操作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2A3E82-EBCF-46B2-BDFE-428F21FE99B2}"/>
              </a:ext>
            </a:extLst>
          </p:cNvPr>
          <p:cNvSpPr/>
          <p:nvPr/>
        </p:nvSpPr>
        <p:spPr>
          <a:xfrm>
            <a:off x="8159162" y="4215474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关闭</a:t>
            </a:r>
            <a:r>
              <a:rPr lang="en-US" altLang="zh-CN" dirty="0"/>
              <a:t>cursor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FB31E6-FF6E-4FE1-91E2-1A3447C1BD2F}"/>
              </a:ext>
            </a:extLst>
          </p:cNvPr>
          <p:cNvSpPr/>
          <p:nvPr/>
        </p:nvSpPr>
        <p:spPr>
          <a:xfrm>
            <a:off x="8159162" y="5143326"/>
            <a:ext cx="244827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关闭</a:t>
            </a:r>
            <a:r>
              <a:rPr lang="en-US" altLang="zh-CN" dirty="0"/>
              <a:t>connection</a:t>
            </a:r>
            <a:endParaRPr lang="zh-CN" altLang="en-US" dirty="0"/>
          </a:p>
        </p:txBody>
      </p:sp>
      <p:sp>
        <p:nvSpPr>
          <p:cNvPr id="14" name="流程图: 终止 13">
            <a:extLst>
              <a:ext uri="{FF2B5EF4-FFF2-40B4-BE49-F238E27FC236}">
                <a16:creationId xmlns:a16="http://schemas.microsoft.com/office/drawing/2014/main" id="{A53F4CB3-BD53-4DE6-8E22-8A8DBB918ED0}"/>
              </a:ext>
            </a:extLst>
          </p:cNvPr>
          <p:cNvSpPr/>
          <p:nvPr/>
        </p:nvSpPr>
        <p:spPr>
          <a:xfrm>
            <a:off x="8987254" y="6096860"/>
            <a:ext cx="792088" cy="28803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结束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5B6FBDA-D32B-4600-BC0C-915C3FDF054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128882" y="3724722"/>
            <a:ext cx="0" cy="427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4150BF4-EF12-4FA1-9D00-E97749C1B094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2128882" y="4583898"/>
            <a:ext cx="0" cy="576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358E5B46-F39B-4917-B497-396937F6DB1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3353018" y="4874262"/>
            <a:ext cx="1142931" cy="5025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F84F20BD-6275-4FAD-ABB6-14321CDBAE9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944221" y="4431498"/>
            <a:ext cx="1214941" cy="4427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5248DE2-0679-4EFA-94E8-9CA7BE2DAEFD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9383298" y="4647522"/>
            <a:ext cx="0" cy="495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4E91C9F-0B09-4491-A509-ACABA11967E1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9383298" y="5575374"/>
            <a:ext cx="0" cy="52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A698F779-B637-44A8-B1DC-75342FE47077}"/>
              </a:ext>
            </a:extLst>
          </p:cNvPr>
          <p:cNvSpPr txBox="1"/>
          <p:nvPr/>
        </p:nvSpPr>
        <p:spPr>
          <a:xfrm>
            <a:off x="855289" y="1804092"/>
            <a:ext cx="9977364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Python DB API</a:t>
            </a:r>
            <a:r>
              <a:rPr lang="zh-CN" altLang="en-US" dirty="0"/>
              <a:t>不是一种具体实现，而是一种描述数据库访问方法的</a:t>
            </a:r>
            <a:r>
              <a:rPr lang="en-US" altLang="zh-CN" dirty="0"/>
              <a:t>API</a:t>
            </a:r>
            <a:r>
              <a:rPr lang="zh-CN" altLang="en-US" dirty="0"/>
              <a:t>标准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不同类型的数据库所编写的</a:t>
            </a:r>
            <a:r>
              <a:rPr lang="en-US" altLang="zh-CN" dirty="0"/>
              <a:t>Python</a:t>
            </a:r>
            <a:r>
              <a:rPr lang="zh-CN" altLang="en-US" dirty="0"/>
              <a:t>模块按照</a:t>
            </a:r>
            <a:r>
              <a:rPr lang="en-US" altLang="zh-CN" dirty="0"/>
              <a:t>DB API</a:t>
            </a:r>
            <a:r>
              <a:rPr lang="zh-CN" altLang="en-US" dirty="0"/>
              <a:t>实现，实现一致性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不同数据库程序开发时的难度和成本将大幅降低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8126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DB-API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操作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SQLite3</a:t>
            </a: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7725" y="3267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18FABD-A8F6-4EA6-9A27-01FF31054876}"/>
              </a:ext>
            </a:extLst>
          </p:cNvPr>
          <p:cNvSpPr txBox="1"/>
          <p:nvPr/>
        </p:nvSpPr>
        <p:spPr>
          <a:xfrm>
            <a:off x="823541" y="1783392"/>
            <a:ext cx="6079880" cy="14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SQLite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是一款轻量级、开源数据库实现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Python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内部集成了对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Sqlite3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的支持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Sqlite3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模块按照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DB API 2.0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规范实现</a:t>
            </a:r>
          </a:p>
        </p:txBody>
      </p:sp>
    </p:spTree>
    <p:extLst>
      <p:ext uri="{BB962C8B-B14F-4D97-AF65-F5344CB8AC3E}">
        <p14:creationId xmlns:p14="http://schemas.microsoft.com/office/powerpoint/2010/main" val="144236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DB-API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操作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SQLite3</a:t>
            </a: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7725" y="3267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18FABD-A8F6-4EA6-9A27-01FF31054876}"/>
              </a:ext>
            </a:extLst>
          </p:cNvPr>
          <p:cNvSpPr txBox="1"/>
          <p:nvPr/>
        </p:nvSpPr>
        <p:spPr>
          <a:xfrm>
            <a:off x="790258" y="1824137"/>
            <a:ext cx="607988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、连接数据库、获取游标对象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60B427-5DC0-466E-8FFE-6BA8ED7F9624}"/>
              </a:ext>
            </a:extLst>
          </p:cNvPr>
          <p:cNvSpPr txBox="1"/>
          <p:nvPr/>
        </p:nvSpPr>
        <p:spPr>
          <a:xfrm>
            <a:off x="895549" y="2415724"/>
            <a:ext cx="6185388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引入</a:t>
            </a:r>
            <a:r>
              <a:rPr lang="en-US" altLang="zh-CN" dirty="0">
                <a:latin typeface="+mn-ea"/>
              </a:rPr>
              <a:t>sqlite3</a:t>
            </a:r>
            <a:r>
              <a:rPr lang="zh-CN" altLang="en-US" dirty="0">
                <a:latin typeface="+mn-ea"/>
              </a:rPr>
              <a:t>模块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import </a:t>
            </a:r>
            <a:r>
              <a:rPr lang="en-US" altLang="zh-CN" b="1" dirty="0">
                <a:solidFill>
                  <a:schemeClr val="accent6"/>
                </a:solidFill>
                <a:latin typeface="+mn-ea"/>
              </a:rPr>
              <a:t>sqlite3</a:t>
            </a:r>
          </a:p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创建数据库连接对象</a:t>
            </a:r>
          </a:p>
          <a:p>
            <a:r>
              <a:rPr lang="en-US" altLang="zh-CN" dirty="0">
                <a:latin typeface="+mn-ea"/>
              </a:rPr>
              <a:t>conn = sqlite3.</a:t>
            </a:r>
            <a:r>
              <a:rPr lang="en-US" altLang="zh-CN" b="1" dirty="0">
                <a:solidFill>
                  <a:schemeClr val="accent6"/>
                </a:solidFill>
                <a:latin typeface="+mn-ea"/>
              </a:rPr>
              <a:t>connect</a:t>
            </a:r>
            <a:r>
              <a:rPr lang="en-US" altLang="zh-CN" dirty="0">
                <a:latin typeface="+mn-ea"/>
              </a:rPr>
              <a:t>('</a:t>
            </a:r>
            <a:r>
              <a:rPr lang="en-US" altLang="zh-CN" dirty="0" err="1">
                <a:latin typeface="+mn-ea"/>
              </a:rPr>
              <a:t>dbname.db</a:t>
            </a:r>
            <a:r>
              <a:rPr lang="en-US" altLang="zh-CN" dirty="0">
                <a:latin typeface="+mn-ea"/>
              </a:rPr>
              <a:t>')</a:t>
            </a:r>
          </a:p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获取游标对象</a:t>
            </a:r>
          </a:p>
          <a:p>
            <a:r>
              <a:rPr lang="en-US" altLang="zh-CN" dirty="0">
                <a:latin typeface="+mn-ea"/>
              </a:rPr>
              <a:t>cur = </a:t>
            </a:r>
            <a:r>
              <a:rPr lang="en-US" altLang="zh-CN" dirty="0" err="1">
                <a:latin typeface="+mn-ea"/>
              </a:rPr>
              <a:t>conn.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cursor</a:t>
            </a:r>
            <a:r>
              <a:rPr lang="en-US" altLang="zh-CN" dirty="0">
                <a:latin typeface="+mn-ea"/>
              </a:rPr>
              <a:t>()</a:t>
            </a:r>
            <a:endParaRPr lang="zh-CN" altLang="en-US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590A38-BDAD-45F1-952C-958C2255D6E5}"/>
              </a:ext>
            </a:extLst>
          </p:cNvPr>
          <p:cNvSpPr txBox="1"/>
          <p:nvPr/>
        </p:nvSpPr>
        <p:spPr>
          <a:xfrm>
            <a:off x="895549" y="4293607"/>
            <a:ext cx="607988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、关闭游标对象、关闭数据库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FF7C02-54EA-426D-B341-0876D3CF2014}"/>
              </a:ext>
            </a:extLst>
          </p:cNvPr>
          <p:cNvSpPr txBox="1"/>
          <p:nvPr/>
        </p:nvSpPr>
        <p:spPr>
          <a:xfrm>
            <a:off x="895549" y="4861565"/>
            <a:ext cx="6185388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关闭游标</a:t>
            </a:r>
          </a:p>
          <a:p>
            <a:r>
              <a:rPr lang="en-US" altLang="zh-CN" dirty="0" err="1">
                <a:latin typeface="+mn-ea"/>
              </a:rPr>
              <a:t>cur.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close</a:t>
            </a:r>
            <a:r>
              <a:rPr lang="en-US" altLang="zh-CN" dirty="0">
                <a:latin typeface="+mn-ea"/>
              </a:rPr>
              <a:t>()</a:t>
            </a:r>
          </a:p>
          <a:p>
            <a:r>
              <a:rPr lang="en-US" altLang="zh-CN" dirty="0">
                <a:latin typeface="+mn-ea"/>
              </a:rPr>
              <a:t># </a:t>
            </a:r>
            <a:r>
              <a:rPr lang="zh-CN" altLang="en-US" dirty="0">
                <a:latin typeface="+mn-ea"/>
              </a:rPr>
              <a:t>关闭连接</a:t>
            </a:r>
          </a:p>
          <a:p>
            <a:r>
              <a:rPr lang="en-US" altLang="zh-CN" dirty="0" err="1">
                <a:latin typeface="+mn-ea"/>
              </a:rPr>
              <a:t>conn.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close</a:t>
            </a:r>
            <a:r>
              <a:rPr lang="en-US" altLang="zh-CN" dirty="0">
                <a:latin typeface="+mn-ea"/>
              </a:rPr>
              <a:t>()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8745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DB-API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操作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SQLite3</a:t>
            </a: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2247" y="305654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18FABD-A8F6-4EA6-9A27-01FF31054876}"/>
              </a:ext>
            </a:extLst>
          </p:cNvPr>
          <p:cNvSpPr txBox="1"/>
          <p:nvPr/>
        </p:nvSpPr>
        <p:spPr>
          <a:xfrm>
            <a:off x="790258" y="1630306"/>
            <a:ext cx="607988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、执行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SQL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60B427-5DC0-466E-8FFE-6BA8ED7F9624}"/>
              </a:ext>
            </a:extLst>
          </p:cNvPr>
          <p:cNvSpPr txBox="1"/>
          <p:nvPr/>
        </p:nvSpPr>
        <p:spPr>
          <a:xfrm>
            <a:off x="798455" y="2647366"/>
            <a:ext cx="1065718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#</a:t>
            </a:r>
            <a:r>
              <a:rPr lang="zh-CN" altLang="en-US" dirty="0">
                <a:latin typeface="+mn-ea"/>
              </a:rPr>
              <a:t>如果有参数，可以利用占位符</a:t>
            </a:r>
            <a:r>
              <a:rPr lang="en-US" altLang="zh-CN" dirty="0">
                <a:latin typeface="+mn-ea"/>
              </a:rPr>
              <a:t>?</a:t>
            </a:r>
            <a:r>
              <a:rPr lang="zh-CN" altLang="en-US" dirty="0">
                <a:latin typeface="+mn-ea"/>
              </a:rPr>
              <a:t>来绑定参数表中的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变量</a:t>
            </a:r>
            <a:endParaRPr lang="en-US" altLang="zh-CN" dirty="0">
              <a:latin typeface="+mn-ea"/>
            </a:endParaRPr>
          </a:p>
          <a:p>
            <a:r>
              <a:rPr lang="en-US" altLang="zh-CN" dirty="0" err="1">
                <a:latin typeface="+mn-ea"/>
              </a:rPr>
              <a:t>cursor.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execute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sql</a:t>
            </a:r>
            <a:r>
              <a:rPr lang="en-US" altLang="zh-CN" dirty="0">
                <a:latin typeface="+mn-ea"/>
              </a:rPr>
              <a:t> [, parameters=()])</a:t>
            </a:r>
            <a:endParaRPr lang="zh-CN" altLang="en-US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1B79F7-19BE-43B7-9838-3CF7DA99E7CB}"/>
              </a:ext>
            </a:extLst>
          </p:cNvPr>
          <p:cNvSpPr txBox="1"/>
          <p:nvPr/>
        </p:nvSpPr>
        <p:spPr>
          <a:xfrm>
            <a:off x="798455" y="4469707"/>
            <a:ext cx="1065718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#</a:t>
            </a:r>
            <a:r>
              <a:rPr lang="zh-CN" altLang="en-US" dirty="0">
                <a:latin typeface="+mn-ea"/>
              </a:rPr>
              <a:t>如果参数内部具有多个项目，则需要执行多条</a:t>
            </a:r>
            <a:r>
              <a:rPr lang="en-US" altLang="zh-CN" dirty="0">
                <a:latin typeface="+mn-ea"/>
              </a:rPr>
              <a:t>SQL</a:t>
            </a:r>
            <a:r>
              <a:rPr lang="zh-CN" altLang="en-US" dirty="0">
                <a:latin typeface="+mn-ea"/>
              </a:rPr>
              <a:t>语句</a:t>
            </a:r>
            <a:endParaRPr lang="en-US" altLang="zh-CN" dirty="0">
              <a:latin typeface="+mn-ea"/>
            </a:endParaRPr>
          </a:p>
          <a:p>
            <a:r>
              <a:rPr lang="en-US" altLang="zh-CN" dirty="0" err="1">
                <a:latin typeface="+mn-ea"/>
              </a:rPr>
              <a:t>cursor.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executemany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sql</a:t>
            </a:r>
            <a:r>
              <a:rPr lang="en-US" altLang="zh-CN" dirty="0">
                <a:latin typeface="+mn-ea"/>
              </a:rPr>
              <a:t>, parameters)</a:t>
            </a:r>
            <a:endParaRPr lang="zh-CN" altLang="en-US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D2ED04-2BE7-4C2A-A277-AB616F9A7200}"/>
              </a:ext>
            </a:extLst>
          </p:cNvPr>
          <p:cNvSpPr txBox="1"/>
          <p:nvPr/>
        </p:nvSpPr>
        <p:spPr>
          <a:xfrm>
            <a:off x="790258" y="3420269"/>
            <a:ext cx="10657184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cursor.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execute</a:t>
            </a:r>
            <a:r>
              <a:rPr lang="en-US" altLang="zh-CN" dirty="0">
                <a:latin typeface="+mn-ea"/>
              </a:rPr>
              <a:t>("insert into movie values (?, ? ,?)", (movie, year , score))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D785AC-6C4F-42E8-BEE2-7A76B5AE2FBC}"/>
              </a:ext>
            </a:extLst>
          </p:cNvPr>
          <p:cNvSpPr txBox="1"/>
          <p:nvPr/>
        </p:nvSpPr>
        <p:spPr>
          <a:xfrm>
            <a:off x="798455" y="5210232"/>
            <a:ext cx="10657184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data = [("Movie1", 1999, 8.1),("Movie2", 2025, 6.1),]</a:t>
            </a:r>
          </a:p>
          <a:p>
            <a:r>
              <a:rPr lang="en-US" altLang="zh-CN" dirty="0" err="1">
                <a:latin typeface="+mn-ea"/>
              </a:rPr>
              <a:t>cur.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executemany</a:t>
            </a:r>
            <a:r>
              <a:rPr lang="en-US" altLang="zh-CN" dirty="0">
                <a:latin typeface="+mn-ea"/>
              </a:rPr>
              <a:t>("INSERT INTO movie VALUES(?, ?, ?)", data)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867EB4-B61D-4DFF-89A4-AA9567B9C350}"/>
              </a:ext>
            </a:extLst>
          </p:cNvPr>
          <p:cNvSpPr txBox="1"/>
          <p:nvPr/>
        </p:nvSpPr>
        <p:spPr>
          <a:xfrm>
            <a:off x="810545" y="2181008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(1)</a:t>
            </a:r>
            <a:r>
              <a:rPr lang="zh-CN" altLang="en-US" dirty="0">
                <a:latin typeface="+mn-ea"/>
              </a:rPr>
              <a:t>执行一条</a:t>
            </a:r>
            <a:r>
              <a:rPr lang="en-US" altLang="zh-CN" dirty="0">
                <a:latin typeface="+mn-ea"/>
              </a:rPr>
              <a:t>SQL</a:t>
            </a:r>
            <a:r>
              <a:rPr lang="zh-CN" altLang="en-US" dirty="0">
                <a:latin typeface="+mn-ea"/>
              </a:rPr>
              <a:t>语句</a:t>
            </a:r>
            <a:endParaRPr lang="en-US" altLang="zh-CN" dirty="0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42045B-F137-4D17-BF7C-D6EED08FDA17}"/>
              </a:ext>
            </a:extLst>
          </p:cNvPr>
          <p:cNvSpPr txBox="1"/>
          <p:nvPr/>
        </p:nvSpPr>
        <p:spPr>
          <a:xfrm>
            <a:off x="825386" y="3905715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(2)</a:t>
            </a:r>
            <a:r>
              <a:rPr lang="zh-CN" altLang="en-US" dirty="0">
                <a:latin typeface="+mn-ea"/>
              </a:rPr>
              <a:t>重复执行多次</a:t>
            </a:r>
            <a:r>
              <a:rPr lang="en-US" altLang="zh-CN" dirty="0">
                <a:latin typeface="+mn-ea"/>
              </a:rPr>
              <a:t>SQL</a:t>
            </a:r>
            <a:r>
              <a:rPr lang="zh-CN" altLang="en-US" dirty="0">
                <a:latin typeface="+mn-ea"/>
              </a:rPr>
              <a:t>语句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2987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DB-API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操作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SQLite3</a:t>
            </a: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2247" y="305654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18FABD-A8F6-4EA6-9A27-01FF31054876}"/>
              </a:ext>
            </a:extLst>
          </p:cNvPr>
          <p:cNvSpPr txBox="1"/>
          <p:nvPr/>
        </p:nvSpPr>
        <p:spPr>
          <a:xfrm>
            <a:off x="790258" y="1630306"/>
            <a:ext cx="607988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、执行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SQL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60B427-5DC0-466E-8FFE-6BA8ED7F9624}"/>
              </a:ext>
            </a:extLst>
          </p:cNvPr>
          <p:cNvSpPr txBox="1"/>
          <p:nvPr/>
        </p:nvSpPr>
        <p:spPr>
          <a:xfrm>
            <a:off x="798455" y="2647366"/>
            <a:ext cx="10657184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#</a:t>
            </a:r>
            <a:r>
              <a:rPr lang="zh-CN" altLang="en-US" dirty="0">
                <a:latin typeface="+mn-ea"/>
              </a:rPr>
              <a:t>如果前面执行的</a:t>
            </a:r>
            <a:r>
              <a:rPr lang="en-US" altLang="zh-CN" dirty="0">
                <a:latin typeface="+mn-ea"/>
              </a:rPr>
              <a:t>SQL</a:t>
            </a:r>
            <a:r>
              <a:rPr lang="zh-CN" altLang="en-US" dirty="0">
                <a:latin typeface="+mn-ea"/>
              </a:rPr>
              <a:t>涉及创建、插入、修改，则需要提交后，数据库才会真正执行</a:t>
            </a:r>
            <a:endParaRPr lang="en-US" altLang="zh-CN" dirty="0">
              <a:latin typeface="+mn-ea"/>
            </a:endParaRPr>
          </a:p>
          <a:p>
            <a:r>
              <a:rPr lang="en-US" altLang="zh-CN" dirty="0" err="1">
                <a:latin typeface="+mn-ea"/>
              </a:rPr>
              <a:t>cursor.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commit</a:t>
            </a:r>
            <a:r>
              <a:rPr lang="en-US" altLang="zh-CN" dirty="0">
                <a:latin typeface="+mn-ea"/>
              </a:rPr>
              <a:t>()</a:t>
            </a:r>
            <a:endParaRPr lang="zh-CN" altLang="en-US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D2ED04-2BE7-4C2A-A277-AB616F9A7200}"/>
              </a:ext>
            </a:extLst>
          </p:cNvPr>
          <p:cNvSpPr txBox="1"/>
          <p:nvPr/>
        </p:nvSpPr>
        <p:spPr>
          <a:xfrm>
            <a:off x="790258" y="3420269"/>
            <a:ext cx="10657184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</a:rPr>
              <a:t>cursor.</a:t>
            </a:r>
            <a:r>
              <a:rPr lang="en-US" altLang="zh-CN" dirty="0" err="1">
                <a:solidFill>
                  <a:schemeClr val="tx2"/>
                </a:solidFill>
                <a:latin typeface="+mn-ea"/>
              </a:rPr>
              <a:t>execute</a:t>
            </a:r>
            <a:r>
              <a:rPr lang="en-US" altLang="zh-CN" dirty="0">
                <a:latin typeface="+mn-ea"/>
              </a:rPr>
              <a:t>("insert into movie values (?, ? ,?)", (movie, year , score))</a:t>
            </a:r>
          </a:p>
          <a:p>
            <a:r>
              <a:rPr lang="en-US" altLang="zh-CN" dirty="0" err="1">
                <a:latin typeface="+mn-ea"/>
              </a:rPr>
              <a:t>cursor.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commit</a:t>
            </a:r>
            <a:r>
              <a:rPr lang="en-US" altLang="zh-CN" dirty="0">
                <a:latin typeface="+mn-ea"/>
              </a:rPr>
              <a:t>()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867EB4-B61D-4DFF-89A4-AA9567B9C350}"/>
              </a:ext>
            </a:extLst>
          </p:cNvPr>
          <p:cNvSpPr txBox="1"/>
          <p:nvPr/>
        </p:nvSpPr>
        <p:spPr>
          <a:xfrm>
            <a:off x="810545" y="2181008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(3)</a:t>
            </a:r>
            <a:r>
              <a:rPr lang="zh-CN" altLang="en-US" dirty="0">
                <a:latin typeface="+mn-ea"/>
              </a:rPr>
              <a:t>提交事务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125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8480771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DB-API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操作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SQLite3</a:t>
            </a:r>
          </a:p>
        </p:txBody>
      </p:sp>
      <p:sp>
        <p:nvSpPr>
          <p:cNvPr id="3" name="AutoShape 2" descr="这里写图片描述">
            <a:extLst>
              <a:ext uri="{FF2B5EF4-FFF2-40B4-BE49-F238E27FC236}">
                <a16:creationId xmlns:a16="http://schemas.microsoft.com/office/drawing/2014/main" id="{349C1F7F-F8F4-359C-203D-52F85542A6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23657" y="29985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18FABD-A8F6-4EA6-9A27-01FF31054876}"/>
              </a:ext>
            </a:extLst>
          </p:cNvPr>
          <p:cNvSpPr txBox="1"/>
          <p:nvPr/>
        </p:nvSpPr>
        <p:spPr>
          <a:xfrm>
            <a:off x="790258" y="1630306"/>
            <a:ext cx="6079880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、执行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SQL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60B427-5DC0-466E-8FFE-6BA8ED7F9624}"/>
              </a:ext>
            </a:extLst>
          </p:cNvPr>
          <p:cNvSpPr txBox="1"/>
          <p:nvPr/>
        </p:nvSpPr>
        <p:spPr>
          <a:xfrm>
            <a:off x="799865" y="2589350"/>
            <a:ext cx="1065718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获取查询结果的一条。如果结果中有多条数据，可以多次调用该方法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 err="1">
                <a:latin typeface="+mn-ea"/>
              </a:rPr>
              <a:t>res.</a:t>
            </a:r>
            <a:r>
              <a:rPr lang="en-US" altLang="zh-CN" sz="1600" b="1" dirty="0" err="1">
                <a:solidFill>
                  <a:schemeClr val="accent6"/>
                </a:solidFill>
                <a:latin typeface="+mn-ea"/>
              </a:rPr>
              <a:t>fetchone</a:t>
            </a:r>
            <a:r>
              <a:rPr lang="en-US" altLang="zh-CN" sz="1600" dirty="0">
                <a:latin typeface="+mn-ea"/>
              </a:rPr>
              <a:t>()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D2ED04-2BE7-4C2A-A277-AB616F9A7200}"/>
              </a:ext>
            </a:extLst>
          </p:cNvPr>
          <p:cNvSpPr txBox="1"/>
          <p:nvPr/>
        </p:nvSpPr>
        <p:spPr>
          <a:xfrm>
            <a:off x="791668" y="3267542"/>
            <a:ext cx="10657184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res = cur.execute("SELECT </a:t>
            </a:r>
            <a:r>
              <a:rPr lang="en-US" altLang="zh-CN" sz="1600" dirty="0" err="1">
                <a:latin typeface="+mn-ea"/>
              </a:rPr>
              <a:t>movie_name</a:t>
            </a:r>
            <a:r>
              <a:rPr lang="en-US" altLang="zh-CN" sz="1600" dirty="0">
                <a:latin typeface="+mn-ea"/>
              </a:rPr>
              <a:t> FROM movie")</a:t>
            </a:r>
          </a:p>
          <a:p>
            <a:r>
              <a:rPr lang="en-US" altLang="zh-CN" sz="1600" dirty="0">
                <a:latin typeface="+mn-ea"/>
              </a:rPr>
              <a:t>row = res.</a:t>
            </a:r>
            <a:r>
              <a:rPr lang="en-US" altLang="zh-CN" sz="1600" b="1" dirty="0">
                <a:solidFill>
                  <a:schemeClr val="accent6"/>
                </a:solidFill>
                <a:latin typeface="+mn-ea"/>
              </a:rPr>
              <a:t>fetchone</a:t>
            </a:r>
            <a:r>
              <a:rPr lang="en-US" altLang="zh-CN" sz="1600" dirty="0">
                <a:latin typeface="+mn-ea"/>
              </a:rPr>
              <a:t>()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867EB4-B61D-4DFF-89A4-AA9567B9C350}"/>
              </a:ext>
            </a:extLst>
          </p:cNvPr>
          <p:cNvSpPr txBox="1"/>
          <p:nvPr/>
        </p:nvSpPr>
        <p:spPr>
          <a:xfrm>
            <a:off x="810545" y="2181008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</a:rPr>
              <a:t>(4)</a:t>
            </a:r>
            <a:r>
              <a:rPr lang="zh-CN" altLang="en-US" dirty="0">
                <a:latin typeface="+mn-ea"/>
              </a:rPr>
              <a:t>获取查询得到的数据</a:t>
            </a:r>
            <a:endParaRPr lang="en-US" altLang="zh-CN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F7E24A-F943-40D0-AE8C-0447DB69D876}"/>
              </a:ext>
            </a:extLst>
          </p:cNvPr>
          <p:cNvSpPr txBox="1"/>
          <p:nvPr/>
        </p:nvSpPr>
        <p:spPr>
          <a:xfrm>
            <a:off x="811955" y="3924325"/>
            <a:ext cx="1065718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获取所有查询结果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 err="1">
                <a:latin typeface="+mn-ea"/>
              </a:rPr>
              <a:t>res.</a:t>
            </a:r>
            <a:r>
              <a:rPr lang="en-US" altLang="zh-CN" sz="1600" b="1" dirty="0" err="1">
                <a:solidFill>
                  <a:schemeClr val="accent6"/>
                </a:solidFill>
                <a:latin typeface="+mn-ea"/>
              </a:rPr>
              <a:t>fetchall</a:t>
            </a:r>
            <a:r>
              <a:rPr lang="en-US" altLang="zh-CN" sz="1600" dirty="0">
                <a:latin typeface="+mn-ea"/>
              </a:rPr>
              <a:t>()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4A1369-4496-43B7-BCE8-E0904D0AE447}"/>
              </a:ext>
            </a:extLst>
          </p:cNvPr>
          <p:cNvSpPr txBox="1"/>
          <p:nvPr/>
        </p:nvSpPr>
        <p:spPr>
          <a:xfrm>
            <a:off x="799865" y="4572397"/>
            <a:ext cx="10657184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res = cur.execute("SELECT </a:t>
            </a:r>
            <a:r>
              <a:rPr lang="en-US" altLang="zh-CN" sz="1600" dirty="0" err="1">
                <a:latin typeface="+mn-ea"/>
              </a:rPr>
              <a:t>movie_name</a:t>
            </a:r>
            <a:r>
              <a:rPr lang="en-US" altLang="zh-CN" sz="1600" dirty="0">
                <a:latin typeface="+mn-ea"/>
              </a:rPr>
              <a:t> FROM movie")</a:t>
            </a:r>
          </a:p>
          <a:p>
            <a:r>
              <a:rPr lang="en-US" altLang="zh-CN" sz="1600" dirty="0">
                <a:latin typeface="+mn-ea"/>
              </a:rPr>
              <a:t>rows = </a:t>
            </a:r>
            <a:r>
              <a:rPr lang="en-US" altLang="zh-CN" sz="1600" dirty="0" err="1">
                <a:latin typeface="+mn-ea"/>
              </a:rPr>
              <a:t>res.</a:t>
            </a:r>
            <a:r>
              <a:rPr lang="en-US" altLang="zh-CN" sz="1600" b="1" dirty="0" err="1">
                <a:solidFill>
                  <a:schemeClr val="accent6"/>
                </a:solidFill>
                <a:latin typeface="+mn-ea"/>
              </a:rPr>
              <a:t>fetchall</a:t>
            </a:r>
            <a:r>
              <a:rPr lang="en-US" altLang="zh-CN" sz="1600" dirty="0">
                <a:latin typeface="+mn-ea"/>
              </a:rPr>
              <a:t>()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207451-AAD8-4F8C-9C64-586E3CBE7089}"/>
              </a:ext>
            </a:extLst>
          </p:cNvPr>
          <p:cNvSpPr txBox="1"/>
          <p:nvPr/>
        </p:nvSpPr>
        <p:spPr>
          <a:xfrm>
            <a:off x="803758" y="5252032"/>
            <a:ext cx="10657184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获取查询结果中的几条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 err="1">
                <a:latin typeface="+mn-ea"/>
              </a:rPr>
              <a:t>res.</a:t>
            </a:r>
            <a:r>
              <a:rPr lang="en-US" altLang="zh-CN" sz="1600" b="1" dirty="0" err="1">
                <a:solidFill>
                  <a:schemeClr val="accent6"/>
                </a:solidFill>
                <a:latin typeface="+mn-ea"/>
              </a:rPr>
              <a:t>fetchmany</a:t>
            </a:r>
            <a:r>
              <a:rPr lang="en-US" altLang="zh-CN" sz="1600" dirty="0">
                <a:latin typeface="+mn-ea"/>
              </a:rPr>
              <a:t>(size)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EF0281-90B0-4B58-B09A-67FDC93F912C}"/>
              </a:ext>
            </a:extLst>
          </p:cNvPr>
          <p:cNvSpPr txBox="1"/>
          <p:nvPr/>
        </p:nvSpPr>
        <p:spPr>
          <a:xfrm>
            <a:off x="791668" y="5900104"/>
            <a:ext cx="10657184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res = cur.execute("SELECT </a:t>
            </a:r>
            <a:r>
              <a:rPr lang="en-US" altLang="zh-CN" sz="1600" dirty="0" err="1">
                <a:latin typeface="+mn-ea"/>
              </a:rPr>
              <a:t>movie_name</a:t>
            </a:r>
            <a:r>
              <a:rPr lang="en-US" altLang="zh-CN" sz="1600" dirty="0">
                <a:latin typeface="+mn-ea"/>
              </a:rPr>
              <a:t> FROM movie")</a:t>
            </a:r>
          </a:p>
          <a:p>
            <a:r>
              <a:rPr lang="en-US" altLang="zh-CN" sz="1600" dirty="0">
                <a:latin typeface="+mn-ea"/>
              </a:rPr>
              <a:t>rows = </a:t>
            </a:r>
            <a:r>
              <a:rPr lang="en-US" altLang="zh-CN" sz="1600" dirty="0" err="1">
                <a:latin typeface="+mn-ea"/>
              </a:rPr>
              <a:t>res.</a:t>
            </a:r>
            <a:r>
              <a:rPr lang="en-US" altLang="zh-CN" sz="1600" b="1" dirty="0" err="1">
                <a:solidFill>
                  <a:schemeClr val="accent6"/>
                </a:solidFill>
                <a:latin typeface="+mn-ea"/>
              </a:rPr>
              <a:t>fetchmany</a:t>
            </a:r>
            <a:r>
              <a:rPr lang="en-US" altLang="zh-CN" sz="1600" dirty="0">
                <a:latin typeface="+mn-ea"/>
              </a:rPr>
              <a:t>(5)</a:t>
            </a:r>
            <a:endParaRPr lang="zh-CN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35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793088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326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实现一个简单的电影库网站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、列表页 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显示电影列表，提供新增、编辑和删除链接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、添加页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显示表单，提供保存链接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、编辑页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显示表单和信息，提供保存链接</a:t>
            </a:r>
            <a:endParaRPr lang="en-US" altLang="zh-CN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D98B93-27E5-C3BB-A12F-0217DC9CD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89" y="1260029"/>
            <a:ext cx="3068038" cy="21607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60933C-6B20-E1A9-46C0-9E512CFBA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89" y="3564285"/>
            <a:ext cx="3068038" cy="23780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22F2FA-9684-4088-9269-BAEA10BFE87F}"/>
              </a:ext>
            </a:extLst>
          </p:cNvPr>
          <p:cNvSpPr/>
          <p:nvPr/>
        </p:nvSpPr>
        <p:spPr>
          <a:xfrm>
            <a:off x="7232254" y="6085782"/>
            <a:ext cx="2304256" cy="442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例：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flask\</a:t>
            </a:r>
            <a:r>
              <a:rPr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dbapi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824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、完成数据库操作类的封装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69FD2A-9197-B148-A3C8-87A5DEABD164}"/>
              </a:ext>
            </a:extLst>
          </p:cNvPr>
          <p:cNvSpPr/>
          <p:nvPr/>
        </p:nvSpPr>
        <p:spPr>
          <a:xfrm>
            <a:off x="829211" y="3775224"/>
            <a:ext cx="10256632" cy="28931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movie.py</a:t>
            </a: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class </a:t>
            </a:r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Movie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:int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title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:str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year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:int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score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:float</a:t>
            </a:r>
            <a:endParaRPr lang="en-US" altLang="zh-CN" sz="16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def __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__(self, id: int, title: str, year: int, score: float):</a:t>
            </a: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self.id = id</a:t>
            </a: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self.title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= title</a:t>
            </a: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self.year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= year</a:t>
            </a:r>
          </a:p>
          <a:p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6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self.score</a:t>
            </a:r>
            <a:r>
              <a:rPr lang="en-US" altLang="zh-CN" sz="16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= score</a:t>
            </a:r>
            <a:endParaRPr lang="en-US" altLang="zh-CN" sz="1600" b="1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A9CEDF-F058-B5D3-CE13-78E579DBE1D8}"/>
              </a:ext>
            </a:extLst>
          </p:cNvPr>
          <p:cNvSpPr txBox="1"/>
          <p:nvPr/>
        </p:nvSpPr>
        <p:spPr>
          <a:xfrm>
            <a:off x="767706" y="2485461"/>
            <a:ext cx="3384376" cy="12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/>
              <a:t>数据表结构：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sz="1800" b="1" dirty="0"/>
              <a:t>id</a:t>
            </a:r>
            <a:r>
              <a:rPr lang="zh-CN" altLang="en-US" sz="1800" b="1" dirty="0"/>
              <a:t>：主键、自增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sz="1800" b="1" dirty="0"/>
              <a:t>title</a:t>
            </a:r>
            <a:r>
              <a:rPr lang="zh-CN" altLang="en-US" sz="1800" b="1" dirty="0"/>
              <a:t>：</a:t>
            </a:r>
            <a:r>
              <a:rPr lang="zh-CN" altLang="en-US" b="1" dirty="0"/>
              <a:t>电影</a:t>
            </a:r>
            <a:r>
              <a:rPr lang="zh-CN" altLang="en-US" sz="1800" b="1" dirty="0"/>
              <a:t>名称</a:t>
            </a:r>
            <a:endParaRPr lang="en-US" altLang="zh-CN" sz="1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08E9B3-A6E4-F6E5-66CF-C7F40E1361C8}"/>
              </a:ext>
            </a:extLst>
          </p:cNvPr>
          <p:cNvSpPr txBox="1"/>
          <p:nvPr/>
        </p:nvSpPr>
        <p:spPr>
          <a:xfrm>
            <a:off x="4404110" y="2485461"/>
            <a:ext cx="3384376" cy="12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sz="1800" b="1" dirty="0"/>
              <a:t>year</a:t>
            </a:r>
            <a:r>
              <a:rPr lang="zh-CN" altLang="en-US" sz="1800" b="1" dirty="0"/>
              <a:t>：上映年份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score</a:t>
            </a:r>
            <a:r>
              <a:rPr lang="zh-CN" altLang="en-US" sz="1800" b="1" dirty="0"/>
              <a:t>：评分</a:t>
            </a:r>
            <a:endParaRPr lang="en-US" altLang="zh-CN" sz="1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B24BDF-A38D-D01B-F355-A34F350D8F86}"/>
              </a:ext>
            </a:extLst>
          </p:cNvPr>
          <p:cNvSpPr txBox="1"/>
          <p:nvPr/>
        </p:nvSpPr>
        <p:spPr>
          <a:xfrm>
            <a:off x="808574" y="2136205"/>
            <a:ext cx="6080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n-ea"/>
                <a:ea typeface="+mn-ea"/>
              </a:rPr>
              <a:t>(1) </a:t>
            </a:r>
            <a:r>
              <a:rPr lang="zh-CN" altLang="en-US" dirty="0">
                <a:latin typeface="+mn-ea"/>
                <a:ea typeface="+mn-ea"/>
              </a:rPr>
              <a:t>准备</a:t>
            </a:r>
            <a:r>
              <a:rPr lang="en-US" altLang="zh-CN" dirty="0">
                <a:latin typeface="+mn-ea"/>
                <a:ea typeface="+mn-ea"/>
              </a:rPr>
              <a:t>Movie</a:t>
            </a:r>
            <a:r>
              <a:rPr lang="zh-CN" altLang="en-US" dirty="0">
                <a:latin typeface="+mn-ea"/>
                <a:ea typeface="+mn-ea"/>
              </a:rPr>
              <a:t>对象类</a:t>
            </a:r>
          </a:p>
        </p:txBody>
      </p:sp>
    </p:spTree>
    <p:extLst>
      <p:ext uri="{BB962C8B-B14F-4D97-AF65-F5344CB8AC3E}">
        <p14:creationId xmlns:p14="http://schemas.microsoft.com/office/powerpoint/2010/main" val="46712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、完成数据库操作类的封装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  <a:ea typeface="+mn-ea"/>
              </a:rPr>
              <a:t>(2) </a:t>
            </a:r>
            <a:r>
              <a:rPr lang="zh-CN" altLang="en-US" sz="2000" b="1" dirty="0">
                <a:latin typeface="+mn-ea"/>
                <a:ea typeface="+mn-ea"/>
              </a:rPr>
              <a:t>设计数据库连接类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54B18D-B3DC-48AD-9FD5-F00BBAEF7AE2}"/>
              </a:ext>
            </a:extLst>
          </p:cNvPr>
          <p:cNvSpPr/>
          <p:nvPr/>
        </p:nvSpPr>
        <p:spPr>
          <a:xfrm>
            <a:off x="895549" y="2623209"/>
            <a:ext cx="7704856" cy="39703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model.movie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Movie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class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MovieDatabase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def __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__(self,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db_name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='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movies.db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'):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= sqlite3.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connect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db_name,check_same_thread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=False)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=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cursor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self.create_table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def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create_table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('''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CREATE TABLE IF NOT EXISTS movies (</a:t>
            </a:r>
          </a:p>
          <a:p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                id INTEGER PRIMARY KEY AUTOINCREMENT,</a:t>
            </a:r>
          </a:p>
          <a:p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                title TEXT NOT NULL,</a:t>
            </a:r>
          </a:p>
          <a:p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                year INTEGER NOT NULL,</a:t>
            </a:r>
          </a:p>
          <a:p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                score REAL NOT NULL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''')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try: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self.conn.commit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except sqlite3.Error as e: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print(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f"An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error occurred while creating the table: {e}")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后面继续添加具体的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SQL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操作函数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8783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、在数据库类中实现增删查改封装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  <a:ea typeface="+mn-ea"/>
              </a:rPr>
              <a:t>(1)</a:t>
            </a:r>
            <a:r>
              <a:rPr lang="zh-CN" altLang="en-US" sz="2000" b="1" dirty="0">
                <a:latin typeface="+mn-ea"/>
                <a:ea typeface="+mn-ea"/>
              </a:rPr>
              <a:t>增加一条数据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54B18D-B3DC-48AD-9FD5-F00BBAEF7AE2}"/>
              </a:ext>
            </a:extLst>
          </p:cNvPr>
          <p:cNvSpPr/>
          <p:nvPr/>
        </p:nvSpPr>
        <p:spPr>
          <a:xfrm>
            <a:off x="895549" y="2623209"/>
            <a:ext cx="7704856" cy="13849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添加电影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add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(self, movie):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('''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INSERT INTO movies (title, year, score) VALUES (?, ?, ?)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''', (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movie.title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, 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movie.year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, 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movie.score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))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commit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DE0D12-5377-4FAC-D908-429C962C42D9}"/>
              </a:ext>
            </a:extLst>
          </p:cNvPr>
          <p:cNvSpPr txBox="1"/>
          <p:nvPr/>
        </p:nvSpPr>
        <p:spPr>
          <a:xfrm>
            <a:off x="784251" y="4008204"/>
            <a:ext cx="6081182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+mn-ea"/>
                <a:ea typeface="+mn-ea"/>
              </a:rPr>
              <a:t>(2)</a:t>
            </a:r>
            <a:r>
              <a:rPr lang="zh-CN" altLang="en-US" sz="1800" b="1" dirty="0">
                <a:latin typeface="+mn-ea"/>
                <a:ea typeface="+mn-ea"/>
              </a:rPr>
              <a:t>批量添加数据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6AA79C-9CB2-672B-C70E-4608E5D2C1C2}"/>
              </a:ext>
            </a:extLst>
          </p:cNvPr>
          <p:cNvSpPr/>
          <p:nvPr/>
        </p:nvSpPr>
        <p:spPr>
          <a:xfrm>
            <a:off x="886487" y="4572397"/>
            <a:ext cx="7704856" cy="13849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批量添加电影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addmany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(self, movies):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executemany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('''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INSERT INTO movies (title, year, score) VALUES (?, ?, ?)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''', 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[(movie['title'], movie['year'], movie['score']) for movie in movies]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commit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7B3D1163-AC9C-4105-9637-04B893ECDF9A}"/>
              </a:ext>
            </a:extLst>
          </p:cNvPr>
          <p:cNvSpPr/>
          <p:nvPr/>
        </p:nvSpPr>
        <p:spPr>
          <a:xfrm>
            <a:off x="6584181" y="1765049"/>
            <a:ext cx="3096344" cy="1152128"/>
          </a:xfrm>
          <a:prstGeom prst="wedgeRectCallout">
            <a:avLst>
              <a:gd name="adj1" fmla="val -62199"/>
              <a:gd name="adj2" fmla="val 994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使用占位符方式传参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/>
              <a:t>也可以使用字典传参</a:t>
            </a:r>
            <a:endParaRPr lang="en-US" altLang="zh-CN" dirty="0"/>
          </a:p>
          <a:p>
            <a:pPr algn="ctr"/>
            <a:r>
              <a:rPr lang="en-US" altLang="zh-CN" sz="1600" dirty="0">
                <a:latin typeface="+mn-ea"/>
              </a:rPr>
              <a:t>name=:name,{'</a:t>
            </a:r>
            <a:r>
              <a:rPr lang="en-US" altLang="zh-CN" sz="1600" dirty="0" err="1">
                <a:latin typeface="+mn-ea"/>
              </a:rPr>
              <a:t>name':'value</a:t>
            </a:r>
            <a:r>
              <a:rPr lang="en-US" altLang="zh-CN" sz="1600" dirty="0">
                <a:latin typeface="+mn-ea"/>
              </a:rPr>
              <a:t>'}</a:t>
            </a:r>
            <a:endParaRPr lang="zh-CN" altLang="en-US" sz="1600" dirty="0">
              <a:latin typeface="+mn-ea"/>
            </a:endParaRP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8671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、在数据库类中实现增删查改封装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  <a:ea typeface="+mn-ea"/>
              </a:rPr>
              <a:t>(3) </a:t>
            </a:r>
            <a:r>
              <a:rPr lang="zh-CN" altLang="en-US" sz="2000" b="1" dirty="0">
                <a:latin typeface="+mn-ea"/>
                <a:ea typeface="+mn-ea"/>
              </a:rPr>
              <a:t>删除一条数据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54B18D-B3DC-48AD-9FD5-F00BBAEF7AE2}"/>
              </a:ext>
            </a:extLst>
          </p:cNvPr>
          <p:cNvSpPr/>
          <p:nvPr/>
        </p:nvSpPr>
        <p:spPr>
          <a:xfrm>
            <a:off x="895549" y="2623209"/>
            <a:ext cx="7704856" cy="101566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删除电影    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delete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(self, id):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'DELETE FROM movies WHERE id = ?'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, (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,))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commit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DE0D12-5377-4FAC-D908-429C962C42D9}"/>
              </a:ext>
            </a:extLst>
          </p:cNvPr>
          <p:cNvSpPr txBox="1"/>
          <p:nvPr/>
        </p:nvSpPr>
        <p:spPr>
          <a:xfrm>
            <a:off x="783218" y="3678622"/>
            <a:ext cx="6081182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en-US" altLang="zh-CN" b="1" dirty="0">
                <a:latin typeface="+mn-ea"/>
                <a:ea typeface="+mn-ea"/>
              </a:rPr>
              <a:t>4</a:t>
            </a:r>
            <a:r>
              <a:rPr lang="en-US" altLang="zh-CN" sz="1800" b="1" dirty="0">
                <a:latin typeface="+mn-ea"/>
                <a:ea typeface="+mn-ea"/>
              </a:rPr>
              <a:t>) </a:t>
            </a:r>
            <a:r>
              <a:rPr lang="zh-CN" altLang="en-US" sz="1800" b="1" dirty="0">
                <a:latin typeface="+mn-ea"/>
                <a:ea typeface="+mn-ea"/>
              </a:rPr>
              <a:t>修改一条数据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6AA79C-9CB2-672B-C70E-4608E5D2C1C2}"/>
              </a:ext>
            </a:extLst>
          </p:cNvPr>
          <p:cNvSpPr/>
          <p:nvPr/>
        </p:nvSpPr>
        <p:spPr>
          <a:xfrm>
            <a:off x="895549" y="4228941"/>
            <a:ext cx="7704856" cy="21236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修改电影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update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(self, movie):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('''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UPDATE movies SET title = ?, year = ?, score = ? WHERE id = ?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''', 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movie.title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, 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movie.year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, </a:t>
            </a:r>
            <a:r>
              <a:rPr lang="en-US" altLang="zh-CN" sz="1200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movie.score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, movie.id)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try: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commit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except  sqlite3.Error as e: 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print(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f"An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error occurred while update the table: {e}")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self.conn.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rollback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59883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、在数据库类中实现增删查改封装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  <a:ea typeface="+mn-ea"/>
              </a:rPr>
              <a:t>(5) </a:t>
            </a:r>
            <a:r>
              <a:rPr lang="zh-CN" altLang="en-US" sz="2000" b="1" dirty="0">
                <a:latin typeface="+mn-ea"/>
                <a:ea typeface="+mn-ea"/>
              </a:rPr>
              <a:t>查询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54B18D-B3DC-48AD-9FD5-F00BBAEF7AE2}"/>
              </a:ext>
            </a:extLst>
          </p:cNvPr>
          <p:cNvSpPr/>
          <p:nvPr/>
        </p:nvSpPr>
        <p:spPr>
          <a:xfrm>
            <a:off x="895549" y="2623209"/>
            <a:ext cx="7704856" cy="193899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查询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所有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电影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query_all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movies=[]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'SELECT * FROM movies'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rows =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fetchall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for row in rows: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movie = Movie(id=row[0], title=row[1], year=row[2], score=row[3])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movies.append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(movie)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return movies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6AA79C-9CB2-672B-C70E-4608E5D2C1C2}"/>
              </a:ext>
            </a:extLst>
          </p:cNvPr>
          <p:cNvSpPr/>
          <p:nvPr/>
        </p:nvSpPr>
        <p:spPr>
          <a:xfrm>
            <a:off x="902842" y="4695904"/>
            <a:ext cx="7704856" cy="13849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db.py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通过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id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查询单个电影</a:t>
            </a:r>
          </a:p>
          <a:p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query_by_id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(self, id):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</a:t>
            </a:r>
            <a:r>
              <a:rPr lang="en-US" altLang="zh-CN" sz="1200" b="1" dirty="0">
                <a:solidFill>
                  <a:srgbClr val="0000FF"/>
                </a:solidFill>
                <a:effectLst/>
                <a:latin typeface="+mj-ea"/>
                <a:ea typeface="+mj-ea"/>
              </a:rPr>
              <a:t>SELECT * FROM movies WHERE id = ?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', (</a:t>
            </a:r>
            <a:r>
              <a:rPr lang="en-US" altLang="zh-CN" sz="1200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id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,))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row =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self.cursor.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fetchone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movie = Movie(id=row[0], title=row[1], year=row[2], score=row[3])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return movie</a:t>
            </a:r>
            <a:endParaRPr lang="en-US" altLang="zh-CN" sz="12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20352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、初始化数据库连接和数据结构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315968-41B4-F3E8-57FC-CE212F0699E0}"/>
              </a:ext>
            </a:extLst>
          </p:cNvPr>
          <p:cNvSpPr/>
          <p:nvPr/>
        </p:nvSpPr>
        <p:spPr>
          <a:xfrm>
            <a:off x="937952" y="2412157"/>
            <a:ext cx="5040560" cy="224676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# main.py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flask import Flask, redirect, </a:t>
            </a:r>
            <a:r>
              <a:rPr lang="en-US" altLang="zh-CN" sz="14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render_template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, request, </a:t>
            </a:r>
            <a:r>
              <a:rPr lang="en-US" altLang="zh-CN" sz="14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url_for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4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db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</a:t>
            </a:r>
            <a:r>
              <a:rPr lang="en-US" altLang="zh-CN" sz="14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MovieDatabase</a:t>
            </a:r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4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*</a:t>
            </a:r>
          </a:p>
          <a:p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4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model.movie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Movie</a:t>
            </a:r>
          </a:p>
          <a:p>
            <a:endParaRPr lang="en-US" altLang="zh-CN" sz="14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400" dirty="0">
                <a:solidFill>
                  <a:schemeClr val="accent6"/>
                </a:solidFill>
                <a:latin typeface="+mj-ea"/>
                <a:ea typeface="+mj-ea"/>
              </a:rPr>
              <a:t>获取</a:t>
            </a:r>
            <a:r>
              <a:rPr lang="zh-CN" altLang="en-US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数据库实例</a:t>
            </a:r>
          </a:p>
          <a:p>
            <a:r>
              <a:rPr lang="en-US" altLang="zh-CN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with </a:t>
            </a:r>
            <a:r>
              <a:rPr lang="en-US" altLang="zh-CN" sz="1400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app.app_context</a:t>
            </a:r>
            <a:r>
              <a:rPr lang="en-US" altLang="zh-CN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400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db</a:t>
            </a:r>
            <a:r>
              <a:rPr lang="en-US" altLang="zh-CN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= </a:t>
            </a:r>
            <a:r>
              <a:rPr lang="en-US" altLang="zh-CN" sz="1400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MovieDatabase</a:t>
            </a:r>
            <a:r>
              <a:rPr lang="en-US" altLang="zh-CN" sz="1400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A2054A-55B8-4290-7052-9411614515F2}"/>
              </a:ext>
            </a:extLst>
          </p:cNvPr>
          <p:cNvSpPr/>
          <p:nvPr/>
        </p:nvSpPr>
        <p:spPr>
          <a:xfrm>
            <a:off x="5000005" y="3668308"/>
            <a:ext cx="6080166" cy="249299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main.py</a:t>
            </a:r>
            <a:endParaRPr lang="en-US" altLang="zh-CN" sz="1200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插入一些初始数据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@app.route('/initdb')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initdb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movies=[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{'id':1,'title':'The Shawshank Redemption','year':1994,'score':9.3},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{'id':2,'title':'The Godfather','year':1972,'score':9.2},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{'id':3,'title':'The Dark Knight','year':2008,'score':9.0},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{'id':4,'title':'Pulp Fiction','year':1994,'score':8.9},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    {'id':5,'title':'Schindler\'s List','year':1993,'score':8.9}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]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db.addmany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(movies)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('index.html',  title='movie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list',movies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=movies)</a:t>
            </a:r>
          </a:p>
        </p:txBody>
      </p:sp>
    </p:spTree>
    <p:extLst>
      <p:ext uri="{BB962C8B-B14F-4D97-AF65-F5344CB8AC3E}">
        <p14:creationId xmlns:p14="http://schemas.microsoft.com/office/powerpoint/2010/main" val="106935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6459302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、实现</a:t>
            </a:r>
            <a:r>
              <a:rPr lang="en-US" altLang="zh-CN" sz="2000" b="1" dirty="0"/>
              <a:t>Flask</a:t>
            </a:r>
            <a:r>
              <a:rPr lang="zh-CN" altLang="en-US" sz="2000" b="1" dirty="0"/>
              <a:t>视图：查询所有用户、删除用户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CA0206-9EE2-E272-D63B-F8D6AF84F2DA}"/>
              </a:ext>
            </a:extLst>
          </p:cNvPr>
          <p:cNvSpPr/>
          <p:nvPr/>
        </p:nvSpPr>
        <p:spPr>
          <a:xfrm>
            <a:off x="869141" y="2515750"/>
            <a:ext cx="6336704" cy="123110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电影管理列表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@app.route('/movies')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def movies(): 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查询所有电影 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400" b="1" dirty="0">
                <a:solidFill>
                  <a:schemeClr val="accent6"/>
                </a:solidFill>
                <a:latin typeface="+mj-ea"/>
                <a:ea typeface="+mj-ea"/>
              </a:rPr>
              <a:t>movies = </a:t>
            </a:r>
            <a:r>
              <a:rPr lang="en-US" altLang="zh-CN" sz="1400" b="1" dirty="0" err="1">
                <a:solidFill>
                  <a:schemeClr val="accent6"/>
                </a:solidFill>
                <a:latin typeface="+mj-ea"/>
                <a:ea typeface="+mj-ea"/>
              </a:rPr>
              <a:t>db.query_all</a:t>
            </a:r>
            <a:r>
              <a:rPr lang="en-US" altLang="zh-CN" sz="1400" b="1" dirty="0">
                <a:solidFill>
                  <a:schemeClr val="accent6"/>
                </a:solidFill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('index.html',  title='movie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list',movies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=movies)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C91160-AA03-443B-7F6E-C13B8DD314DA}"/>
              </a:ext>
            </a:extLst>
          </p:cNvPr>
          <p:cNvSpPr/>
          <p:nvPr/>
        </p:nvSpPr>
        <p:spPr>
          <a:xfrm>
            <a:off x="895549" y="3924325"/>
            <a:ext cx="6336704" cy="120032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删除电影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@app.route('/delete',methods=['GET','POST'])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def delete():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id=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request.args.get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('id')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db.delete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(id)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return redirect(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D6352E-652B-1E69-CE53-D786F4A51B25}"/>
              </a:ext>
            </a:extLst>
          </p:cNvPr>
          <p:cNvSpPr/>
          <p:nvPr/>
        </p:nvSpPr>
        <p:spPr>
          <a:xfrm>
            <a:off x="6872213" y="971997"/>
            <a:ext cx="5184576" cy="542456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&lt;title&gt;{{title}}&lt;/title&gt;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以下是根据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movies</a:t>
            </a:r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对象生成的列表 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&lt;a 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="add"&gt;</a:t>
            </a:r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添加电影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&lt;/a&gt;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&lt;table border="0"&gt;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&lt;tr&gt;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&gt;id&lt;/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&gt;movie name&lt;/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&gt;year&lt;/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&gt;score&lt;/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&gt;operate&lt;/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th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&lt;/tr&gt;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{% for movie in movies %}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&lt;tr&gt;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&lt;td&gt;{{movie.id}}&lt;/td&gt;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&lt;td&gt;{{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movie.title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}}&lt;/td&gt;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&lt;td&gt;{{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movie.year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}}&lt;/td&gt;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&lt;td&gt;{{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movie.score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}}&lt;/td&gt;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&lt;td&gt;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    &lt;a 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="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edit?id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={{movie.id}}"&gt;</a:t>
            </a:r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编辑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&lt;/a&gt;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    &lt;a 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href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="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delete?id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={{movie.id}}"&gt;</a:t>
            </a:r>
            <a:r>
              <a:rPr lang="zh-CN" altLang="en-US" sz="1050" b="1" dirty="0">
                <a:solidFill>
                  <a:schemeClr val="tx1"/>
                </a:solidFill>
                <a:latin typeface="+mj-ea"/>
                <a:ea typeface="+mj-ea"/>
              </a:rPr>
              <a:t>删除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&lt;/a&gt;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    &lt;/td&gt;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&lt;/tr&gt;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    {% </a:t>
            </a:r>
            <a:r>
              <a:rPr lang="en-US" altLang="zh-CN" sz="1050" b="1" dirty="0" err="1">
                <a:solidFill>
                  <a:schemeClr val="tx1"/>
                </a:solidFill>
                <a:latin typeface="+mj-ea"/>
                <a:ea typeface="+mj-ea"/>
              </a:rPr>
              <a:t>endfor</a:t>
            </a:r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    &lt;/table&gt;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050" b="1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CB7879-059C-7A31-4D03-3E0572A7459A}"/>
              </a:ext>
            </a:extLst>
          </p:cNvPr>
          <p:cNvSpPr txBox="1"/>
          <p:nvPr/>
        </p:nvSpPr>
        <p:spPr>
          <a:xfrm>
            <a:off x="8544570" y="6396559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模板（</a:t>
            </a:r>
            <a:r>
              <a:rPr lang="en-US" altLang="zh-CN" b="1" dirty="0">
                <a:latin typeface="+mj-ea"/>
                <a:ea typeface="+mj-ea"/>
              </a:rPr>
              <a:t>index</a:t>
            </a:r>
            <a:r>
              <a:rPr lang="en-US" altLang="zh-CN" sz="1800" b="1" dirty="0">
                <a:solidFill>
                  <a:schemeClr val="tx1"/>
                </a:solidFill>
                <a:latin typeface="+mj-ea"/>
                <a:ea typeface="+mj-ea"/>
              </a:rPr>
              <a:t>.html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6AF68C-6AC1-FDBD-FB0B-52855E56C799}"/>
              </a:ext>
            </a:extLst>
          </p:cNvPr>
          <p:cNvSpPr txBox="1"/>
          <p:nvPr/>
        </p:nvSpPr>
        <p:spPr>
          <a:xfrm>
            <a:off x="2803761" y="5330235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1"/>
                </a:solidFill>
                <a:latin typeface="+mj-ea"/>
                <a:ea typeface="+mj-ea"/>
              </a:rPr>
              <a:t>Flask</a:t>
            </a:r>
            <a:r>
              <a:rPr lang="zh-CN" altLang="en-US" sz="1800" b="1" dirty="0">
                <a:solidFill>
                  <a:schemeClr val="tx1"/>
                </a:solidFill>
                <a:latin typeface="+mj-ea"/>
                <a:ea typeface="+mj-ea"/>
              </a:rPr>
              <a:t>视图函数</a:t>
            </a:r>
          </a:p>
        </p:txBody>
      </p:sp>
    </p:spTree>
    <p:extLst>
      <p:ext uri="{BB962C8B-B14F-4D97-AF65-F5344CB8AC3E}">
        <p14:creationId xmlns:p14="http://schemas.microsoft.com/office/powerpoint/2010/main" val="3997427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、添加电影功能</a:t>
            </a:r>
            <a:endParaRPr lang="en-US" altLang="zh-CN" sz="20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F7F7CA-7820-914D-913A-2BDD2A9F1949}"/>
              </a:ext>
            </a:extLst>
          </p:cNvPr>
          <p:cNvSpPr/>
          <p:nvPr/>
        </p:nvSpPr>
        <p:spPr>
          <a:xfrm>
            <a:off x="823541" y="2412157"/>
            <a:ext cx="5184576" cy="341632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添加电影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@app.route('/add',methods=['GET','POST'])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def add():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根据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HTTP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方法区分显示页面还是处理表单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如果是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POST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方法，则表示提交表单数据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if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request.method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== 'POST':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获取表单数据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movie = Movie(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id=0,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title=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["title"],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year=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['year'],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score=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["score"]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将数据添加到数据库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db.add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(movie)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redirect(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else: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('add.html',  title='add movie')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E9CD83-C0DA-9A0B-A3F2-46C9736EBAF7}"/>
              </a:ext>
            </a:extLst>
          </p:cNvPr>
          <p:cNvSpPr/>
          <p:nvPr/>
        </p:nvSpPr>
        <p:spPr>
          <a:xfrm>
            <a:off x="6368157" y="1488828"/>
            <a:ext cx="5184576" cy="452431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宏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 macro input(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label,name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, value='', type='text', size=20) -%}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&lt;label for="{{ name }}"&gt;{{label}}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&lt;input type="{{ type }}" name="{{ name }}" id="{{ name }}"&gt;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{%-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endmacro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&lt;title&gt;{{title}}&lt;/title&gt;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&lt;p&gt;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添加电影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&lt;/p&gt;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&lt;form action="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add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 method="post"&gt;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电影名称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','title')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年份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','year', type='number')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评分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','score', type='number')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&lt;input type="submit" value="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新增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&lt;/form&gt; 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F8A326-FB6F-7BF9-C9E9-BA22BC97B310}"/>
              </a:ext>
            </a:extLst>
          </p:cNvPr>
          <p:cNvSpPr txBox="1"/>
          <p:nvPr/>
        </p:nvSpPr>
        <p:spPr>
          <a:xfrm>
            <a:off x="2119685" y="6269020"/>
            <a:ext cx="190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Flask</a:t>
            </a:r>
            <a:r>
              <a:rPr lang="zh-CN" altLang="en-US" sz="1800" b="1" dirty="0"/>
              <a:t>视图函数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B276AE-AD6C-33D8-94DC-35B322AF2A80}"/>
              </a:ext>
            </a:extLst>
          </p:cNvPr>
          <p:cNvSpPr txBox="1"/>
          <p:nvPr/>
        </p:nvSpPr>
        <p:spPr>
          <a:xfrm>
            <a:off x="7664301" y="6278669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模板（</a:t>
            </a:r>
            <a:r>
              <a:rPr lang="en-US" altLang="zh-CN" b="1" dirty="0">
                <a:latin typeface="+mj-ea"/>
                <a:ea typeface="+mj-ea"/>
              </a:rPr>
              <a:t>add</a:t>
            </a:r>
            <a:r>
              <a:rPr lang="en-US" altLang="zh-CN" sz="1800" b="1" dirty="0">
                <a:solidFill>
                  <a:schemeClr val="tx1"/>
                </a:solidFill>
                <a:latin typeface="+mj-ea"/>
                <a:ea typeface="+mj-ea"/>
              </a:rPr>
              <a:t>.html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1188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DB API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、编辑电影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A85E2D-E17A-E461-FBAA-49EEC1735C4F}"/>
              </a:ext>
            </a:extLst>
          </p:cNvPr>
          <p:cNvSpPr/>
          <p:nvPr/>
        </p:nvSpPr>
        <p:spPr>
          <a:xfrm>
            <a:off x="823541" y="2272271"/>
            <a:ext cx="5184576" cy="37856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编辑电影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@app.route('/edit',methods=['GET','POST'])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def edit():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从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URL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获取电影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id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id=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request.args.get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('id')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if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request.method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== 'POST':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更新电影信息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movie=Movie(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id=id,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title=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["title"],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year=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['year'],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score=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["score"]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db.update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(movie)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redirect(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else: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查询电影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movie =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db.query_by_id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(id)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('edit.html',  title='edit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movie',movie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=movie)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C8A272-3089-FCE0-C567-1E801B108008}"/>
              </a:ext>
            </a:extLst>
          </p:cNvPr>
          <p:cNvSpPr/>
          <p:nvPr/>
        </p:nvSpPr>
        <p:spPr>
          <a:xfrm>
            <a:off x="6296149" y="1114221"/>
            <a:ext cx="5184576" cy="50783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宏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 macro input(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label,name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, value='', type='text') -%}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&lt;label for="{{ name }}"&gt;{{label}}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&lt;input type="{{ type }}" name="{{ name }}" id="{{ name }}" value="{{ value }}""&gt;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{%-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endmacro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&lt;title&gt;{{title}}&lt;/title&gt;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&lt;p&gt;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编辑电影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&lt;/p&gt;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编辑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&lt;form action="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edit?id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={{movie.id}}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 method="post"&gt;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电影名称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title',value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movie.title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年份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','year', type='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number',value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movie.year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评分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','score', type='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number',value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movie.score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&lt;input type="submit" value="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修改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&lt;/form&gt;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08B677-1AD4-6492-C801-7850E218E3B4}"/>
              </a:ext>
            </a:extLst>
          </p:cNvPr>
          <p:cNvSpPr txBox="1"/>
          <p:nvPr/>
        </p:nvSpPr>
        <p:spPr>
          <a:xfrm>
            <a:off x="2191693" y="6192534"/>
            <a:ext cx="190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Flask</a:t>
            </a:r>
            <a:r>
              <a:rPr lang="zh-CN" altLang="en-US" sz="1800" b="1" dirty="0"/>
              <a:t>视图函数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60CB5A-8AFF-2644-4DC9-FF93E0297947}"/>
              </a:ext>
            </a:extLst>
          </p:cNvPr>
          <p:cNvSpPr txBox="1"/>
          <p:nvPr/>
        </p:nvSpPr>
        <p:spPr>
          <a:xfrm>
            <a:off x="7736309" y="6192534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模板（</a:t>
            </a:r>
            <a:r>
              <a:rPr lang="en-US" altLang="zh-CN" sz="1800" b="1" dirty="0">
                <a:solidFill>
                  <a:schemeClr val="tx1"/>
                </a:solidFill>
                <a:latin typeface="+mj-ea"/>
                <a:ea typeface="+mj-ea"/>
              </a:rPr>
              <a:t>edit.html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665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ORM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框架操作数据库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3.1  ORM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基本概念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09CE55-5CD9-F916-1B27-7613EDC56FFA}"/>
              </a:ext>
            </a:extLst>
          </p:cNvPr>
          <p:cNvSpPr/>
          <p:nvPr/>
        </p:nvSpPr>
        <p:spPr>
          <a:xfrm>
            <a:off x="767706" y="1866641"/>
            <a:ext cx="68985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3.2  </a:t>
            </a:r>
            <a:r>
              <a:rPr lang="en-US" altLang="zh-CN" sz="2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SQLAlchemy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Flask-</a:t>
            </a:r>
            <a:r>
              <a:rPr lang="en-US" altLang="zh-CN" sz="2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SQLAlchemy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F0707-9B46-1BFA-BE93-A43C8F886C7D}"/>
              </a:ext>
            </a:extLst>
          </p:cNvPr>
          <p:cNvSpPr/>
          <p:nvPr/>
        </p:nvSpPr>
        <p:spPr>
          <a:xfrm>
            <a:off x="767706" y="2556173"/>
            <a:ext cx="5088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3.3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ORM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方式操作数据库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485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 ORM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545643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ORM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FDC84-6345-484D-AF92-17AB004B1808}"/>
              </a:ext>
            </a:extLst>
          </p:cNvPr>
          <p:cNvSpPr txBox="1"/>
          <p:nvPr/>
        </p:nvSpPr>
        <p:spPr>
          <a:xfrm>
            <a:off x="2371713" y="1152125"/>
            <a:ext cx="7416824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Object-Relational Mapping</a:t>
            </a:r>
            <a:r>
              <a:rPr lang="zh-CN" altLang="en-US" sz="2000" b="1" dirty="0"/>
              <a:t> 对象关系映射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5DEAA8-799C-46A2-B7F9-7FA26A5CAA60}"/>
              </a:ext>
            </a:extLst>
          </p:cNvPr>
          <p:cNvSpPr txBox="1"/>
          <p:nvPr/>
        </p:nvSpPr>
        <p:spPr>
          <a:xfrm>
            <a:off x="823541" y="1755816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/>
              <a:t>对象模型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1404EE-58AA-452F-B9E6-9C63D1A3AB1E}"/>
              </a:ext>
            </a:extLst>
          </p:cNvPr>
          <p:cNvSpPr txBox="1"/>
          <p:nvPr/>
        </p:nvSpPr>
        <p:spPr>
          <a:xfrm>
            <a:off x="1147577" y="2145630"/>
            <a:ext cx="10153128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在现代软件开发过程中，广泛采用面向对象技术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对象既能表示状态又能体现行为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基于对象模型构建应用系统具有天然的优势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C23710-BCCF-4427-95A3-A1FB3672E764}"/>
              </a:ext>
            </a:extLst>
          </p:cNvPr>
          <p:cNvSpPr txBox="1"/>
          <p:nvPr/>
        </p:nvSpPr>
        <p:spPr>
          <a:xfrm>
            <a:off x="831847" y="3513525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/>
              <a:t>关系模型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DB2C6F-E993-4F71-977A-B2E83B06D0AF}"/>
              </a:ext>
            </a:extLst>
          </p:cNvPr>
          <p:cNvSpPr txBox="1"/>
          <p:nvPr/>
        </p:nvSpPr>
        <p:spPr>
          <a:xfrm>
            <a:off x="1147577" y="3988447"/>
            <a:ext cx="10153128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关系型数据库基于关系模型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关系模型建立在集合代数的基础上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关系模型更贴近数据存储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40079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 ORM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545643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ORM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FDC84-6345-484D-AF92-17AB004B1808}"/>
              </a:ext>
            </a:extLst>
          </p:cNvPr>
          <p:cNvSpPr txBox="1"/>
          <p:nvPr/>
        </p:nvSpPr>
        <p:spPr>
          <a:xfrm>
            <a:off x="2371713" y="1152125"/>
            <a:ext cx="7416824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Object-Relational Mapping</a:t>
            </a:r>
            <a:r>
              <a:rPr lang="zh-CN" altLang="en-US" sz="2000" b="1" dirty="0"/>
              <a:t> 对象关系映射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5DEAA8-799C-46A2-B7F9-7FA26A5CAA60}"/>
              </a:ext>
            </a:extLst>
          </p:cNvPr>
          <p:cNvSpPr txBox="1"/>
          <p:nvPr/>
        </p:nvSpPr>
        <p:spPr>
          <a:xfrm>
            <a:off x="823541" y="1755816"/>
            <a:ext cx="6079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b="1" dirty="0"/>
              <a:t>ORM</a:t>
            </a:r>
            <a:r>
              <a:rPr lang="zh-CN" altLang="en-US" b="1" dirty="0"/>
              <a:t>的优点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1404EE-58AA-452F-B9E6-9C63D1A3AB1E}"/>
              </a:ext>
            </a:extLst>
          </p:cNvPr>
          <p:cNvSpPr txBox="1"/>
          <p:nvPr/>
        </p:nvSpPr>
        <p:spPr>
          <a:xfrm>
            <a:off x="1147577" y="2145630"/>
            <a:ext cx="10153128" cy="211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屏蔽数据库差异，实现跨数据库兼容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基于面向对象思想，简化数据库操作，让开发人员能更关注业务逻辑而非</a:t>
            </a:r>
            <a:r>
              <a:rPr lang="en-US" altLang="zh-CN" b="1" dirty="0"/>
              <a:t>SQL</a:t>
            </a:r>
            <a:r>
              <a:rPr lang="zh-CN" altLang="en-US" b="1" dirty="0"/>
              <a:t>语法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b="1" dirty="0"/>
              <a:t>ORM</a:t>
            </a:r>
            <a:r>
              <a:rPr lang="zh-CN" altLang="en-US" b="1" dirty="0"/>
              <a:t>实现的代码具备比</a:t>
            </a:r>
            <a:r>
              <a:rPr lang="en-US" altLang="zh-CN" b="1" dirty="0"/>
              <a:t>SQL</a:t>
            </a:r>
            <a:r>
              <a:rPr lang="zh-CN" altLang="en-US" b="1" dirty="0"/>
              <a:t>更高的可读性与可维护性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提供更多的安全防护，减少 </a:t>
            </a:r>
            <a:r>
              <a:rPr lang="en-US" altLang="zh-CN" b="1" dirty="0"/>
              <a:t>SQL </a:t>
            </a:r>
            <a:r>
              <a:rPr lang="zh-CN" altLang="en-US" b="1" dirty="0"/>
              <a:t>注入风险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69806C-1CA3-494B-A25C-F3E98ABB1DAE}"/>
              </a:ext>
            </a:extLst>
          </p:cNvPr>
          <p:cNvSpPr txBox="1"/>
          <p:nvPr/>
        </p:nvSpPr>
        <p:spPr>
          <a:xfrm>
            <a:off x="828298" y="3996333"/>
            <a:ext cx="6079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b="1" dirty="0"/>
              <a:t>ORM</a:t>
            </a:r>
            <a:r>
              <a:rPr lang="zh-CN" altLang="en-US" b="1" dirty="0"/>
              <a:t>的缺点</a:t>
            </a:r>
            <a:endParaRPr lang="en-US" altLang="zh-CN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BDBF08-46E5-4A00-9768-76C861C4EA22}"/>
              </a:ext>
            </a:extLst>
          </p:cNvPr>
          <p:cNvSpPr txBox="1"/>
          <p:nvPr/>
        </p:nvSpPr>
        <p:spPr>
          <a:xfrm>
            <a:off x="1147577" y="4364817"/>
            <a:ext cx="10153128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屏蔽了具体实现，当出现问题时调试难度较大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无法很好实现复杂语法情况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具有一定额外的计算资源开销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本身具有一定的学习成本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730835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</a:t>
            </a:r>
            <a:r>
              <a:rPr lang="en-US" altLang="zh-CN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SQLAlchemy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833675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SQLAlchemy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FDC84-6345-484D-AF92-17AB004B1808}"/>
              </a:ext>
            </a:extLst>
          </p:cNvPr>
          <p:cNvSpPr txBox="1"/>
          <p:nvPr/>
        </p:nvSpPr>
        <p:spPr>
          <a:xfrm>
            <a:off x="791483" y="1764085"/>
            <a:ext cx="9609122" cy="95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/>
              <a:t>SQLAlchemy</a:t>
            </a:r>
            <a:r>
              <a:rPr lang="zh-CN" altLang="en-US" sz="2000" b="1" dirty="0"/>
              <a:t>是一款</a:t>
            </a:r>
            <a:r>
              <a:rPr lang="en-US" altLang="zh-CN" sz="2000" b="1" dirty="0"/>
              <a:t>Python SQL</a:t>
            </a:r>
            <a:r>
              <a:rPr lang="zh-CN" altLang="en-US" sz="2000" b="1" dirty="0"/>
              <a:t>工具包和对象关系映射器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提供一套的企业级持久性模式，专为高效和高性能的数据库访问而设计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5F8616-F072-4194-0C54-9009E32ACC02}"/>
              </a:ext>
            </a:extLst>
          </p:cNvPr>
          <p:cNvSpPr txBox="1"/>
          <p:nvPr/>
        </p:nvSpPr>
        <p:spPr>
          <a:xfrm>
            <a:off x="791483" y="2844205"/>
            <a:ext cx="4712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Flask-</a:t>
            </a:r>
            <a:r>
              <a:rPr lang="en-US" altLang="zh-CN" sz="28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SQLAlchemy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6E1004-5752-3A05-650D-F599BDFB92A7}"/>
              </a:ext>
            </a:extLst>
          </p:cNvPr>
          <p:cNvSpPr txBox="1"/>
          <p:nvPr/>
        </p:nvSpPr>
        <p:spPr>
          <a:xfrm>
            <a:off x="823541" y="3460363"/>
            <a:ext cx="9609122" cy="951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为</a:t>
            </a:r>
            <a:r>
              <a:rPr lang="en-US" altLang="zh-CN" sz="2000" b="1" dirty="0"/>
              <a:t>Flask </a:t>
            </a:r>
            <a:r>
              <a:rPr lang="zh-CN" altLang="en-US" sz="2000" b="1" dirty="0"/>
              <a:t>应用增加 </a:t>
            </a:r>
            <a:r>
              <a:rPr lang="en-US" altLang="zh-CN" sz="2000" b="1" dirty="0" err="1"/>
              <a:t>SQLAlchemy</a:t>
            </a:r>
            <a:r>
              <a:rPr lang="zh-CN" altLang="en-US" sz="2000" b="1" dirty="0"/>
              <a:t>支持的一个扩展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/>
              <a:t>与</a:t>
            </a:r>
            <a:r>
              <a:rPr lang="en-US" altLang="zh-CN" sz="2000" b="1" dirty="0" err="1"/>
              <a:t>SQLAlchemy</a:t>
            </a:r>
            <a:r>
              <a:rPr lang="zh-CN" altLang="en-US" sz="2000" b="1" dirty="0"/>
              <a:t>的</a:t>
            </a:r>
            <a:r>
              <a:rPr lang="en-US" altLang="zh-CN" sz="2000" b="1" dirty="0"/>
              <a:t>API</a:t>
            </a:r>
            <a:r>
              <a:rPr lang="zh-CN" altLang="en-US" sz="2000" b="1" dirty="0"/>
              <a:t>略有不同，简化了在</a:t>
            </a:r>
            <a:r>
              <a:rPr lang="en-US" altLang="zh-CN" sz="2000" b="1" dirty="0"/>
              <a:t>Flask </a:t>
            </a:r>
            <a:r>
              <a:rPr lang="zh-CN" altLang="en-US" sz="2000" b="1" dirty="0"/>
              <a:t>中使用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081833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545643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67706" y="1700329"/>
            <a:ext cx="2232248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、连接数据库</a:t>
            </a:r>
            <a:endParaRPr lang="en-US" altLang="zh-CN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895549" y="2377438"/>
            <a:ext cx="10441160" cy="329320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from flask import Flask,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flask_sqlalchemy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import SQLAlchemy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sqlalchemy.orm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import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DeclarativeBase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# 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定义模型基类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class Base(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DeclarativeBase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):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 pass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# 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数据库对象</a:t>
            </a:r>
            <a:endParaRPr lang="en-US" altLang="zh-CN" sz="16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db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= SQLAlchemy(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model_class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=Base)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app = Flask(__name__)   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# 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设置数据库连接地址</a:t>
            </a:r>
          </a:p>
          <a:p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app.config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["SQLALCHEMY_DATABASE_URI"] = "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sqlite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:///project.sqlite3"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# 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初始化数据库组件</a:t>
            </a:r>
          </a:p>
          <a:p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db.init_app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(app)</a:t>
            </a:r>
          </a:p>
        </p:txBody>
      </p:sp>
    </p:spTree>
    <p:extLst>
      <p:ext uri="{BB962C8B-B14F-4D97-AF65-F5344CB8AC3E}">
        <p14:creationId xmlns:p14="http://schemas.microsoft.com/office/powerpoint/2010/main" val="2684458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545643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85808" y="1706062"/>
            <a:ext cx="662473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、定义模型并和数据库表结构建立</a:t>
            </a:r>
            <a:r>
              <a:rPr lang="zh-CN" altLang="en-US" sz="2000" b="1" dirty="0">
                <a:solidFill>
                  <a:srgbClr val="00B050"/>
                </a:solidFill>
              </a:rPr>
              <a:t>自动映射</a:t>
            </a:r>
            <a:endParaRPr lang="en-US" altLang="zh-CN" sz="2000" b="1" dirty="0">
              <a:solidFill>
                <a:srgbClr val="00B05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895549" y="3564285"/>
            <a:ext cx="10510389" cy="23083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init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import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db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sqlalchemy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import Integer, String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sqlalchemy.orm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 import Mapped, </a:t>
            </a:r>
            <a:r>
              <a:rPr lang="en-US" altLang="zh-CN" sz="1600" dirty="0" err="1">
                <a:solidFill>
                  <a:schemeClr val="tx1"/>
                </a:solidFill>
                <a:latin typeface="+mj-ea"/>
                <a:ea typeface="+mj-ea"/>
              </a:rPr>
              <a:t>mapped_column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class User(</a:t>
            </a:r>
            <a:r>
              <a:rPr lang="en-US" altLang="zh-CN" sz="1600" b="1" dirty="0" err="1">
                <a:solidFill>
                  <a:srgbClr val="FF0000"/>
                </a:solidFill>
                <a:latin typeface="+mj-ea"/>
                <a:ea typeface="+mj-ea"/>
              </a:rPr>
              <a:t>db.Model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):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   id: Mapped[int] = </a:t>
            </a:r>
            <a:r>
              <a:rPr lang="en-US" altLang="zh-CN" sz="1600" b="1" dirty="0" err="1">
                <a:solidFill>
                  <a:srgbClr val="FF0000"/>
                </a:solidFill>
                <a:latin typeface="+mj-ea"/>
                <a:ea typeface="+mj-ea"/>
              </a:rPr>
              <a:t>mapped_column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en-US" altLang="zh-CN" sz="1600" b="1" dirty="0" err="1">
                <a:solidFill>
                  <a:srgbClr val="00B050"/>
                </a:solidFill>
                <a:latin typeface="+mj-ea"/>
                <a:ea typeface="+mj-ea"/>
              </a:rPr>
              <a:t>primary_key</a:t>
            </a:r>
            <a:r>
              <a:rPr lang="en-US" altLang="zh-CN" sz="1600" b="1" dirty="0">
                <a:solidFill>
                  <a:srgbClr val="00B050"/>
                </a:solidFill>
                <a:latin typeface="+mj-ea"/>
                <a:ea typeface="+mj-ea"/>
              </a:rPr>
              <a:t>=True, autoincrement=True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   username: Mapped[str] = </a:t>
            </a:r>
            <a:r>
              <a:rPr lang="en-US" altLang="zh-CN" sz="1600" b="1" dirty="0" err="1">
                <a:solidFill>
                  <a:srgbClr val="FF0000"/>
                </a:solidFill>
                <a:latin typeface="+mj-ea"/>
                <a:ea typeface="+mj-ea"/>
              </a:rPr>
              <a:t>mapped_column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en-US" altLang="zh-CN" sz="1600" b="1" dirty="0">
                <a:solidFill>
                  <a:srgbClr val="00B050"/>
                </a:solidFill>
                <a:latin typeface="+mj-ea"/>
                <a:ea typeface="+mj-ea"/>
              </a:rPr>
              <a:t>unique=True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   password: Mapped[str]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   age: Mapped[int]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    email: Mapped[str]</a:t>
            </a:r>
            <a:endParaRPr lang="en-US" altLang="zh-CN" sz="2000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2D8706-4EB9-72D9-3A21-B40E881371DE}"/>
              </a:ext>
            </a:extLst>
          </p:cNvPr>
          <p:cNvSpPr txBox="1"/>
          <p:nvPr/>
        </p:nvSpPr>
        <p:spPr>
          <a:xfrm>
            <a:off x="785807" y="2624834"/>
            <a:ext cx="9110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）类型映射                                   </a:t>
            </a:r>
            <a:r>
              <a:rPr lang="en-US" altLang="zh-CN" b="1" dirty="0">
                <a:solidFill>
                  <a:schemeClr val="accent6"/>
                </a:solidFill>
                <a:latin typeface="宋体" panose="02010600030101010101" pitchFamily="2" charset="-122"/>
              </a:rPr>
              <a:t>Mapped[] </a:t>
            </a:r>
            <a:endParaRPr lang="zh-CN" altLang="en-US" b="1" dirty="0">
              <a:solidFill>
                <a:schemeClr val="accent6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3C2F31-4A61-8DEB-C317-9488F8CD8A43}"/>
              </a:ext>
            </a:extLst>
          </p:cNvPr>
          <p:cNvSpPr txBox="1"/>
          <p:nvPr/>
        </p:nvSpPr>
        <p:spPr>
          <a:xfrm>
            <a:off x="785807" y="3050937"/>
            <a:ext cx="10910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）映射表的主键、外键和约束等设置    </a:t>
            </a:r>
            <a:r>
              <a:rPr lang="en-US" altLang="zh-CN" sz="1800" b="1" dirty="0" err="1">
                <a:solidFill>
                  <a:schemeClr val="accent6"/>
                </a:solidFill>
                <a:latin typeface="+mj-ea"/>
                <a:ea typeface="+mj-ea"/>
              </a:rPr>
              <a:t>mapped_column</a:t>
            </a:r>
            <a:r>
              <a:rPr lang="en-US" altLang="zh-CN" sz="1800" b="1" dirty="0">
                <a:solidFill>
                  <a:schemeClr val="accent6"/>
                </a:solidFill>
                <a:latin typeface="+mj-ea"/>
                <a:ea typeface="+mj-ea"/>
              </a:rPr>
              <a:t>()</a:t>
            </a:r>
          </a:p>
          <a:p>
            <a:r>
              <a:rPr lang="zh-CN" altLang="en-US" dirty="0"/>
              <a:t>    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0DCEE4-9BF5-2E99-4EB0-7BB210DDB13B}"/>
              </a:ext>
            </a:extLst>
          </p:cNvPr>
          <p:cNvSpPr txBox="1"/>
          <p:nvPr/>
        </p:nvSpPr>
        <p:spPr>
          <a:xfrm>
            <a:off x="891724" y="2235973"/>
            <a:ext cx="6984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  <a:ea typeface="+mn-ea"/>
              </a:rPr>
              <a:t>SQLAlchemy</a:t>
            </a:r>
            <a:r>
              <a:rPr lang="en-US" altLang="zh-CN" dirty="0">
                <a:latin typeface="+mn-ea"/>
                <a:ea typeface="+mn-ea"/>
              </a:rPr>
              <a:t> ORM</a:t>
            </a:r>
            <a:r>
              <a:rPr lang="zh-CN" altLang="en-US" dirty="0">
                <a:latin typeface="+mn-ea"/>
                <a:ea typeface="+mn-ea"/>
              </a:rPr>
              <a:t>模块支持通过添加类型注释实现自动映射</a:t>
            </a:r>
          </a:p>
        </p:txBody>
      </p:sp>
    </p:spTree>
    <p:extLst>
      <p:ext uri="{BB962C8B-B14F-4D97-AF65-F5344CB8AC3E}">
        <p14:creationId xmlns:p14="http://schemas.microsoft.com/office/powerpoint/2010/main" val="2310561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545643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823541" y="1700329"/>
            <a:ext cx="662473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、创建所需的数据库表结构</a:t>
            </a:r>
            <a:endParaRPr lang="en-US" altLang="zh-CN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864053" y="2319776"/>
            <a:ext cx="7272808" cy="95410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# main.py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</a:rPr>
              <a:t>创建数据库表</a:t>
            </a:r>
          </a:p>
          <a:p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with </a:t>
            </a:r>
            <a:r>
              <a:rPr lang="en-US" altLang="zh-CN" sz="1400" b="1" dirty="0" err="1">
                <a:solidFill>
                  <a:srgbClr val="FF0000"/>
                </a:solidFill>
                <a:latin typeface="+mj-ea"/>
                <a:ea typeface="+mj-ea"/>
              </a:rPr>
              <a:t>app.app_context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():</a:t>
            </a:r>
          </a:p>
          <a:p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    </a:t>
            </a:r>
            <a:r>
              <a:rPr lang="en-US" altLang="zh-CN" sz="1400" b="1" dirty="0" err="1">
                <a:solidFill>
                  <a:srgbClr val="FF0000"/>
                </a:solidFill>
                <a:latin typeface="+mj-ea"/>
                <a:ea typeface="+mj-ea"/>
              </a:rPr>
              <a:t>db.create_all</a:t>
            </a:r>
            <a:r>
              <a:rPr lang="en-US" altLang="zh-CN" sz="1400" b="1" dirty="0">
                <a:solidFill>
                  <a:srgbClr val="FF0000"/>
                </a:solidFill>
                <a:latin typeface="+mj-ea"/>
                <a:ea typeface="+mj-ea"/>
              </a:rPr>
              <a:t>()</a:t>
            </a:r>
            <a:endParaRPr lang="en-US" altLang="zh-CN" b="1" dirty="0"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14223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36915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29619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67706" y="1746206"/>
            <a:ext cx="662473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、具体实现增删查改</a:t>
            </a:r>
            <a:endParaRPr lang="en-US" altLang="zh-CN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823542" y="4516401"/>
            <a:ext cx="9677820" cy="64633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获取一行数据</a:t>
            </a: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db.session.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execute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db.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select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(User).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filter_by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username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username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)).</a:t>
            </a:r>
            <a:r>
              <a:rPr lang="en-US" altLang="zh-CN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scalar_one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963A22-F62F-FF06-ECA8-B6EAB10D73B6}"/>
              </a:ext>
            </a:extLst>
          </p:cNvPr>
          <p:cNvSpPr txBox="1"/>
          <p:nvPr/>
        </p:nvSpPr>
        <p:spPr>
          <a:xfrm>
            <a:off x="773538" y="2282154"/>
            <a:ext cx="608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）查询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BDD452-14BB-AB80-C839-1C0C753FB08F}"/>
              </a:ext>
            </a:extLst>
          </p:cNvPr>
          <p:cNvSpPr txBox="1"/>
          <p:nvPr/>
        </p:nvSpPr>
        <p:spPr>
          <a:xfrm>
            <a:off x="823541" y="2745589"/>
            <a:ext cx="967782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获取多行数据</a:t>
            </a:r>
            <a:endParaRPr lang="en-US" altLang="zh-CN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latin typeface="+mn-ea"/>
              </a:rPr>
              <a:t>db.session.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execute</a:t>
            </a:r>
            <a:r>
              <a:rPr lang="en-US" altLang="zh-CN" b="1" dirty="0">
                <a:latin typeface="+mn-ea"/>
              </a:rPr>
              <a:t>(</a:t>
            </a:r>
            <a:r>
              <a:rPr lang="en-US" altLang="zh-CN" b="1" dirty="0" err="1">
                <a:latin typeface="+mn-ea"/>
              </a:rPr>
              <a:t>db.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select</a:t>
            </a:r>
            <a:r>
              <a:rPr lang="en-US" altLang="zh-CN" b="1" dirty="0">
                <a:latin typeface="+mn-ea"/>
              </a:rPr>
              <a:t>(User).</a:t>
            </a:r>
            <a:r>
              <a:rPr lang="en-US" altLang="zh-CN" b="1" dirty="0" err="1">
                <a:solidFill>
                  <a:schemeClr val="accent6"/>
                </a:solidFill>
                <a:latin typeface="+mn-ea"/>
              </a:rPr>
              <a:t>order_by</a:t>
            </a:r>
            <a:r>
              <a:rPr lang="en-US" altLang="zh-CN" b="1" dirty="0">
                <a:latin typeface="+mn-ea"/>
              </a:rPr>
              <a:t>(User.id)).</a:t>
            </a:r>
            <a:r>
              <a:rPr lang="en-US" altLang="zh-CN" b="1" dirty="0">
                <a:solidFill>
                  <a:srgbClr val="00B050"/>
                </a:solidFill>
                <a:latin typeface="+mn-ea"/>
              </a:rPr>
              <a:t>scalars</a:t>
            </a:r>
            <a:r>
              <a:rPr lang="en-US" altLang="zh-CN" b="1" dirty="0">
                <a:latin typeface="+mn-ea"/>
              </a:rPr>
              <a:t>()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FACEF4F-3C3F-4A90-90EF-3EC3A1F10443}"/>
              </a:ext>
            </a:extLst>
          </p:cNvPr>
          <p:cNvGrpSpPr/>
          <p:nvPr/>
        </p:nvGrpSpPr>
        <p:grpSpPr>
          <a:xfrm>
            <a:off x="2911773" y="3364684"/>
            <a:ext cx="5470880" cy="1038803"/>
            <a:chOff x="3057516" y="3064085"/>
            <a:chExt cx="5470880" cy="1038803"/>
          </a:xfrm>
        </p:grpSpPr>
        <p:sp>
          <p:nvSpPr>
            <p:cNvPr id="9" name="箭头: 上 8">
              <a:extLst>
                <a:ext uri="{FF2B5EF4-FFF2-40B4-BE49-F238E27FC236}">
                  <a16:creationId xmlns:a16="http://schemas.microsoft.com/office/drawing/2014/main" id="{FEFA440A-ED12-64BA-E00E-316514969B7E}"/>
                </a:ext>
              </a:extLst>
            </p:cNvPr>
            <p:cNvSpPr/>
            <p:nvPr/>
          </p:nvSpPr>
          <p:spPr>
            <a:xfrm>
              <a:off x="3705588" y="307565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AD3EE9-5CC1-535A-2531-50858BC3DBB4}"/>
                </a:ext>
              </a:extLst>
            </p:cNvPr>
            <p:cNvSpPr txBox="1"/>
            <p:nvPr/>
          </p:nvSpPr>
          <p:spPr>
            <a:xfrm>
              <a:off x="3057516" y="3463014"/>
              <a:ext cx="15121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查询</a:t>
              </a:r>
              <a:endParaRPr lang="zh-CN" altLang="en-US" dirty="0"/>
            </a:p>
          </p:txBody>
        </p:sp>
        <p:sp>
          <p:nvSpPr>
            <p:cNvPr id="12" name="箭头: 上 11">
              <a:extLst>
                <a:ext uri="{FF2B5EF4-FFF2-40B4-BE49-F238E27FC236}">
                  <a16:creationId xmlns:a16="http://schemas.microsoft.com/office/drawing/2014/main" id="{77E05F95-2937-C378-EF9F-8A9772576888}"/>
                </a:ext>
              </a:extLst>
            </p:cNvPr>
            <p:cNvSpPr/>
            <p:nvPr/>
          </p:nvSpPr>
          <p:spPr>
            <a:xfrm>
              <a:off x="5360045" y="307565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980908C-27F7-4177-BE13-38DE677838F4}"/>
                </a:ext>
              </a:extLst>
            </p:cNvPr>
            <p:cNvSpPr txBox="1"/>
            <p:nvPr/>
          </p:nvSpPr>
          <p:spPr>
            <a:xfrm>
              <a:off x="4711973" y="3456557"/>
              <a:ext cx="15121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排序字段（可选）</a:t>
              </a:r>
            </a:p>
          </p:txBody>
        </p:sp>
        <p:sp>
          <p:nvSpPr>
            <p:cNvPr id="15" name="箭头: 上 14">
              <a:extLst>
                <a:ext uri="{FF2B5EF4-FFF2-40B4-BE49-F238E27FC236}">
                  <a16:creationId xmlns:a16="http://schemas.microsoft.com/office/drawing/2014/main" id="{FB369DB6-176D-CB17-8A0B-AF3AEE3411F3}"/>
                </a:ext>
              </a:extLst>
            </p:cNvPr>
            <p:cNvSpPr/>
            <p:nvPr/>
          </p:nvSpPr>
          <p:spPr>
            <a:xfrm>
              <a:off x="7374544" y="306408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C27D63B-CD7F-BC38-EF84-43580F2ACE74}"/>
                </a:ext>
              </a:extLst>
            </p:cNvPr>
            <p:cNvSpPr txBox="1"/>
            <p:nvPr/>
          </p:nvSpPr>
          <p:spPr>
            <a:xfrm>
              <a:off x="6726471" y="3444987"/>
              <a:ext cx="18019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获取多行结果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3C1C3D8-7912-8299-1FA7-D21FDBE8779B}"/>
              </a:ext>
            </a:extLst>
          </p:cNvPr>
          <p:cNvGrpSpPr/>
          <p:nvPr/>
        </p:nvGrpSpPr>
        <p:grpSpPr>
          <a:xfrm>
            <a:off x="4567957" y="5220469"/>
            <a:ext cx="5758911" cy="1053222"/>
            <a:chOff x="3057516" y="3056123"/>
            <a:chExt cx="5758911" cy="1053222"/>
          </a:xfrm>
        </p:grpSpPr>
        <p:sp>
          <p:nvSpPr>
            <p:cNvPr id="27" name="箭头: 上 26">
              <a:extLst>
                <a:ext uri="{FF2B5EF4-FFF2-40B4-BE49-F238E27FC236}">
                  <a16:creationId xmlns:a16="http://schemas.microsoft.com/office/drawing/2014/main" id="{BDD0C7A5-FD6B-30A8-90D7-20B57C489532}"/>
                </a:ext>
              </a:extLst>
            </p:cNvPr>
            <p:cNvSpPr/>
            <p:nvPr/>
          </p:nvSpPr>
          <p:spPr>
            <a:xfrm>
              <a:off x="3705588" y="307565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29D8415-B97E-1756-47F4-B39B8765DC75}"/>
                </a:ext>
              </a:extLst>
            </p:cNvPr>
            <p:cNvSpPr txBox="1"/>
            <p:nvPr/>
          </p:nvSpPr>
          <p:spPr>
            <a:xfrm>
              <a:off x="3057516" y="3463014"/>
              <a:ext cx="151216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过滤条件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where</a:t>
              </a:r>
              <a:endParaRPr lang="zh-CN" altLang="en-US" dirty="0"/>
            </a:p>
          </p:txBody>
        </p:sp>
        <p:sp>
          <p:nvSpPr>
            <p:cNvPr id="29" name="箭头: 上 28">
              <a:extLst>
                <a:ext uri="{FF2B5EF4-FFF2-40B4-BE49-F238E27FC236}">
                  <a16:creationId xmlns:a16="http://schemas.microsoft.com/office/drawing/2014/main" id="{2040BE9B-69C0-4337-CA8A-AE4510FDC9C1}"/>
                </a:ext>
              </a:extLst>
            </p:cNvPr>
            <p:cNvSpPr/>
            <p:nvPr/>
          </p:nvSpPr>
          <p:spPr>
            <a:xfrm>
              <a:off x="5360045" y="3056123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B044149-0323-333F-4F42-6EA4DFAF20F3}"/>
                </a:ext>
              </a:extLst>
            </p:cNvPr>
            <p:cNvSpPr txBox="1"/>
            <p:nvPr/>
          </p:nvSpPr>
          <p:spPr>
            <a:xfrm>
              <a:off x="4115971" y="3479020"/>
              <a:ext cx="302606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表字段</a:t>
              </a:r>
              <a:r>
                <a:rPr lang="en-US" altLang="zh-CN" b="1" dirty="0"/>
                <a:t> = python</a:t>
              </a:r>
              <a:r>
                <a:rPr lang="zh-CN" altLang="en-US" b="1" dirty="0"/>
                <a:t>变量</a:t>
              </a:r>
            </a:p>
          </p:txBody>
        </p:sp>
        <p:sp>
          <p:nvSpPr>
            <p:cNvPr id="31" name="箭头: 上 30">
              <a:extLst>
                <a:ext uri="{FF2B5EF4-FFF2-40B4-BE49-F238E27FC236}">
                  <a16:creationId xmlns:a16="http://schemas.microsoft.com/office/drawing/2014/main" id="{2FB2B235-42A7-ED49-D6FA-D2C565331E14}"/>
                </a:ext>
              </a:extLst>
            </p:cNvPr>
            <p:cNvSpPr/>
            <p:nvPr/>
          </p:nvSpPr>
          <p:spPr>
            <a:xfrm>
              <a:off x="7662575" y="308326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43DA56A-28DB-18F6-F879-905CCF12E579}"/>
                </a:ext>
              </a:extLst>
            </p:cNvPr>
            <p:cNvSpPr txBox="1"/>
            <p:nvPr/>
          </p:nvSpPr>
          <p:spPr>
            <a:xfrm>
              <a:off x="7014502" y="3464167"/>
              <a:ext cx="18019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获取一行结果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972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36915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29619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67706" y="1746206"/>
            <a:ext cx="662473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、具体实现增删查改</a:t>
            </a:r>
            <a:endParaRPr lang="en-US" altLang="zh-CN" sz="20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963A22-F62F-FF06-ECA8-B6EAB10D73B6}"/>
              </a:ext>
            </a:extLst>
          </p:cNvPr>
          <p:cNvSpPr txBox="1"/>
          <p:nvPr/>
        </p:nvSpPr>
        <p:spPr>
          <a:xfrm>
            <a:off x="773538" y="2282154"/>
            <a:ext cx="608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）查询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BDD452-14BB-AB80-C839-1C0C753FB08F}"/>
              </a:ext>
            </a:extLst>
          </p:cNvPr>
          <p:cNvSpPr txBox="1"/>
          <p:nvPr/>
        </p:nvSpPr>
        <p:spPr>
          <a:xfrm>
            <a:off x="823540" y="2745589"/>
            <a:ext cx="10062569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所有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数据</a:t>
            </a:r>
            <a:endParaRPr lang="en-US" altLang="zh-CN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>
                <a:latin typeface="+mn-ea"/>
              </a:rPr>
              <a:t>User.</a:t>
            </a:r>
            <a:r>
              <a:rPr lang="en-US" altLang="zh-CN" b="1" dirty="0">
                <a:solidFill>
                  <a:schemeClr val="accent6"/>
                </a:solidFill>
                <a:latin typeface="+mn-ea"/>
              </a:rPr>
              <a:t>query</a:t>
            </a:r>
            <a:r>
              <a:rPr lang="en-US" altLang="zh-CN" b="1" dirty="0">
                <a:latin typeface="+mn-ea"/>
              </a:rPr>
              <a:t>.all()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FACEF4F-3C3F-4A90-90EF-3EC3A1F10443}"/>
              </a:ext>
            </a:extLst>
          </p:cNvPr>
          <p:cNvGrpSpPr/>
          <p:nvPr/>
        </p:nvGrpSpPr>
        <p:grpSpPr>
          <a:xfrm>
            <a:off x="391493" y="3565520"/>
            <a:ext cx="3445549" cy="763212"/>
            <a:chOff x="3057516" y="3075655"/>
            <a:chExt cx="3445549" cy="763212"/>
          </a:xfrm>
        </p:grpSpPr>
        <p:sp>
          <p:nvSpPr>
            <p:cNvPr id="9" name="箭头: 上 8">
              <a:extLst>
                <a:ext uri="{FF2B5EF4-FFF2-40B4-BE49-F238E27FC236}">
                  <a16:creationId xmlns:a16="http://schemas.microsoft.com/office/drawing/2014/main" id="{FEFA440A-ED12-64BA-E00E-316514969B7E}"/>
                </a:ext>
              </a:extLst>
            </p:cNvPr>
            <p:cNvSpPr/>
            <p:nvPr/>
          </p:nvSpPr>
          <p:spPr>
            <a:xfrm>
              <a:off x="3705588" y="307565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3AD3EE9-5CC1-535A-2531-50858BC3DBB4}"/>
                </a:ext>
              </a:extLst>
            </p:cNvPr>
            <p:cNvSpPr txBox="1"/>
            <p:nvPr/>
          </p:nvSpPr>
          <p:spPr>
            <a:xfrm>
              <a:off x="3057516" y="3463014"/>
              <a:ext cx="15121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待查表</a:t>
              </a:r>
              <a:endParaRPr lang="zh-CN" altLang="en-US" dirty="0"/>
            </a:p>
          </p:txBody>
        </p:sp>
        <p:sp>
          <p:nvSpPr>
            <p:cNvPr id="12" name="箭头: 上 11">
              <a:extLst>
                <a:ext uri="{FF2B5EF4-FFF2-40B4-BE49-F238E27FC236}">
                  <a16:creationId xmlns:a16="http://schemas.microsoft.com/office/drawing/2014/main" id="{77E05F95-2937-C378-EF9F-8A9772576888}"/>
                </a:ext>
              </a:extLst>
            </p:cNvPr>
            <p:cNvSpPr/>
            <p:nvPr/>
          </p:nvSpPr>
          <p:spPr>
            <a:xfrm>
              <a:off x="4384993" y="307565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980908C-27F7-4177-BE13-38DE677838F4}"/>
                </a:ext>
              </a:extLst>
            </p:cNvPr>
            <p:cNvSpPr txBox="1"/>
            <p:nvPr/>
          </p:nvSpPr>
          <p:spPr>
            <a:xfrm>
              <a:off x="3811782" y="3463014"/>
              <a:ext cx="15121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查询</a:t>
              </a:r>
            </a:p>
          </p:txBody>
        </p:sp>
        <p:sp>
          <p:nvSpPr>
            <p:cNvPr id="15" name="箭头: 上 14">
              <a:extLst>
                <a:ext uri="{FF2B5EF4-FFF2-40B4-BE49-F238E27FC236}">
                  <a16:creationId xmlns:a16="http://schemas.microsoft.com/office/drawing/2014/main" id="{FB369DB6-176D-CB17-8A0B-AF3AEE3411F3}"/>
                </a:ext>
              </a:extLst>
            </p:cNvPr>
            <p:cNvSpPr/>
            <p:nvPr/>
          </p:nvSpPr>
          <p:spPr>
            <a:xfrm>
              <a:off x="5349213" y="3088633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C27D63B-CD7F-BC38-EF84-43580F2ACE74}"/>
                </a:ext>
              </a:extLst>
            </p:cNvPr>
            <p:cNvSpPr txBox="1"/>
            <p:nvPr/>
          </p:nvSpPr>
          <p:spPr>
            <a:xfrm>
              <a:off x="4701140" y="3469535"/>
              <a:ext cx="18019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获取所有结果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3BDD452-14BB-AB80-C839-1C0C753FB08F}"/>
              </a:ext>
            </a:extLst>
          </p:cNvPr>
          <p:cNvSpPr txBox="1"/>
          <p:nvPr/>
        </p:nvSpPr>
        <p:spPr>
          <a:xfrm>
            <a:off x="854588" y="4515310"/>
            <a:ext cx="585703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获取数据</a:t>
            </a:r>
            <a:endParaRPr lang="en-US" altLang="zh-CN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db.session.</a:t>
            </a:r>
            <a:r>
              <a:rPr lang="en-US" altLang="zh-CN" b="1" dirty="0">
                <a:solidFill>
                  <a:schemeClr val="accent6"/>
                </a:solidFill>
                <a:latin typeface="+mn-ea"/>
              </a:rPr>
              <a:t>first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_or_404</a:t>
            </a:r>
            <a:r>
              <a:rPr lang="en-US" altLang="zh-CN" b="1" dirty="0">
                <a:solidFill>
                  <a:srgbClr val="00B0F0"/>
                </a:solidFill>
                <a:latin typeface="+mn-ea"/>
              </a:rPr>
              <a:t>(User)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#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第一条，否则报错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db.session.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one_or_404</a:t>
            </a:r>
            <a:r>
              <a:rPr lang="en-US" altLang="zh-CN" b="1" dirty="0">
                <a:solidFill>
                  <a:srgbClr val="00B0F0"/>
                </a:solidFill>
                <a:latin typeface="+mn-ea"/>
              </a:rPr>
              <a:t>(User)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#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只有一条，否则报错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db.session.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get_or_404</a:t>
            </a:r>
            <a:r>
              <a:rPr lang="en-US" altLang="zh-CN" b="1" dirty="0">
                <a:solidFill>
                  <a:srgbClr val="00B0F0"/>
                </a:solidFill>
                <a:latin typeface="+mn-ea"/>
              </a:rPr>
              <a:t>(User)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#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至少一条，否则报错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FACEF4F-3C3F-4A90-90EF-3EC3A1F10443}"/>
              </a:ext>
            </a:extLst>
          </p:cNvPr>
          <p:cNvGrpSpPr/>
          <p:nvPr/>
        </p:nvGrpSpPr>
        <p:grpSpPr>
          <a:xfrm>
            <a:off x="7732944" y="5392171"/>
            <a:ext cx="3687338" cy="761889"/>
            <a:chOff x="1760509" y="3102437"/>
            <a:chExt cx="3687338" cy="761889"/>
          </a:xfrm>
        </p:grpSpPr>
        <p:sp>
          <p:nvSpPr>
            <p:cNvPr id="10" name="箭头: 上 9">
              <a:extLst>
                <a:ext uri="{FF2B5EF4-FFF2-40B4-BE49-F238E27FC236}">
                  <a16:creationId xmlns:a16="http://schemas.microsoft.com/office/drawing/2014/main" id="{FEFA440A-ED12-64BA-E00E-316514969B7E}"/>
                </a:ext>
              </a:extLst>
            </p:cNvPr>
            <p:cNvSpPr/>
            <p:nvPr/>
          </p:nvSpPr>
          <p:spPr>
            <a:xfrm>
              <a:off x="2408581" y="3107635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3AD3EE9-5CC1-535A-2531-50858BC3DBB4}"/>
                </a:ext>
              </a:extLst>
            </p:cNvPr>
            <p:cNvSpPr txBox="1"/>
            <p:nvPr/>
          </p:nvSpPr>
          <p:spPr>
            <a:xfrm>
              <a:off x="1760509" y="3494994"/>
              <a:ext cx="15121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查询</a:t>
              </a:r>
              <a:endParaRPr lang="zh-CN" altLang="en-US" dirty="0"/>
            </a:p>
          </p:txBody>
        </p:sp>
        <p:sp>
          <p:nvSpPr>
            <p:cNvPr id="19" name="箭头: 上 18">
              <a:extLst>
                <a:ext uri="{FF2B5EF4-FFF2-40B4-BE49-F238E27FC236}">
                  <a16:creationId xmlns:a16="http://schemas.microsoft.com/office/drawing/2014/main" id="{77E05F95-2937-C378-EF9F-8A9772576888}"/>
                </a:ext>
              </a:extLst>
            </p:cNvPr>
            <p:cNvSpPr/>
            <p:nvPr/>
          </p:nvSpPr>
          <p:spPr>
            <a:xfrm>
              <a:off x="4258342" y="3102437"/>
              <a:ext cx="216024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980908C-27F7-4177-BE13-38DE677838F4}"/>
                </a:ext>
              </a:extLst>
            </p:cNvPr>
            <p:cNvSpPr txBox="1"/>
            <p:nvPr/>
          </p:nvSpPr>
          <p:spPr>
            <a:xfrm>
              <a:off x="3645923" y="3471769"/>
              <a:ext cx="18019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/>
                <a:t>查询主键的值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04429BBF-DAE3-422A-8EE6-679482F6477A}"/>
              </a:ext>
            </a:extLst>
          </p:cNvPr>
          <p:cNvSpPr txBox="1"/>
          <p:nvPr/>
        </p:nvSpPr>
        <p:spPr>
          <a:xfrm>
            <a:off x="6853662" y="4515310"/>
            <a:ext cx="403244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根据主键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获取数据</a:t>
            </a:r>
            <a:endParaRPr lang="en-US" altLang="zh-CN" b="1" dirty="0">
              <a:solidFill>
                <a:srgbClr val="00B0F0"/>
              </a:solidFill>
              <a:latin typeface="+mn-ea"/>
            </a:endParaRPr>
          </a:p>
          <a:p>
            <a:r>
              <a:rPr lang="en-US" altLang="zh-CN" b="1" dirty="0">
                <a:solidFill>
                  <a:srgbClr val="00B0F0"/>
                </a:solidFill>
                <a:latin typeface="+mn-ea"/>
              </a:rPr>
              <a:t>db.session.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get_or_404</a:t>
            </a:r>
            <a:r>
              <a:rPr lang="en-US" altLang="zh-CN" b="1" dirty="0">
                <a:solidFill>
                  <a:srgbClr val="00B0F0"/>
                </a:solidFill>
                <a:latin typeface="+mn-ea"/>
              </a:rPr>
              <a:t>(User, 4)</a:t>
            </a:r>
            <a:endParaRPr lang="en-US" altLang="zh-CN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0050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36915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368203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67706" y="1746206"/>
            <a:ext cx="662473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、具体实现增删查改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8E2A48-303C-4174-B7F9-B7DF985E5A28}"/>
              </a:ext>
            </a:extLst>
          </p:cNvPr>
          <p:cNvSpPr/>
          <p:nvPr/>
        </p:nvSpPr>
        <p:spPr>
          <a:xfrm>
            <a:off x="839032" y="2743651"/>
            <a:ext cx="10256632" cy="147732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新增</a:t>
            </a:r>
            <a:endParaRPr lang="en-US" altLang="zh-CN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db.session.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add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(user)</a:t>
            </a: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删除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db.session.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delete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(user)</a:t>
            </a:r>
          </a:p>
          <a:p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123646-F7EF-46F8-8452-09785F5AC20F}"/>
              </a:ext>
            </a:extLst>
          </p:cNvPr>
          <p:cNvSpPr txBox="1"/>
          <p:nvPr/>
        </p:nvSpPr>
        <p:spPr>
          <a:xfrm>
            <a:off x="748517" y="2288700"/>
            <a:ext cx="608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）新增、删除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172991-DD29-5061-B3C1-8DE56E0685D3}"/>
              </a:ext>
            </a:extLst>
          </p:cNvPr>
          <p:cNvSpPr txBox="1"/>
          <p:nvPr/>
        </p:nvSpPr>
        <p:spPr>
          <a:xfrm>
            <a:off x="848715" y="4975262"/>
            <a:ext cx="608076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修改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先获得对象，然后修改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user=</a:t>
            </a:r>
            <a:r>
              <a:rPr lang="da-DK" altLang="zh-CN" b="1" dirty="0">
                <a:solidFill>
                  <a:srgbClr val="00B0F0"/>
                </a:solidFill>
                <a:effectLst/>
                <a:latin typeface="+mj-ea"/>
                <a:ea typeface="+mj-ea"/>
              </a:rPr>
              <a:t>db.session</a:t>
            </a:r>
            <a:r>
              <a:rPr lang="da-DK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.</a:t>
            </a:r>
            <a:r>
              <a:rPr lang="da-DK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get</a:t>
            </a:r>
            <a:r>
              <a:rPr lang="da-DK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(User, id)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user.name="</a:t>
            </a:r>
            <a:r>
              <a:rPr lang="en-US" altLang="zh-CN" b="1" dirty="0" err="1">
                <a:solidFill>
                  <a:schemeClr val="tx1"/>
                </a:solidFill>
                <a:latin typeface="+mj-ea"/>
                <a:ea typeface="+mj-ea"/>
              </a:rPr>
              <a:t>new_name</a:t>
            </a:r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"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user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.verified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= True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B29688-6A07-45DE-9229-0C5DFE65DE7E}"/>
              </a:ext>
            </a:extLst>
          </p:cNvPr>
          <p:cNvSpPr txBox="1"/>
          <p:nvPr/>
        </p:nvSpPr>
        <p:spPr>
          <a:xfrm>
            <a:off x="723133" y="4487591"/>
            <a:ext cx="608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）修改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207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36915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8002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基本使用方法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0F1EF4-DEE6-0816-67A9-20E1711DB7A6}"/>
              </a:ext>
            </a:extLst>
          </p:cNvPr>
          <p:cNvSpPr/>
          <p:nvPr/>
        </p:nvSpPr>
        <p:spPr>
          <a:xfrm>
            <a:off x="864053" y="2378277"/>
            <a:ext cx="10256632" cy="23083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提交所有变更（新增、修改、删除）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.flush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刷新数据对象，常用于插入新数据后获取自增主键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.refresh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(object)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提交所有变更（新增、修改、删除）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.commit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latin typeface="+mj-ea"/>
                <a:ea typeface="+mj-ea"/>
              </a:rPr>
              <a:t>回滚上次提交后的所有操作</a:t>
            </a:r>
            <a:endParaRPr lang="en-US" altLang="zh-CN" b="1" dirty="0">
              <a:solidFill>
                <a:schemeClr val="accent6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 err="1">
                <a:solidFill>
                  <a:srgbClr val="00B0F0"/>
                </a:solidFill>
                <a:effectLst/>
                <a:latin typeface="+mj-ea"/>
                <a:ea typeface="+mj-ea"/>
              </a:rPr>
              <a:t>db.session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.rollback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FCB27C-DEF6-6CDF-0648-50A3D11C9500}"/>
              </a:ext>
            </a:extLst>
          </p:cNvPr>
          <p:cNvSpPr txBox="1"/>
          <p:nvPr/>
        </p:nvSpPr>
        <p:spPr>
          <a:xfrm>
            <a:off x="771402" y="1717007"/>
            <a:ext cx="662473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</a:t>
            </a:r>
            <a:r>
              <a:rPr lang="zh-CN" altLang="en-US" sz="2000" b="1" dirty="0"/>
              <a:t>、提交变更和回滚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206702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793088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326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实现一个用户信息管理界面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、列表页 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显示用户列表，提供新增、编辑和删除链接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、添加页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显示表单，提供保存链接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、编辑页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显示表单和信息，提供保存链接</a:t>
            </a:r>
            <a:endParaRPr lang="en-US" altLang="zh-CN" sz="2000" b="1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62345CE-9852-41CE-A95A-E386DCB44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89" y="3620860"/>
            <a:ext cx="3410426" cy="204625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1BF4BDB-9C58-4978-97D1-76E8DD5D0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259" y="1375511"/>
            <a:ext cx="3410426" cy="206253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CB95D43-7F5B-4DF3-B4B7-A1B99DFAD8E3}"/>
              </a:ext>
            </a:extLst>
          </p:cNvPr>
          <p:cNvSpPr/>
          <p:nvPr/>
        </p:nvSpPr>
        <p:spPr>
          <a:xfrm>
            <a:off x="7199649" y="5958493"/>
            <a:ext cx="2808312" cy="442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例：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flask\</a:t>
            </a:r>
            <a:r>
              <a:rPr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dbsqlalchemy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09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、初始化数据库连接和数据结构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ea typeface="+mn-ea"/>
              </a:rPr>
              <a:t>(1) </a:t>
            </a:r>
            <a:r>
              <a:rPr lang="zh-CN" altLang="en-US" sz="2000" dirty="0">
                <a:latin typeface="+mn-ea"/>
                <a:ea typeface="+mn-ea"/>
              </a:rPr>
              <a:t>初始化数据库连接</a:t>
            </a:r>
            <a:endParaRPr lang="en-US" altLang="zh-CN" sz="20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54B18D-B3DC-48AD-9FD5-F00BBAEF7AE2}"/>
              </a:ext>
            </a:extLst>
          </p:cNvPr>
          <p:cNvSpPr/>
          <p:nvPr/>
        </p:nvSpPr>
        <p:spPr>
          <a:xfrm>
            <a:off x="895549" y="2772197"/>
            <a:ext cx="10256632" cy="341632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flask import Flask,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render_template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flask_sqlalchemy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SQLAlchemy</a:t>
            </a: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sqlalchemy.orm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DeclarativeBase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定义模型基类</a:t>
            </a: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class Base(</a:t>
            </a:r>
            <a:r>
              <a:rPr lang="en-US" altLang="zh-CN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DeclarativeBase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):</a:t>
            </a: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  pass</a:t>
            </a:r>
          </a:p>
          <a:p>
            <a:r>
              <a:rPr lang="en-US" altLang="zh-CN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db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 = SQLAlchemy(</a:t>
            </a:r>
            <a:r>
              <a:rPr lang="en-US" altLang="zh-CN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model_class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=Base)</a:t>
            </a:r>
          </a:p>
          <a:p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app = Flask(__name__)   </a:t>
            </a: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设置数据库连接地址</a:t>
            </a:r>
          </a:p>
          <a:p>
            <a:r>
              <a:rPr lang="en-US" altLang="zh-CN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app.config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["SQLALCHEMY_DATABASE_URI"] = "</a:t>
            </a:r>
            <a:r>
              <a:rPr lang="en-US" altLang="zh-CN" b="1" dirty="0" err="1">
                <a:solidFill>
                  <a:srgbClr val="00B050"/>
                </a:solidFill>
                <a:effectLst/>
                <a:latin typeface="+mj-ea"/>
                <a:ea typeface="+mj-ea"/>
              </a:rPr>
              <a:t>sqlite</a:t>
            </a:r>
            <a:r>
              <a:rPr lang="en-US" altLang="zh-CN" b="1" dirty="0">
                <a:solidFill>
                  <a:srgbClr val="00B050"/>
                </a:solidFill>
                <a:effectLst/>
                <a:latin typeface="+mj-ea"/>
                <a:ea typeface="+mj-ea"/>
              </a:rPr>
              <a:t>:///project.sqlite3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"</a:t>
            </a: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初始化数据库组件</a:t>
            </a:r>
          </a:p>
          <a:p>
            <a:r>
              <a:rPr lang="en-US" altLang="zh-CN" b="1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db.init_app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+mj-ea"/>
                <a:ea typeface="+mj-ea"/>
              </a:rPr>
              <a:t>(app)</a:t>
            </a:r>
          </a:p>
        </p:txBody>
      </p:sp>
    </p:spTree>
    <p:extLst>
      <p:ext uri="{BB962C8B-B14F-4D97-AF65-F5344CB8AC3E}">
        <p14:creationId xmlns:p14="http://schemas.microsoft.com/office/powerpoint/2010/main" val="777960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、初始化数据库连接和数据结构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69FD2A-9197-B148-A3C8-87A5DEABD164}"/>
              </a:ext>
            </a:extLst>
          </p:cNvPr>
          <p:cNvSpPr/>
          <p:nvPr/>
        </p:nvSpPr>
        <p:spPr>
          <a:xfrm>
            <a:off x="829211" y="3881667"/>
            <a:ext cx="10256632" cy="258532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db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sqlalchemy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Integer, String</a:t>
            </a:r>
          </a:p>
          <a:p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sqlalchemy.orm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Mapped, </a:t>
            </a:r>
            <a:r>
              <a:rPr lang="en-US" altLang="zh-CN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mapped_column</a:t>
            </a:r>
            <a:endParaRPr lang="en-US" altLang="zh-CN" b="1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class User(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db.Model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):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id: Mapped[int] = 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mapped_column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primary_key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=True, autoincrement=True)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username: Mapped[str] = 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mapped_column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(unique=True)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password: Mapped[str]  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age:Mapped</a:t>
            </a:r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[int]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email: Mapped[str]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A9CEDF-F058-B5D3-CE13-78E579DBE1D8}"/>
              </a:ext>
            </a:extLst>
          </p:cNvPr>
          <p:cNvSpPr txBox="1"/>
          <p:nvPr/>
        </p:nvSpPr>
        <p:spPr>
          <a:xfrm>
            <a:off x="767706" y="2485461"/>
            <a:ext cx="3384376" cy="12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/>
              <a:t>数据表结构：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sz="1800" b="1" dirty="0"/>
              <a:t>id</a:t>
            </a:r>
            <a:r>
              <a:rPr lang="zh-CN" altLang="en-US" sz="1800" b="1" dirty="0"/>
              <a:t>：主键、自增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sz="1800" b="1" dirty="0"/>
              <a:t>username</a:t>
            </a:r>
            <a:r>
              <a:rPr lang="zh-CN" altLang="en-US" sz="1800" b="1" dirty="0"/>
              <a:t>：用户名、唯一</a:t>
            </a:r>
            <a:endParaRPr lang="en-US" altLang="zh-CN" sz="1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08E9B3-A6E4-F6E5-66CF-C7F40E1361C8}"/>
              </a:ext>
            </a:extLst>
          </p:cNvPr>
          <p:cNvSpPr txBox="1"/>
          <p:nvPr/>
        </p:nvSpPr>
        <p:spPr>
          <a:xfrm>
            <a:off x="4404110" y="2485461"/>
            <a:ext cx="3384376" cy="12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password</a:t>
            </a:r>
            <a:r>
              <a:rPr lang="zh-CN" altLang="en-US" sz="1800" b="1" dirty="0"/>
              <a:t>：密码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email</a:t>
            </a:r>
            <a:r>
              <a:rPr lang="zh-CN" altLang="en-US" sz="1800" b="1" dirty="0"/>
              <a:t>：电子邮件</a:t>
            </a:r>
            <a:endParaRPr lang="en-US" altLang="zh-CN" sz="1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B24BDF-A38D-D01B-F355-A34F350D8F86}"/>
              </a:ext>
            </a:extLst>
          </p:cNvPr>
          <p:cNvSpPr txBox="1"/>
          <p:nvPr/>
        </p:nvSpPr>
        <p:spPr>
          <a:xfrm>
            <a:off x="790702" y="2180267"/>
            <a:ext cx="6080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(2) </a:t>
            </a:r>
            <a:r>
              <a:rPr lang="zh-CN" altLang="en-US" sz="2000" dirty="0">
                <a:latin typeface="+mn-ea"/>
                <a:ea typeface="+mn-ea"/>
              </a:rPr>
              <a:t>准备映射结构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D034E2-E975-428D-ADB5-2A77F61AF60E}"/>
              </a:ext>
            </a:extLst>
          </p:cNvPr>
          <p:cNvSpPr txBox="1"/>
          <p:nvPr/>
        </p:nvSpPr>
        <p:spPr>
          <a:xfrm>
            <a:off x="6924363" y="2480668"/>
            <a:ext cx="3384376" cy="865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age</a:t>
            </a:r>
            <a:r>
              <a:rPr lang="zh-CN" altLang="en-US" sz="1800" b="1" dirty="0"/>
              <a:t>：年龄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0237162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、初始化数据库连接和数据结构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315968-41B4-F3E8-57FC-CE212F0699E0}"/>
              </a:ext>
            </a:extLst>
          </p:cNvPr>
          <p:cNvSpPr/>
          <p:nvPr/>
        </p:nvSpPr>
        <p:spPr>
          <a:xfrm>
            <a:off x="463501" y="2772197"/>
            <a:ext cx="5250914" cy="212365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flask import Flask, redirect, 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render_template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, request, 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url_for</a:t>
            </a:r>
            <a:endParaRPr lang="en-US" altLang="zh-CN" sz="160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flask_sqlalchemy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SQLAlchemy</a:t>
            </a:r>
          </a:p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*</a:t>
            </a:r>
          </a:p>
          <a:p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from </a:t>
            </a:r>
            <a:r>
              <a:rPr lang="en-US" altLang="zh-CN" sz="160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model.user</a:t>
            </a:r>
            <a:r>
              <a:rPr lang="en-US" altLang="zh-CN" sz="160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import User  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# </a:t>
            </a:r>
            <a:r>
              <a:rPr lang="zh-CN" altLang="en-US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创建数据库表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with </a:t>
            </a:r>
            <a:r>
              <a:rPr lang="en-US" altLang="zh-CN" sz="16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app.app_context</a:t>
            </a:r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():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db.create_all</a:t>
            </a:r>
            <a:r>
              <a:rPr lang="en-US" altLang="zh-CN" sz="16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A2054A-55B8-4290-7052-9411614515F2}"/>
              </a:ext>
            </a:extLst>
          </p:cNvPr>
          <p:cNvSpPr/>
          <p:nvPr/>
        </p:nvSpPr>
        <p:spPr>
          <a:xfrm>
            <a:off x="5864101" y="2762846"/>
            <a:ext cx="5883238" cy="323165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插入一些初始数据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@app.route('/initdb')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def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initdb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():</a:t>
            </a:r>
          </a:p>
          <a:p>
            <a:pPr marL="273050"/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users=[{'id':1,'username':'Tom','password':'123456','age':20,'email':'tom@example.com'},{'id':2,'username':'Jim','password':'123456','age':30,'email':'jim@example.com'},{'id':3,'username':'Lisa','password':'123456','age':25,'email':'lisa@example.com'}]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for user in users: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newuser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= User(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    username=user['name'],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    password=user['password'],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    age=user['age'],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    email=user['email'],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)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db.session.add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newuser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)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    </a:t>
            </a:r>
            <a:r>
              <a:rPr lang="en-US" altLang="zh-CN" sz="1200" b="1" dirty="0" err="1">
                <a:solidFill>
                  <a:schemeClr val="accent6"/>
                </a:solidFill>
                <a:effectLst/>
                <a:latin typeface="+mj-ea"/>
                <a:ea typeface="+mj-ea"/>
              </a:rPr>
              <a:t>db.session.commit</a:t>
            </a:r>
            <a:r>
              <a:rPr lang="en-US" altLang="zh-CN" sz="1200" b="1" dirty="0">
                <a:solidFill>
                  <a:schemeClr val="accent6"/>
                </a:solidFill>
                <a:effectLst/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    return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('index.html',  title='user </a:t>
            </a:r>
            <a:r>
              <a:rPr lang="en-US" altLang="zh-CN" sz="1200" b="1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list',users</a:t>
            </a:r>
            <a:r>
              <a:rPr lang="en-US" altLang="zh-CN" sz="1200" b="1" dirty="0">
                <a:solidFill>
                  <a:schemeClr val="tx1"/>
                </a:solidFill>
                <a:effectLst/>
                <a:latin typeface="+mj-ea"/>
                <a:ea typeface="+mj-ea"/>
              </a:rPr>
              <a:t>=users)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623C7D-E7D4-387F-1B68-938D20E67FAB}"/>
              </a:ext>
            </a:extLst>
          </p:cNvPr>
          <p:cNvSpPr txBox="1"/>
          <p:nvPr/>
        </p:nvSpPr>
        <p:spPr>
          <a:xfrm>
            <a:off x="767706" y="2196647"/>
            <a:ext cx="60801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ea typeface="+mn-ea"/>
              </a:rPr>
              <a:t>(3) </a:t>
            </a:r>
            <a:r>
              <a:rPr lang="zh-CN" altLang="en-US" sz="2000" dirty="0">
                <a:latin typeface="+mn-ea"/>
                <a:ea typeface="+mn-ea"/>
              </a:rPr>
              <a:t>初始化数据库</a:t>
            </a:r>
          </a:p>
        </p:txBody>
      </p:sp>
    </p:spTree>
    <p:extLst>
      <p:ext uri="{BB962C8B-B14F-4D97-AF65-F5344CB8AC3E}">
        <p14:creationId xmlns:p14="http://schemas.microsoft.com/office/powerpoint/2010/main" val="1679578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、查询所有用户、删除用户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CA0206-9EE2-E272-D63B-F8D6AF84F2DA}"/>
              </a:ext>
            </a:extLst>
          </p:cNvPr>
          <p:cNvSpPr/>
          <p:nvPr/>
        </p:nvSpPr>
        <p:spPr>
          <a:xfrm>
            <a:off x="895549" y="2340149"/>
            <a:ext cx="10297144" cy="1477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</a:rPr>
              <a:t>用户管理列表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@app.route('/users')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def index(): 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</a:rPr>
              <a:t>查询所有用户 </a:t>
            </a:r>
          </a:p>
          <a:p>
            <a:r>
              <a:rPr lang="zh-CN" altLang="en-US" sz="1400" b="1" dirty="0">
                <a:solidFill>
                  <a:schemeClr val="accent6"/>
                </a:solidFill>
                <a:latin typeface="+mj-ea"/>
                <a:ea typeface="+mj-ea"/>
              </a:rPr>
              <a:t>    </a:t>
            </a:r>
            <a:r>
              <a:rPr lang="en-US" altLang="zh-CN" sz="2000" b="1" dirty="0">
                <a:solidFill>
                  <a:schemeClr val="accent6"/>
                </a:solidFill>
                <a:latin typeface="+mj-ea"/>
                <a:ea typeface="+mj-ea"/>
              </a:rPr>
              <a:t>users = </a:t>
            </a:r>
            <a:r>
              <a:rPr lang="en-US" altLang="zh-CN" sz="2000" b="1" dirty="0" err="1">
                <a:solidFill>
                  <a:schemeClr val="accent6"/>
                </a:solidFill>
                <a:latin typeface="+mj-ea"/>
                <a:ea typeface="+mj-ea"/>
              </a:rPr>
              <a:t>db.session.execute</a:t>
            </a:r>
            <a:r>
              <a:rPr lang="en-US" altLang="zh-CN" sz="2000" b="1" dirty="0">
                <a:solidFill>
                  <a:schemeClr val="accent6"/>
                </a:solidFill>
                <a:latin typeface="+mj-ea"/>
                <a:ea typeface="+mj-ea"/>
              </a:rPr>
              <a:t>(</a:t>
            </a:r>
            <a:r>
              <a:rPr lang="en-US" altLang="zh-CN" sz="2000" b="1" dirty="0" err="1">
                <a:solidFill>
                  <a:schemeClr val="accent6"/>
                </a:solidFill>
                <a:latin typeface="+mj-ea"/>
                <a:ea typeface="+mj-ea"/>
              </a:rPr>
              <a:t>db.select</a:t>
            </a:r>
            <a:r>
              <a:rPr lang="en-US" altLang="zh-CN" sz="2000" b="1" dirty="0">
                <a:solidFill>
                  <a:schemeClr val="accent6"/>
                </a:solidFill>
                <a:latin typeface="+mj-ea"/>
                <a:ea typeface="+mj-ea"/>
              </a:rPr>
              <a:t>(User).</a:t>
            </a:r>
            <a:r>
              <a:rPr lang="en-US" altLang="zh-CN" sz="2000" b="1" dirty="0" err="1">
                <a:solidFill>
                  <a:schemeClr val="accent6"/>
                </a:solidFill>
                <a:latin typeface="+mj-ea"/>
                <a:ea typeface="+mj-ea"/>
              </a:rPr>
              <a:t>order_by</a:t>
            </a:r>
            <a:r>
              <a:rPr lang="en-US" altLang="zh-CN" sz="2000" b="1" dirty="0">
                <a:solidFill>
                  <a:schemeClr val="accent6"/>
                </a:solidFill>
                <a:latin typeface="+mj-ea"/>
                <a:ea typeface="+mj-ea"/>
              </a:rPr>
              <a:t>(User.id)).scalars()</a:t>
            </a:r>
            <a:endParaRPr lang="en-US" altLang="zh-CN" sz="1400" b="1" dirty="0">
              <a:solidFill>
                <a:schemeClr val="accent6"/>
              </a:solidFill>
              <a:latin typeface="+mj-ea"/>
              <a:ea typeface="+mj-ea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  return 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('index.html',  title='user 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list',users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=users)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C91160-AA03-443B-7F6E-C13B8DD314DA}"/>
              </a:ext>
            </a:extLst>
          </p:cNvPr>
          <p:cNvSpPr/>
          <p:nvPr/>
        </p:nvSpPr>
        <p:spPr>
          <a:xfrm>
            <a:off x="895549" y="4212357"/>
            <a:ext cx="10297144" cy="169277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</a:rPr>
              <a:t>删除用户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@app.route('/delete',methods=['GET','POST'])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def delete():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id=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request.args.get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('id')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db.session.delete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(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User.query.get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(id))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    </a:t>
            </a:r>
            <a:r>
              <a:rPr lang="en-US" altLang="zh-CN" sz="1600" b="1" dirty="0" err="1">
                <a:solidFill>
                  <a:schemeClr val="accent6"/>
                </a:solidFill>
                <a:latin typeface="+mj-ea"/>
                <a:ea typeface="+mj-ea"/>
              </a:rPr>
              <a:t>db.session.commit</a:t>
            </a:r>
            <a:r>
              <a:rPr lang="en-US" altLang="zh-CN" sz="1600" b="1" dirty="0">
                <a:solidFill>
                  <a:schemeClr val="accent6"/>
                </a:solidFill>
                <a:latin typeface="+mj-ea"/>
                <a:ea typeface="+mj-ea"/>
              </a:rPr>
              <a:t>()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  return redirect(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</a:p>
        </p:txBody>
      </p:sp>
    </p:spTree>
    <p:extLst>
      <p:ext uri="{BB962C8B-B14F-4D97-AF65-F5344CB8AC3E}">
        <p14:creationId xmlns:p14="http://schemas.microsoft.com/office/powerpoint/2010/main" val="2822386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、添加用户功能</a:t>
            </a:r>
            <a:endParaRPr lang="en-US" altLang="zh-CN" sz="20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F7F7CA-7820-914D-913A-2BDD2A9F1949}"/>
              </a:ext>
            </a:extLst>
          </p:cNvPr>
          <p:cNvSpPr/>
          <p:nvPr/>
        </p:nvSpPr>
        <p:spPr>
          <a:xfrm>
            <a:off x="823541" y="2412157"/>
            <a:ext cx="5184576" cy="3785652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添加用户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@app.route('/add',methods=['GET','POST'])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def add():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根据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HTTP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方法区分显示页面还是处理表单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如果是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POST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方法，则表示提交表单数据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if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request.method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== 'POST':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获取表单数据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user = User(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username=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["username"],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password=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['password'],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age=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["age"],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    email=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["email"],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将数据添加到数据库</a:t>
            </a:r>
          </a:p>
          <a:p>
            <a:r>
              <a:rPr lang="zh-CN" altLang="en-US" sz="1200" b="1" dirty="0">
                <a:solidFill>
                  <a:schemeClr val="accent6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db.session.add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(user)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提交数据</a:t>
            </a:r>
          </a:p>
          <a:p>
            <a:r>
              <a:rPr lang="zh-CN" altLang="en-US" sz="1200" b="1" dirty="0">
                <a:solidFill>
                  <a:schemeClr val="accent6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db.session.commit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redirect(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else: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('add.html',  title='add user')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E9CD83-C0DA-9A0B-A3F2-46C9736EBAF7}"/>
              </a:ext>
            </a:extLst>
          </p:cNvPr>
          <p:cNvSpPr/>
          <p:nvPr/>
        </p:nvSpPr>
        <p:spPr>
          <a:xfrm>
            <a:off x="6368157" y="1488828"/>
            <a:ext cx="5184576" cy="470898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 macro input(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label,name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, value='', type='text', size=20) -%}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&lt;label for="password"&gt;{{label}}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&lt;input type="{{ type }}" name="{{ name }}" id="{{ name }}"&gt;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{%-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endmacro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&lt;title&gt;{{title}}&lt;/title&gt;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&lt;p&gt;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添加用户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&lt;/p&gt;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新增用户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&lt;form 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action="add" method="post"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用户名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','username')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密码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 'password ', type='password')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年龄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','age', type='number')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电子邮箱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','email', type='number')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&lt;input type="submit" value="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新增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&lt;/form&gt; 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F8A326-FB6F-7BF9-C9E9-BA22BC97B310}"/>
              </a:ext>
            </a:extLst>
          </p:cNvPr>
          <p:cNvSpPr txBox="1"/>
          <p:nvPr/>
        </p:nvSpPr>
        <p:spPr>
          <a:xfrm>
            <a:off x="2119685" y="6269020"/>
            <a:ext cx="190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Flask</a:t>
            </a:r>
            <a:r>
              <a:rPr lang="zh-CN" altLang="en-US" sz="1800" b="1" dirty="0"/>
              <a:t>视图函数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B276AE-AD6C-33D8-94DC-35B322AF2A80}"/>
              </a:ext>
            </a:extLst>
          </p:cNvPr>
          <p:cNvSpPr txBox="1"/>
          <p:nvPr/>
        </p:nvSpPr>
        <p:spPr>
          <a:xfrm>
            <a:off x="7664301" y="6278669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模板（</a:t>
            </a:r>
            <a:r>
              <a:rPr lang="en-US" altLang="zh-CN" b="1" dirty="0">
                <a:latin typeface="+mj-ea"/>
                <a:ea typeface="+mj-ea"/>
              </a:rPr>
              <a:t>add</a:t>
            </a:r>
            <a:r>
              <a:rPr lang="en-US" altLang="zh-CN" sz="1800" b="1" dirty="0">
                <a:solidFill>
                  <a:schemeClr val="tx1"/>
                </a:solidFill>
                <a:latin typeface="+mj-ea"/>
                <a:ea typeface="+mj-ea"/>
              </a:rPr>
              <a:t>.html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4353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、编辑用户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A85E2D-E17A-E461-FBAA-49EEC1735C4F}"/>
              </a:ext>
            </a:extLst>
          </p:cNvPr>
          <p:cNvSpPr/>
          <p:nvPr/>
        </p:nvSpPr>
        <p:spPr>
          <a:xfrm>
            <a:off x="862286" y="2406882"/>
            <a:ext cx="5184576" cy="341632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修改用户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@app.route('/edit',methods=['GET','POST'])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def edit():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从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URL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获取用户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id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id=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request.args.get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('id')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查询用户，如果不存在则返回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404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错误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user=db.get_or_404(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User,id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if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request.method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== 'POST':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user.username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= 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["username"]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user.age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= 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["age"]</a:t>
            </a:r>
          </a:p>
          <a:p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user.email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 = 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request.form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["email"]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#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确认修改</a:t>
            </a:r>
          </a:p>
          <a:p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user.verified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 = True</a:t>
            </a:r>
          </a:p>
          <a:p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j-ea"/>
                <a:ea typeface="+mj-ea"/>
              </a:rPr>
              <a:t>db.session.commit</a:t>
            </a:r>
            <a:r>
              <a:rPr lang="en-US" altLang="zh-CN" sz="1200" b="1" dirty="0">
                <a:solidFill>
                  <a:schemeClr val="accent6"/>
                </a:solidFill>
                <a:latin typeface="+mj-ea"/>
                <a:ea typeface="+mj-ea"/>
              </a:rPr>
              <a:t>()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redirect(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url_for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('index'))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else: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return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('edit.html',  title='edit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user',user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=user)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C8A272-3089-FCE0-C567-1E801B108008}"/>
              </a:ext>
            </a:extLst>
          </p:cNvPr>
          <p:cNvSpPr/>
          <p:nvPr/>
        </p:nvSpPr>
        <p:spPr>
          <a:xfrm>
            <a:off x="6296149" y="1114221"/>
            <a:ext cx="5184576" cy="470898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&lt;!--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宏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 macro input(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label,name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, value='', type='text', size=20) -%}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&lt;label for="password"&gt;{{label}}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&lt;/label&gt;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&lt;input type="{{ type }}" name="{{ name }}" id="{{ name }}"&gt;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br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{%- 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endmacro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&lt;!DOCTYPE html&gt;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&lt;html lang="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zh-cn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charset="UTF-8"&gt;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&lt;meta name="viewport" content="width=device-width, initial-scale=1.0"&gt;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&lt;title&gt;{{title}}&lt;/title&gt;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&lt;/head&gt;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&lt;p&gt;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编辑用户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&lt;/p&gt;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&lt;!-- 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编辑用户 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--&gt;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&lt;form 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action="</a:t>
            </a:r>
            <a:r>
              <a:rPr lang="en-US" altLang="zh-CN" sz="1200" b="1" dirty="0" err="1">
                <a:solidFill>
                  <a:srgbClr val="00B050"/>
                </a:solidFill>
                <a:latin typeface="+mj-ea"/>
                <a:ea typeface="+mj-ea"/>
              </a:rPr>
              <a:t>edit?id</a:t>
            </a:r>
            <a:r>
              <a:rPr lang="en-US" altLang="zh-CN" sz="1200" b="1" dirty="0">
                <a:solidFill>
                  <a:srgbClr val="00B050"/>
                </a:solidFill>
                <a:latin typeface="+mj-ea"/>
                <a:ea typeface="+mj-ea"/>
              </a:rPr>
              <a:t>={{user.id}}"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method="post"&gt;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用户名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','username')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年龄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','age', type='number')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{{ input('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电子邮箱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','</a:t>
            </a:r>
            <a:r>
              <a:rPr lang="en-US" altLang="zh-CN" sz="1200" b="1" dirty="0" err="1">
                <a:solidFill>
                  <a:schemeClr val="tx1"/>
                </a:solidFill>
                <a:latin typeface="+mj-ea"/>
                <a:ea typeface="+mj-ea"/>
              </a:rPr>
              <a:t>email',type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='email') }}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    &lt;input type="submit" value="</a:t>
            </a:r>
            <a:r>
              <a:rPr lang="zh-CN" altLang="en-US" sz="1200" b="1" dirty="0">
                <a:solidFill>
                  <a:schemeClr val="tx1"/>
                </a:solidFill>
                <a:latin typeface="+mj-ea"/>
                <a:ea typeface="+mj-ea"/>
              </a:rPr>
              <a:t>修改</a:t>
            </a:r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"&gt;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    &lt;/form&gt; 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&lt;/body&gt;</a:t>
            </a:r>
          </a:p>
          <a:p>
            <a:r>
              <a:rPr lang="en-US" altLang="zh-CN" sz="1200" b="1" dirty="0">
                <a:solidFill>
                  <a:schemeClr val="tx1"/>
                </a:solidFill>
                <a:latin typeface="+mj-ea"/>
                <a:ea typeface="+mj-ea"/>
              </a:rPr>
              <a:t>&lt;/html&gt;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08B677-1AD4-6492-C801-7850E218E3B4}"/>
              </a:ext>
            </a:extLst>
          </p:cNvPr>
          <p:cNvSpPr txBox="1"/>
          <p:nvPr/>
        </p:nvSpPr>
        <p:spPr>
          <a:xfrm>
            <a:off x="2191693" y="5889138"/>
            <a:ext cx="1903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Flask</a:t>
            </a:r>
            <a:r>
              <a:rPr lang="zh-CN" altLang="en-US" sz="1800" b="1" dirty="0"/>
              <a:t>视图函数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60CB5A-8AFF-2644-4DC9-FF93E0297947}"/>
              </a:ext>
            </a:extLst>
          </p:cNvPr>
          <p:cNvSpPr txBox="1"/>
          <p:nvPr/>
        </p:nvSpPr>
        <p:spPr>
          <a:xfrm>
            <a:off x="7736309" y="5898787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模板（</a:t>
            </a:r>
            <a:r>
              <a:rPr lang="en-US" altLang="zh-CN" sz="1800" b="1" dirty="0">
                <a:solidFill>
                  <a:schemeClr val="tx1"/>
                </a:solidFill>
                <a:latin typeface="+mj-ea"/>
                <a:ea typeface="+mj-ea"/>
              </a:rPr>
              <a:t>edit.html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6840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、分页</a:t>
            </a:r>
            <a:endParaRPr lang="en-US" altLang="zh-CN" sz="20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CA0206-9EE2-E272-D63B-F8D6AF84F2DA}"/>
              </a:ext>
            </a:extLst>
          </p:cNvPr>
          <p:cNvSpPr/>
          <p:nvPr/>
        </p:nvSpPr>
        <p:spPr>
          <a:xfrm>
            <a:off x="931553" y="5777676"/>
            <a:ext cx="10297144" cy="7386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</a:rPr>
              <a:t>分页查询</a:t>
            </a:r>
            <a:endParaRPr lang="en-US" altLang="zh-CN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page = 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db.paginate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db.select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(User).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order_by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User.join_date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))   #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</a:rPr>
              <a:t>返回的结果是可迭代的对象</a:t>
            </a:r>
            <a:endParaRPr lang="en-US" altLang="zh-CN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return 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("user/list.html", page=page)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2EE088-2CF3-49FC-BDB1-A19706B55A5F}"/>
              </a:ext>
            </a:extLst>
          </p:cNvPr>
          <p:cNvSpPr txBox="1"/>
          <p:nvPr/>
        </p:nvSpPr>
        <p:spPr>
          <a:xfrm>
            <a:off x="781401" y="2136071"/>
            <a:ext cx="10116414" cy="86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如果查询结果数量较多，就需要考虑分页查询，每次只获取一部分，可以保证查询效率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分页时除了查询语句外，还需要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个额外入参来实现分页：当前查询的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页码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分页大小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9161BD-F469-4519-9DB9-869A24D65E10}"/>
              </a:ext>
            </a:extLst>
          </p:cNvPr>
          <p:cNvSpPr txBox="1"/>
          <p:nvPr/>
        </p:nvSpPr>
        <p:spPr>
          <a:xfrm>
            <a:off x="888258" y="3094805"/>
            <a:ext cx="10297143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+mn-ea"/>
              </a:rPr>
              <a:t>paginate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+mn-ea"/>
              </a:rPr>
              <a:t>select</a:t>
            </a:r>
            <a:r>
              <a:rPr lang="en-US" altLang="zh-CN" dirty="0">
                <a:latin typeface="+mn-ea"/>
              </a:rPr>
              <a:t>, *, </a:t>
            </a:r>
            <a:r>
              <a:rPr lang="en-US" altLang="zh-CN" b="1" dirty="0">
                <a:solidFill>
                  <a:srgbClr val="00B050"/>
                </a:solidFill>
                <a:latin typeface="+mn-ea"/>
              </a:rPr>
              <a:t>page</a:t>
            </a:r>
            <a:r>
              <a:rPr lang="en-US" altLang="zh-CN" dirty="0">
                <a:latin typeface="+mn-ea"/>
              </a:rPr>
              <a:t>=None, </a:t>
            </a:r>
            <a:r>
              <a:rPr lang="en-US" altLang="zh-CN" b="1" dirty="0" err="1">
                <a:solidFill>
                  <a:srgbClr val="00B050"/>
                </a:solidFill>
                <a:latin typeface="+mn-ea"/>
              </a:rPr>
              <a:t>per_page</a:t>
            </a:r>
            <a:r>
              <a:rPr lang="en-US" altLang="zh-CN" dirty="0">
                <a:latin typeface="+mn-ea"/>
              </a:rPr>
              <a:t>=None, </a:t>
            </a:r>
            <a:r>
              <a:rPr lang="en-US" altLang="zh-CN" dirty="0" err="1">
                <a:latin typeface="+mn-ea"/>
              </a:rPr>
              <a:t>max_per_page</a:t>
            </a:r>
            <a:r>
              <a:rPr lang="en-US" altLang="zh-CN" dirty="0">
                <a:latin typeface="+mn-ea"/>
              </a:rPr>
              <a:t>=None, </a:t>
            </a:r>
            <a:r>
              <a:rPr lang="en-US" altLang="zh-CN" dirty="0" err="1">
                <a:latin typeface="+mn-ea"/>
              </a:rPr>
              <a:t>error_out</a:t>
            </a:r>
            <a:r>
              <a:rPr lang="en-US" altLang="zh-CN" dirty="0">
                <a:latin typeface="+mn-ea"/>
              </a:rPr>
              <a:t>=True, count=True)</a:t>
            </a:r>
            <a:endParaRPr lang="zh-CN" altLang="en-US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962159-BC5C-4A95-96D9-BED6287F21EF}"/>
              </a:ext>
            </a:extLst>
          </p:cNvPr>
          <p:cNvSpPr txBox="1"/>
          <p:nvPr/>
        </p:nvSpPr>
        <p:spPr>
          <a:xfrm>
            <a:off x="888258" y="3832581"/>
            <a:ext cx="1035499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  <a:ea typeface="+mn-ea"/>
              </a:rPr>
              <a:t>select</a:t>
            </a:r>
            <a:r>
              <a:rPr lang="en-US" altLang="zh-CN" sz="1600" dirty="0">
                <a:latin typeface="+mn-ea"/>
                <a:ea typeface="+mn-ea"/>
              </a:rPr>
              <a:t>        </a:t>
            </a:r>
            <a:r>
              <a:rPr lang="zh-CN" altLang="en-US" sz="1600" dirty="0">
                <a:latin typeface="+mn-ea"/>
                <a:ea typeface="+mn-ea"/>
              </a:rPr>
              <a:t>要分页的 </a:t>
            </a:r>
            <a:r>
              <a:rPr lang="en-US" altLang="zh-CN" sz="1600" dirty="0">
                <a:latin typeface="+mn-ea"/>
                <a:ea typeface="+mn-ea"/>
              </a:rPr>
              <a:t>select </a:t>
            </a:r>
            <a:r>
              <a:rPr lang="zh-CN" altLang="en-US" sz="1600" dirty="0">
                <a:latin typeface="+mn-ea"/>
                <a:ea typeface="+mn-ea"/>
              </a:rPr>
              <a:t>语句。</a:t>
            </a:r>
          </a:p>
          <a:p>
            <a:r>
              <a:rPr lang="en-US" altLang="zh-CN" sz="1600" b="1" dirty="0">
                <a:solidFill>
                  <a:srgbClr val="00B050"/>
                </a:solidFill>
                <a:latin typeface="+mn-ea"/>
                <a:ea typeface="+mn-ea"/>
              </a:rPr>
              <a:t>page</a:t>
            </a:r>
            <a:r>
              <a:rPr lang="en-US" altLang="zh-CN" sz="1600" dirty="0">
                <a:latin typeface="+mn-ea"/>
                <a:ea typeface="+mn-ea"/>
              </a:rPr>
              <a:t>          </a:t>
            </a:r>
            <a:r>
              <a:rPr lang="zh-CN" altLang="en-US" sz="1600" dirty="0">
                <a:latin typeface="+mn-ea"/>
                <a:ea typeface="+mn-ea"/>
              </a:rPr>
              <a:t>当前查询的页码，默认为 </a:t>
            </a:r>
            <a:r>
              <a:rPr lang="en-US" altLang="zh-CN" sz="1600" dirty="0">
                <a:latin typeface="+mn-ea"/>
                <a:ea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</a:p>
          <a:p>
            <a:r>
              <a:rPr lang="en-US" altLang="zh-CN" sz="1600" b="1" dirty="0" err="1">
                <a:solidFill>
                  <a:srgbClr val="00B050"/>
                </a:solidFill>
                <a:latin typeface="+mn-ea"/>
                <a:ea typeface="+mn-ea"/>
              </a:rPr>
              <a:t>per_page</a:t>
            </a:r>
            <a:r>
              <a:rPr lang="en-US" altLang="zh-CN" sz="1600" b="1" dirty="0">
                <a:solidFill>
                  <a:srgbClr val="00B050"/>
                </a:solidFill>
                <a:latin typeface="+mn-ea"/>
                <a:ea typeface="+mn-ea"/>
              </a:rPr>
              <a:t>      </a:t>
            </a:r>
            <a:r>
              <a:rPr lang="zh-CN" altLang="en-US" sz="1600" dirty="0">
                <a:latin typeface="+mn-ea"/>
                <a:ea typeface="+mn-ea"/>
              </a:rPr>
              <a:t>分页大小，默认为</a:t>
            </a:r>
            <a:r>
              <a:rPr lang="en-US" altLang="zh-CN" sz="1600" dirty="0">
                <a:latin typeface="+mn-ea"/>
                <a:ea typeface="+mn-ea"/>
              </a:rPr>
              <a:t>20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</a:p>
          <a:p>
            <a:r>
              <a:rPr lang="en-US" altLang="zh-CN" sz="1600" dirty="0" err="1">
                <a:latin typeface="+mn-ea"/>
                <a:ea typeface="+mn-ea"/>
              </a:rPr>
              <a:t>max_per_page</a:t>
            </a:r>
            <a:r>
              <a:rPr lang="en-US" altLang="zh-CN" sz="1600" dirty="0">
                <a:latin typeface="+mn-ea"/>
                <a:ea typeface="+mn-ea"/>
              </a:rPr>
              <a:t>  </a:t>
            </a:r>
            <a:r>
              <a:rPr lang="zh-CN" altLang="en-US" sz="1600" dirty="0">
                <a:latin typeface="+mn-ea"/>
                <a:ea typeface="+mn-ea"/>
              </a:rPr>
              <a:t>最大分页大小，用于限制用户提供的值，默认为 </a:t>
            </a:r>
            <a:r>
              <a:rPr lang="en-US" altLang="zh-CN" sz="1600" dirty="0">
                <a:latin typeface="+mn-ea"/>
                <a:ea typeface="+mn-ea"/>
              </a:rPr>
              <a:t>100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</a:p>
          <a:p>
            <a:r>
              <a:rPr lang="en-US" altLang="zh-CN" sz="1600" dirty="0" err="1">
                <a:latin typeface="+mn-ea"/>
                <a:ea typeface="+mn-ea"/>
              </a:rPr>
              <a:t>error_out</a:t>
            </a:r>
            <a:r>
              <a:rPr lang="en-US" altLang="zh-CN" sz="1600" dirty="0">
                <a:latin typeface="+mn-ea"/>
                <a:ea typeface="+mn-ea"/>
              </a:rPr>
              <a:t>     </a:t>
            </a:r>
            <a:r>
              <a:rPr lang="zh-CN" altLang="en-US" sz="1600" dirty="0">
                <a:latin typeface="+mn-ea"/>
                <a:ea typeface="+mn-ea"/>
              </a:rPr>
              <a:t>如果没有返回任何项目且</a:t>
            </a:r>
            <a:r>
              <a:rPr lang="en-US" altLang="zh-CN" sz="1600" dirty="0">
                <a:latin typeface="+mn-ea"/>
                <a:ea typeface="+mn-ea"/>
              </a:rPr>
              <a:t>page</a:t>
            </a:r>
            <a:r>
              <a:rPr lang="zh-CN" altLang="en-US" sz="1600" dirty="0">
                <a:latin typeface="+mn-ea"/>
                <a:ea typeface="+mn-ea"/>
              </a:rPr>
              <a:t>不为 </a:t>
            </a:r>
            <a:r>
              <a:rPr lang="en-US" altLang="zh-CN" sz="1600" dirty="0">
                <a:latin typeface="+mn-ea"/>
                <a:ea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</a:rPr>
              <a:t>，或者如果</a:t>
            </a:r>
            <a:r>
              <a:rPr lang="en-US" altLang="zh-CN" sz="1600" dirty="0">
                <a:latin typeface="+mn-ea"/>
                <a:ea typeface="+mn-ea"/>
              </a:rPr>
              <a:t>page</a:t>
            </a:r>
            <a:r>
              <a:rPr lang="zh-CN" altLang="en-US" sz="1600" dirty="0">
                <a:latin typeface="+mn-ea"/>
                <a:ea typeface="+mn-ea"/>
              </a:rPr>
              <a:t>或</a:t>
            </a:r>
            <a:r>
              <a:rPr lang="en-US" altLang="zh-CN" sz="1600" dirty="0" err="1">
                <a:latin typeface="+mn-ea"/>
                <a:ea typeface="+mn-ea"/>
              </a:rPr>
              <a:t>per_page</a:t>
            </a:r>
            <a:r>
              <a:rPr lang="zh-CN" altLang="en-US" sz="1600" dirty="0">
                <a:latin typeface="+mn-ea"/>
                <a:ea typeface="+mn-ea"/>
              </a:rPr>
              <a:t>小于 </a:t>
            </a:r>
            <a:r>
              <a:rPr lang="en-US" altLang="zh-CN" sz="1600" dirty="0">
                <a:latin typeface="+mn-ea"/>
                <a:ea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</a:rPr>
              <a:t>，或者如果它们都不是整数，则中止并显示</a:t>
            </a:r>
            <a:r>
              <a:rPr lang="en-US" altLang="zh-CN" sz="1600" dirty="0">
                <a:latin typeface="+mn-ea"/>
                <a:ea typeface="+mn-ea"/>
              </a:rPr>
              <a:t>404 Not Found</a:t>
            </a:r>
            <a:r>
              <a:rPr lang="zh-CN" altLang="en-US" sz="1600" dirty="0">
                <a:latin typeface="+mn-ea"/>
                <a:ea typeface="+mn-ea"/>
              </a:rPr>
              <a:t>错误。</a:t>
            </a:r>
          </a:p>
          <a:p>
            <a:r>
              <a:rPr lang="en-US" altLang="zh-CN" sz="1600" dirty="0">
                <a:latin typeface="+mn-ea"/>
                <a:ea typeface="+mn-ea"/>
              </a:rPr>
              <a:t>count         </a:t>
            </a:r>
            <a:r>
              <a:rPr lang="zh-CN" altLang="en-US" sz="1600" dirty="0">
                <a:latin typeface="+mn-ea"/>
                <a:ea typeface="+mn-ea"/>
              </a:rPr>
              <a:t>是否</a:t>
            </a:r>
            <a:r>
              <a:rPr lang="zh-CN" altLang="en-US" sz="1600" b="0" i="0" dirty="0">
                <a:solidFill>
                  <a:srgbClr val="3E4349"/>
                </a:solidFill>
                <a:effectLst/>
                <a:latin typeface="Garamond" panose="02020404030301010803" pitchFamily="18" charset="0"/>
              </a:rPr>
              <a:t>通过发出额外的计数查询来计算值的总数</a:t>
            </a:r>
            <a:endParaRPr lang="zh-CN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3324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、分页</a:t>
            </a:r>
            <a:endParaRPr lang="en-US" altLang="zh-CN" sz="2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DB206A-29E8-41C5-904F-18D0445B881F}"/>
              </a:ext>
            </a:extLst>
          </p:cNvPr>
          <p:cNvSpPr/>
          <p:nvPr/>
        </p:nvSpPr>
        <p:spPr>
          <a:xfrm>
            <a:off x="895549" y="3089790"/>
            <a:ext cx="10297144" cy="73866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# </a:t>
            </a:r>
            <a:r>
              <a:rPr lang="zh-CN" altLang="en-US" sz="1400" b="1" dirty="0">
                <a:solidFill>
                  <a:schemeClr val="tx1"/>
                </a:solidFill>
                <a:latin typeface="+mj-ea"/>
                <a:ea typeface="+mj-ea"/>
              </a:rPr>
              <a:t>分页查询</a:t>
            </a:r>
            <a:endParaRPr lang="en-US" altLang="zh-CN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400" b="1" dirty="0">
                <a:solidFill>
                  <a:srgbClr val="00B050"/>
                </a:solidFill>
                <a:latin typeface="+mj-ea"/>
                <a:ea typeface="+mj-ea"/>
              </a:rPr>
              <a:t>page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db.paginate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db.select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(User).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order_by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User.join_date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))   #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</a:rPr>
              <a:t>返回的结果是可迭代的对象</a:t>
            </a:r>
            <a:endParaRPr lang="en-US" altLang="zh-CN" sz="140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return </a:t>
            </a:r>
            <a:r>
              <a:rPr lang="en-US" altLang="zh-CN" sz="1400" dirty="0" err="1">
                <a:solidFill>
                  <a:schemeClr val="tx1"/>
                </a:solidFill>
                <a:latin typeface="+mj-ea"/>
                <a:ea typeface="+mj-ea"/>
              </a:rPr>
              <a:t>render_template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("user/list.html", </a:t>
            </a:r>
            <a:r>
              <a:rPr lang="en-US" altLang="zh-CN" sz="1400" b="1" dirty="0">
                <a:solidFill>
                  <a:srgbClr val="00B050"/>
                </a:solidFill>
                <a:latin typeface="+mj-ea"/>
                <a:ea typeface="+mj-ea"/>
              </a:rPr>
              <a:t>page=page</a:t>
            </a:r>
            <a:r>
              <a:rPr lang="en-US" altLang="zh-CN" sz="14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AAD66C-3A45-4B9D-99CB-2A68F91EEA06}"/>
              </a:ext>
            </a:extLst>
          </p:cNvPr>
          <p:cNvSpPr txBox="1"/>
          <p:nvPr/>
        </p:nvSpPr>
        <p:spPr>
          <a:xfrm>
            <a:off x="781401" y="2136071"/>
            <a:ext cx="10116414" cy="858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  <a:ea typeface="+mn-ea"/>
              </a:rPr>
              <a:t>分页查询的结果是一个</a:t>
            </a:r>
            <a:r>
              <a:rPr lang="en-US" altLang="zh-CN" b="1" dirty="0">
                <a:latin typeface="+mn-ea"/>
                <a:ea typeface="+mn-ea"/>
              </a:rPr>
              <a:t>Paginate</a:t>
            </a:r>
            <a:r>
              <a:rPr lang="zh-CN" altLang="en-US" b="1" dirty="0">
                <a:latin typeface="+mn-ea"/>
                <a:ea typeface="+mn-ea"/>
              </a:rPr>
              <a:t>对象，包含了可迭代的数据项目、页码相关属性和一个配合页面数据生成的函数工具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D3311D-7323-4D20-A4EA-EA764B1ECE90}"/>
              </a:ext>
            </a:extLst>
          </p:cNvPr>
          <p:cNvSpPr/>
          <p:nvPr/>
        </p:nvSpPr>
        <p:spPr>
          <a:xfrm>
            <a:off x="895549" y="4716413"/>
            <a:ext cx="10297144" cy="116955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&lt;ul&gt;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{% for </a:t>
            </a:r>
            <a:r>
              <a:rPr lang="en-US" altLang="zh-CN" sz="1400" b="1" dirty="0">
                <a:solidFill>
                  <a:srgbClr val="00B0F0"/>
                </a:solidFill>
                <a:latin typeface="+mj-ea"/>
                <a:ea typeface="+mj-ea"/>
              </a:rPr>
              <a:t>user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in </a:t>
            </a:r>
            <a:r>
              <a:rPr lang="en-US" altLang="zh-CN" sz="1400" b="1" dirty="0" err="1">
                <a:solidFill>
                  <a:srgbClr val="00B050"/>
                </a:solidFill>
                <a:latin typeface="+mj-ea"/>
                <a:ea typeface="+mj-ea"/>
              </a:rPr>
              <a:t>page.items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  &lt;li&gt;{{ </a:t>
            </a:r>
            <a:r>
              <a:rPr lang="en-US" altLang="zh-CN" sz="1400" b="1" dirty="0" err="1">
                <a:solidFill>
                  <a:srgbClr val="00B0F0"/>
                </a:solidFill>
                <a:latin typeface="+mj-ea"/>
                <a:ea typeface="+mj-ea"/>
              </a:rPr>
              <a:t>user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.</a:t>
            </a:r>
            <a:r>
              <a:rPr lang="en-US" altLang="zh-CN" sz="1400" b="1" dirty="0" err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username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}}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 {% </a:t>
            </a:r>
            <a:r>
              <a:rPr lang="en-US" altLang="zh-CN" sz="1400" b="1" dirty="0" err="1">
                <a:solidFill>
                  <a:schemeClr val="tx1"/>
                </a:solidFill>
                <a:latin typeface="+mj-ea"/>
                <a:ea typeface="+mj-ea"/>
              </a:rPr>
              <a:t>endfor</a:t>
            </a:r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 %}</a:t>
            </a:r>
          </a:p>
          <a:p>
            <a:r>
              <a:rPr lang="en-US" altLang="zh-CN" sz="1400" b="1" dirty="0">
                <a:solidFill>
                  <a:schemeClr val="tx1"/>
                </a:solidFill>
                <a:latin typeface="+mj-ea"/>
                <a:ea typeface="+mj-ea"/>
              </a:rPr>
              <a:t>&lt;/ul&gt;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8BA103-B7B3-4C9B-B168-FE2D1183E47D}"/>
              </a:ext>
            </a:extLst>
          </p:cNvPr>
          <p:cNvSpPr txBox="1"/>
          <p:nvPr/>
        </p:nvSpPr>
        <p:spPr>
          <a:xfrm>
            <a:off x="792747" y="3876700"/>
            <a:ext cx="608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遍历分页结果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0E3EC3-6ADA-4FD5-B00F-B03AAC71A184}"/>
              </a:ext>
            </a:extLst>
          </p:cNvPr>
          <p:cNvSpPr txBox="1"/>
          <p:nvPr/>
        </p:nvSpPr>
        <p:spPr>
          <a:xfrm>
            <a:off x="792747" y="4207291"/>
            <a:ext cx="608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+mn-ea"/>
                <a:ea typeface="+mn-ea"/>
              </a:rPr>
              <a:t>Paginate.items</a:t>
            </a:r>
            <a:r>
              <a:rPr lang="zh-CN" altLang="en-US" b="1" dirty="0">
                <a:latin typeface="+mn-ea"/>
                <a:ea typeface="+mn-ea"/>
              </a:rPr>
              <a:t>属性可以访问查询结果的数据项目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09078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、分页</a:t>
            </a:r>
            <a:endParaRPr lang="en-US" altLang="zh-CN" sz="2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DB206A-29E8-41C5-904F-18D0445B881F}"/>
              </a:ext>
            </a:extLst>
          </p:cNvPr>
          <p:cNvSpPr/>
          <p:nvPr/>
        </p:nvSpPr>
        <p:spPr>
          <a:xfrm>
            <a:off x="895549" y="2708002"/>
            <a:ext cx="10297144" cy="338554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tx1"/>
                </a:solidFill>
                <a:latin typeface="+mj-ea"/>
                <a:ea typeface="+mj-ea"/>
              </a:rPr>
              <a:t>iter_pages</a:t>
            </a: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(*, </a:t>
            </a:r>
            <a:r>
              <a:rPr lang="en-US" altLang="zh-CN" sz="1600" b="1" dirty="0" err="1">
                <a:solidFill>
                  <a:schemeClr val="tx1"/>
                </a:solidFill>
                <a:latin typeface="+mj-ea"/>
                <a:ea typeface="+mj-ea"/>
              </a:rPr>
              <a:t>left_edge</a:t>
            </a: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=2, </a:t>
            </a:r>
            <a:r>
              <a:rPr lang="en-US" altLang="zh-CN" sz="1600" b="1" dirty="0" err="1">
                <a:solidFill>
                  <a:schemeClr val="tx1"/>
                </a:solidFill>
                <a:latin typeface="+mj-ea"/>
                <a:ea typeface="+mj-ea"/>
              </a:rPr>
              <a:t>left_current</a:t>
            </a: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=2, </a:t>
            </a:r>
            <a:r>
              <a:rPr lang="en-US" altLang="zh-CN" sz="1600" b="1" dirty="0" err="1">
                <a:solidFill>
                  <a:schemeClr val="tx1"/>
                </a:solidFill>
                <a:latin typeface="+mj-ea"/>
                <a:ea typeface="+mj-ea"/>
              </a:rPr>
              <a:t>right_current</a:t>
            </a: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=4, </a:t>
            </a:r>
            <a:r>
              <a:rPr lang="en-US" altLang="zh-CN" sz="1600" b="1" dirty="0" err="1">
                <a:solidFill>
                  <a:schemeClr val="tx1"/>
                </a:solidFill>
                <a:latin typeface="+mj-ea"/>
                <a:ea typeface="+mj-ea"/>
              </a:rPr>
              <a:t>right_edge</a:t>
            </a:r>
            <a:r>
              <a:rPr lang="en-US" altLang="zh-CN" sz="1600" b="1" dirty="0">
                <a:solidFill>
                  <a:schemeClr val="tx1"/>
                </a:solidFill>
                <a:latin typeface="+mj-ea"/>
                <a:ea typeface="+mj-ea"/>
              </a:rPr>
              <a:t>=2)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D3311D-7323-4D20-A4EA-EA764B1ECE90}"/>
              </a:ext>
            </a:extLst>
          </p:cNvPr>
          <p:cNvSpPr/>
          <p:nvPr/>
        </p:nvSpPr>
        <p:spPr>
          <a:xfrm>
            <a:off x="959159" y="4933518"/>
            <a:ext cx="10297144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/>
              <a:t>1, 2, None, 5, 6, 7, 8, 9, 10, 11, None, 19, 20</a:t>
            </a:r>
            <a:endParaRPr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50C61-1C16-4D18-B7E0-41615980F518}"/>
              </a:ext>
            </a:extLst>
          </p:cNvPr>
          <p:cNvSpPr txBox="1"/>
          <p:nvPr/>
        </p:nvSpPr>
        <p:spPr>
          <a:xfrm>
            <a:off x="787351" y="2242720"/>
            <a:ext cx="608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生成分页小部件的数据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DFFC97-4F70-483A-8E47-B4B534D48252}"/>
              </a:ext>
            </a:extLst>
          </p:cNvPr>
          <p:cNvSpPr txBox="1"/>
          <p:nvPr/>
        </p:nvSpPr>
        <p:spPr>
          <a:xfrm>
            <a:off x="882812" y="3119919"/>
            <a:ext cx="8152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  <a:ea typeface="+mn-ea"/>
              </a:rPr>
              <a:t>left_edge</a:t>
            </a:r>
            <a:r>
              <a:rPr lang="en-US" altLang="zh-CN" dirty="0">
                <a:latin typeface="+mn-ea"/>
                <a:ea typeface="+mn-ea"/>
              </a:rPr>
              <a:t>               </a:t>
            </a:r>
            <a:r>
              <a:rPr lang="zh-CN" altLang="en-US" dirty="0">
                <a:latin typeface="+mn-ea"/>
                <a:ea typeface="+mn-ea"/>
              </a:rPr>
              <a:t>从第一页开始显示多少页</a:t>
            </a:r>
          </a:p>
          <a:p>
            <a:r>
              <a:rPr lang="en-US" altLang="zh-CN" dirty="0" err="1">
                <a:latin typeface="+mn-ea"/>
                <a:ea typeface="+mn-ea"/>
              </a:rPr>
              <a:t>left_current</a:t>
            </a:r>
            <a:r>
              <a:rPr lang="en-US" altLang="zh-CN" dirty="0">
                <a:latin typeface="+mn-ea"/>
                <a:ea typeface="+mn-ea"/>
              </a:rPr>
              <a:t>            </a:t>
            </a:r>
            <a:r>
              <a:rPr lang="zh-CN" altLang="en-US" dirty="0">
                <a:latin typeface="+mn-ea"/>
                <a:ea typeface="+mn-ea"/>
              </a:rPr>
              <a:t>在当前页左侧显示多少页</a:t>
            </a:r>
          </a:p>
          <a:p>
            <a:r>
              <a:rPr lang="en-US" altLang="zh-CN" dirty="0" err="1">
                <a:latin typeface="+mn-ea"/>
                <a:ea typeface="+mn-ea"/>
              </a:rPr>
              <a:t>right_current</a:t>
            </a:r>
            <a:r>
              <a:rPr lang="en-US" altLang="zh-CN" dirty="0">
                <a:latin typeface="+mn-ea"/>
                <a:ea typeface="+mn-ea"/>
              </a:rPr>
              <a:t>           </a:t>
            </a:r>
            <a:r>
              <a:rPr lang="zh-CN" altLang="en-US" dirty="0">
                <a:latin typeface="+mn-ea"/>
                <a:ea typeface="+mn-ea"/>
              </a:rPr>
              <a:t>在当前页右侧显示多少页</a:t>
            </a:r>
          </a:p>
          <a:p>
            <a:r>
              <a:rPr lang="en-US" altLang="zh-CN" dirty="0" err="1">
                <a:latin typeface="+mn-ea"/>
                <a:ea typeface="+mn-ea"/>
              </a:rPr>
              <a:t>right_edge</a:t>
            </a:r>
            <a:r>
              <a:rPr lang="en-US" altLang="zh-CN" dirty="0">
                <a:latin typeface="+mn-ea"/>
                <a:ea typeface="+mn-ea"/>
              </a:rPr>
              <a:t>              </a:t>
            </a:r>
            <a:r>
              <a:rPr lang="zh-CN" altLang="en-US" dirty="0">
                <a:latin typeface="+mn-ea"/>
                <a:ea typeface="+mn-ea"/>
              </a:rPr>
              <a:t>从最后一页开始显示多少页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92391B-0A5A-4DD2-9400-093A0A8283DF}"/>
              </a:ext>
            </a:extLst>
          </p:cNvPr>
          <p:cNvSpPr txBox="1"/>
          <p:nvPr/>
        </p:nvSpPr>
        <p:spPr>
          <a:xfrm>
            <a:off x="882812" y="4441076"/>
            <a:ext cx="6080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例如，如果有 </a:t>
            </a:r>
            <a:r>
              <a:rPr lang="en-US" altLang="zh-CN" dirty="0"/>
              <a:t>20 </a:t>
            </a:r>
            <a:r>
              <a:rPr lang="zh-CN" altLang="en-US" dirty="0"/>
              <a:t>页，当前页为 </a:t>
            </a:r>
            <a:r>
              <a:rPr lang="en-US" altLang="zh-CN" dirty="0"/>
              <a:t>7</a:t>
            </a:r>
            <a:r>
              <a:rPr lang="zh-CN" altLang="en-US" dirty="0"/>
              <a:t>，则生成以下值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2326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</a:t>
            </a:r>
            <a:r>
              <a:rPr lang="zh-CN" altLang="en-US" sz="2000" b="1" dirty="0"/>
              <a:t>、分页</a:t>
            </a:r>
            <a:endParaRPr lang="en-US" altLang="zh-CN" sz="2000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D3311D-7323-4D20-A4EA-EA764B1ECE90}"/>
              </a:ext>
            </a:extLst>
          </p:cNvPr>
          <p:cNvSpPr/>
          <p:nvPr/>
        </p:nvSpPr>
        <p:spPr>
          <a:xfrm>
            <a:off x="4512483" y="2122159"/>
            <a:ext cx="7416824" cy="310854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 &lt;div class=pagination&gt;</a:t>
            </a:r>
          </a:p>
          <a:p>
            <a:r>
              <a:rPr lang="en-US" altLang="zh-CN" sz="1400" dirty="0">
                <a:latin typeface="+mn-ea"/>
              </a:rPr>
              <a:t>    {% for page in </a:t>
            </a:r>
            <a:r>
              <a:rPr lang="en-US" altLang="zh-CN" sz="1400" b="1" dirty="0" err="1">
                <a:solidFill>
                  <a:schemeClr val="accent6"/>
                </a:solidFill>
                <a:latin typeface="+mn-ea"/>
              </a:rPr>
              <a:t>pagination.iter_pages</a:t>
            </a:r>
            <a:r>
              <a:rPr lang="en-US" altLang="zh-CN" sz="1400" b="1" dirty="0">
                <a:solidFill>
                  <a:schemeClr val="accent6"/>
                </a:solidFill>
                <a:latin typeface="+mn-ea"/>
              </a:rPr>
              <a:t>() </a:t>
            </a:r>
            <a:r>
              <a:rPr lang="en-US" altLang="zh-CN" sz="1400" dirty="0">
                <a:latin typeface="+mn-ea"/>
              </a:rPr>
              <a:t>%}</a:t>
            </a:r>
          </a:p>
          <a:p>
            <a:r>
              <a:rPr lang="en-US" altLang="zh-CN" sz="1400" dirty="0">
                <a:latin typeface="+mn-ea"/>
              </a:rPr>
              <a:t>      {% if page %}</a:t>
            </a:r>
          </a:p>
          <a:p>
            <a:r>
              <a:rPr lang="en-US" altLang="zh-CN" sz="1400" dirty="0">
                <a:latin typeface="+mn-ea"/>
              </a:rPr>
              <a:t>        {% if page != </a:t>
            </a:r>
            <a:r>
              <a:rPr lang="en-US" altLang="zh-CN" sz="1400" b="1" dirty="0" err="1">
                <a:solidFill>
                  <a:srgbClr val="00B050"/>
                </a:solidFill>
                <a:latin typeface="+mn-ea"/>
              </a:rPr>
              <a:t>pagination.page</a:t>
            </a:r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%}</a:t>
            </a:r>
          </a:p>
          <a:p>
            <a:r>
              <a:rPr lang="en-US" altLang="zh-CN" sz="1400" dirty="0">
                <a:latin typeface="+mn-ea"/>
              </a:rPr>
              <a:t>          &lt;a </a:t>
            </a:r>
            <a:r>
              <a:rPr lang="en-US" altLang="zh-CN" sz="1400" dirty="0" err="1">
                <a:latin typeface="+mn-ea"/>
              </a:rPr>
              <a:t>href</a:t>
            </a:r>
            <a:r>
              <a:rPr lang="en-US" altLang="zh-CN" sz="1400" dirty="0">
                <a:latin typeface="+mn-ea"/>
              </a:rPr>
              <a:t>="</a:t>
            </a:r>
            <a:r>
              <a:rPr lang="en-US" altLang="zh-CN" sz="1400" dirty="0" err="1">
                <a:latin typeface="+mn-ea"/>
              </a:rPr>
              <a:t>users_by_page?page</a:t>
            </a:r>
            <a:r>
              <a:rPr lang="en-US" altLang="zh-CN" sz="1400" dirty="0">
                <a:latin typeface="+mn-ea"/>
              </a:rPr>
              <a:t>={{ page }}"&gt;{{ page }}&lt;/a&gt;</a:t>
            </a:r>
          </a:p>
          <a:p>
            <a:r>
              <a:rPr lang="en-US" altLang="zh-CN" sz="1400" dirty="0">
                <a:latin typeface="+mn-ea"/>
              </a:rPr>
              <a:t>        {% else %}</a:t>
            </a:r>
          </a:p>
          <a:p>
            <a:r>
              <a:rPr lang="en-US" altLang="zh-CN" sz="1400" dirty="0">
                <a:latin typeface="+mn-ea"/>
              </a:rPr>
              <a:t>          &lt;strong&gt;{{ page }}&lt;/strong&gt;</a:t>
            </a:r>
          </a:p>
          <a:p>
            <a:r>
              <a:rPr lang="en-US" altLang="zh-CN" sz="1400" dirty="0">
                <a:latin typeface="+mn-ea"/>
              </a:rPr>
              <a:t>        {% endif %}</a:t>
            </a:r>
          </a:p>
          <a:p>
            <a:r>
              <a:rPr lang="en-US" altLang="zh-CN" sz="1400" dirty="0">
                <a:latin typeface="+mn-ea"/>
              </a:rPr>
              <a:t>      {% else %}</a:t>
            </a:r>
          </a:p>
          <a:p>
            <a:r>
              <a:rPr lang="en-US" altLang="zh-CN" sz="1400" dirty="0">
                <a:latin typeface="+mn-ea"/>
              </a:rPr>
              <a:t>        &lt;span class=ellipsis&gt;…&lt;/span&gt;</a:t>
            </a:r>
          </a:p>
          <a:p>
            <a:r>
              <a:rPr lang="en-US" altLang="zh-CN" sz="1400" dirty="0">
                <a:latin typeface="+mn-ea"/>
              </a:rPr>
              <a:t>      {% endif %}</a:t>
            </a:r>
          </a:p>
          <a:p>
            <a:r>
              <a:rPr lang="en-US" altLang="zh-CN" sz="1400" dirty="0">
                <a:latin typeface="+mn-ea"/>
              </a:rPr>
              <a:t>    {% </a:t>
            </a:r>
            <a:r>
              <a:rPr lang="en-US" altLang="zh-CN" sz="1400" dirty="0" err="1">
                <a:latin typeface="+mn-ea"/>
              </a:rPr>
              <a:t>endfor</a:t>
            </a:r>
            <a:r>
              <a:rPr lang="en-US" altLang="zh-CN" sz="1400" dirty="0">
                <a:latin typeface="+mn-ea"/>
              </a:rPr>
              <a:t> %}</a:t>
            </a:r>
          </a:p>
          <a:p>
            <a:r>
              <a:rPr lang="en-US" altLang="zh-CN" sz="1400" dirty="0">
                <a:latin typeface="+mn-ea"/>
              </a:rPr>
              <a:t>    </a:t>
            </a:r>
            <a:r>
              <a:rPr lang="zh-CN" altLang="en-US" sz="1400" dirty="0">
                <a:latin typeface="+mn-ea"/>
              </a:rPr>
              <a:t>当前第</a:t>
            </a:r>
            <a:r>
              <a:rPr lang="en-US" altLang="zh-CN" sz="1400" dirty="0">
                <a:latin typeface="+mn-ea"/>
              </a:rPr>
              <a:t>{{</a:t>
            </a:r>
            <a:r>
              <a:rPr lang="en-US" altLang="zh-CN" sz="1400" b="1" dirty="0" err="1">
                <a:solidFill>
                  <a:srgbClr val="00B050"/>
                </a:solidFill>
                <a:latin typeface="+mn-ea"/>
              </a:rPr>
              <a:t>pagination.first</a:t>
            </a:r>
            <a:r>
              <a:rPr lang="en-US" altLang="zh-CN" sz="1400" b="1" dirty="0">
                <a:solidFill>
                  <a:srgbClr val="00B050"/>
                </a:solidFill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}} - {{</a:t>
            </a:r>
            <a:r>
              <a:rPr lang="en-US" altLang="zh-CN" sz="1400" b="1" dirty="0" err="1">
                <a:solidFill>
                  <a:srgbClr val="00B050"/>
                </a:solidFill>
                <a:latin typeface="+mn-ea"/>
              </a:rPr>
              <a:t>pagination.last</a:t>
            </a:r>
            <a:r>
              <a:rPr lang="en-US" altLang="zh-CN" sz="1400" dirty="0">
                <a:latin typeface="+mn-ea"/>
              </a:rPr>
              <a:t>}}</a:t>
            </a:r>
            <a:r>
              <a:rPr lang="zh-CN" altLang="en-US" sz="1400" dirty="0">
                <a:latin typeface="+mn-ea"/>
              </a:rPr>
              <a:t>条，共</a:t>
            </a:r>
            <a:r>
              <a:rPr lang="en-US" altLang="zh-CN" sz="1400" dirty="0">
                <a:latin typeface="+mn-ea"/>
              </a:rPr>
              <a:t>{{</a:t>
            </a:r>
            <a:r>
              <a:rPr lang="en-US" altLang="zh-CN" sz="1400" b="1" dirty="0" err="1">
                <a:solidFill>
                  <a:srgbClr val="00B050"/>
                </a:solidFill>
                <a:latin typeface="+mn-ea"/>
              </a:rPr>
              <a:t>pagination.total</a:t>
            </a:r>
            <a:r>
              <a:rPr lang="en-US" altLang="zh-CN" sz="1400" dirty="0">
                <a:latin typeface="+mn-ea"/>
              </a:rPr>
              <a:t>}</a:t>
            </a:r>
            <a:r>
              <a:rPr lang="zh-CN" altLang="en-US" sz="1400" dirty="0">
                <a:latin typeface="+mn-ea"/>
              </a:rPr>
              <a:t>条</a:t>
            </a:r>
          </a:p>
          <a:p>
            <a:r>
              <a:rPr lang="zh-CN" altLang="en-US" sz="1400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&lt;/div&gt;</a:t>
            </a:r>
            <a:endParaRPr lang="zh-CN" altLang="en-US" sz="14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50C61-1C16-4D18-B7E0-41615980F518}"/>
              </a:ext>
            </a:extLst>
          </p:cNvPr>
          <p:cNvSpPr txBox="1"/>
          <p:nvPr/>
        </p:nvSpPr>
        <p:spPr>
          <a:xfrm>
            <a:off x="787351" y="2242720"/>
            <a:ext cx="3348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生成分页小部件的数据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92391B-0A5A-4DD2-9400-093A0A8283DF}"/>
              </a:ext>
            </a:extLst>
          </p:cNvPr>
          <p:cNvSpPr txBox="1"/>
          <p:nvPr/>
        </p:nvSpPr>
        <p:spPr>
          <a:xfrm>
            <a:off x="4423941" y="1726578"/>
            <a:ext cx="608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例如，如果有 </a:t>
            </a:r>
            <a:r>
              <a:rPr lang="en-US" altLang="zh-CN" dirty="0"/>
              <a:t>20 </a:t>
            </a:r>
            <a:r>
              <a:rPr lang="zh-CN" altLang="en-US" dirty="0"/>
              <a:t>页，当前页为 </a:t>
            </a:r>
            <a:r>
              <a:rPr lang="en-US" altLang="zh-CN" dirty="0"/>
              <a:t>7</a:t>
            </a:r>
            <a:r>
              <a:rPr lang="zh-CN" altLang="en-US" dirty="0"/>
              <a:t>，则生成以下值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1D516C-051F-4936-9862-011874EAA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189" y="5076453"/>
            <a:ext cx="3277864" cy="14401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0975736-9ED4-9ACA-2436-5A9214990848}"/>
              </a:ext>
            </a:extLst>
          </p:cNvPr>
          <p:cNvSpPr txBox="1"/>
          <p:nvPr/>
        </p:nvSpPr>
        <p:spPr>
          <a:xfrm>
            <a:off x="777158" y="2732442"/>
            <a:ext cx="3862807" cy="21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  <a:ea typeface="+mn-ea"/>
              </a:rPr>
              <a:t>pagination</a:t>
            </a:r>
            <a:r>
              <a:rPr lang="zh-CN" altLang="en-US" b="1" dirty="0">
                <a:latin typeface="+mn-ea"/>
                <a:ea typeface="+mn-ea"/>
              </a:rPr>
              <a:t>对象常用属性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page      </a:t>
            </a:r>
            <a:r>
              <a:rPr lang="zh-CN" altLang="en-US" dirty="0">
                <a:latin typeface="+mn-ea"/>
                <a:ea typeface="+mn-ea"/>
              </a:rPr>
              <a:t>当前页码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first     </a:t>
            </a:r>
            <a:r>
              <a:rPr lang="zh-CN" altLang="en-US" dirty="0">
                <a:latin typeface="+mn-ea"/>
                <a:ea typeface="+mn-ea"/>
              </a:rPr>
              <a:t>当前页的起始条目序号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last      </a:t>
            </a:r>
            <a:r>
              <a:rPr lang="zh-CN" altLang="en-US" dirty="0">
                <a:latin typeface="+mn-ea"/>
                <a:ea typeface="+mn-ea"/>
              </a:rPr>
              <a:t>当前页的结束条目序号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  <a:ea typeface="+mn-ea"/>
              </a:rPr>
              <a:t>total     </a:t>
            </a:r>
            <a:r>
              <a:rPr lang="zh-CN" altLang="en-US" dirty="0">
                <a:latin typeface="+mn-ea"/>
                <a:ea typeface="+mn-ea"/>
              </a:rPr>
              <a:t>所有页的总条目数</a:t>
            </a:r>
          </a:p>
        </p:txBody>
      </p:sp>
    </p:spTree>
    <p:extLst>
      <p:ext uri="{BB962C8B-B14F-4D97-AF65-F5344CB8AC3E}">
        <p14:creationId xmlns:p14="http://schemas.microsoft.com/office/powerpoint/2010/main" val="3787508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50C61-1C16-4D18-B7E0-41615980F518}"/>
              </a:ext>
            </a:extLst>
          </p:cNvPr>
          <p:cNvSpPr txBox="1"/>
          <p:nvPr/>
        </p:nvSpPr>
        <p:spPr>
          <a:xfrm>
            <a:off x="804036" y="2320190"/>
            <a:ext cx="435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/>
              <a:t>一对一、一对多、多对一、多对多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A349C1A-DFA2-4444-9115-17950362515B}"/>
              </a:ext>
            </a:extLst>
          </p:cNvPr>
          <p:cNvGrpSpPr/>
          <p:nvPr/>
        </p:nvGrpSpPr>
        <p:grpSpPr>
          <a:xfrm>
            <a:off x="6005305" y="2772197"/>
            <a:ext cx="5078530" cy="3093078"/>
            <a:chOff x="899229" y="2837662"/>
            <a:chExt cx="5078530" cy="309307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29CDB4E-CE42-4062-B654-E66051CF2CCA}"/>
                </a:ext>
              </a:extLst>
            </p:cNvPr>
            <p:cNvSpPr/>
            <p:nvPr/>
          </p:nvSpPr>
          <p:spPr>
            <a:xfrm>
              <a:off x="902677" y="3190183"/>
              <a:ext cx="1222468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Student</a:t>
              </a:r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CD05E41-0C5B-4037-A9CB-F5360E35DA31}"/>
                </a:ext>
              </a:extLst>
            </p:cNvPr>
            <p:cNvSpPr/>
            <p:nvPr/>
          </p:nvSpPr>
          <p:spPr>
            <a:xfrm>
              <a:off x="4753623" y="3190183"/>
              <a:ext cx="122413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Address</a:t>
              </a:r>
              <a:endParaRPr lang="zh-CN" altLang="en-US" dirty="0"/>
            </a:p>
          </p:txBody>
        </p:sp>
        <p:sp>
          <p:nvSpPr>
            <p:cNvPr id="5" name="流程图: 决策 4">
              <a:extLst>
                <a:ext uri="{FF2B5EF4-FFF2-40B4-BE49-F238E27FC236}">
                  <a16:creationId xmlns:a16="http://schemas.microsoft.com/office/drawing/2014/main" id="{94161DED-43CA-4A42-80E5-381E69BCF351}"/>
                </a:ext>
              </a:extLst>
            </p:cNvPr>
            <p:cNvSpPr/>
            <p:nvPr/>
          </p:nvSpPr>
          <p:spPr>
            <a:xfrm>
              <a:off x="2899324" y="3118175"/>
              <a:ext cx="1080120" cy="520186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拥有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370140C-4C4D-480F-B9C8-EF9693BBF457}"/>
                </a:ext>
              </a:extLst>
            </p:cNvPr>
            <p:cNvCxnSpPr>
              <a:cxnSpLocks/>
              <a:stCxn id="3" idx="3"/>
              <a:endCxn id="5" idx="1"/>
            </p:cNvCxnSpPr>
            <p:nvPr/>
          </p:nvCxnSpPr>
          <p:spPr>
            <a:xfrm>
              <a:off x="2125145" y="3374849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78854EB-773F-43F6-AC3E-96CE4F608E4E}"/>
                </a:ext>
              </a:extLst>
            </p:cNvPr>
            <p:cNvCxnSpPr>
              <a:stCxn id="5" idx="3"/>
              <a:endCxn id="10" idx="1"/>
            </p:cNvCxnSpPr>
            <p:nvPr/>
          </p:nvCxnSpPr>
          <p:spPr>
            <a:xfrm flipV="1">
              <a:off x="3979444" y="3374849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71D7AAA-650E-4BDE-BDF6-79808E8EC78E}"/>
                </a:ext>
              </a:extLst>
            </p:cNvPr>
            <p:cNvSpPr txBox="1"/>
            <p:nvPr/>
          </p:nvSpPr>
          <p:spPr>
            <a:xfrm>
              <a:off x="2378171" y="2837662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C8552A5-0EB1-446E-A070-52CFAACA597C}"/>
                </a:ext>
              </a:extLst>
            </p:cNvPr>
            <p:cNvSpPr txBox="1"/>
            <p:nvPr/>
          </p:nvSpPr>
          <p:spPr>
            <a:xfrm>
              <a:off x="4249567" y="2837662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69E8A7A-B8E6-4DFB-BFEC-A926B62F2C64}"/>
                </a:ext>
              </a:extLst>
            </p:cNvPr>
            <p:cNvSpPr/>
            <p:nvPr/>
          </p:nvSpPr>
          <p:spPr>
            <a:xfrm>
              <a:off x="899229" y="4326879"/>
              <a:ext cx="1222468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Class</a:t>
              </a:r>
              <a:endParaRPr lang="zh-CN" altLang="en-US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28141ED-A762-4F5E-A24F-9E0C3E989D2F}"/>
                </a:ext>
              </a:extLst>
            </p:cNvPr>
            <p:cNvSpPr/>
            <p:nvPr/>
          </p:nvSpPr>
          <p:spPr>
            <a:xfrm>
              <a:off x="4750175" y="4326879"/>
              <a:ext cx="122413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Student</a:t>
              </a:r>
              <a:endParaRPr lang="zh-CN" altLang="en-US" dirty="0"/>
            </a:p>
          </p:txBody>
        </p:sp>
        <p:sp>
          <p:nvSpPr>
            <p:cNvPr id="22" name="流程图: 决策 21">
              <a:extLst>
                <a:ext uri="{FF2B5EF4-FFF2-40B4-BE49-F238E27FC236}">
                  <a16:creationId xmlns:a16="http://schemas.microsoft.com/office/drawing/2014/main" id="{BFCF6D9F-64D2-49D9-96B8-BB2F5A378EDA}"/>
                </a:ext>
              </a:extLst>
            </p:cNvPr>
            <p:cNvSpPr/>
            <p:nvPr/>
          </p:nvSpPr>
          <p:spPr>
            <a:xfrm>
              <a:off x="2895876" y="4254871"/>
              <a:ext cx="1080120" cy="520186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拥有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9D45AB8-DFE9-4176-9438-24349CDB74A3}"/>
                </a:ext>
              </a:extLst>
            </p:cNvPr>
            <p:cNvCxnSpPr>
              <a:cxnSpLocks/>
              <a:stCxn id="20" idx="3"/>
              <a:endCxn id="22" idx="1"/>
            </p:cNvCxnSpPr>
            <p:nvPr/>
          </p:nvCxnSpPr>
          <p:spPr>
            <a:xfrm>
              <a:off x="2121697" y="4511545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344172E3-FDBF-4F57-B2A8-12764EF825F2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 flipV="1">
              <a:off x="3975996" y="4511545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79EB508-EAC2-49CF-8A00-800BEBA91EBE}"/>
                </a:ext>
              </a:extLst>
            </p:cNvPr>
            <p:cNvSpPr txBox="1"/>
            <p:nvPr/>
          </p:nvSpPr>
          <p:spPr>
            <a:xfrm>
              <a:off x="2374723" y="3974358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C80571E-0D1F-4E06-95C4-3CBCFA4ECCEC}"/>
                </a:ext>
              </a:extLst>
            </p:cNvPr>
            <p:cNvSpPr txBox="1"/>
            <p:nvPr/>
          </p:nvSpPr>
          <p:spPr>
            <a:xfrm>
              <a:off x="4246119" y="3974358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 n</a:t>
              </a:r>
              <a:endParaRPr lang="zh-CN" altLang="en-US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36250B0-77A6-4B15-9D0B-BDFD2100957B}"/>
                </a:ext>
              </a:extLst>
            </p:cNvPr>
            <p:cNvSpPr/>
            <p:nvPr/>
          </p:nvSpPr>
          <p:spPr>
            <a:xfrm>
              <a:off x="899229" y="5482562"/>
              <a:ext cx="1222468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Course</a:t>
              </a:r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DEC0676-C11B-4F63-B4CC-398F23C3AF3A}"/>
                </a:ext>
              </a:extLst>
            </p:cNvPr>
            <p:cNvSpPr/>
            <p:nvPr/>
          </p:nvSpPr>
          <p:spPr>
            <a:xfrm>
              <a:off x="4750175" y="5482562"/>
              <a:ext cx="122413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Student</a:t>
              </a:r>
              <a:endParaRPr lang="zh-CN" altLang="en-US" dirty="0"/>
            </a:p>
          </p:txBody>
        </p:sp>
        <p:sp>
          <p:nvSpPr>
            <p:cNvPr id="30" name="流程图: 决策 29">
              <a:extLst>
                <a:ext uri="{FF2B5EF4-FFF2-40B4-BE49-F238E27FC236}">
                  <a16:creationId xmlns:a16="http://schemas.microsoft.com/office/drawing/2014/main" id="{090A3F1C-49AF-4EAB-BB4B-F269EC6A16C1}"/>
                </a:ext>
              </a:extLst>
            </p:cNvPr>
            <p:cNvSpPr/>
            <p:nvPr/>
          </p:nvSpPr>
          <p:spPr>
            <a:xfrm>
              <a:off x="2895876" y="5410554"/>
              <a:ext cx="1080120" cy="520186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拥有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8FABF17-C7CD-4674-8270-68FE2A907F6E}"/>
                </a:ext>
              </a:extLst>
            </p:cNvPr>
            <p:cNvCxnSpPr>
              <a:cxnSpLocks/>
              <a:stCxn id="28" idx="3"/>
              <a:endCxn id="30" idx="1"/>
            </p:cNvCxnSpPr>
            <p:nvPr/>
          </p:nvCxnSpPr>
          <p:spPr>
            <a:xfrm>
              <a:off x="2121697" y="5667228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9B8F052-3D2A-41DE-9548-2EE3BEE15AEF}"/>
                </a:ext>
              </a:extLst>
            </p:cNvPr>
            <p:cNvCxnSpPr>
              <a:stCxn id="30" idx="3"/>
              <a:endCxn id="29" idx="1"/>
            </p:cNvCxnSpPr>
            <p:nvPr/>
          </p:nvCxnSpPr>
          <p:spPr>
            <a:xfrm flipV="1">
              <a:off x="3975996" y="5667228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14ED782-E9D1-4274-89F8-87A2ED0D8D61}"/>
                </a:ext>
              </a:extLst>
            </p:cNvPr>
            <p:cNvSpPr txBox="1"/>
            <p:nvPr/>
          </p:nvSpPr>
          <p:spPr>
            <a:xfrm>
              <a:off x="2391820" y="5139403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1C1D8DD-F63F-4777-A3BF-FFD4727D6EC5}"/>
                </a:ext>
              </a:extLst>
            </p:cNvPr>
            <p:cNvSpPr txBox="1"/>
            <p:nvPr/>
          </p:nvSpPr>
          <p:spPr>
            <a:xfrm>
              <a:off x="4246119" y="5130041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 n</a:t>
              </a:r>
              <a:endParaRPr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03F720DF-9E0D-45BF-B026-2386F2465F58}"/>
              </a:ext>
            </a:extLst>
          </p:cNvPr>
          <p:cNvSpPr txBox="1"/>
          <p:nvPr/>
        </p:nvSpPr>
        <p:spPr>
          <a:xfrm>
            <a:off x="804036" y="2766080"/>
            <a:ext cx="4356670" cy="128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/>
              <a:t>实现方式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物理外键（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逻辑外键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A.column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B.column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D9B49ADB-739A-015E-433E-14B1CB0FB05D}"/>
              </a:ext>
            </a:extLst>
          </p:cNvPr>
          <p:cNvSpPr/>
          <p:nvPr/>
        </p:nvSpPr>
        <p:spPr>
          <a:xfrm>
            <a:off x="1205212" y="5019760"/>
            <a:ext cx="2840022" cy="1164005"/>
          </a:xfrm>
          <a:prstGeom prst="wedgeRectCallout">
            <a:avLst>
              <a:gd name="adj1" fmla="val -49104"/>
              <a:gd name="adj2" fmla="val -1294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查阅资料</a:t>
            </a:r>
            <a:endParaRPr lang="en-US" altLang="zh-CN" dirty="0"/>
          </a:p>
          <a:p>
            <a:pPr algn="ctr"/>
            <a:r>
              <a:rPr lang="zh-CN" altLang="en-US" dirty="0"/>
              <a:t>说说现在使用的</a:t>
            </a:r>
            <a:r>
              <a:rPr lang="en-US" altLang="zh-CN" dirty="0"/>
              <a:t>Web</a:t>
            </a:r>
            <a:r>
              <a:rPr lang="zh-CN" altLang="en-US" dirty="0"/>
              <a:t>应用中，是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物理外键</a:t>
            </a:r>
            <a:r>
              <a:rPr lang="zh-CN" altLang="en-US" b="1" dirty="0"/>
              <a:t>还是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逻辑外键</a:t>
            </a:r>
            <a:r>
              <a:rPr lang="zh-CN" altLang="en-US" b="1" dirty="0">
                <a:solidFill>
                  <a:schemeClr val="bg1"/>
                </a:solidFill>
              </a:rPr>
              <a:t>使用更广泛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25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50C61-1C16-4D18-B7E0-41615980F518}"/>
              </a:ext>
            </a:extLst>
          </p:cNvPr>
          <p:cNvSpPr txBox="1"/>
          <p:nvPr/>
        </p:nvSpPr>
        <p:spPr>
          <a:xfrm>
            <a:off x="767706" y="2196647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relationship()</a:t>
            </a:r>
            <a:r>
              <a:rPr lang="zh-CN" altLang="en-US" b="1" dirty="0">
                <a:latin typeface="+mn-ea"/>
                <a:ea typeface="+mn-ea"/>
              </a:rPr>
              <a:t>是</a:t>
            </a:r>
            <a:r>
              <a:rPr lang="en-US" altLang="zh-CN" b="1" dirty="0" err="1">
                <a:latin typeface="+mn-ea"/>
                <a:ea typeface="+mn-ea"/>
              </a:rPr>
              <a:t>SQLAlchemy</a:t>
            </a:r>
            <a:r>
              <a:rPr lang="zh-CN" altLang="en-US" b="1" dirty="0">
                <a:latin typeface="+mn-ea"/>
                <a:ea typeface="+mn-ea"/>
              </a:rPr>
              <a:t>实现关系新设的关键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598074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一对多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176FC-BA39-4616-3BFD-F806DB362CF2}"/>
              </a:ext>
            </a:extLst>
          </p:cNvPr>
          <p:cNvSpPr txBox="1"/>
          <p:nvPr/>
        </p:nvSpPr>
        <p:spPr>
          <a:xfrm>
            <a:off x="895549" y="3624673"/>
            <a:ext cx="9865096" cy="2123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class Parent(Base):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children</a:t>
            </a:r>
            <a:r>
              <a:rPr lang="en-US" altLang="zh-CN" sz="1600" dirty="0">
                <a:latin typeface="+mn-ea"/>
              </a:rPr>
              <a:t>: Mapped[List["Child"]] =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relationship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+mn-ea"/>
              </a:rPr>
              <a:t>back_populates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parent</a:t>
            </a:r>
            <a:r>
              <a:rPr lang="en-US" altLang="zh-CN" sz="1600" dirty="0">
                <a:latin typeface="+mn-ea"/>
              </a:rPr>
              <a:t>")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Child(Base):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B050"/>
                </a:solidFill>
                <a:latin typeface="+mn-ea"/>
              </a:rPr>
              <a:t>parent_id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solidFill>
                  <a:srgbClr val="00B050"/>
                </a:solidFill>
                <a:latin typeface="+mn-ea"/>
              </a:rPr>
              <a:t>ForeignKey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("parent_table.id")</a:t>
            </a:r>
            <a:r>
              <a:rPr lang="en-US" altLang="zh-CN" sz="1600" dirty="0">
                <a:latin typeface="+mn-ea"/>
              </a:rPr>
              <a:t>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parent</a:t>
            </a:r>
            <a:r>
              <a:rPr lang="en-US" altLang="zh-CN" sz="1600" dirty="0">
                <a:latin typeface="+mn-ea"/>
              </a:rPr>
              <a:t>: Mapped["Parent"] =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relationship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+mn-ea"/>
              </a:rPr>
              <a:t>back_populates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children</a:t>
            </a:r>
            <a:r>
              <a:rPr lang="en-US" altLang="zh-CN" sz="1600" dirty="0">
                <a:latin typeface="+mn-ea"/>
              </a:rPr>
              <a:t>")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BC9B37-8444-AEC9-384C-B4C9F063ABBE}"/>
              </a:ext>
            </a:extLst>
          </p:cNvPr>
          <p:cNvSpPr txBox="1"/>
          <p:nvPr/>
        </p:nvSpPr>
        <p:spPr>
          <a:xfrm>
            <a:off x="823541" y="3054025"/>
            <a:ext cx="78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  <a:ea typeface="+mn-ea"/>
              </a:rPr>
              <a:t>back_populates</a:t>
            </a:r>
            <a:r>
              <a:rPr lang="zh-CN" altLang="en-US" dirty="0">
                <a:latin typeface="+mn-ea"/>
                <a:ea typeface="+mn-ea"/>
              </a:rPr>
              <a:t>：指示对象间的关联字段，关联双方需要互相设置</a:t>
            </a:r>
          </a:p>
        </p:txBody>
      </p:sp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4078CF91-07F9-2DD9-1FDC-12755E15A272}"/>
              </a:ext>
            </a:extLst>
          </p:cNvPr>
          <p:cNvSpPr/>
          <p:nvPr/>
        </p:nvSpPr>
        <p:spPr>
          <a:xfrm>
            <a:off x="8707842" y="5288202"/>
            <a:ext cx="1780051" cy="713761"/>
          </a:xfrm>
          <a:prstGeom prst="wedgeRectCallout">
            <a:avLst>
              <a:gd name="adj1" fmla="val -66050"/>
              <a:gd name="adj2" fmla="val -514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物理外键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392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50C61-1C16-4D18-B7E0-41615980F518}"/>
              </a:ext>
            </a:extLst>
          </p:cNvPr>
          <p:cNvSpPr txBox="1"/>
          <p:nvPr/>
        </p:nvSpPr>
        <p:spPr>
          <a:xfrm>
            <a:off x="767706" y="2196647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relationship()</a:t>
            </a:r>
            <a:r>
              <a:rPr lang="zh-CN" altLang="en-US" b="1" dirty="0">
                <a:latin typeface="+mn-ea"/>
                <a:ea typeface="+mn-ea"/>
              </a:rPr>
              <a:t>是</a:t>
            </a:r>
            <a:r>
              <a:rPr lang="en-US" altLang="zh-CN" b="1" dirty="0" err="1">
                <a:latin typeface="+mn-ea"/>
                <a:ea typeface="+mn-ea"/>
              </a:rPr>
              <a:t>SQLAlchemy</a:t>
            </a:r>
            <a:r>
              <a:rPr lang="zh-CN" altLang="en-US" b="1" dirty="0">
                <a:latin typeface="+mn-ea"/>
                <a:ea typeface="+mn-ea"/>
              </a:rPr>
              <a:t>实现关系新设的关键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598074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一对多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176FC-BA39-4616-3BFD-F806DB362CF2}"/>
              </a:ext>
            </a:extLst>
          </p:cNvPr>
          <p:cNvSpPr txBox="1"/>
          <p:nvPr/>
        </p:nvSpPr>
        <p:spPr>
          <a:xfrm>
            <a:off x="895549" y="3624673"/>
            <a:ext cx="9865096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class Parent(Base):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children</a:t>
            </a:r>
            <a:r>
              <a:rPr lang="en-US" altLang="zh-CN" sz="1600" dirty="0">
                <a:latin typeface="+mn-ea"/>
              </a:rPr>
              <a:t>: Mapped[List["Child"]] =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relationship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+mn-ea"/>
              </a:rPr>
              <a:t>back_populates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parent</a:t>
            </a:r>
            <a:r>
              <a:rPr lang="en-US" altLang="zh-CN" sz="1600" dirty="0">
                <a:latin typeface="+mn-ea"/>
              </a:rPr>
              <a:t>")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Child(Base):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B050"/>
                </a:solidFill>
                <a:latin typeface="+mn-ea"/>
              </a:rPr>
              <a:t>parent_id</a:t>
            </a:r>
            <a:r>
              <a:rPr lang="en-US" altLang="zh-CN" sz="1600" dirty="0">
                <a:latin typeface="+mn-ea"/>
              </a:rPr>
              <a:t>: Mapped[int]   # </a:t>
            </a:r>
            <a:r>
              <a:rPr lang="zh-CN" altLang="en-US" sz="1600" dirty="0">
                <a:latin typeface="+mn-ea"/>
              </a:rPr>
              <a:t>不需要外键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parent</a:t>
            </a:r>
            <a:r>
              <a:rPr lang="en-US" altLang="zh-CN" sz="1600" dirty="0">
                <a:latin typeface="+mn-ea"/>
              </a:rPr>
              <a:t>: Mapped["Parent"] =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relationship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+mn-ea"/>
              </a:rPr>
              <a:t>back_populates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children</a:t>
            </a:r>
            <a:r>
              <a:rPr lang="en-US" altLang="zh-CN" sz="1600" dirty="0">
                <a:latin typeface="+mn-ea"/>
              </a:rPr>
              <a:t>", 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=Child. </a:t>
            </a:r>
            <a:r>
              <a:rPr lang="en-US" altLang="zh-CN" sz="1600" dirty="0" err="1">
                <a:latin typeface="+mn-ea"/>
              </a:rPr>
              <a:t>parent_id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="Parent.id==</a:t>
            </a:r>
            <a:r>
              <a:rPr lang="en-US" altLang="zh-CN" sz="1600" dirty="0" err="1">
                <a:latin typeface="+mn-ea"/>
              </a:rPr>
              <a:t>Child.parent_id</a:t>
            </a:r>
            <a:r>
              <a:rPr lang="en-US" altLang="zh-CN" sz="1600" dirty="0">
                <a:latin typeface="+mn-ea"/>
              </a:rPr>
              <a:t>")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BC9B37-8444-AEC9-384C-B4C9F063ABBE}"/>
              </a:ext>
            </a:extLst>
          </p:cNvPr>
          <p:cNvSpPr txBox="1"/>
          <p:nvPr/>
        </p:nvSpPr>
        <p:spPr>
          <a:xfrm>
            <a:off x="823541" y="3054025"/>
            <a:ext cx="784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+mn-ea"/>
                <a:ea typeface="+mn-ea"/>
              </a:rPr>
              <a:t>back_populates</a:t>
            </a:r>
            <a:r>
              <a:rPr lang="zh-CN" altLang="en-US" dirty="0">
                <a:latin typeface="+mn-ea"/>
                <a:ea typeface="+mn-ea"/>
              </a:rPr>
              <a:t>：指示对象间的关联字段，关联双方需要互相设置</a:t>
            </a:r>
          </a:p>
        </p:txBody>
      </p:sp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4078CF91-07F9-2DD9-1FDC-12755E15A272}"/>
              </a:ext>
            </a:extLst>
          </p:cNvPr>
          <p:cNvSpPr/>
          <p:nvPr/>
        </p:nvSpPr>
        <p:spPr>
          <a:xfrm>
            <a:off x="6656189" y="5932997"/>
            <a:ext cx="1780051" cy="713761"/>
          </a:xfrm>
          <a:prstGeom prst="wedgeRectCallout">
            <a:avLst>
              <a:gd name="adj1" fmla="val -65664"/>
              <a:gd name="adj2" fmla="val -563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逻辑外键条件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4853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50C61-1C16-4D18-B7E0-41615980F518}"/>
              </a:ext>
            </a:extLst>
          </p:cNvPr>
          <p:cNvSpPr txBox="1"/>
          <p:nvPr/>
        </p:nvSpPr>
        <p:spPr>
          <a:xfrm>
            <a:off x="767706" y="2196647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relationship()</a:t>
            </a:r>
            <a:r>
              <a:rPr lang="zh-CN" altLang="en-US" b="1" dirty="0">
                <a:latin typeface="+mn-ea"/>
                <a:ea typeface="+mn-ea"/>
              </a:rPr>
              <a:t>是</a:t>
            </a:r>
            <a:r>
              <a:rPr lang="en-US" altLang="zh-CN" b="1" dirty="0" err="1">
                <a:latin typeface="+mn-ea"/>
                <a:ea typeface="+mn-ea"/>
              </a:rPr>
              <a:t>SQLAlchemy</a:t>
            </a:r>
            <a:r>
              <a:rPr lang="zh-CN" altLang="en-US" b="1" dirty="0">
                <a:latin typeface="+mn-ea"/>
                <a:ea typeface="+mn-ea"/>
              </a:rPr>
              <a:t>实现关系新设的关键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598074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一对一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176FC-BA39-4616-3BFD-F806DB362CF2}"/>
              </a:ext>
            </a:extLst>
          </p:cNvPr>
          <p:cNvSpPr txBox="1"/>
          <p:nvPr/>
        </p:nvSpPr>
        <p:spPr>
          <a:xfrm>
            <a:off x="895549" y="3276253"/>
            <a:ext cx="9865096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class Parent(Base):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rgbClr val="00B050"/>
                </a:solidFill>
                <a:latin typeface="+mn-ea"/>
              </a:rPr>
              <a:t>children</a:t>
            </a:r>
            <a:r>
              <a:rPr lang="en-US" altLang="zh-CN" sz="1600" dirty="0">
                <a:latin typeface="+mn-ea"/>
              </a:rPr>
              <a:t>: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Mapped["Child"]</a:t>
            </a:r>
            <a:r>
              <a:rPr lang="en-US" altLang="zh-CN" sz="1600" dirty="0">
                <a:latin typeface="+mn-ea"/>
              </a:rPr>
              <a:t> = 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relationship(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back_populates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="parent",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uselist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=False</a:t>
            </a:r>
            <a:r>
              <a:rPr lang="en-US" altLang="zh-CN" sz="1600" dirty="0">
                <a:latin typeface="+mn-ea"/>
              </a:rPr>
              <a:t>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Child(Base):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parent_id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: Mapped[int]   # 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不需要外键</a:t>
            </a:r>
            <a:endParaRPr lang="en-US" altLang="zh-CN" sz="16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   parent: Mapped["Parent"] = relationship(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back_populates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 ="children", 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foreign_keys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=Child. 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parent_id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', 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primaryjoin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="Parent.id==</a:t>
            </a:r>
            <a:r>
              <a:rPr lang="en-US" altLang="zh-CN" sz="1600" dirty="0" err="1">
                <a:solidFill>
                  <a:schemeClr val="tx1"/>
                </a:solidFill>
                <a:latin typeface="+mn-ea"/>
              </a:rPr>
              <a:t>Child.parent_id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")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4078CF91-07F9-2DD9-1FDC-12755E15A272}"/>
              </a:ext>
            </a:extLst>
          </p:cNvPr>
          <p:cNvSpPr/>
          <p:nvPr/>
        </p:nvSpPr>
        <p:spPr>
          <a:xfrm>
            <a:off x="9824541" y="4007953"/>
            <a:ext cx="2541698" cy="1098458"/>
          </a:xfrm>
          <a:prstGeom prst="wedgeRectCallout">
            <a:avLst>
              <a:gd name="adj1" fmla="val -65664"/>
              <a:gd name="adj2" fmla="val -563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n-ea"/>
              </a:rPr>
              <a:t>将映射的类去掉列表或集合即可，或者在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relationship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中设置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uselist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=False</a:t>
            </a:r>
            <a:endParaRPr lang="zh-CN" altLang="en-US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78116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51533" y="2227811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多对多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176FC-BA39-4616-3BFD-F806DB362CF2}"/>
              </a:ext>
            </a:extLst>
          </p:cNvPr>
          <p:cNvSpPr txBox="1"/>
          <p:nvPr/>
        </p:nvSpPr>
        <p:spPr>
          <a:xfrm>
            <a:off x="823541" y="3204245"/>
            <a:ext cx="9865096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 err="1">
                <a:latin typeface="+mn-ea"/>
              </a:rPr>
              <a:t>association_table</a:t>
            </a:r>
            <a:r>
              <a:rPr lang="en-US" altLang="zh-CN" sz="1600" dirty="0">
                <a:latin typeface="+mn-ea"/>
              </a:rPr>
              <a:t> = Table(</a:t>
            </a:r>
          </a:p>
          <a:p>
            <a:r>
              <a:rPr lang="en-US" altLang="zh-CN" sz="1600" dirty="0">
                <a:latin typeface="+mn-ea"/>
              </a:rPr>
              <a:t>    "</a:t>
            </a:r>
            <a:r>
              <a:rPr lang="en-US" altLang="zh-CN" sz="1600" dirty="0" err="1">
                <a:latin typeface="+mn-ea"/>
              </a:rPr>
              <a:t>association_table</a:t>
            </a:r>
            <a:r>
              <a:rPr lang="en-US" altLang="zh-CN" sz="1600" dirty="0">
                <a:latin typeface="+mn-ea"/>
              </a:rPr>
              <a:t>",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Base.metadata</a:t>
            </a:r>
            <a:r>
              <a:rPr lang="en-US" altLang="zh-CN" sz="1600" dirty="0">
                <a:latin typeface="+mn-ea"/>
              </a:rPr>
              <a:t>,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Column</a:t>
            </a:r>
            <a:r>
              <a:rPr lang="en-US" altLang="zh-CN" sz="1600" dirty="0">
                <a:latin typeface="+mn-ea"/>
              </a:rPr>
              <a:t>("</a:t>
            </a:r>
            <a:r>
              <a:rPr lang="en-US" altLang="zh-CN" sz="1600" dirty="0" err="1">
                <a:latin typeface="+mn-ea"/>
              </a:rPr>
              <a:t>left_id</a:t>
            </a:r>
            <a:r>
              <a:rPr lang="en-US" altLang="zh-CN" sz="1600" dirty="0">
                <a:latin typeface="+mn-ea"/>
              </a:rPr>
              <a:t>", </a:t>
            </a:r>
            <a:r>
              <a:rPr lang="en-US" altLang="zh-CN" sz="1600" dirty="0" err="1">
                <a:latin typeface="+mn-ea"/>
              </a:rPr>
              <a:t>ForeignKey</a:t>
            </a:r>
            <a:r>
              <a:rPr lang="en-US" altLang="zh-CN" sz="1600" dirty="0">
                <a:latin typeface="+mn-ea"/>
              </a:rPr>
              <a:t>("left_table.id")),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Column</a:t>
            </a:r>
            <a:r>
              <a:rPr lang="en-US" altLang="zh-CN" sz="1600" dirty="0">
                <a:latin typeface="+mn-ea"/>
              </a:rPr>
              <a:t>("</a:t>
            </a:r>
            <a:r>
              <a:rPr lang="en-US" altLang="zh-CN" sz="1600" dirty="0" err="1">
                <a:latin typeface="+mn-ea"/>
              </a:rPr>
              <a:t>right_id</a:t>
            </a:r>
            <a:r>
              <a:rPr lang="en-US" altLang="zh-CN" sz="1600" dirty="0">
                <a:latin typeface="+mn-ea"/>
              </a:rPr>
              <a:t>", </a:t>
            </a:r>
            <a:r>
              <a:rPr lang="en-US" altLang="zh-CN" sz="1600" dirty="0" err="1">
                <a:latin typeface="+mn-ea"/>
              </a:rPr>
              <a:t>ForeignKey</a:t>
            </a:r>
            <a:r>
              <a:rPr lang="en-US" altLang="zh-CN" sz="1600" dirty="0">
                <a:latin typeface="+mn-ea"/>
              </a:rPr>
              <a:t>("right_table.id")),</a:t>
            </a:r>
          </a:p>
          <a:p>
            <a:r>
              <a:rPr lang="en-US" altLang="zh-CN" sz="1600" dirty="0">
                <a:latin typeface="+mn-ea"/>
              </a:rPr>
              <a:t>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Parent(Base):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r>
              <a:rPr lang="en-US" altLang="zh-CN" sz="1600" dirty="0">
                <a:latin typeface="+mn-ea"/>
              </a:rPr>
              <a:t>    children: Mapped[List[Child]] = relationship(secondary=</a:t>
            </a:r>
            <a:r>
              <a:rPr lang="en-US" altLang="zh-CN" sz="1600" dirty="0" err="1">
                <a:latin typeface="+mn-ea"/>
              </a:rPr>
              <a:t>association_table</a:t>
            </a:r>
            <a:r>
              <a:rPr lang="en-US" altLang="zh-CN" sz="1600" dirty="0">
                <a:latin typeface="+mn-ea"/>
              </a:rPr>
              <a:t>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Child(Base):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  <a:endParaRPr lang="zh-CN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70C26B-25BA-A4E6-2F7B-351256F24B16}"/>
              </a:ext>
            </a:extLst>
          </p:cNvPr>
          <p:cNvSpPr txBox="1"/>
          <p:nvPr/>
        </p:nvSpPr>
        <p:spPr>
          <a:xfrm>
            <a:off x="767706" y="2668674"/>
            <a:ext cx="6191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需要新增一张关联关系表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FB947CCF-2244-6AB2-455B-87C4F502B848}"/>
              </a:ext>
            </a:extLst>
          </p:cNvPr>
          <p:cNvSpPr/>
          <p:nvPr/>
        </p:nvSpPr>
        <p:spPr>
          <a:xfrm>
            <a:off x="9896549" y="5724525"/>
            <a:ext cx="1780051" cy="713761"/>
          </a:xfrm>
          <a:prstGeom prst="wedgeRectCallout">
            <a:avLst>
              <a:gd name="adj1" fmla="val -66050"/>
              <a:gd name="adj2" fmla="val -514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物理外键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3ADA88FE-4719-CCD6-3B1C-C54BBBF435EE}"/>
              </a:ext>
            </a:extLst>
          </p:cNvPr>
          <p:cNvSpPr/>
          <p:nvPr/>
        </p:nvSpPr>
        <p:spPr>
          <a:xfrm>
            <a:off x="4927997" y="3077412"/>
            <a:ext cx="2520280" cy="713761"/>
          </a:xfrm>
          <a:prstGeom prst="wedgeRectCallout">
            <a:avLst>
              <a:gd name="adj1" fmla="val -102742"/>
              <a:gd name="adj2" fmla="val 852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而不是</a:t>
            </a:r>
            <a:r>
              <a:rPr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Mapped_column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0159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多对多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176FC-BA39-4616-3BFD-F806DB362CF2}"/>
              </a:ext>
            </a:extLst>
          </p:cNvPr>
          <p:cNvSpPr txBox="1"/>
          <p:nvPr/>
        </p:nvSpPr>
        <p:spPr>
          <a:xfrm>
            <a:off x="895549" y="3357840"/>
            <a:ext cx="11089232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class </a:t>
            </a:r>
            <a:r>
              <a:rPr lang="en-US" altLang="zh-CN" sz="1600" dirty="0" err="1">
                <a:latin typeface="+mn-ea"/>
              </a:rPr>
              <a:t>ParentChildAssociation</a:t>
            </a:r>
            <a:r>
              <a:rPr lang="en-US" altLang="zh-CN" sz="1600" dirty="0">
                <a:latin typeface="+mn-ea"/>
              </a:rPr>
              <a:t>(Base):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parent_id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child_id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()</a:t>
            </a:r>
          </a:p>
          <a:p>
            <a:r>
              <a:rPr lang="en-US" altLang="zh-CN" sz="1600" dirty="0">
                <a:latin typeface="+mn-ea"/>
              </a:rPr>
              <a:t>    parent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</a:t>
            </a:r>
            <a:r>
              <a:rPr lang="en-US" altLang="zh-CN" sz="1600" dirty="0" err="1">
                <a:latin typeface="+mn-ea"/>
              </a:rPr>
              <a:t>Parrent</a:t>
            </a:r>
            <a:r>
              <a:rPr lang="en-US" altLang="zh-CN" sz="1600" dirty="0">
                <a:latin typeface="+mn-ea"/>
              </a:rPr>
              <a:t>", 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backref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ParentChildAssociation</a:t>
            </a:r>
            <a:r>
              <a:rPr lang="en-US" altLang="zh-CN" sz="1600" dirty="0">
                <a:latin typeface="+mn-ea"/>
              </a:rPr>
              <a:t>",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 </a:t>
            </a:r>
            <a:r>
              <a:rPr lang="en-US" altLang="zh-CN" sz="1600" dirty="0" err="1">
                <a:latin typeface="+mn-ea"/>
              </a:rPr>
              <a:t>ParentChildAssociation.student_id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="Parent.id== </a:t>
            </a:r>
            <a:r>
              <a:rPr lang="en-US" altLang="zh-CN" sz="1600" dirty="0" err="1">
                <a:latin typeface="+mn-ea"/>
              </a:rPr>
              <a:t>ParentChildAssociation.parent_id</a:t>
            </a:r>
            <a:r>
              <a:rPr lang="en-US" altLang="zh-CN" sz="1600" dirty="0">
                <a:latin typeface="+mn-ea"/>
              </a:rPr>
              <a:t>")</a:t>
            </a:r>
          </a:p>
          <a:p>
            <a:r>
              <a:rPr lang="en-US" altLang="zh-CN" sz="1600" dirty="0">
                <a:latin typeface="+mn-ea"/>
              </a:rPr>
              <a:t>    child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("Child", 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backref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ParrentChild</a:t>
            </a:r>
            <a:r>
              <a:rPr lang="en-US" altLang="zh-CN" sz="1600" dirty="0">
                <a:latin typeface="+mn-ea"/>
              </a:rPr>
              <a:t>",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 </a:t>
            </a:r>
            <a:r>
              <a:rPr lang="en-US" altLang="zh-CN" sz="1600" dirty="0" err="1">
                <a:latin typeface="+mn-ea"/>
              </a:rPr>
              <a:t>ParentChildAssociation.child_id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="Child.id== </a:t>
            </a:r>
            <a:r>
              <a:rPr lang="en-US" altLang="zh-CN" sz="1600" dirty="0" err="1">
                <a:latin typeface="+mn-ea"/>
              </a:rPr>
              <a:t>ParentChildAssociation.child_id</a:t>
            </a:r>
            <a:r>
              <a:rPr lang="en-US" altLang="zh-CN" sz="1600" dirty="0">
                <a:latin typeface="+mn-ea"/>
              </a:rPr>
              <a:t>")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Parent(Base):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  <a:p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Child(Base):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=True)</a:t>
            </a:r>
          </a:p>
        </p:txBody>
      </p:sp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4078CF91-07F9-2DD9-1FDC-12755E15A272}"/>
              </a:ext>
            </a:extLst>
          </p:cNvPr>
          <p:cNvSpPr/>
          <p:nvPr/>
        </p:nvSpPr>
        <p:spPr>
          <a:xfrm>
            <a:off x="8723003" y="5292477"/>
            <a:ext cx="2541698" cy="1098458"/>
          </a:xfrm>
          <a:prstGeom prst="wedgeRectCallout">
            <a:avLst>
              <a:gd name="adj1" fmla="val -72427"/>
              <a:gd name="adj2" fmla="val -563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n-ea"/>
              </a:rPr>
              <a:t>所有的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relationship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都只需要在关联表中描述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EE8045-32CC-0840-3F4F-19C603BBEA84}"/>
              </a:ext>
            </a:extLst>
          </p:cNvPr>
          <p:cNvSpPr txBox="1"/>
          <p:nvPr/>
        </p:nvSpPr>
        <p:spPr>
          <a:xfrm>
            <a:off x="823541" y="2605318"/>
            <a:ext cx="9289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backref</a:t>
            </a:r>
            <a:r>
              <a:rPr lang="zh-CN" altLang="en-US" dirty="0"/>
              <a:t>：动态创建双向关联关系，这样就只需要在一侧设置</a:t>
            </a:r>
            <a:r>
              <a:rPr lang="en-US" altLang="zh-CN" dirty="0"/>
              <a:t>relationship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    </a:t>
            </a:r>
            <a:r>
              <a:rPr lang="zh-CN" altLang="en-US" dirty="0"/>
              <a:t>但在一般情况下应使用</a:t>
            </a:r>
            <a:r>
              <a:rPr lang="en-US" altLang="zh-CN" dirty="0" err="1"/>
              <a:t>back_populates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43796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CFB8780-3449-F668-0E4F-6E18AA8A4681}"/>
              </a:ext>
            </a:extLst>
          </p:cNvPr>
          <p:cNvGrpSpPr/>
          <p:nvPr/>
        </p:nvGrpSpPr>
        <p:grpSpPr>
          <a:xfrm>
            <a:off x="909693" y="2728535"/>
            <a:ext cx="5078530" cy="3093078"/>
            <a:chOff x="899229" y="2837662"/>
            <a:chExt cx="5078530" cy="309307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EDF4F45-D500-2C6A-33E6-E0B0D25E6E84}"/>
                </a:ext>
              </a:extLst>
            </p:cNvPr>
            <p:cNvSpPr/>
            <p:nvPr/>
          </p:nvSpPr>
          <p:spPr>
            <a:xfrm>
              <a:off x="902677" y="3190183"/>
              <a:ext cx="1222468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Student</a:t>
              </a:r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9EE1E0-809E-A105-25E9-33FEF4912723}"/>
                </a:ext>
              </a:extLst>
            </p:cNvPr>
            <p:cNvSpPr/>
            <p:nvPr/>
          </p:nvSpPr>
          <p:spPr>
            <a:xfrm>
              <a:off x="4753623" y="3190183"/>
              <a:ext cx="122413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Address</a:t>
              </a:r>
              <a:endParaRPr lang="zh-CN" altLang="en-US" dirty="0"/>
            </a:p>
          </p:txBody>
        </p:sp>
        <p:sp>
          <p:nvSpPr>
            <p:cNvPr id="11" name="流程图: 决策 10">
              <a:extLst>
                <a:ext uri="{FF2B5EF4-FFF2-40B4-BE49-F238E27FC236}">
                  <a16:creationId xmlns:a16="http://schemas.microsoft.com/office/drawing/2014/main" id="{CCCC489E-86ED-8685-49D2-4C5EB0B063DE}"/>
                </a:ext>
              </a:extLst>
            </p:cNvPr>
            <p:cNvSpPr/>
            <p:nvPr/>
          </p:nvSpPr>
          <p:spPr>
            <a:xfrm>
              <a:off x="2899324" y="3118175"/>
              <a:ext cx="1080120" cy="520186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拥有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16DE9DD-5FA4-DF72-DAA8-1831E6E2D489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>
              <a:off x="2125145" y="3374849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01A5860-0FA8-BC1F-7639-2AFDB848A7E9}"/>
                </a:ext>
              </a:extLst>
            </p:cNvPr>
            <p:cNvCxnSpPr>
              <a:stCxn id="11" idx="3"/>
              <a:endCxn id="10" idx="1"/>
            </p:cNvCxnSpPr>
            <p:nvPr/>
          </p:nvCxnSpPr>
          <p:spPr>
            <a:xfrm flipV="1">
              <a:off x="3979444" y="3374849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F35B72F-8A61-5A13-FF04-EDB4EA9DDDFC}"/>
                </a:ext>
              </a:extLst>
            </p:cNvPr>
            <p:cNvSpPr txBox="1"/>
            <p:nvPr/>
          </p:nvSpPr>
          <p:spPr>
            <a:xfrm>
              <a:off x="2378171" y="2837662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568D8B6-19B6-69BA-33FA-297EA62C7F69}"/>
                </a:ext>
              </a:extLst>
            </p:cNvPr>
            <p:cNvSpPr txBox="1"/>
            <p:nvPr/>
          </p:nvSpPr>
          <p:spPr>
            <a:xfrm>
              <a:off x="4249567" y="2837662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64320E0-1B82-C72A-8D68-5CEFCCDCF801}"/>
                </a:ext>
              </a:extLst>
            </p:cNvPr>
            <p:cNvSpPr/>
            <p:nvPr/>
          </p:nvSpPr>
          <p:spPr>
            <a:xfrm>
              <a:off x="899229" y="4326879"/>
              <a:ext cx="1222468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Class</a:t>
              </a:r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1481FE6-3568-4782-5DEF-DF5716174E4A}"/>
                </a:ext>
              </a:extLst>
            </p:cNvPr>
            <p:cNvSpPr/>
            <p:nvPr/>
          </p:nvSpPr>
          <p:spPr>
            <a:xfrm>
              <a:off x="4750175" y="4326879"/>
              <a:ext cx="122413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Student</a:t>
              </a:r>
              <a:endParaRPr lang="zh-CN" altLang="en-US" dirty="0"/>
            </a:p>
          </p:txBody>
        </p:sp>
        <p:sp>
          <p:nvSpPr>
            <p:cNvPr id="21" name="流程图: 决策 20">
              <a:extLst>
                <a:ext uri="{FF2B5EF4-FFF2-40B4-BE49-F238E27FC236}">
                  <a16:creationId xmlns:a16="http://schemas.microsoft.com/office/drawing/2014/main" id="{D3D10CD8-7EBA-1C56-5843-C47C0AB2F531}"/>
                </a:ext>
              </a:extLst>
            </p:cNvPr>
            <p:cNvSpPr/>
            <p:nvPr/>
          </p:nvSpPr>
          <p:spPr>
            <a:xfrm>
              <a:off x="2895876" y="4254871"/>
              <a:ext cx="1080120" cy="520186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拥有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3F8A4EE-E949-9381-F944-2CE377F76EC7}"/>
                </a:ext>
              </a:extLst>
            </p:cNvPr>
            <p:cNvCxnSpPr>
              <a:cxnSpLocks/>
              <a:stCxn id="19" idx="3"/>
              <a:endCxn id="21" idx="1"/>
            </p:cNvCxnSpPr>
            <p:nvPr/>
          </p:nvCxnSpPr>
          <p:spPr>
            <a:xfrm>
              <a:off x="2121697" y="4511545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F63BDFD-5739-FFAD-0397-93128A59AEEF}"/>
                </a:ext>
              </a:extLst>
            </p:cNvPr>
            <p:cNvCxnSpPr>
              <a:stCxn id="21" idx="3"/>
              <a:endCxn id="20" idx="1"/>
            </p:cNvCxnSpPr>
            <p:nvPr/>
          </p:nvCxnSpPr>
          <p:spPr>
            <a:xfrm flipV="1">
              <a:off x="3975996" y="4511545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A7FFEC7-9E97-A583-8F28-0FA7FE747B12}"/>
                </a:ext>
              </a:extLst>
            </p:cNvPr>
            <p:cNvSpPr txBox="1"/>
            <p:nvPr/>
          </p:nvSpPr>
          <p:spPr>
            <a:xfrm>
              <a:off x="2374723" y="3974358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96285D1-5F2A-58B8-8253-05565D05E951}"/>
                </a:ext>
              </a:extLst>
            </p:cNvPr>
            <p:cNvSpPr txBox="1"/>
            <p:nvPr/>
          </p:nvSpPr>
          <p:spPr>
            <a:xfrm>
              <a:off x="4246119" y="3974358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 n</a:t>
              </a:r>
              <a:endParaRPr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54BE581-CF5A-4E9D-37BB-6A19B947DAFB}"/>
                </a:ext>
              </a:extLst>
            </p:cNvPr>
            <p:cNvSpPr/>
            <p:nvPr/>
          </p:nvSpPr>
          <p:spPr>
            <a:xfrm>
              <a:off x="899229" y="5482562"/>
              <a:ext cx="1222468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Course</a:t>
              </a:r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DAFEED7-7027-15CB-0F50-4AD21653BDB3}"/>
                </a:ext>
              </a:extLst>
            </p:cNvPr>
            <p:cNvSpPr/>
            <p:nvPr/>
          </p:nvSpPr>
          <p:spPr>
            <a:xfrm>
              <a:off x="4750175" y="5482562"/>
              <a:ext cx="122413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Student</a:t>
              </a:r>
              <a:endParaRPr lang="zh-CN" altLang="en-US" dirty="0"/>
            </a:p>
          </p:txBody>
        </p:sp>
        <p:sp>
          <p:nvSpPr>
            <p:cNvPr id="28" name="流程图: 决策 27">
              <a:extLst>
                <a:ext uri="{FF2B5EF4-FFF2-40B4-BE49-F238E27FC236}">
                  <a16:creationId xmlns:a16="http://schemas.microsoft.com/office/drawing/2014/main" id="{9336B7A4-9F31-1B4D-0D84-AC557062A8C3}"/>
                </a:ext>
              </a:extLst>
            </p:cNvPr>
            <p:cNvSpPr/>
            <p:nvPr/>
          </p:nvSpPr>
          <p:spPr>
            <a:xfrm>
              <a:off x="2895876" y="5410554"/>
              <a:ext cx="1080120" cy="520186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拥有</a:t>
              </a: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7156DDB-DAD2-7B34-6E0A-808AF16A8448}"/>
                </a:ext>
              </a:extLst>
            </p:cNvPr>
            <p:cNvCxnSpPr>
              <a:cxnSpLocks/>
              <a:stCxn id="26" idx="3"/>
              <a:endCxn id="28" idx="1"/>
            </p:cNvCxnSpPr>
            <p:nvPr/>
          </p:nvCxnSpPr>
          <p:spPr>
            <a:xfrm>
              <a:off x="2121697" y="5667228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21A5075-F097-C6A7-A111-26DAA6274084}"/>
                </a:ext>
              </a:extLst>
            </p:cNvPr>
            <p:cNvCxnSpPr>
              <a:stCxn id="28" idx="3"/>
              <a:endCxn id="27" idx="1"/>
            </p:cNvCxnSpPr>
            <p:nvPr/>
          </p:nvCxnSpPr>
          <p:spPr>
            <a:xfrm flipV="1">
              <a:off x="3975996" y="5667228"/>
              <a:ext cx="774179" cy="34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A93F2AB-087A-1985-8356-7F710DADEF0E}"/>
                </a:ext>
              </a:extLst>
            </p:cNvPr>
            <p:cNvSpPr txBox="1"/>
            <p:nvPr/>
          </p:nvSpPr>
          <p:spPr>
            <a:xfrm>
              <a:off x="2391820" y="5139403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1DE6C10-089A-3EC8-BE2E-82575FBB1C37}"/>
                </a:ext>
              </a:extLst>
            </p:cNvPr>
            <p:cNvSpPr txBox="1"/>
            <p:nvPr/>
          </p:nvSpPr>
          <p:spPr>
            <a:xfrm>
              <a:off x="4246119" y="5130041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 n</a:t>
              </a:r>
              <a:endParaRPr lang="zh-CN" altLang="en-US" dirty="0"/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CC8F6-9FBB-4590-BEA3-C9772EBE7482}"/>
              </a:ext>
            </a:extLst>
          </p:cNvPr>
          <p:cNvSpPr txBox="1"/>
          <p:nvPr/>
        </p:nvSpPr>
        <p:spPr>
          <a:xfrm>
            <a:off x="6127979" y="3131566"/>
            <a:ext cx="6048672" cy="26776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latin typeface="+mn-ea"/>
              </a:rPr>
              <a:t>class Student(</a:t>
            </a:r>
            <a:r>
              <a:rPr lang="en-US" altLang="zh-CN" sz="1200" dirty="0" err="1">
                <a:latin typeface="+mn-ea"/>
              </a:rPr>
              <a:t>db.Model</a:t>
            </a:r>
            <a:r>
              <a:rPr lang="en-US" altLang="zh-CN" sz="1200" dirty="0">
                <a:latin typeface="+mn-ea"/>
              </a:rPr>
              <a:t>):</a:t>
            </a:r>
          </a:p>
          <a:p>
            <a:r>
              <a:rPr lang="en-US" altLang="zh-CN" sz="1200" dirty="0">
                <a:latin typeface="+mn-ea"/>
              </a:rPr>
              <a:t>    id: Mapped[int] = </a:t>
            </a:r>
            <a:r>
              <a:rPr lang="en-US" altLang="zh-CN" sz="1200" dirty="0" err="1">
                <a:latin typeface="+mn-ea"/>
              </a:rPr>
              <a:t>mapped_column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dirty="0" err="1">
                <a:latin typeface="+mn-ea"/>
              </a:rPr>
              <a:t>primary_key</a:t>
            </a:r>
            <a:r>
              <a:rPr lang="en-US" altLang="zh-CN" sz="1200" dirty="0">
                <a:latin typeface="+mn-ea"/>
              </a:rPr>
              <a:t>=True, autoincrement=True)</a:t>
            </a:r>
          </a:p>
          <a:p>
            <a:r>
              <a:rPr lang="en-US" altLang="zh-CN" sz="1200" dirty="0">
                <a:latin typeface="+mn-ea"/>
              </a:rPr>
              <a:t>    username: Mapped[str] = </a:t>
            </a:r>
            <a:r>
              <a:rPr lang="en-US" altLang="zh-CN" sz="1200" dirty="0" err="1">
                <a:latin typeface="+mn-ea"/>
              </a:rPr>
              <a:t>mapped_column</a:t>
            </a:r>
            <a:r>
              <a:rPr lang="en-US" altLang="zh-CN" sz="1200" dirty="0">
                <a:latin typeface="+mn-ea"/>
              </a:rPr>
              <a:t>(unique=True)</a:t>
            </a:r>
          </a:p>
          <a:p>
            <a:r>
              <a:rPr lang="en-US" altLang="zh-CN" sz="1200" dirty="0">
                <a:latin typeface="+mn-ea"/>
              </a:rPr>
              <a:t>    password: Mapped[str]</a:t>
            </a:r>
          </a:p>
          <a:p>
            <a:r>
              <a:rPr lang="en-US" altLang="zh-CN" sz="1200" dirty="0">
                <a:latin typeface="+mn-ea"/>
              </a:rPr>
              <a:t>    </a:t>
            </a:r>
            <a:r>
              <a:rPr lang="en-US" altLang="zh-CN" sz="1200" dirty="0" err="1">
                <a:latin typeface="+mn-ea"/>
              </a:rPr>
              <a:t>classroom_id</a:t>
            </a:r>
            <a:r>
              <a:rPr lang="en-US" altLang="zh-CN" sz="1200" dirty="0">
                <a:latin typeface="+mn-ea"/>
              </a:rPr>
              <a:t>: Mapped[int]</a:t>
            </a:r>
          </a:p>
          <a:p>
            <a:r>
              <a:rPr lang="en-US" altLang="zh-CN" sz="1200" dirty="0">
                <a:latin typeface="+mn-ea"/>
              </a:rPr>
              <a:t>    classroom=</a:t>
            </a:r>
            <a:r>
              <a:rPr lang="en-US" altLang="zh-CN" sz="1200" dirty="0" err="1">
                <a:latin typeface="+mn-ea"/>
              </a:rPr>
              <a:t>db.relationship</a:t>
            </a:r>
            <a:r>
              <a:rPr lang="en-US" altLang="zh-CN" sz="1200" dirty="0">
                <a:latin typeface="+mn-ea"/>
              </a:rPr>
              <a:t>("Classroom", </a:t>
            </a:r>
            <a:r>
              <a:rPr lang="en-US" altLang="zh-CN" sz="1200" dirty="0" err="1">
                <a:latin typeface="+mn-ea"/>
              </a:rPr>
              <a:t>uselist</a:t>
            </a:r>
            <a:r>
              <a:rPr lang="en-US" altLang="zh-CN" sz="1200" dirty="0">
                <a:latin typeface="+mn-ea"/>
              </a:rPr>
              <a:t>=False, </a:t>
            </a:r>
            <a:r>
              <a:rPr lang="en-US" altLang="zh-CN" sz="1200" dirty="0" err="1">
                <a:latin typeface="+mn-ea"/>
              </a:rPr>
              <a:t>back_populates</a:t>
            </a:r>
            <a:r>
              <a:rPr lang="en-US" altLang="zh-CN" sz="1200" dirty="0">
                <a:latin typeface="+mn-ea"/>
              </a:rPr>
              <a:t>="classrooms", lazy="subquery", </a:t>
            </a:r>
            <a:r>
              <a:rPr lang="en-US" altLang="zh-CN" sz="1200" dirty="0" err="1">
                <a:latin typeface="+mn-ea"/>
              </a:rPr>
              <a:t>foreign_keys</a:t>
            </a:r>
            <a:r>
              <a:rPr lang="en-US" altLang="zh-CN" sz="1200" dirty="0">
                <a:latin typeface="+mn-ea"/>
              </a:rPr>
              <a:t>='</a:t>
            </a:r>
            <a:r>
              <a:rPr lang="en-US" altLang="zh-CN" sz="1200" dirty="0" err="1">
                <a:latin typeface="+mn-ea"/>
              </a:rPr>
              <a:t>Student.classroom_id</a:t>
            </a:r>
            <a:r>
              <a:rPr lang="en-US" altLang="zh-CN" sz="1200" dirty="0">
                <a:latin typeface="+mn-ea"/>
              </a:rPr>
              <a:t>', </a:t>
            </a:r>
            <a:r>
              <a:rPr lang="en-US" altLang="zh-CN" sz="1200" dirty="0" err="1">
                <a:latin typeface="+mn-ea"/>
              </a:rPr>
              <a:t>primaryjoin</a:t>
            </a:r>
            <a:r>
              <a:rPr lang="en-US" altLang="zh-CN" sz="1200" dirty="0">
                <a:latin typeface="+mn-ea"/>
              </a:rPr>
              <a:t>="</a:t>
            </a:r>
            <a:r>
              <a:rPr lang="en-US" altLang="zh-CN" sz="1200" dirty="0" err="1">
                <a:latin typeface="+mn-ea"/>
              </a:rPr>
              <a:t>Student.classroom_id</a:t>
            </a:r>
            <a:r>
              <a:rPr lang="en-US" altLang="zh-CN" sz="1200" dirty="0">
                <a:latin typeface="+mn-ea"/>
              </a:rPr>
              <a:t>==Classroom.id")</a:t>
            </a:r>
          </a:p>
          <a:p>
            <a:r>
              <a:rPr lang="en-US" altLang="zh-CN" sz="1200" dirty="0">
                <a:latin typeface="+mn-ea"/>
              </a:rPr>
              <a:t>    </a:t>
            </a:r>
            <a:r>
              <a:rPr lang="en-US" altLang="zh-CN" sz="1200" dirty="0" err="1">
                <a:latin typeface="+mn-ea"/>
              </a:rPr>
              <a:t>address_id</a:t>
            </a:r>
            <a:r>
              <a:rPr lang="en-US" altLang="zh-CN" sz="1200" dirty="0">
                <a:latin typeface="+mn-ea"/>
              </a:rPr>
              <a:t>: Mapped[int]</a:t>
            </a:r>
          </a:p>
          <a:p>
            <a:r>
              <a:rPr lang="en-US" altLang="zh-CN" sz="1200" dirty="0">
                <a:latin typeface="+mn-ea"/>
              </a:rPr>
              <a:t>    address = </a:t>
            </a:r>
            <a:r>
              <a:rPr lang="en-US" altLang="zh-CN" sz="1200" dirty="0" err="1">
                <a:latin typeface="+mn-ea"/>
              </a:rPr>
              <a:t>db.relationship</a:t>
            </a:r>
            <a:r>
              <a:rPr lang="en-US" altLang="zh-CN" sz="1200" dirty="0">
                <a:latin typeface="+mn-ea"/>
              </a:rPr>
              <a:t>("Address",</a:t>
            </a:r>
            <a:r>
              <a:rPr lang="en-US" altLang="zh-CN" sz="1200" dirty="0" err="1">
                <a:latin typeface="+mn-ea"/>
              </a:rPr>
              <a:t>uselist</a:t>
            </a:r>
            <a:r>
              <a:rPr lang="en-US" altLang="zh-CN" sz="1200" dirty="0">
                <a:latin typeface="+mn-ea"/>
              </a:rPr>
              <a:t>=False, </a:t>
            </a:r>
            <a:r>
              <a:rPr lang="en-US" altLang="zh-CN" sz="1200" dirty="0" err="1">
                <a:latin typeface="+mn-ea"/>
              </a:rPr>
              <a:t>back_populates</a:t>
            </a:r>
            <a:r>
              <a:rPr lang="en-US" altLang="zh-CN" sz="1200" dirty="0">
                <a:latin typeface="+mn-ea"/>
              </a:rPr>
              <a:t>="student", lazy="subquery",</a:t>
            </a:r>
            <a:r>
              <a:rPr lang="en-US" altLang="zh-CN" sz="1200" dirty="0" err="1">
                <a:latin typeface="+mn-ea"/>
              </a:rPr>
              <a:t>foreign_keys</a:t>
            </a:r>
            <a:r>
              <a:rPr lang="en-US" altLang="zh-CN" sz="1200" dirty="0">
                <a:latin typeface="+mn-ea"/>
              </a:rPr>
              <a:t>='</a:t>
            </a:r>
            <a:r>
              <a:rPr lang="en-US" altLang="zh-CN" sz="1200" dirty="0" err="1">
                <a:latin typeface="+mn-ea"/>
              </a:rPr>
              <a:t>Student.address_id</a:t>
            </a:r>
            <a:r>
              <a:rPr lang="en-US" altLang="zh-CN" sz="1200" dirty="0">
                <a:latin typeface="+mn-ea"/>
              </a:rPr>
              <a:t>', </a:t>
            </a:r>
            <a:r>
              <a:rPr lang="en-US" altLang="zh-CN" sz="1200" dirty="0" err="1">
                <a:latin typeface="+mn-ea"/>
              </a:rPr>
              <a:t>primaryjoin</a:t>
            </a:r>
            <a:r>
              <a:rPr lang="en-US" altLang="zh-CN" sz="1200" dirty="0">
                <a:latin typeface="+mn-ea"/>
              </a:rPr>
              <a:t>="Address.id==</a:t>
            </a:r>
            <a:r>
              <a:rPr lang="en-US" altLang="zh-CN" sz="1200" dirty="0" err="1">
                <a:latin typeface="+mn-ea"/>
              </a:rPr>
              <a:t>Student.address_id</a:t>
            </a:r>
            <a:r>
              <a:rPr lang="en-US" altLang="zh-CN" sz="1200" dirty="0">
                <a:latin typeface="+mn-ea"/>
              </a:rPr>
              <a:t>")</a:t>
            </a:r>
          </a:p>
          <a:p>
            <a:r>
              <a:rPr lang="en-US" altLang="zh-CN" sz="1200" dirty="0">
                <a:latin typeface="+mn-ea"/>
              </a:rPr>
              <a:t>    </a:t>
            </a:r>
            <a:r>
              <a:rPr lang="en-US" altLang="zh-CN" sz="1200" dirty="0" err="1">
                <a:latin typeface="+mn-ea"/>
              </a:rPr>
              <a:t>is_active</a:t>
            </a:r>
            <a:r>
              <a:rPr lang="en-US" altLang="zh-CN" sz="1200" dirty="0">
                <a:latin typeface="+mn-ea"/>
              </a:rPr>
              <a:t>: Mapped[int] = </a:t>
            </a:r>
            <a:r>
              <a:rPr lang="en-US" altLang="zh-CN" sz="1200" dirty="0" err="1">
                <a:latin typeface="+mn-ea"/>
              </a:rPr>
              <a:t>mapped_column</a:t>
            </a:r>
            <a:r>
              <a:rPr lang="en-US" altLang="zh-CN" sz="1200" dirty="0">
                <a:latin typeface="+mn-ea"/>
              </a:rPr>
              <a:t>(Integer, default=1)</a:t>
            </a:r>
          </a:p>
        </p:txBody>
      </p:sp>
    </p:spTree>
    <p:extLst>
      <p:ext uri="{BB962C8B-B14F-4D97-AF65-F5344CB8AC3E}">
        <p14:creationId xmlns:p14="http://schemas.microsoft.com/office/powerpoint/2010/main" val="38493219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CC8F6-9FBB-4590-BEA3-C9772EBE7482}"/>
              </a:ext>
            </a:extLst>
          </p:cNvPr>
          <p:cNvSpPr txBox="1"/>
          <p:nvPr/>
        </p:nvSpPr>
        <p:spPr>
          <a:xfrm>
            <a:off x="895549" y="3049015"/>
            <a:ext cx="10873208" cy="329320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class Student(</a:t>
            </a:r>
            <a:r>
              <a:rPr lang="en-US" altLang="zh-CN" sz="1600" dirty="0" err="1">
                <a:latin typeface="+mn-ea"/>
              </a:rPr>
              <a:t>db.Model</a:t>
            </a:r>
            <a:r>
              <a:rPr lang="en-US" altLang="zh-CN" sz="1600" dirty="0">
                <a:latin typeface="+mn-ea"/>
              </a:rPr>
              <a:t>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=True, autoincrement=True)</a:t>
            </a:r>
          </a:p>
          <a:p>
            <a:r>
              <a:rPr lang="en-US" altLang="zh-CN" sz="1600" dirty="0">
                <a:latin typeface="+mn-ea"/>
              </a:rPr>
              <a:t>    username: Mapped[str]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(unique=True)</a:t>
            </a:r>
          </a:p>
          <a:p>
            <a:r>
              <a:rPr lang="en-US" altLang="zh-CN" sz="1600" dirty="0">
                <a:latin typeface="+mn-ea"/>
              </a:rPr>
              <a:t>    # </a:t>
            </a:r>
            <a:r>
              <a:rPr lang="zh-CN" altLang="en-US" sz="1600" dirty="0">
                <a:latin typeface="+mn-ea"/>
              </a:rPr>
              <a:t>多对一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classroom_id</a:t>
            </a:r>
            <a:r>
              <a:rPr lang="en-US" altLang="zh-CN" sz="1600" dirty="0">
                <a:latin typeface="+mn-ea"/>
              </a:rPr>
              <a:t>: Mapped[int]</a:t>
            </a:r>
          </a:p>
          <a:p>
            <a:r>
              <a:rPr lang="en-US" altLang="zh-CN" sz="1600" dirty="0">
                <a:latin typeface="+mn-ea"/>
              </a:rPr>
              <a:t>    classroom=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("Classroom", 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latin typeface="+mn-ea"/>
              </a:rPr>
              <a:t>back_populates</a:t>
            </a:r>
            <a:r>
              <a:rPr lang="en-US" altLang="zh-CN" sz="1600" dirty="0">
                <a:latin typeface="+mn-ea"/>
              </a:rPr>
              <a:t>="classrooms", lazy="subquery", 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</a:t>
            </a:r>
            <a:r>
              <a:rPr lang="en-US" altLang="zh-CN" sz="1600" dirty="0" err="1">
                <a:latin typeface="+mn-ea"/>
              </a:rPr>
              <a:t>Student.classroom_id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Student.classroom_id</a:t>
            </a:r>
            <a:r>
              <a:rPr lang="en-US" altLang="zh-CN" sz="1600" dirty="0">
                <a:latin typeface="+mn-ea"/>
              </a:rPr>
              <a:t>==Classroom.id")</a:t>
            </a:r>
          </a:p>
          <a:p>
            <a:r>
              <a:rPr lang="en-US" altLang="zh-CN" sz="1600" dirty="0">
                <a:latin typeface="+mn-ea"/>
              </a:rPr>
              <a:t>    # </a:t>
            </a:r>
            <a:r>
              <a:rPr lang="zh-CN" altLang="en-US" sz="1600" dirty="0">
                <a:latin typeface="+mn-ea"/>
              </a:rPr>
              <a:t>一对一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address_id</a:t>
            </a:r>
            <a:r>
              <a:rPr lang="en-US" altLang="zh-CN" sz="1600" dirty="0">
                <a:latin typeface="+mn-ea"/>
              </a:rPr>
              <a:t>: Mapped[int]</a:t>
            </a:r>
          </a:p>
          <a:p>
            <a:r>
              <a:rPr lang="en-US" altLang="zh-CN" sz="1600" dirty="0">
                <a:latin typeface="+mn-ea"/>
              </a:rPr>
              <a:t>    address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("Address",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latin typeface="+mn-ea"/>
              </a:rPr>
              <a:t>back_populates</a:t>
            </a:r>
            <a:r>
              <a:rPr lang="en-US" altLang="zh-CN" sz="1600" dirty="0">
                <a:latin typeface="+mn-ea"/>
              </a:rPr>
              <a:t>="student", lazy="subquery",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</a:t>
            </a:r>
            <a:r>
              <a:rPr lang="en-US" altLang="zh-CN" sz="1600" dirty="0" err="1">
                <a:latin typeface="+mn-ea"/>
              </a:rPr>
              <a:t>Student.address_id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="Address.id==</a:t>
            </a:r>
            <a:r>
              <a:rPr lang="en-US" altLang="zh-CN" sz="1600" dirty="0" err="1">
                <a:latin typeface="+mn-ea"/>
              </a:rPr>
              <a:t>Student.address_id</a:t>
            </a:r>
            <a:r>
              <a:rPr lang="en-US" altLang="zh-CN" sz="1600" dirty="0">
                <a:latin typeface="+mn-ea"/>
              </a:rPr>
              <a:t>")</a:t>
            </a:r>
          </a:p>
          <a:p>
            <a:r>
              <a:rPr lang="en-US" altLang="zh-CN" sz="1600" dirty="0">
                <a:latin typeface="+mn-ea"/>
              </a:rPr>
              <a:t>    # </a:t>
            </a:r>
            <a:r>
              <a:rPr lang="zh-CN" altLang="en-US" sz="1600" dirty="0">
                <a:latin typeface="+mn-ea"/>
              </a:rPr>
              <a:t>逻辑删除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is_active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(Integer, default=1)</a:t>
            </a:r>
          </a:p>
        </p:txBody>
      </p: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B4671F28-F74D-2925-B60E-03F760186630}"/>
              </a:ext>
            </a:extLst>
          </p:cNvPr>
          <p:cNvSpPr/>
          <p:nvPr/>
        </p:nvSpPr>
        <p:spPr>
          <a:xfrm>
            <a:off x="8024341" y="5637746"/>
            <a:ext cx="2541698" cy="1098458"/>
          </a:xfrm>
          <a:prstGeom prst="wedgeRectCallout">
            <a:avLst>
              <a:gd name="adj1" fmla="val -74862"/>
              <a:gd name="adj2" fmla="val -206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n-ea"/>
              </a:rPr>
              <a:t>为了防止使用逻辑外键出现级联删除报错，通常删除都采用假删除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823541" y="2605076"/>
            <a:ext cx="608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、数据库映射</a:t>
            </a:r>
            <a:r>
              <a:rPr lang="en-US" altLang="zh-CN" b="1" dirty="0">
                <a:latin typeface="+mn-ea"/>
                <a:ea typeface="+mn-ea"/>
              </a:rPr>
              <a:t>-Student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69535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CC8F6-9FBB-4590-BEA3-C9772EBE7482}"/>
              </a:ext>
            </a:extLst>
          </p:cNvPr>
          <p:cNvSpPr txBox="1"/>
          <p:nvPr/>
        </p:nvSpPr>
        <p:spPr>
          <a:xfrm>
            <a:off x="895549" y="3097790"/>
            <a:ext cx="10873208" cy="15696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一对一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Address(</a:t>
            </a:r>
            <a:r>
              <a:rPr lang="en-US" altLang="zh-CN" sz="1600" dirty="0" err="1">
                <a:latin typeface="+mn-ea"/>
              </a:rPr>
              <a:t>db.Model</a:t>
            </a:r>
            <a:r>
              <a:rPr lang="en-US" altLang="zh-CN" sz="1600" dirty="0">
                <a:latin typeface="+mn-ea"/>
              </a:rPr>
              <a:t>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=True, autoincrement=True)</a:t>
            </a:r>
          </a:p>
          <a:p>
            <a:r>
              <a:rPr lang="en-US" altLang="zh-CN" sz="1600" dirty="0">
                <a:latin typeface="+mn-ea"/>
              </a:rPr>
              <a:t>    address: Mapped[str]</a:t>
            </a:r>
          </a:p>
          <a:p>
            <a:r>
              <a:rPr lang="en-US" altLang="zh-CN" sz="1600" dirty="0">
                <a:latin typeface="+mn-ea"/>
              </a:rPr>
              <a:t>    student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("Student",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latin typeface="+mn-ea"/>
              </a:rPr>
              <a:t>back_populates</a:t>
            </a:r>
            <a:r>
              <a:rPr lang="en-US" altLang="zh-CN" sz="1600" dirty="0">
                <a:latin typeface="+mn-ea"/>
              </a:rPr>
              <a:t>="address", lazy="subquery",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</a:t>
            </a:r>
            <a:r>
              <a:rPr lang="en-US" altLang="zh-CN" sz="1600" dirty="0" err="1">
                <a:latin typeface="+mn-ea"/>
              </a:rPr>
              <a:t>Student.address_id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="Address.id==</a:t>
            </a:r>
            <a:r>
              <a:rPr lang="en-US" altLang="zh-CN" sz="1600" dirty="0" err="1">
                <a:latin typeface="+mn-ea"/>
              </a:rPr>
              <a:t>Student.address_id</a:t>
            </a:r>
            <a:r>
              <a:rPr lang="en-US" altLang="zh-CN" sz="1600" dirty="0">
                <a:latin typeface="+mn-ea"/>
              </a:rPr>
              <a:t>")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823541" y="2605076"/>
            <a:ext cx="608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、数据库映射</a:t>
            </a:r>
            <a:r>
              <a:rPr lang="en-US" altLang="zh-CN" b="1" dirty="0">
                <a:latin typeface="+mn-ea"/>
                <a:ea typeface="+mn-ea"/>
              </a:rPr>
              <a:t>-Address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0825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CC8F6-9FBB-4590-BEA3-C9772EBE7482}"/>
              </a:ext>
            </a:extLst>
          </p:cNvPr>
          <p:cNvSpPr txBox="1"/>
          <p:nvPr/>
        </p:nvSpPr>
        <p:spPr>
          <a:xfrm>
            <a:off x="895549" y="3097790"/>
            <a:ext cx="10873208" cy="181588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一对多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Classroom(</a:t>
            </a:r>
            <a:r>
              <a:rPr lang="en-US" altLang="zh-CN" sz="1600" dirty="0" err="1">
                <a:latin typeface="+mn-ea"/>
              </a:rPr>
              <a:t>db.Model</a:t>
            </a:r>
            <a:r>
              <a:rPr lang="en-US" altLang="zh-CN" sz="1600" dirty="0">
                <a:latin typeface="+mn-ea"/>
              </a:rPr>
              <a:t>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=True, autoincrement=True)</a:t>
            </a:r>
          </a:p>
          <a:p>
            <a:r>
              <a:rPr lang="en-US" altLang="zh-CN" sz="1600" dirty="0">
                <a:latin typeface="+mn-ea"/>
              </a:rPr>
              <a:t>    name: Mapped[str]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(unique=True)</a:t>
            </a:r>
          </a:p>
          <a:p>
            <a:r>
              <a:rPr lang="en-US" altLang="zh-CN" sz="1600" dirty="0">
                <a:latin typeface="+mn-ea"/>
              </a:rPr>
              <a:t>    classrooms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("Student",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=True, </a:t>
            </a:r>
            <a:r>
              <a:rPr lang="en-US" altLang="zh-CN" sz="1600" dirty="0" err="1">
                <a:latin typeface="+mn-ea"/>
              </a:rPr>
              <a:t>back_populates</a:t>
            </a:r>
            <a:r>
              <a:rPr lang="en-US" altLang="zh-CN" sz="1600" dirty="0">
                <a:latin typeface="+mn-ea"/>
              </a:rPr>
              <a:t>="classroom", lazy="subquery",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</a:t>
            </a:r>
            <a:r>
              <a:rPr lang="en-US" altLang="zh-CN" sz="1600" dirty="0" err="1">
                <a:latin typeface="+mn-ea"/>
              </a:rPr>
              <a:t>Student.classroom_id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="Classroom.id==</a:t>
            </a:r>
            <a:r>
              <a:rPr lang="en-US" altLang="zh-CN" sz="1600" dirty="0" err="1">
                <a:latin typeface="+mn-ea"/>
              </a:rPr>
              <a:t>Student.classroom_id</a:t>
            </a:r>
            <a:r>
              <a:rPr lang="en-US" altLang="zh-CN" sz="1600" dirty="0">
                <a:latin typeface="+mn-ea"/>
              </a:rPr>
              <a:t>")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is_active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(Integer, default=1)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823541" y="2605076"/>
            <a:ext cx="608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、数据库映射</a:t>
            </a:r>
            <a:r>
              <a:rPr lang="en-US" altLang="zh-CN" b="1" dirty="0">
                <a:latin typeface="+mn-ea"/>
                <a:ea typeface="+mn-ea"/>
              </a:rPr>
              <a:t>-</a:t>
            </a:r>
            <a:r>
              <a:rPr lang="en-US" altLang="zh-CN" sz="1800" dirty="0">
                <a:latin typeface="+mn-ea"/>
              </a:rPr>
              <a:t> Classroom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63240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22CC8F6-9FBB-4590-BEA3-C9772EBE7482}"/>
              </a:ext>
            </a:extLst>
          </p:cNvPr>
          <p:cNvSpPr txBox="1"/>
          <p:nvPr/>
        </p:nvSpPr>
        <p:spPr>
          <a:xfrm>
            <a:off x="895549" y="3049191"/>
            <a:ext cx="10873208" cy="35394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多对多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Course(</a:t>
            </a:r>
            <a:r>
              <a:rPr lang="en-US" altLang="zh-CN" sz="1600" dirty="0" err="1">
                <a:latin typeface="+mn-ea"/>
              </a:rPr>
              <a:t>db.Model</a:t>
            </a:r>
            <a:r>
              <a:rPr lang="en-US" altLang="zh-CN" sz="1600" dirty="0">
                <a:latin typeface="+mn-ea"/>
              </a:rPr>
              <a:t>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=True, autoincrement=True)</a:t>
            </a:r>
          </a:p>
          <a:p>
            <a:r>
              <a:rPr lang="en-US" altLang="zh-CN" sz="1600" dirty="0">
                <a:latin typeface="+mn-ea"/>
              </a:rPr>
              <a:t>    name: Mapped[str]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(unique=True)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is_active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(Integer, default=1)</a:t>
            </a:r>
            <a:br>
              <a:rPr lang="en-US" altLang="zh-CN" sz="1600" dirty="0">
                <a:latin typeface="+mn-ea"/>
              </a:rPr>
            </a:br>
            <a:endParaRPr lang="en-US" altLang="zh-CN" sz="1600" dirty="0">
              <a:latin typeface="+mn-ea"/>
            </a:endParaRPr>
          </a:p>
          <a:p>
            <a:r>
              <a:rPr lang="en-US" altLang="zh-CN" sz="1600" dirty="0">
                <a:latin typeface="+mn-ea"/>
              </a:rPr>
              <a:t>class </a:t>
            </a:r>
            <a:r>
              <a:rPr lang="en-US" altLang="zh-CN" sz="1600" dirty="0" err="1">
                <a:latin typeface="+mn-ea"/>
              </a:rPr>
              <a:t>StudentCourse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db.Model</a:t>
            </a:r>
            <a:r>
              <a:rPr lang="en-US" altLang="zh-CN" sz="1600" dirty="0">
                <a:latin typeface="+mn-ea"/>
              </a:rPr>
              <a:t>):</a:t>
            </a:r>
          </a:p>
          <a:p>
            <a:r>
              <a:rPr lang="en-US" altLang="zh-CN" sz="1600" dirty="0">
                <a:latin typeface="+mn-ea"/>
              </a:rPr>
              <a:t>    id: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primary_key</a:t>
            </a:r>
            <a:r>
              <a:rPr lang="en-US" altLang="zh-CN" sz="1600" dirty="0">
                <a:latin typeface="+mn-ea"/>
              </a:rPr>
              <a:t>=True, autoincrement=True)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student_id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()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course_id</a:t>
            </a:r>
            <a:r>
              <a:rPr lang="en-US" altLang="zh-CN" sz="1600" dirty="0">
                <a:latin typeface="+mn-ea"/>
              </a:rPr>
              <a:t>: Mapped[int] = </a:t>
            </a:r>
            <a:r>
              <a:rPr lang="en-US" altLang="zh-CN" sz="1600" dirty="0" err="1">
                <a:latin typeface="+mn-ea"/>
              </a:rPr>
              <a:t>mapped_column</a:t>
            </a:r>
            <a:r>
              <a:rPr lang="en-US" altLang="zh-CN" sz="1600" dirty="0">
                <a:latin typeface="+mn-ea"/>
              </a:rPr>
              <a:t>()</a:t>
            </a:r>
          </a:p>
          <a:p>
            <a:r>
              <a:rPr lang="en-US" altLang="zh-CN" sz="1600" dirty="0">
                <a:latin typeface="+mn-ea"/>
              </a:rPr>
              <a:t>    student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("Student", 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latin typeface="+mn-ea"/>
              </a:rPr>
              <a:t>backref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StudentCourse</a:t>
            </a:r>
            <a:r>
              <a:rPr lang="en-US" altLang="zh-CN" sz="1600" dirty="0">
                <a:latin typeface="+mn-ea"/>
              </a:rPr>
              <a:t>", lazy="subquery", 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</a:t>
            </a:r>
            <a:r>
              <a:rPr lang="en-US" altLang="zh-CN" sz="1600" dirty="0" err="1">
                <a:latin typeface="+mn-ea"/>
              </a:rPr>
              <a:t>StudentCourse.student_id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="Student.id==</a:t>
            </a:r>
            <a:r>
              <a:rPr lang="en-US" altLang="zh-CN" sz="1600" dirty="0" err="1">
                <a:latin typeface="+mn-ea"/>
              </a:rPr>
              <a:t>StudentCourse.student_id</a:t>
            </a:r>
            <a:r>
              <a:rPr lang="en-US" altLang="zh-CN" sz="1600" dirty="0">
                <a:latin typeface="+mn-ea"/>
              </a:rPr>
              <a:t>")</a:t>
            </a:r>
          </a:p>
          <a:p>
            <a:r>
              <a:rPr lang="en-US" altLang="zh-CN" sz="1600" dirty="0">
                <a:latin typeface="+mn-ea"/>
              </a:rPr>
              <a:t>    course = </a:t>
            </a:r>
            <a:r>
              <a:rPr lang="en-US" altLang="zh-CN" sz="1600" dirty="0" err="1">
                <a:latin typeface="+mn-ea"/>
              </a:rPr>
              <a:t>db.relationship</a:t>
            </a:r>
            <a:r>
              <a:rPr lang="en-US" altLang="zh-CN" sz="1600" dirty="0">
                <a:latin typeface="+mn-ea"/>
              </a:rPr>
              <a:t>("Course", </a:t>
            </a:r>
            <a:r>
              <a:rPr lang="en-US" altLang="zh-CN" sz="1600" dirty="0" err="1">
                <a:latin typeface="+mn-ea"/>
              </a:rPr>
              <a:t>uselist</a:t>
            </a:r>
            <a:r>
              <a:rPr lang="en-US" altLang="zh-CN" sz="1600" dirty="0">
                <a:latin typeface="+mn-ea"/>
              </a:rPr>
              <a:t>=False, </a:t>
            </a:r>
            <a:r>
              <a:rPr lang="en-US" altLang="zh-CN" sz="1600" dirty="0" err="1">
                <a:latin typeface="+mn-ea"/>
              </a:rPr>
              <a:t>backref</a:t>
            </a:r>
            <a:r>
              <a:rPr lang="en-US" altLang="zh-CN" sz="1600" dirty="0">
                <a:latin typeface="+mn-ea"/>
              </a:rPr>
              <a:t>="</a:t>
            </a:r>
            <a:r>
              <a:rPr lang="en-US" altLang="zh-CN" sz="1600" dirty="0" err="1">
                <a:latin typeface="+mn-ea"/>
              </a:rPr>
              <a:t>StudentCourse</a:t>
            </a:r>
            <a:r>
              <a:rPr lang="en-US" altLang="zh-CN" sz="1600" dirty="0">
                <a:latin typeface="+mn-ea"/>
              </a:rPr>
              <a:t>", lazy="subquery", </a:t>
            </a:r>
            <a:r>
              <a:rPr lang="en-US" altLang="zh-CN" sz="1600" dirty="0" err="1">
                <a:latin typeface="+mn-ea"/>
              </a:rPr>
              <a:t>foreign_keys</a:t>
            </a:r>
            <a:r>
              <a:rPr lang="en-US" altLang="zh-CN" sz="1600" dirty="0">
                <a:latin typeface="+mn-ea"/>
              </a:rPr>
              <a:t>='</a:t>
            </a:r>
            <a:r>
              <a:rPr lang="en-US" altLang="zh-CN" sz="1600" dirty="0" err="1">
                <a:latin typeface="+mn-ea"/>
              </a:rPr>
              <a:t>StudentCourse.course_id</a:t>
            </a:r>
            <a:r>
              <a:rPr lang="en-US" altLang="zh-CN" sz="1600" dirty="0">
                <a:latin typeface="+mn-ea"/>
              </a:rPr>
              <a:t>', </a:t>
            </a:r>
            <a:r>
              <a:rPr lang="en-US" altLang="zh-CN" sz="1600" dirty="0" err="1">
                <a:latin typeface="+mn-ea"/>
              </a:rPr>
              <a:t>primaryjoin</a:t>
            </a:r>
            <a:r>
              <a:rPr lang="en-US" altLang="zh-CN" sz="1600" dirty="0">
                <a:latin typeface="+mn-ea"/>
              </a:rPr>
              <a:t>="Course.id==</a:t>
            </a:r>
            <a:r>
              <a:rPr lang="en-US" altLang="zh-CN" sz="1600" dirty="0" err="1">
                <a:latin typeface="+mn-ea"/>
              </a:rPr>
              <a:t>StudentCourse.course_id</a:t>
            </a:r>
            <a:r>
              <a:rPr lang="en-US" altLang="zh-CN" sz="1600" dirty="0">
                <a:latin typeface="+mn-ea"/>
              </a:rPr>
              <a:t>")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823541" y="2605076"/>
            <a:ext cx="608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1</a:t>
            </a:r>
            <a:r>
              <a:rPr lang="zh-CN" altLang="en-US" b="1" dirty="0">
                <a:latin typeface="+mn-ea"/>
                <a:ea typeface="+mn-ea"/>
              </a:rPr>
              <a:t>、数据库映射</a:t>
            </a:r>
            <a:r>
              <a:rPr lang="en-US" altLang="zh-CN" b="1" dirty="0">
                <a:latin typeface="+mn-ea"/>
                <a:ea typeface="+mn-ea"/>
              </a:rPr>
              <a:t>-</a:t>
            </a:r>
            <a:r>
              <a:rPr lang="en-US" altLang="zh-CN" sz="1800" dirty="0">
                <a:latin typeface="+mn-ea"/>
              </a:rPr>
              <a:t> Course</a:t>
            </a:r>
            <a:r>
              <a:rPr lang="zh-CN" altLang="en-US" sz="1800" dirty="0">
                <a:latin typeface="+mn-ea"/>
              </a:rPr>
              <a:t>、</a:t>
            </a:r>
            <a:r>
              <a:rPr lang="en-US" altLang="zh-CN" sz="1800" dirty="0" err="1">
                <a:latin typeface="+mn-ea"/>
              </a:rPr>
              <a:t>StudentCourse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56739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296092-AA43-47F9-AD4A-B947C824F423}"/>
              </a:ext>
            </a:extLst>
          </p:cNvPr>
          <p:cNvSpPr txBox="1"/>
          <p:nvPr/>
        </p:nvSpPr>
        <p:spPr>
          <a:xfrm>
            <a:off x="772951" y="1666209"/>
            <a:ext cx="5184576" cy="49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</a:t>
            </a:r>
            <a:r>
              <a:rPr lang="zh-CN" altLang="en-US" sz="2000" b="1" dirty="0"/>
              <a:t>、复杂多对象关系映射</a:t>
            </a:r>
            <a:endParaRPr lang="en-US" altLang="zh-CN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60898" y="2196133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823541" y="2605076"/>
            <a:ext cx="83529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|--students                    </a:t>
            </a:r>
            <a:r>
              <a:rPr lang="zh-CN" altLang="en-US" b="1" dirty="0">
                <a:latin typeface="+mn-ea"/>
                <a:ea typeface="+mn-ea"/>
              </a:rPr>
              <a:t>分页展示学生信息（包含班级和地址信息）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|--add                      </a:t>
            </a:r>
            <a:r>
              <a:rPr lang="zh-CN" altLang="en-US" b="1" dirty="0">
                <a:latin typeface="+mn-ea"/>
                <a:ea typeface="+mn-ea"/>
              </a:rPr>
              <a:t>添加新学生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|--edit                     </a:t>
            </a:r>
            <a:r>
              <a:rPr lang="zh-CN" altLang="en-US" b="1" dirty="0">
                <a:latin typeface="+mn-ea"/>
                <a:ea typeface="+mn-ea"/>
              </a:rPr>
              <a:t>编辑指定学生信息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|--delete                   </a:t>
            </a:r>
            <a:r>
              <a:rPr lang="zh-CN" altLang="en-US" b="1" dirty="0">
                <a:latin typeface="+mn-ea"/>
                <a:ea typeface="+mn-ea"/>
              </a:rPr>
              <a:t>删除指定学生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</a:t>
            </a:r>
            <a:r>
              <a:rPr lang="en-US" altLang="zh-CN" b="1" dirty="0" err="1">
                <a:latin typeface="+mn-ea"/>
                <a:ea typeface="+mn-ea"/>
              </a:rPr>
              <a:t>selected_courses</a:t>
            </a:r>
            <a:r>
              <a:rPr lang="en-US" altLang="zh-CN" b="1" dirty="0">
                <a:latin typeface="+mn-ea"/>
                <a:ea typeface="+mn-ea"/>
              </a:rPr>
              <a:t>         </a:t>
            </a:r>
            <a:r>
              <a:rPr lang="zh-CN" altLang="en-US" b="1" dirty="0">
                <a:latin typeface="+mn-ea"/>
                <a:ea typeface="+mn-ea"/>
              </a:rPr>
              <a:t>展示学生已选课程信息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</a:t>
            </a:r>
            <a:r>
              <a:rPr lang="en-US" altLang="zh-CN" b="1" dirty="0" err="1">
                <a:latin typeface="+mn-ea"/>
                <a:ea typeface="+mn-ea"/>
              </a:rPr>
              <a:t>select_course</a:t>
            </a:r>
            <a:r>
              <a:rPr lang="en-US" altLang="zh-CN" b="1" dirty="0">
                <a:latin typeface="+mn-ea"/>
                <a:ea typeface="+mn-ea"/>
              </a:rPr>
              <a:t>            </a:t>
            </a:r>
            <a:r>
              <a:rPr lang="zh-CN" altLang="en-US" b="1" dirty="0">
                <a:latin typeface="+mn-ea"/>
                <a:ea typeface="+mn-ea"/>
              </a:rPr>
              <a:t>选课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|--addresses                   </a:t>
            </a:r>
            <a:r>
              <a:rPr lang="zh-CN" altLang="en-US" b="1" dirty="0">
                <a:latin typeface="+mn-ea"/>
                <a:ea typeface="+mn-ea"/>
              </a:rPr>
              <a:t>展示所有地址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|--classrooms                  </a:t>
            </a:r>
            <a:r>
              <a:rPr lang="zh-CN" altLang="en-US" b="1" dirty="0">
                <a:latin typeface="+mn-ea"/>
                <a:ea typeface="+mn-ea"/>
              </a:rPr>
              <a:t>展示所有班级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|--detail                   </a:t>
            </a:r>
            <a:r>
              <a:rPr lang="zh-CN" altLang="en-US" b="1" dirty="0">
                <a:latin typeface="+mn-ea"/>
                <a:ea typeface="+mn-ea"/>
              </a:rPr>
              <a:t>展示指定班级的所有学生信息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|--courses                     </a:t>
            </a:r>
            <a:r>
              <a:rPr lang="zh-CN" altLang="en-US" b="1" dirty="0">
                <a:latin typeface="+mn-ea"/>
                <a:ea typeface="+mn-ea"/>
              </a:rPr>
              <a:t>展示所有课程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   |--detail                   </a:t>
            </a:r>
            <a:r>
              <a:rPr lang="zh-CN" altLang="en-US" b="1" dirty="0">
                <a:latin typeface="+mn-ea"/>
                <a:ea typeface="+mn-ea"/>
              </a:rPr>
              <a:t>展示指定课程的所有选课学生</a:t>
            </a:r>
          </a:p>
        </p:txBody>
      </p:sp>
    </p:spTree>
    <p:extLst>
      <p:ext uri="{BB962C8B-B14F-4D97-AF65-F5344CB8AC3E}">
        <p14:creationId xmlns:p14="http://schemas.microsoft.com/office/powerpoint/2010/main" val="27588400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781779" y="201806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                    </a:t>
            </a:r>
            <a:r>
              <a:rPr lang="zh-CN" altLang="en-US" b="1" dirty="0">
                <a:latin typeface="+mn-ea"/>
                <a:ea typeface="+mn-ea"/>
              </a:rPr>
              <a:t>分页展示学生信息（包含班级和地址信息）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810681" y="2700189"/>
            <a:ext cx="10873208" cy="39703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 &lt;table border="0"&gt;</a:t>
            </a:r>
          </a:p>
          <a:p>
            <a:r>
              <a:rPr lang="en-US" altLang="zh-CN" sz="1400" dirty="0">
                <a:latin typeface="+mn-ea"/>
              </a:rPr>
              <a:t>        &lt;tr&gt;</a:t>
            </a:r>
          </a:p>
          <a:p>
            <a:r>
              <a:rPr lang="en-US" altLang="zh-CN" sz="1400" dirty="0">
                <a:latin typeface="+mn-ea"/>
              </a:rPr>
              <a:t>            &lt;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&gt;id&lt;/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 &lt;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&gt;name&lt;/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 &lt;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&gt;classroom&lt;/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 &lt;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&gt;address&lt;/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 &lt;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&gt;operate&lt;/</a:t>
            </a:r>
            <a:r>
              <a:rPr lang="en-US" altLang="zh-CN" sz="1400" dirty="0" err="1">
                <a:latin typeface="+mn-ea"/>
              </a:rPr>
              <a:t>th</a:t>
            </a:r>
            <a:r>
              <a:rPr lang="en-US" altLang="zh-CN" sz="1400" dirty="0">
                <a:latin typeface="+mn-ea"/>
              </a:rPr>
              <a:t>&gt;</a:t>
            </a:r>
          </a:p>
          <a:p>
            <a:r>
              <a:rPr lang="en-US" altLang="zh-CN" sz="1400" dirty="0">
                <a:latin typeface="+mn-ea"/>
              </a:rPr>
              <a:t>        &lt;/tr&gt;</a:t>
            </a:r>
          </a:p>
          <a:p>
            <a:r>
              <a:rPr lang="en-US" altLang="zh-CN" sz="1400" dirty="0">
                <a:latin typeface="+mn-ea"/>
              </a:rPr>
              <a:t>        {% for student in </a:t>
            </a:r>
            <a:r>
              <a:rPr lang="en-US" altLang="zh-CN" sz="1400" dirty="0" err="1">
                <a:latin typeface="+mn-ea"/>
              </a:rPr>
              <a:t>pagination.items</a:t>
            </a:r>
            <a:r>
              <a:rPr lang="en-US" altLang="zh-CN" sz="1400" dirty="0">
                <a:latin typeface="+mn-ea"/>
              </a:rPr>
              <a:t> %}</a:t>
            </a:r>
          </a:p>
          <a:p>
            <a:r>
              <a:rPr lang="en-US" altLang="zh-CN" sz="1400" dirty="0">
                <a:latin typeface="+mn-ea"/>
              </a:rPr>
              <a:t>        &lt;tr&gt;</a:t>
            </a:r>
          </a:p>
          <a:p>
            <a:r>
              <a:rPr lang="en-US" altLang="zh-CN" sz="1400" dirty="0">
                <a:latin typeface="+mn-ea"/>
              </a:rPr>
              <a:t>            &lt;td&gt;{{student.id}}&lt;/td&gt;</a:t>
            </a:r>
          </a:p>
          <a:p>
            <a:r>
              <a:rPr lang="en-US" altLang="zh-CN" sz="1400" dirty="0">
                <a:latin typeface="+mn-ea"/>
              </a:rPr>
              <a:t>            &lt;td&gt;{{</a:t>
            </a:r>
            <a:r>
              <a:rPr lang="en-US" altLang="zh-CN" sz="1400" dirty="0" err="1">
                <a:latin typeface="+mn-ea"/>
              </a:rPr>
              <a:t>student.username</a:t>
            </a:r>
            <a:r>
              <a:rPr lang="en-US" altLang="zh-CN" sz="1400" dirty="0">
                <a:latin typeface="+mn-ea"/>
              </a:rPr>
              <a:t>}}&lt;/td&gt;</a:t>
            </a:r>
          </a:p>
          <a:p>
            <a:r>
              <a:rPr lang="en-US" altLang="zh-CN" sz="1400" dirty="0">
                <a:latin typeface="+mn-ea"/>
              </a:rPr>
              <a:t>            &lt;td&gt;{{student.classroom.name}}&lt;/td&gt;</a:t>
            </a:r>
          </a:p>
          <a:p>
            <a:r>
              <a:rPr lang="en-US" altLang="zh-CN" sz="1400" dirty="0">
                <a:latin typeface="+mn-ea"/>
              </a:rPr>
              <a:t>            &lt;td&gt;{{</a:t>
            </a:r>
            <a:r>
              <a:rPr lang="en-US" altLang="zh-CN" sz="1400" dirty="0" err="1">
                <a:latin typeface="+mn-ea"/>
              </a:rPr>
              <a:t>student.address.address</a:t>
            </a:r>
            <a:r>
              <a:rPr lang="en-US" altLang="zh-CN" sz="1400" dirty="0">
                <a:latin typeface="+mn-ea"/>
              </a:rPr>
              <a:t>}}&lt;/td&gt;</a:t>
            </a:r>
          </a:p>
          <a:p>
            <a:r>
              <a:rPr lang="en-US" altLang="zh-CN" sz="1400" dirty="0">
                <a:latin typeface="+mn-ea"/>
              </a:rPr>
              <a:t>            &lt;td&gt;</a:t>
            </a:r>
          </a:p>
          <a:p>
            <a:r>
              <a:rPr lang="en-US" altLang="zh-CN" sz="1400" dirty="0">
                <a:latin typeface="+mn-ea"/>
              </a:rPr>
              <a:t>                &lt;a </a:t>
            </a:r>
            <a:r>
              <a:rPr lang="en-US" altLang="zh-CN" sz="1400" dirty="0" err="1">
                <a:latin typeface="+mn-ea"/>
              </a:rPr>
              <a:t>href</a:t>
            </a:r>
            <a:r>
              <a:rPr lang="en-US" altLang="zh-CN" sz="1400" dirty="0">
                <a:latin typeface="+mn-ea"/>
              </a:rPr>
              <a:t>="{{</a:t>
            </a:r>
            <a:r>
              <a:rPr lang="en-US" altLang="zh-CN" sz="1400" dirty="0" err="1">
                <a:latin typeface="+mn-ea"/>
              </a:rPr>
              <a:t>url_for</a:t>
            </a:r>
            <a:r>
              <a:rPr lang="en-US" altLang="zh-CN" sz="1400" dirty="0">
                <a:latin typeface="+mn-ea"/>
              </a:rPr>
              <a:t>('edit')}}?id={{student.id}}"&gt;</a:t>
            </a:r>
            <a:r>
              <a:rPr lang="zh-CN" altLang="en-US" sz="1400" dirty="0">
                <a:latin typeface="+mn-ea"/>
              </a:rPr>
              <a:t>编辑</a:t>
            </a:r>
            <a:r>
              <a:rPr lang="en-US" altLang="zh-CN" sz="1400" dirty="0">
                <a:latin typeface="+mn-ea"/>
              </a:rPr>
              <a:t>&lt;/a&gt;</a:t>
            </a:r>
          </a:p>
          <a:p>
            <a:r>
              <a:rPr lang="en-US" altLang="zh-CN" sz="1400" dirty="0">
                <a:latin typeface="+mn-ea"/>
              </a:rPr>
              <a:t>                &lt;a </a:t>
            </a:r>
            <a:r>
              <a:rPr lang="en-US" altLang="zh-CN" sz="1400" dirty="0" err="1">
                <a:latin typeface="+mn-ea"/>
              </a:rPr>
              <a:t>href</a:t>
            </a:r>
            <a:r>
              <a:rPr lang="en-US" altLang="zh-CN" sz="1400" dirty="0">
                <a:latin typeface="+mn-ea"/>
              </a:rPr>
              <a:t>="{{</a:t>
            </a:r>
            <a:r>
              <a:rPr lang="en-US" altLang="zh-CN" sz="1400" dirty="0" err="1">
                <a:latin typeface="+mn-ea"/>
              </a:rPr>
              <a:t>url_for</a:t>
            </a:r>
            <a:r>
              <a:rPr lang="en-US" altLang="zh-CN" sz="1400" dirty="0">
                <a:latin typeface="+mn-ea"/>
              </a:rPr>
              <a:t>('</a:t>
            </a:r>
            <a:r>
              <a:rPr lang="en-US" altLang="zh-CN" sz="1400" dirty="0" err="1">
                <a:latin typeface="+mn-ea"/>
              </a:rPr>
              <a:t>selected_course_list</a:t>
            </a:r>
            <a:r>
              <a:rPr lang="en-US" altLang="zh-CN" sz="1400" dirty="0">
                <a:latin typeface="+mn-ea"/>
              </a:rPr>
              <a:t>')}}?id={{student.id}}"&gt;</a:t>
            </a:r>
            <a:r>
              <a:rPr lang="zh-CN" altLang="en-US" sz="1400" dirty="0">
                <a:latin typeface="+mn-ea"/>
              </a:rPr>
              <a:t>选课详情</a:t>
            </a:r>
            <a:r>
              <a:rPr lang="en-US" altLang="zh-CN" sz="1400" dirty="0">
                <a:latin typeface="+mn-ea"/>
              </a:rPr>
              <a:t>&lt;/a&gt;</a:t>
            </a:r>
          </a:p>
          <a:p>
            <a:r>
              <a:rPr lang="en-US" altLang="zh-CN" sz="1400" dirty="0">
                <a:latin typeface="+mn-ea"/>
              </a:rPr>
              <a:t>                &lt;a </a:t>
            </a:r>
            <a:r>
              <a:rPr lang="en-US" altLang="zh-CN" sz="1400" dirty="0" err="1">
                <a:latin typeface="+mn-ea"/>
              </a:rPr>
              <a:t>href</a:t>
            </a:r>
            <a:r>
              <a:rPr lang="en-US" altLang="zh-CN" sz="1400" dirty="0">
                <a:latin typeface="+mn-ea"/>
              </a:rPr>
              <a:t>="</a:t>
            </a:r>
            <a:r>
              <a:rPr lang="en-US" altLang="zh-CN" sz="1400" dirty="0" err="1">
                <a:latin typeface="+mn-ea"/>
              </a:rPr>
              <a:t>javascript:deleteById</a:t>
            </a:r>
            <a:r>
              <a:rPr lang="en-US" altLang="zh-CN" sz="1400" dirty="0">
                <a:latin typeface="+mn-ea"/>
              </a:rPr>
              <a:t>({{student.id}})"&gt;</a:t>
            </a:r>
            <a:r>
              <a:rPr lang="zh-CN" altLang="en-US" sz="1400" dirty="0">
                <a:latin typeface="+mn-ea"/>
              </a:rPr>
              <a:t>删除</a:t>
            </a:r>
            <a:r>
              <a:rPr lang="en-US" altLang="zh-CN" sz="1400" dirty="0">
                <a:latin typeface="+mn-ea"/>
              </a:rPr>
              <a:t>&lt;/a&gt;</a:t>
            </a:r>
          </a:p>
          <a:p>
            <a:r>
              <a:rPr lang="en-US" altLang="zh-CN" sz="1400" dirty="0">
                <a:latin typeface="+mn-ea"/>
              </a:rPr>
              <a:t>            &lt;/td&gt;</a:t>
            </a:r>
          </a:p>
          <a:p>
            <a:r>
              <a:rPr lang="en-US" altLang="zh-CN" sz="1400" dirty="0">
                <a:latin typeface="+mn-ea"/>
              </a:rPr>
              <a:t>        &lt;/tr&gt;</a:t>
            </a:r>
          </a:p>
          <a:p>
            <a:r>
              <a:rPr lang="en-US" altLang="zh-CN" sz="1400" dirty="0">
                <a:latin typeface="+mn-ea"/>
              </a:rPr>
              <a:t>        {% </a:t>
            </a:r>
            <a:r>
              <a:rPr lang="en-US" altLang="zh-CN" sz="1400" dirty="0" err="1">
                <a:latin typeface="+mn-ea"/>
              </a:rPr>
              <a:t>endfor</a:t>
            </a:r>
            <a:r>
              <a:rPr lang="en-US" altLang="zh-CN" sz="1400" dirty="0">
                <a:latin typeface="+mn-ea"/>
              </a:rPr>
              <a:t> %}</a:t>
            </a:r>
          </a:p>
          <a:p>
            <a:r>
              <a:rPr lang="en-US" altLang="zh-CN" sz="1400" dirty="0">
                <a:latin typeface="+mn-ea"/>
              </a:rPr>
              <a:t>    &lt;/table&gt;</a:t>
            </a:r>
          </a:p>
        </p:txBody>
      </p:sp>
    </p:spTree>
    <p:extLst>
      <p:ext uri="{BB962C8B-B14F-4D97-AF65-F5344CB8AC3E}">
        <p14:creationId xmlns:p14="http://schemas.microsoft.com/office/powerpoint/2010/main" val="16314966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781779" y="201806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/students/add      </a:t>
            </a:r>
            <a:r>
              <a:rPr lang="zh-CN" altLang="en-US" b="1" dirty="0">
                <a:latin typeface="+mn-ea"/>
                <a:ea typeface="+mn-ea"/>
              </a:rPr>
              <a:t>添加新学生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391493" y="2772197"/>
            <a:ext cx="11521280" cy="3780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zh-CN" sz="1400" dirty="0">
                <a:latin typeface="+mn-ea"/>
              </a:rPr>
              <a:t># </a:t>
            </a:r>
            <a:r>
              <a:rPr lang="zh-CN" altLang="en-US" sz="1400" dirty="0">
                <a:latin typeface="+mn-ea"/>
              </a:rPr>
              <a:t>添加学生</a:t>
            </a:r>
          </a:p>
          <a:p>
            <a:r>
              <a:rPr lang="en-US" altLang="zh-CN" sz="1400" dirty="0">
                <a:latin typeface="+mn-ea"/>
              </a:rPr>
              <a:t>@app.route('/student/add',methods=['GET','POST'])</a:t>
            </a:r>
          </a:p>
          <a:p>
            <a:r>
              <a:rPr lang="en-US" altLang="zh-CN" sz="1400" dirty="0">
                <a:latin typeface="+mn-ea"/>
              </a:rPr>
              <a:t>def add():</a:t>
            </a:r>
          </a:p>
          <a:p>
            <a:r>
              <a:rPr lang="en-US" altLang="zh-CN" sz="1400" dirty="0">
                <a:latin typeface="+mn-ea"/>
              </a:rPr>
              <a:t>    if </a:t>
            </a:r>
            <a:r>
              <a:rPr lang="en-US" altLang="zh-CN" sz="1400" dirty="0" err="1">
                <a:latin typeface="+mn-ea"/>
              </a:rPr>
              <a:t>request.method</a:t>
            </a:r>
            <a:r>
              <a:rPr lang="en-US" altLang="zh-CN" sz="1400" dirty="0">
                <a:latin typeface="+mn-ea"/>
              </a:rPr>
              <a:t> == 'POST':</a:t>
            </a:r>
          </a:p>
          <a:p>
            <a:r>
              <a:rPr lang="en-US" altLang="zh-CN" sz="1400" dirty="0">
                <a:latin typeface="+mn-ea"/>
              </a:rPr>
              <a:t>        address = Address(</a:t>
            </a:r>
          </a:p>
          <a:p>
            <a:r>
              <a:rPr lang="en-US" altLang="zh-CN" sz="1400" dirty="0">
                <a:latin typeface="+mn-ea"/>
              </a:rPr>
              <a:t>            address=</a:t>
            </a:r>
            <a:r>
              <a:rPr lang="en-US" altLang="zh-CN" sz="1400" dirty="0" err="1">
                <a:latin typeface="+mn-ea"/>
              </a:rPr>
              <a:t>request.form</a:t>
            </a:r>
            <a:r>
              <a:rPr lang="en-US" altLang="zh-CN" sz="1400" dirty="0">
                <a:latin typeface="+mn-ea"/>
              </a:rPr>
              <a:t>["address"],</a:t>
            </a:r>
          </a:p>
          <a:p>
            <a:r>
              <a:rPr lang="en-US" altLang="zh-CN" sz="1400" dirty="0">
                <a:latin typeface="+mn-ea"/>
              </a:rPr>
              <a:t>        )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        </a:t>
            </a:r>
            <a:r>
              <a:rPr lang="en-US" altLang="zh-CN" sz="1400" dirty="0" err="1">
                <a:solidFill>
                  <a:srgbClr val="C00000"/>
                </a:solidFill>
                <a:latin typeface="+mn-ea"/>
              </a:rPr>
              <a:t>db.session.add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(address)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        </a:t>
            </a:r>
            <a:r>
              <a:rPr lang="en-US" altLang="zh-CN" sz="1400" dirty="0" err="1">
                <a:solidFill>
                  <a:srgbClr val="C00000"/>
                </a:solidFill>
                <a:latin typeface="+mn-ea"/>
              </a:rPr>
              <a:t>db.session.flush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()  # 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刷新会话以获取新地址的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ID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        </a:t>
            </a:r>
            <a:r>
              <a:rPr lang="en-US" altLang="zh-CN" sz="1400" dirty="0" err="1">
                <a:solidFill>
                  <a:srgbClr val="C00000"/>
                </a:solidFill>
                <a:latin typeface="+mn-ea"/>
              </a:rPr>
              <a:t>db.session.refresh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(address)  # 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刷新对象以确保</a:t>
            </a:r>
            <a:r>
              <a:rPr lang="en-US" altLang="zh-CN" sz="1400" dirty="0">
                <a:solidFill>
                  <a:srgbClr val="C00000"/>
                </a:solidFill>
                <a:latin typeface="+mn-ea"/>
              </a:rPr>
              <a:t>ID</a:t>
            </a:r>
            <a:r>
              <a:rPr lang="zh-CN" altLang="en-US" sz="1400" dirty="0">
                <a:solidFill>
                  <a:srgbClr val="C00000"/>
                </a:solidFill>
                <a:latin typeface="+mn-ea"/>
              </a:rPr>
              <a:t>可用</a:t>
            </a:r>
          </a:p>
          <a:p>
            <a:r>
              <a:rPr lang="zh-CN" altLang="en-US" sz="1400" dirty="0">
                <a:latin typeface="+mn-ea"/>
              </a:rPr>
              <a:t>        </a:t>
            </a:r>
            <a:r>
              <a:rPr lang="en-US" altLang="zh-CN" sz="1400" dirty="0">
                <a:latin typeface="+mn-ea"/>
              </a:rPr>
              <a:t># </a:t>
            </a:r>
            <a:r>
              <a:rPr lang="zh-CN" altLang="en-US" sz="1400" dirty="0">
                <a:latin typeface="+mn-ea"/>
              </a:rPr>
              <a:t>获取表单数据</a:t>
            </a:r>
          </a:p>
          <a:p>
            <a:r>
              <a:rPr lang="zh-CN" altLang="en-US" sz="1400" dirty="0">
                <a:latin typeface="+mn-ea"/>
              </a:rPr>
              <a:t>        </a:t>
            </a:r>
            <a:r>
              <a:rPr lang="en-US" altLang="zh-CN" sz="1400" dirty="0">
                <a:latin typeface="+mn-ea"/>
              </a:rPr>
              <a:t>student = Student(</a:t>
            </a:r>
          </a:p>
          <a:p>
            <a:r>
              <a:rPr lang="en-US" altLang="zh-CN" sz="1400" dirty="0">
                <a:latin typeface="+mn-ea"/>
              </a:rPr>
              <a:t>            username=</a:t>
            </a:r>
            <a:r>
              <a:rPr lang="en-US" altLang="zh-CN" sz="1400" dirty="0" err="1">
                <a:latin typeface="+mn-ea"/>
              </a:rPr>
              <a:t>request.form</a:t>
            </a:r>
            <a:r>
              <a:rPr lang="en-US" altLang="zh-CN" sz="1400" dirty="0">
                <a:latin typeface="+mn-ea"/>
              </a:rPr>
              <a:t>["username"],</a:t>
            </a:r>
          </a:p>
          <a:p>
            <a:r>
              <a:rPr lang="en-US" altLang="zh-CN" sz="1400" dirty="0">
                <a:latin typeface="+mn-ea"/>
              </a:rPr>
              <a:t>            password=</a:t>
            </a:r>
            <a:r>
              <a:rPr lang="en-US" altLang="zh-CN" sz="1400" dirty="0" err="1">
                <a:latin typeface="+mn-ea"/>
              </a:rPr>
              <a:t>request.form</a:t>
            </a:r>
            <a:r>
              <a:rPr lang="en-US" altLang="zh-CN" sz="1400" dirty="0">
                <a:latin typeface="+mn-ea"/>
              </a:rPr>
              <a:t>['password'],</a:t>
            </a:r>
          </a:p>
          <a:p>
            <a:r>
              <a:rPr lang="en-US" altLang="zh-CN" sz="1400" dirty="0">
                <a:latin typeface="+mn-ea"/>
              </a:rPr>
              <a:t>            </a:t>
            </a:r>
            <a:r>
              <a:rPr lang="en-US" altLang="zh-CN" sz="1400" dirty="0" err="1">
                <a:latin typeface="+mn-ea"/>
              </a:rPr>
              <a:t>classroom_id</a:t>
            </a:r>
            <a:r>
              <a:rPr lang="en-US" altLang="zh-CN" sz="1400" dirty="0">
                <a:latin typeface="+mn-ea"/>
              </a:rPr>
              <a:t>=</a:t>
            </a:r>
            <a:r>
              <a:rPr lang="en-US" altLang="zh-CN" sz="1400" dirty="0" err="1">
                <a:latin typeface="+mn-ea"/>
              </a:rPr>
              <a:t>request.form</a:t>
            </a:r>
            <a:r>
              <a:rPr lang="en-US" altLang="zh-CN" sz="1400" dirty="0">
                <a:latin typeface="+mn-ea"/>
              </a:rPr>
              <a:t>['</a:t>
            </a:r>
            <a:r>
              <a:rPr lang="en-US" altLang="zh-CN" sz="1400" dirty="0" err="1">
                <a:latin typeface="+mn-ea"/>
              </a:rPr>
              <a:t>classroom_id</a:t>
            </a:r>
            <a:r>
              <a:rPr lang="en-US" altLang="zh-CN" sz="1400" dirty="0">
                <a:latin typeface="+mn-ea"/>
              </a:rPr>
              <a:t>'],</a:t>
            </a:r>
          </a:p>
          <a:p>
            <a:r>
              <a:rPr lang="en-US" altLang="zh-CN" sz="1400" dirty="0">
                <a:latin typeface="+mn-ea"/>
              </a:rPr>
              <a:t>            </a:t>
            </a:r>
            <a:r>
              <a:rPr lang="en-US" altLang="zh-CN" sz="1400" dirty="0" err="1">
                <a:latin typeface="+mn-ea"/>
              </a:rPr>
              <a:t>address_id</a:t>
            </a:r>
            <a:r>
              <a:rPr lang="en-US" altLang="zh-CN" sz="1400" dirty="0">
                <a:latin typeface="+mn-ea"/>
              </a:rPr>
              <a:t>=address.id,</a:t>
            </a:r>
          </a:p>
          <a:p>
            <a:r>
              <a:rPr lang="en-US" altLang="zh-CN" sz="1400" dirty="0">
                <a:latin typeface="+mn-ea"/>
              </a:rPr>
              <a:t>        )</a:t>
            </a:r>
          </a:p>
          <a:p>
            <a:r>
              <a:rPr lang="en-US" altLang="zh-CN" sz="1400" dirty="0">
                <a:latin typeface="+mn-ea"/>
              </a:rPr>
              <a:t>        # </a:t>
            </a:r>
            <a:r>
              <a:rPr lang="zh-CN" altLang="en-US" sz="1400" dirty="0">
                <a:latin typeface="+mn-ea"/>
              </a:rPr>
              <a:t>将数据添加到数据库</a:t>
            </a:r>
          </a:p>
          <a:p>
            <a:r>
              <a:rPr lang="zh-CN" altLang="en-US" sz="1400" dirty="0">
                <a:latin typeface="+mn-ea"/>
              </a:rPr>
              <a:t>        </a:t>
            </a:r>
            <a:r>
              <a:rPr lang="en-US" altLang="zh-CN" sz="1400" dirty="0" err="1">
                <a:latin typeface="+mn-ea"/>
              </a:rPr>
              <a:t>db.session.add</a:t>
            </a:r>
            <a:r>
              <a:rPr lang="en-US" altLang="zh-CN" sz="1400" dirty="0">
                <a:latin typeface="+mn-ea"/>
              </a:rPr>
              <a:t>(student)</a:t>
            </a:r>
          </a:p>
          <a:p>
            <a:r>
              <a:rPr lang="en-US" altLang="zh-CN" sz="1400" dirty="0">
                <a:latin typeface="+mn-ea"/>
              </a:rPr>
              <a:t>        # </a:t>
            </a:r>
            <a:r>
              <a:rPr lang="zh-CN" altLang="en-US" sz="1400" dirty="0">
                <a:latin typeface="+mn-ea"/>
              </a:rPr>
              <a:t>提交数据</a:t>
            </a:r>
          </a:p>
          <a:p>
            <a:r>
              <a:rPr lang="zh-CN" altLang="en-US" sz="1400" dirty="0">
                <a:latin typeface="+mn-ea"/>
              </a:rPr>
              <a:t>        </a:t>
            </a:r>
            <a:r>
              <a:rPr lang="en-US" altLang="zh-CN" sz="1400" dirty="0" err="1">
                <a:latin typeface="+mn-ea"/>
              </a:rPr>
              <a:t>db.session.commit</a:t>
            </a:r>
            <a:r>
              <a:rPr lang="en-US" altLang="zh-CN" sz="1400" dirty="0">
                <a:latin typeface="+mn-ea"/>
              </a:rPr>
              <a:t>()</a:t>
            </a:r>
          </a:p>
          <a:p>
            <a:r>
              <a:rPr lang="en-US" altLang="zh-CN" sz="1400" dirty="0">
                <a:latin typeface="+mn-ea"/>
              </a:rPr>
              <a:t>        return redirect(</a:t>
            </a:r>
            <a:r>
              <a:rPr lang="en-US" altLang="zh-CN" sz="1400" dirty="0" err="1">
                <a:latin typeface="+mn-ea"/>
              </a:rPr>
              <a:t>url_for</a:t>
            </a:r>
            <a:r>
              <a:rPr lang="en-US" altLang="zh-CN" sz="1400" dirty="0">
                <a:latin typeface="+mn-ea"/>
              </a:rPr>
              <a:t>('index'))</a:t>
            </a:r>
          </a:p>
          <a:p>
            <a:r>
              <a:rPr lang="en-US" altLang="zh-CN" sz="1400" dirty="0">
                <a:latin typeface="+mn-ea"/>
              </a:rPr>
              <a:t>    else:</a:t>
            </a:r>
          </a:p>
          <a:p>
            <a:r>
              <a:rPr lang="en-US" altLang="zh-CN" sz="1400" dirty="0">
                <a:latin typeface="+mn-ea"/>
              </a:rPr>
              <a:t>        classrooms = </a:t>
            </a:r>
            <a:r>
              <a:rPr lang="en-US" altLang="zh-CN" sz="1400" dirty="0" err="1">
                <a:latin typeface="+mn-ea"/>
              </a:rPr>
              <a:t>Classroom.query.all</a:t>
            </a:r>
            <a:r>
              <a:rPr lang="en-US" altLang="zh-CN" sz="1400" dirty="0">
                <a:latin typeface="+mn-ea"/>
              </a:rPr>
              <a:t>()</a:t>
            </a:r>
          </a:p>
          <a:p>
            <a:r>
              <a:rPr lang="en-US" altLang="zh-CN" sz="1400" dirty="0">
                <a:latin typeface="+mn-ea"/>
              </a:rPr>
              <a:t>        return </a:t>
            </a:r>
            <a:r>
              <a:rPr lang="en-US" altLang="zh-CN" sz="1400" dirty="0" err="1">
                <a:latin typeface="+mn-ea"/>
              </a:rPr>
              <a:t>render_template</a:t>
            </a:r>
            <a:r>
              <a:rPr lang="en-US" altLang="zh-CN" sz="1400" dirty="0">
                <a:latin typeface="+mn-ea"/>
              </a:rPr>
              <a:t>('student/add.html',  title='add </a:t>
            </a:r>
            <a:r>
              <a:rPr lang="en-US" altLang="zh-CN" sz="1400" dirty="0" err="1">
                <a:latin typeface="+mn-ea"/>
              </a:rPr>
              <a:t>student',classrooms</a:t>
            </a:r>
            <a:r>
              <a:rPr lang="en-US" altLang="zh-CN" sz="1400" dirty="0">
                <a:latin typeface="+mn-ea"/>
              </a:rPr>
              <a:t>=classrooms)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FD8A6A0F-CECE-5369-5218-FED01E9AA219}"/>
              </a:ext>
            </a:extLst>
          </p:cNvPr>
          <p:cNvSpPr/>
          <p:nvPr/>
        </p:nvSpPr>
        <p:spPr>
          <a:xfrm>
            <a:off x="6152133" y="5292477"/>
            <a:ext cx="2541698" cy="1098458"/>
          </a:xfrm>
          <a:prstGeom prst="wedgeRectCallout">
            <a:avLst>
              <a:gd name="adj1" fmla="val -73510"/>
              <a:gd name="adj2" fmla="val -588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n-ea"/>
              </a:rPr>
              <a:t>需要先创建地址，再创建学生</a:t>
            </a:r>
          </a:p>
        </p:txBody>
      </p:sp>
    </p:spTree>
    <p:extLst>
      <p:ext uri="{BB962C8B-B14F-4D97-AF65-F5344CB8AC3E}">
        <p14:creationId xmlns:p14="http://schemas.microsoft.com/office/powerpoint/2010/main" val="7493575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781779" y="201806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/students/add      </a:t>
            </a:r>
            <a:r>
              <a:rPr lang="zh-CN" altLang="en-US" b="1" dirty="0">
                <a:latin typeface="+mn-ea"/>
                <a:ea typeface="+mn-ea"/>
              </a:rPr>
              <a:t>添加新学生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809592" y="2873543"/>
            <a:ext cx="10873208" cy="310854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latin typeface="+mn-ea"/>
              </a:rPr>
              <a:t> &lt;form action="{{</a:t>
            </a:r>
            <a:r>
              <a:rPr lang="en-US" altLang="zh-CN" sz="1400" dirty="0" err="1">
                <a:latin typeface="+mn-ea"/>
              </a:rPr>
              <a:t>url_for</a:t>
            </a:r>
            <a:r>
              <a:rPr lang="en-US" altLang="zh-CN" sz="1400" dirty="0">
                <a:latin typeface="+mn-ea"/>
              </a:rPr>
              <a:t>('add')}}" method="post"&gt;</a:t>
            </a:r>
          </a:p>
          <a:p>
            <a:r>
              <a:rPr lang="en-US" altLang="zh-CN" sz="1400" dirty="0">
                <a:latin typeface="+mn-ea"/>
              </a:rPr>
              <a:t>        {{ input('</a:t>
            </a:r>
            <a:r>
              <a:rPr lang="zh-CN" altLang="en-US" sz="1400" dirty="0">
                <a:latin typeface="+mn-ea"/>
              </a:rPr>
              <a:t>用户名</a:t>
            </a:r>
            <a:r>
              <a:rPr lang="en-US" altLang="zh-CN" sz="1400" dirty="0">
                <a:latin typeface="+mn-ea"/>
              </a:rPr>
              <a:t>','username') }}</a:t>
            </a:r>
          </a:p>
          <a:p>
            <a:r>
              <a:rPr lang="en-US" altLang="zh-CN" sz="1400" dirty="0">
                <a:latin typeface="+mn-ea"/>
              </a:rPr>
              <a:t>        {{ input('</a:t>
            </a:r>
            <a:r>
              <a:rPr lang="zh-CN" altLang="en-US" sz="1400" dirty="0">
                <a:latin typeface="+mn-ea"/>
              </a:rPr>
              <a:t>密码</a:t>
            </a:r>
            <a:r>
              <a:rPr lang="en-US" altLang="zh-CN" sz="1400" dirty="0">
                <a:latin typeface="+mn-ea"/>
              </a:rPr>
              <a:t>','password', type='password') }}</a:t>
            </a:r>
          </a:p>
          <a:p>
            <a:r>
              <a:rPr lang="en-US" altLang="zh-CN" sz="1400" dirty="0">
                <a:latin typeface="+mn-ea"/>
              </a:rPr>
              <a:t>        &lt;!-- classroom </a:t>
            </a:r>
            <a:r>
              <a:rPr lang="zh-CN" altLang="en-US" sz="1400" dirty="0">
                <a:latin typeface="+mn-ea"/>
              </a:rPr>
              <a:t>菜单 </a:t>
            </a:r>
            <a:r>
              <a:rPr lang="en-US" altLang="zh-CN" sz="1400" dirty="0">
                <a:latin typeface="+mn-ea"/>
              </a:rPr>
              <a:t>--&gt;</a:t>
            </a:r>
          </a:p>
          <a:p>
            <a:r>
              <a:rPr lang="en-US" altLang="zh-CN" sz="1400" dirty="0">
                <a:latin typeface="+mn-ea"/>
              </a:rPr>
              <a:t>        &lt;label for="</a:t>
            </a:r>
            <a:r>
              <a:rPr lang="en-US" altLang="zh-CN" sz="1400" dirty="0" err="1">
                <a:latin typeface="+mn-ea"/>
              </a:rPr>
              <a:t>classroom_id</a:t>
            </a:r>
            <a:r>
              <a:rPr lang="en-US" altLang="zh-CN" sz="1400" dirty="0">
                <a:latin typeface="+mn-ea"/>
              </a:rPr>
              <a:t>"&gt;</a:t>
            </a:r>
            <a:r>
              <a:rPr lang="zh-CN" altLang="en-US" sz="1400" dirty="0">
                <a:latin typeface="+mn-ea"/>
              </a:rPr>
              <a:t>班级：</a:t>
            </a:r>
            <a:r>
              <a:rPr lang="en-US" altLang="zh-CN" sz="1400" dirty="0">
                <a:latin typeface="+mn-ea"/>
              </a:rPr>
              <a:t>&lt;/label&gt;</a:t>
            </a:r>
          </a:p>
          <a:p>
            <a:r>
              <a:rPr lang="en-US" altLang="zh-CN" sz="1400" dirty="0">
                <a:latin typeface="+mn-ea"/>
              </a:rPr>
              <a:t>        &lt;select name="</a:t>
            </a:r>
            <a:r>
              <a:rPr lang="en-US" altLang="zh-CN" sz="1400" dirty="0" err="1">
                <a:latin typeface="+mn-ea"/>
              </a:rPr>
              <a:t>classroom_id</a:t>
            </a:r>
            <a:r>
              <a:rPr lang="en-US" altLang="zh-CN" sz="1400" dirty="0">
                <a:latin typeface="+mn-ea"/>
              </a:rPr>
              <a:t>" id="</a:t>
            </a:r>
            <a:r>
              <a:rPr lang="en-US" altLang="zh-CN" sz="1400" dirty="0" err="1">
                <a:latin typeface="+mn-ea"/>
              </a:rPr>
              <a:t>classroom_id</a:t>
            </a:r>
            <a:r>
              <a:rPr lang="en-US" altLang="zh-CN" sz="1400" dirty="0">
                <a:latin typeface="+mn-ea"/>
              </a:rPr>
              <a:t>"&gt;</a:t>
            </a:r>
          </a:p>
          <a:p>
            <a:r>
              <a:rPr lang="en-US" altLang="zh-CN" sz="1400" dirty="0">
                <a:latin typeface="+mn-ea"/>
              </a:rPr>
              <a:t>            {% for classroom in classrooms %}</a:t>
            </a:r>
          </a:p>
          <a:p>
            <a:r>
              <a:rPr lang="en-US" altLang="zh-CN" sz="1400" dirty="0">
                <a:latin typeface="+mn-ea"/>
              </a:rPr>
              <a:t>            &lt;option value="{{classroom.id}}"&gt;{{classroom.name}}&lt;/option&gt;</a:t>
            </a:r>
          </a:p>
          <a:p>
            <a:r>
              <a:rPr lang="en-US" altLang="zh-CN" sz="1400" dirty="0">
                <a:latin typeface="+mn-ea"/>
              </a:rPr>
              <a:t>            {% </a:t>
            </a:r>
            <a:r>
              <a:rPr lang="en-US" altLang="zh-CN" sz="1400" dirty="0" err="1">
                <a:latin typeface="+mn-ea"/>
              </a:rPr>
              <a:t>endfor</a:t>
            </a:r>
            <a:r>
              <a:rPr lang="en-US" altLang="zh-CN" sz="1400" dirty="0">
                <a:latin typeface="+mn-ea"/>
              </a:rPr>
              <a:t> %} </a:t>
            </a:r>
          </a:p>
          <a:p>
            <a:r>
              <a:rPr lang="en-US" altLang="zh-CN" sz="1400" dirty="0">
                <a:latin typeface="+mn-ea"/>
              </a:rPr>
              <a:t>        &lt;/select&gt;</a:t>
            </a:r>
          </a:p>
          <a:p>
            <a:r>
              <a:rPr lang="en-US" altLang="zh-CN" sz="1400" dirty="0">
                <a:latin typeface="+mn-ea"/>
              </a:rPr>
              <a:t>        &lt;</a:t>
            </a:r>
            <a:r>
              <a:rPr lang="en-US" altLang="zh-CN" sz="1400" dirty="0" err="1">
                <a:latin typeface="+mn-ea"/>
              </a:rPr>
              <a:t>br</a:t>
            </a:r>
            <a:r>
              <a:rPr lang="en-US" altLang="zh-CN" sz="1400" dirty="0">
                <a:latin typeface="+mn-ea"/>
              </a:rPr>
              <a:t>&gt;</a:t>
            </a:r>
          </a:p>
          <a:p>
            <a:r>
              <a:rPr lang="en-US" altLang="zh-CN" sz="1400" dirty="0">
                <a:latin typeface="+mn-ea"/>
              </a:rPr>
              <a:t>        {{ input('</a:t>
            </a:r>
            <a:r>
              <a:rPr lang="zh-CN" altLang="en-US" sz="1400" dirty="0">
                <a:latin typeface="+mn-ea"/>
              </a:rPr>
              <a:t>地址</a:t>
            </a:r>
            <a:r>
              <a:rPr lang="en-US" altLang="zh-CN" sz="1400" dirty="0">
                <a:latin typeface="+mn-ea"/>
              </a:rPr>
              <a:t>','address') }}</a:t>
            </a:r>
          </a:p>
          <a:p>
            <a:r>
              <a:rPr lang="en-US" altLang="zh-CN" sz="1400" dirty="0">
                <a:latin typeface="+mn-ea"/>
              </a:rPr>
              <a:t>        &lt;input type="submit" value="</a:t>
            </a:r>
            <a:r>
              <a:rPr lang="zh-CN" altLang="en-US" sz="1400" dirty="0">
                <a:latin typeface="+mn-ea"/>
              </a:rPr>
              <a:t>确定添加</a:t>
            </a:r>
            <a:r>
              <a:rPr lang="en-US" altLang="zh-CN" sz="1400" dirty="0">
                <a:latin typeface="+mn-ea"/>
              </a:rPr>
              <a:t>"&gt;</a:t>
            </a:r>
          </a:p>
          <a:p>
            <a:r>
              <a:rPr lang="en-US" altLang="zh-CN" sz="1400" dirty="0">
                <a:latin typeface="+mn-ea"/>
              </a:rPr>
              <a:t>  &lt;/form&gt; </a:t>
            </a:r>
          </a:p>
        </p:txBody>
      </p:sp>
    </p:spTree>
    <p:extLst>
      <p:ext uri="{BB962C8B-B14F-4D97-AF65-F5344CB8AC3E}">
        <p14:creationId xmlns:p14="http://schemas.microsoft.com/office/powerpoint/2010/main" val="16535661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781779" y="201806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/students/</a:t>
            </a:r>
            <a:r>
              <a:rPr lang="en-US" altLang="zh-CN" b="1" dirty="0" err="1">
                <a:latin typeface="+mn-ea"/>
                <a:ea typeface="+mn-ea"/>
              </a:rPr>
              <a:t>selected_</a:t>
            </a:r>
            <a:r>
              <a:rPr lang="en-US" altLang="zh-CN" sz="1800" b="1" dirty="0" err="1">
                <a:latin typeface="+mn-ea"/>
              </a:rPr>
              <a:t>courses</a:t>
            </a:r>
            <a:r>
              <a:rPr lang="en-US" altLang="zh-CN" sz="1800" b="1" dirty="0">
                <a:latin typeface="+mn-ea"/>
              </a:rPr>
              <a:t>          </a:t>
            </a:r>
            <a:r>
              <a:rPr lang="zh-CN" altLang="en-US" b="1" dirty="0">
                <a:latin typeface="+mn-ea"/>
                <a:ea typeface="+mn-ea"/>
              </a:rPr>
              <a:t>展示指定学生已选课程信息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790760" y="2830264"/>
            <a:ext cx="10225136" cy="280076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1">
            <a:spAutoFit/>
          </a:bodyPr>
          <a:lstStyle/>
          <a:p>
            <a:r>
              <a:rPr lang="en-US" altLang="zh-CN" sz="1600" dirty="0">
                <a:latin typeface="+mn-ea"/>
              </a:rPr>
              <a:t># </a:t>
            </a:r>
            <a:r>
              <a:rPr lang="zh-CN" altLang="en-US" sz="1600" dirty="0">
                <a:latin typeface="+mn-ea"/>
              </a:rPr>
              <a:t>学生选课列表</a:t>
            </a:r>
          </a:p>
          <a:p>
            <a:r>
              <a:rPr lang="en-US" altLang="zh-CN" sz="1600" dirty="0">
                <a:latin typeface="+mn-ea"/>
              </a:rPr>
              <a:t>@app.route('/student/selected_courses')</a:t>
            </a:r>
          </a:p>
          <a:p>
            <a:r>
              <a:rPr lang="en-US" altLang="zh-CN" sz="1600" dirty="0">
                <a:latin typeface="+mn-ea"/>
              </a:rPr>
              <a:t>def </a:t>
            </a:r>
            <a:r>
              <a:rPr lang="en-US" altLang="zh-CN" sz="1600" dirty="0" err="1">
                <a:latin typeface="+mn-ea"/>
              </a:rPr>
              <a:t>selected_course_list</a:t>
            </a:r>
            <a:r>
              <a:rPr lang="en-US" altLang="zh-CN" sz="1600" dirty="0">
                <a:latin typeface="+mn-ea"/>
              </a:rPr>
              <a:t>():</a:t>
            </a:r>
          </a:p>
          <a:p>
            <a:r>
              <a:rPr lang="en-US" altLang="zh-CN" sz="1600" dirty="0">
                <a:latin typeface="+mn-ea"/>
              </a:rPr>
              <a:t>    # </a:t>
            </a:r>
            <a:r>
              <a:rPr lang="zh-CN" altLang="en-US" sz="1600" dirty="0">
                <a:latin typeface="+mn-ea"/>
              </a:rPr>
              <a:t>获取学生</a:t>
            </a:r>
            <a:r>
              <a:rPr lang="en-US" altLang="zh-CN" sz="1600" dirty="0">
                <a:latin typeface="+mn-ea"/>
              </a:rPr>
              <a:t>id</a:t>
            </a:r>
          </a:p>
          <a:p>
            <a:r>
              <a:rPr lang="en-US" altLang="zh-CN" sz="1600" dirty="0">
                <a:latin typeface="+mn-ea"/>
              </a:rPr>
              <a:t>    </a:t>
            </a:r>
            <a:r>
              <a:rPr lang="en-US" altLang="zh-CN" sz="1600" dirty="0" err="1">
                <a:latin typeface="+mn-ea"/>
              </a:rPr>
              <a:t>student_id</a:t>
            </a:r>
            <a:r>
              <a:rPr lang="en-US" altLang="zh-CN" sz="1600" dirty="0">
                <a:latin typeface="+mn-ea"/>
              </a:rPr>
              <a:t>=</a:t>
            </a:r>
            <a:r>
              <a:rPr lang="en-US" altLang="zh-CN" sz="1600" dirty="0" err="1">
                <a:latin typeface="+mn-ea"/>
              </a:rPr>
              <a:t>request.args.get</a:t>
            </a:r>
            <a:r>
              <a:rPr lang="en-US" altLang="zh-CN" sz="1600" dirty="0">
                <a:latin typeface="+mn-ea"/>
              </a:rPr>
              <a:t>('id',0,type=int)</a:t>
            </a:r>
          </a:p>
          <a:p>
            <a:r>
              <a:rPr lang="en-US" altLang="zh-CN" sz="1600" dirty="0">
                <a:latin typeface="+mn-ea"/>
              </a:rPr>
              <a:t>    if </a:t>
            </a:r>
            <a:r>
              <a:rPr lang="en-US" altLang="zh-CN" sz="1600" dirty="0" err="1">
                <a:latin typeface="+mn-ea"/>
              </a:rPr>
              <a:t>student_id</a:t>
            </a:r>
            <a:r>
              <a:rPr lang="en-US" altLang="zh-CN" sz="1600" dirty="0">
                <a:latin typeface="+mn-ea"/>
              </a:rPr>
              <a:t>!=0:</a:t>
            </a:r>
          </a:p>
          <a:p>
            <a:r>
              <a:rPr lang="en-US" altLang="zh-CN" sz="1600" dirty="0">
                <a:latin typeface="+mn-ea"/>
              </a:rPr>
              <a:t>        </a:t>
            </a:r>
            <a:r>
              <a:rPr lang="en-US" altLang="zh-CN" sz="1600" b="1" dirty="0" err="1">
                <a:solidFill>
                  <a:srgbClr val="C00000"/>
                </a:solidFill>
                <a:latin typeface="+mn-ea"/>
              </a:rPr>
              <a:t>student_courses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 = </a:t>
            </a:r>
            <a:r>
              <a:rPr lang="en-US" altLang="zh-CN" sz="1600" b="1" dirty="0" err="1">
                <a:solidFill>
                  <a:srgbClr val="C00000"/>
                </a:solidFill>
                <a:latin typeface="+mn-ea"/>
              </a:rPr>
              <a:t>StudentCourse.query.filter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+mn-ea"/>
              </a:rPr>
              <a:t>StudentCourse.student_id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==</a:t>
            </a:r>
            <a:r>
              <a:rPr lang="en-US" altLang="zh-CN" sz="1600" b="1" dirty="0" err="1">
                <a:solidFill>
                  <a:srgbClr val="C00000"/>
                </a:solidFill>
                <a:latin typeface="+mn-ea"/>
              </a:rPr>
              <a:t>student_id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</a:rPr>
              <a:t>).all()</a:t>
            </a:r>
          </a:p>
          <a:p>
            <a:r>
              <a:rPr lang="en-US" altLang="zh-CN" sz="1600" dirty="0">
                <a:latin typeface="+mn-ea"/>
              </a:rPr>
              <a:t>        return </a:t>
            </a:r>
            <a:r>
              <a:rPr lang="en-US" altLang="zh-CN" sz="1600" dirty="0" err="1">
                <a:latin typeface="+mn-ea"/>
              </a:rPr>
              <a:t>render_template</a:t>
            </a:r>
            <a:r>
              <a:rPr lang="en-US" altLang="zh-CN" sz="1600" dirty="0">
                <a:latin typeface="+mn-ea"/>
              </a:rPr>
              <a:t>('student/selected_course_list.html', title='Student Course </a:t>
            </a:r>
            <a:r>
              <a:rPr lang="en-US" altLang="zh-CN" sz="1600" dirty="0" err="1">
                <a:latin typeface="+mn-ea"/>
              </a:rPr>
              <a:t>list',id</a:t>
            </a:r>
            <a:r>
              <a:rPr lang="en-US" altLang="zh-CN" sz="1600" dirty="0">
                <a:latin typeface="+mn-ea"/>
              </a:rPr>
              <a:t>=</a:t>
            </a:r>
            <a:r>
              <a:rPr lang="en-US" altLang="zh-CN" sz="1600" dirty="0" err="1">
                <a:latin typeface="+mn-ea"/>
              </a:rPr>
              <a:t>student_id,student_courses</a:t>
            </a:r>
            <a:r>
              <a:rPr lang="en-US" altLang="zh-CN" sz="1600" dirty="0">
                <a:latin typeface="+mn-ea"/>
              </a:rPr>
              <a:t>=</a:t>
            </a:r>
            <a:r>
              <a:rPr lang="en-US" altLang="zh-CN" sz="1600" dirty="0" err="1">
                <a:latin typeface="+mn-ea"/>
              </a:rPr>
              <a:t>student_courses</a:t>
            </a:r>
            <a:r>
              <a:rPr lang="en-US" altLang="zh-CN" sz="1600" dirty="0">
                <a:latin typeface="+mn-ea"/>
              </a:rPr>
              <a:t>)</a:t>
            </a:r>
          </a:p>
          <a:p>
            <a:r>
              <a:rPr lang="en-US" altLang="zh-CN" sz="1600" dirty="0">
                <a:latin typeface="+mn-ea"/>
              </a:rPr>
              <a:t>    else:</a:t>
            </a:r>
          </a:p>
          <a:p>
            <a:r>
              <a:rPr lang="en-US" altLang="zh-CN" sz="1600" dirty="0">
                <a:latin typeface="+mn-ea"/>
              </a:rPr>
              <a:t>        return '</a:t>
            </a:r>
            <a:r>
              <a:rPr lang="zh-CN" altLang="en-US" sz="1600" dirty="0">
                <a:latin typeface="+mn-ea"/>
              </a:rPr>
              <a:t>请传入学生</a:t>
            </a:r>
            <a:r>
              <a:rPr lang="en-US" altLang="zh-CN" sz="1600" dirty="0">
                <a:latin typeface="+mn-ea"/>
              </a:rPr>
              <a:t>ID</a:t>
            </a:r>
            <a:r>
              <a:rPr lang="zh-CN" altLang="en-US" sz="1600" dirty="0">
                <a:latin typeface="+mn-ea"/>
              </a:rPr>
              <a:t>参数</a:t>
            </a:r>
            <a:r>
              <a:rPr lang="en-US" altLang="zh-CN" sz="1600" dirty="0">
                <a:latin typeface="+mn-ea"/>
              </a:rPr>
              <a:t>', 400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FD8A6A0F-CECE-5369-5218-FED01E9AA219}"/>
              </a:ext>
            </a:extLst>
          </p:cNvPr>
          <p:cNvSpPr/>
          <p:nvPr/>
        </p:nvSpPr>
        <p:spPr>
          <a:xfrm>
            <a:off x="6152132" y="5292477"/>
            <a:ext cx="3600401" cy="1098458"/>
          </a:xfrm>
          <a:prstGeom prst="wedgeRectCallout">
            <a:avLst>
              <a:gd name="adj1" fmla="val -49427"/>
              <a:gd name="adj2" fmla="val -1170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n-ea"/>
              </a:rPr>
              <a:t>通过过滤器获取指定学生的信息</a:t>
            </a:r>
          </a:p>
        </p:txBody>
      </p:sp>
    </p:spTree>
    <p:extLst>
      <p:ext uri="{BB962C8B-B14F-4D97-AF65-F5344CB8AC3E}">
        <p14:creationId xmlns:p14="http://schemas.microsoft.com/office/powerpoint/2010/main" val="31504328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781779" y="201806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/students/</a:t>
            </a:r>
            <a:r>
              <a:rPr lang="en-US" altLang="zh-CN" b="1" dirty="0" err="1">
                <a:latin typeface="+mn-ea"/>
                <a:ea typeface="+mn-ea"/>
              </a:rPr>
              <a:t>selected_</a:t>
            </a:r>
            <a:r>
              <a:rPr lang="en-US" altLang="zh-CN" sz="1800" b="1" dirty="0" err="1">
                <a:latin typeface="+mn-ea"/>
              </a:rPr>
              <a:t>courses</a:t>
            </a:r>
            <a:r>
              <a:rPr lang="en-US" altLang="zh-CN" sz="1800" b="1" dirty="0">
                <a:latin typeface="+mn-ea"/>
              </a:rPr>
              <a:t>          </a:t>
            </a:r>
            <a:r>
              <a:rPr lang="zh-CN" altLang="en-US" b="1" dirty="0">
                <a:latin typeface="+mn-ea"/>
                <a:ea typeface="+mn-ea"/>
              </a:rPr>
              <a:t>展示学生已选课程信息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787846" y="2848199"/>
            <a:ext cx="10873208" cy="304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 &lt;table border="0"&gt;</a:t>
            </a:r>
          </a:p>
          <a:p>
            <a:r>
              <a:rPr lang="en-US" altLang="zh-CN" sz="1600" dirty="0">
                <a:latin typeface="+mn-ea"/>
              </a:rPr>
              <a:t>        &lt;tr&gt;</a:t>
            </a:r>
          </a:p>
          <a:p>
            <a:r>
              <a:rPr lang="en-US" altLang="zh-CN" sz="1600" dirty="0">
                <a:latin typeface="+mn-ea"/>
              </a:rPr>
              <a:t>            &lt;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&gt;id&lt;/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 &lt;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</a:t>
            </a:r>
            <a:r>
              <a:rPr lang="zh-CN" altLang="en-US" sz="1600" dirty="0">
                <a:latin typeface="+mn-ea"/>
              </a:rPr>
              <a:t>课程</a:t>
            </a:r>
            <a:r>
              <a:rPr lang="en-US" altLang="zh-CN" sz="1600" dirty="0">
                <a:latin typeface="+mn-ea"/>
              </a:rPr>
              <a:t>&lt;/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 &lt;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</a:t>
            </a:r>
            <a:r>
              <a:rPr lang="zh-CN" altLang="en-US" sz="1600" dirty="0">
                <a:latin typeface="+mn-ea"/>
              </a:rPr>
              <a:t>学生</a:t>
            </a:r>
            <a:r>
              <a:rPr lang="en-US" altLang="zh-CN" sz="1600" dirty="0">
                <a:latin typeface="+mn-ea"/>
              </a:rPr>
              <a:t>&lt;/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</a:t>
            </a:r>
          </a:p>
          <a:p>
            <a:r>
              <a:rPr lang="en-US" altLang="zh-CN" sz="1600" dirty="0">
                <a:latin typeface="+mn-ea"/>
              </a:rPr>
              <a:t>        &lt;/tr&gt;</a:t>
            </a:r>
          </a:p>
          <a:p>
            <a:r>
              <a:rPr lang="en-US" altLang="zh-CN" sz="1600" dirty="0">
                <a:latin typeface="+mn-ea"/>
              </a:rPr>
              <a:t>        {% for </a:t>
            </a:r>
            <a:r>
              <a:rPr lang="en-US" altLang="zh-CN" sz="1600" dirty="0" err="1">
                <a:latin typeface="+mn-ea"/>
              </a:rPr>
              <a:t>studentCourse</a:t>
            </a:r>
            <a:r>
              <a:rPr lang="en-US" altLang="zh-CN" sz="1600" dirty="0">
                <a:latin typeface="+mn-ea"/>
              </a:rPr>
              <a:t> in </a:t>
            </a:r>
            <a:r>
              <a:rPr lang="en-US" altLang="zh-CN" sz="1600" dirty="0" err="1">
                <a:latin typeface="+mn-ea"/>
              </a:rPr>
              <a:t>student_courses</a:t>
            </a:r>
            <a:r>
              <a:rPr lang="en-US" altLang="zh-CN" sz="1600" dirty="0">
                <a:latin typeface="+mn-ea"/>
              </a:rPr>
              <a:t> %}</a:t>
            </a:r>
          </a:p>
          <a:p>
            <a:r>
              <a:rPr lang="en-US" altLang="zh-CN" sz="1600" dirty="0">
                <a:latin typeface="+mn-ea"/>
              </a:rPr>
              <a:t>        &lt;tr&gt;</a:t>
            </a:r>
          </a:p>
          <a:p>
            <a:r>
              <a:rPr lang="en-US" altLang="zh-CN" sz="1600" dirty="0">
                <a:latin typeface="+mn-ea"/>
              </a:rPr>
              <a:t>            &lt;td&gt;{{studentCourse.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course</a:t>
            </a:r>
            <a:r>
              <a:rPr lang="en-US" altLang="zh-CN" sz="1600" dirty="0">
                <a:latin typeface="+mn-ea"/>
              </a:rPr>
              <a:t>.id}}&lt;/td&gt;</a:t>
            </a:r>
          </a:p>
          <a:p>
            <a:r>
              <a:rPr lang="en-US" altLang="zh-CN" sz="1600" dirty="0">
                <a:latin typeface="+mn-ea"/>
              </a:rPr>
              <a:t>            &lt;td&gt;{{studentCourse.</a:t>
            </a:r>
            <a:r>
              <a:rPr lang="en-US" altLang="zh-CN" sz="1600" dirty="0">
                <a:solidFill>
                  <a:schemeClr val="accent6"/>
                </a:solidFill>
                <a:latin typeface="+mn-ea"/>
              </a:rPr>
              <a:t>course</a:t>
            </a:r>
            <a:r>
              <a:rPr lang="en-US" altLang="zh-CN" sz="1600" dirty="0">
                <a:latin typeface="+mn-ea"/>
              </a:rPr>
              <a:t>.name}}&lt;/td&gt;</a:t>
            </a:r>
          </a:p>
          <a:p>
            <a:r>
              <a:rPr lang="en-US" altLang="zh-CN" sz="1600" dirty="0">
                <a:latin typeface="+mn-ea"/>
              </a:rPr>
              <a:t>            &lt;td&gt;{{</a:t>
            </a:r>
            <a:r>
              <a:rPr lang="en-US" altLang="zh-CN" sz="1600" dirty="0" err="1">
                <a:latin typeface="+mn-ea"/>
              </a:rPr>
              <a:t>studentCourse.</a:t>
            </a:r>
            <a:r>
              <a:rPr lang="en-US" altLang="zh-CN" sz="1600" dirty="0" err="1">
                <a:solidFill>
                  <a:schemeClr val="accent6"/>
                </a:solidFill>
                <a:latin typeface="+mn-ea"/>
              </a:rPr>
              <a:t>student</a:t>
            </a:r>
            <a:r>
              <a:rPr lang="en-US" altLang="zh-CN" sz="1600" dirty="0" err="1">
                <a:latin typeface="+mn-ea"/>
              </a:rPr>
              <a:t>.username</a:t>
            </a:r>
            <a:r>
              <a:rPr lang="en-US" altLang="zh-CN" sz="1600" dirty="0">
                <a:latin typeface="+mn-ea"/>
              </a:rPr>
              <a:t>}}&lt;/td&gt;</a:t>
            </a:r>
          </a:p>
          <a:p>
            <a:r>
              <a:rPr lang="en-US" altLang="zh-CN" sz="1600" dirty="0">
                <a:latin typeface="+mn-ea"/>
              </a:rPr>
              <a:t>         &lt;/tr&gt;</a:t>
            </a:r>
          </a:p>
          <a:p>
            <a:r>
              <a:rPr lang="en-US" altLang="zh-CN" sz="1600" dirty="0">
                <a:latin typeface="+mn-ea"/>
              </a:rPr>
              <a:t>        {% </a:t>
            </a:r>
            <a:r>
              <a:rPr lang="en-US" altLang="zh-CN" sz="1600" dirty="0" err="1">
                <a:latin typeface="+mn-ea"/>
              </a:rPr>
              <a:t>endfor</a:t>
            </a:r>
            <a:r>
              <a:rPr lang="en-US" altLang="zh-CN" sz="1600" dirty="0">
                <a:latin typeface="+mn-ea"/>
              </a:rPr>
              <a:t> %}</a:t>
            </a:r>
          </a:p>
          <a:p>
            <a:r>
              <a:rPr lang="en-US" altLang="zh-CN" sz="1600" dirty="0">
                <a:latin typeface="+mn-ea"/>
              </a:rPr>
              <a:t>    &lt;/table&gt;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AFCE456C-6107-7086-DC29-84FBD824E7F0}"/>
              </a:ext>
            </a:extLst>
          </p:cNvPr>
          <p:cNvSpPr/>
          <p:nvPr/>
        </p:nvSpPr>
        <p:spPr>
          <a:xfrm>
            <a:off x="6440165" y="5220469"/>
            <a:ext cx="2880320" cy="1098458"/>
          </a:xfrm>
          <a:prstGeom prst="wedgeRectCallout">
            <a:avLst>
              <a:gd name="adj1" fmla="val -110496"/>
              <a:gd name="adj2" fmla="val -60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+mn-ea"/>
              </a:rPr>
              <a:t>这里通过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关联关系映射获取到具体的关联对象</a:t>
            </a:r>
          </a:p>
        </p:txBody>
      </p:sp>
    </p:spTree>
    <p:extLst>
      <p:ext uri="{BB962C8B-B14F-4D97-AF65-F5344CB8AC3E}">
        <p14:creationId xmlns:p14="http://schemas.microsoft.com/office/powerpoint/2010/main" val="3771757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4063901" y="169591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/students/</a:t>
            </a:r>
            <a:r>
              <a:rPr lang="en-US" altLang="zh-CN" b="1" dirty="0" err="1">
                <a:latin typeface="+mn-ea"/>
                <a:ea typeface="+mn-ea"/>
              </a:rPr>
              <a:t>select_</a:t>
            </a:r>
            <a:r>
              <a:rPr lang="en-US" altLang="zh-CN" sz="1800" b="1" dirty="0" err="1">
                <a:latin typeface="+mn-ea"/>
              </a:rPr>
              <a:t>course</a:t>
            </a:r>
            <a:r>
              <a:rPr lang="en-US" altLang="zh-CN" sz="1800" b="1" dirty="0">
                <a:latin typeface="+mn-ea"/>
              </a:rPr>
              <a:t>          </a:t>
            </a:r>
            <a:r>
              <a:rPr lang="zh-CN" altLang="en-US" b="1" dirty="0">
                <a:latin typeface="+mn-ea"/>
                <a:ea typeface="+mn-ea"/>
              </a:rPr>
              <a:t>学生选课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607517" y="2333172"/>
            <a:ext cx="11449272" cy="4392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altLang="zh-CN" sz="1200" dirty="0">
                <a:latin typeface="+mn-ea"/>
              </a:rPr>
              <a:t># </a:t>
            </a:r>
            <a:r>
              <a:rPr lang="zh-CN" altLang="en-US" sz="1200" dirty="0">
                <a:latin typeface="+mn-ea"/>
              </a:rPr>
              <a:t>学生新选课</a:t>
            </a:r>
          </a:p>
          <a:p>
            <a:r>
              <a:rPr lang="en-US" altLang="zh-CN" sz="1200" dirty="0">
                <a:latin typeface="+mn-ea"/>
              </a:rPr>
              <a:t>@app.route('/student/select_course',methods=['GET','POST'])</a:t>
            </a:r>
          </a:p>
          <a:p>
            <a:r>
              <a:rPr lang="en-US" altLang="zh-CN" sz="1200" dirty="0">
                <a:latin typeface="+mn-ea"/>
              </a:rPr>
              <a:t>def </a:t>
            </a:r>
            <a:r>
              <a:rPr lang="en-US" altLang="zh-CN" sz="1200" dirty="0" err="1">
                <a:latin typeface="+mn-ea"/>
              </a:rPr>
              <a:t>select_student_course</a:t>
            </a:r>
            <a:r>
              <a:rPr lang="en-US" altLang="zh-CN" sz="1200" dirty="0">
                <a:latin typeface="+mn-ea"/>
              </a:rPr>
              <a:t>():</a:t>
            </a:r>
          </a:p>
          <a:p>
            <a:r>
              <a:rPr lang="en-US" altLang="zh-CN" sz="1200" dirty="0">
                <a:latin typeface="+mn-ea"/>
              </a:rPr>
              <a:t>    # </a:t>
            </a:r>
            <a:r>
              <a:rPr lang="zh-CN" altLang="en-US" sz="1200" dirty="0">
                <a:latin typeface="+mn-ea"/>
              </a:rPr>
              <a:t>根据</a:t>
            </a:r>
            <a:r>
              <a:rPr lang="en-US" altLang="zh-CN" sz="1200" dirty="0">
                <a:latin typeface="+mn-ea"/>
              </a:rPr>
              <a:t>HTTP</a:t>
            </a:r>
            <a:r>
              <a:rPr lang="zh-CN" altLang="en-US" sz="1200" dirty="0">
                <a:latin typeface="+mn-ea"/>
              </a:rPr>
              <a:t>方法区分显示页面还是处理表单</a:t>
            </a:r>
          </a:p>
          <a:p>
            <a:r>
              <a:rPr lang="zh-CN" altLang="en-US" sz="1200" dirty="0">
                <a:latin typeface="+mn-ea"/>
              </a:rPr>
              <a:t>    </a:t>
            </a:r>
            <a:r>
              <a:rPr lang="en-US" altLang="zh-CN" sz="1200" dirty="0">
                <a:latin typeface="+mn-ea"/>
              </a:rPr>
              <a:t># </a:t>
            </a:r>
            <a:r>
              <a:rPr lang="zh-CN" altLang="en-US" sz="1200" dirty="0">
                <a:latin typeface="+mn-ea"/>
              </a:rPr>
              <a:t>如果是</a:t>
            </a:r>
            <a:r>
              <a:rPr lang="en-US" altLang="zh-CN" sz="1200" dirty="0">
                <a:latin typeface="+mn-ea"/>
              </a:rPr>
              <a:t>POST</a:t>
            </a:r>
            <a:r>
              <a:rPr lang="zh-CN" altLang="en-US" sz="1200" dirty="0">
                <a:latin typeface="+mn-ea"/>
              </a:rPr>
              <a:t>方法，则表示提交表单数据</a:t>
            </a:r>
          </a:p>
          <a:p>
            <a:r>
              <a:rPr lang="zh-CN" altLang="en-US" sz="1200" dirty="0">
                <a:latin typeface="+mn-ea"/>
              </a:rPr>
              <a:t>    </a:t>
            </a:r>
            <a:r>
              <a:rPr lang="en-US" altLang="zh-CN" sz="1200" dirty="0">
                <a:latin typeface="+mn-ea"/>
              </a:rPr>
              <a:t>if </a:t>
            </a:r>
            <a:r>
              <a:rPr lang="en-US" altLang="zh-CN" sz="1200" dirty="0" err="1">
                <a:latin typeface="+mn-ea"/>
              </a:rPr>
              <a:t>request.method</a:t>
            </a:r>
            <a:r>
              <a:rPr lang="en-US" altLang="zh-CN" sz="1200" dirty="0">
                <a:latin typeface="+mn-ea"/>
              </a:rPr>
              <a:t> == 'POST':</a:t>
            </a:r>
          </a:p>
          <a:p>
            <a:r>
              <a:rPr lang="en-US" altLang="zh-CN" sz="1200" dirty="0">
                <a:latin typeface="+mn-ea"/>
              </a:rPr>
              <a:t>        # </a:t>
            </a:r>
            <a:r>
              <a:rPr lang="zh-CN" altLang="en-US" sz="1200" dirty="0">
                <a:latin typeface="+mn-ea"/>
              </a:rPr>
              <a:t>获取学生已选课程，检查是否重复选择</a:t>
            </a:r>
          </a:p>
          <a:p>
            <a:r>
              <a:rPr lang="zh-CN" altLang="en-US" sz="1200" dirty="0">
                <a:latin typeface="+mn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existing_selection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 = 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StudentCourse.query.filter_by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(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student_id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=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request.form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["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student_id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"], 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course_id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=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request.form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['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course_id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']).first()</a:t>
            </a:r>
          </a:p>
          <a:p>
            <a:r>
              <a:rPr lang="en-US" altLang="zh-CN" sz="1200" dirty="0">
                <a:latin typeface="+mn-ea"/>
              </a:rPr>
              <a:t>        if </a:t>
            </a:r>
            <a:r>
              <a:rPr lang="en-US" altLang="zh-CN" sz="1200" dirty="0" err="1">
                <a:latin typeface="+mn-ea"/>
              </a:rPr>
              <a:t>existing_selection</a:t>
            </a:r>
            <a:r>
              <a:rPr lang="en-US" altLang="zh-CN" sz="1200" dirty="0">
                <a:latin typeface="+mn-ea"/>
              </a:rPr>
              <a:t>:</a:t>
            </a:r>
          </a:p>
          <a:p>
            <a:r>
              <a:rPr lang="en-US" altLang="zh-CN" sz="1200" dirty="0">
                <a:latin typeface="+mn-ea"/>
              </a:rPr>
              <a:t>            return '</a:t>
            </a:r>
            <a:r>
              <a:rPr lang="zh-CN" altLang="en-US" sz="1200" dirty="0">
                <a:latin typeface="+mn-ea"/>
              </a:rPr>
              <a:t>该课程已选，请勿重复选择</a:t>
            </a:r>
            <a:r>
              <a:rPr lang="en-US" altLang="zh-CN" sz="1200" dirty="0">
                <a:latin typeface="+mn-ea"/>
              </a:rPr>
              <a:t>', 400</a:t>
            </a:r>
          </a:p>
          <a:p>
            <a:r>
              <a:rPr lang="en-US" altLang="zh-CN" sz="1200" dirty="0">
                <a:latin typeface="+mn-ea"/>
              </a:rPr>
              <a:t>        # </a:t>
            </a:r>
            <a:r>
              <a:rPr lang="zh-CN" altLang="en-US" sz="1200" dirty="0">
                <a:latin typeface="+mn-ea"/>
              </a:rPr>
              <a:t>获取表单数据</a:t>
            </a:r>
          </a:p>
          <a:p>
            <a:r>
              <a:rPr lang="zh-CN" altLang="en-US" sz="1200" dirty="0">
                <a:latin typeface="+mn-ea"/>
              </a:rPr>
              <a:t>        </a:t>
            </a:r>
            <a:r>
              <a:rPr lang="en-US" altLang="zh-CN" sz="1200" dirty="0" err="1">
                <a:latin typeface="+mn-ea"/>
              </a:rPr>
              <a:t>student_course</a:t>
            </a:r>
            <a:r>
              <a:rPr lang="en-US" altLang="zh-CN" sz="1200" dirty="0">
                <a:latin typeface="+mn-ea"/>
              </a:rPr>
              <a:t> = </a:t>
            </a:r>
            <a:r>
              <a:rPr lang="en-US" altLang="zh-CN" sz="1200" dirty="0" err="1">
                <a:latin typeface="+mn-ea"/>
              </a:rPr>
              <a:t>StudentCourse</a:t>
            </a:r>
            <a:r>
              <a:rPr lang="en-US" altLang="zh-CN" sz="1200" dirty="0">
                <a:latin typeface="+mn-ea"/>
              </a:rPr>
              <a:t>(</a:t>
            </a:r>
          </a:p>
          <a:p>
            <a:r>
              <a:rPr lang="en-US" altLang="zh-CN" sz="1200" dirty="0">
                <a:latin typeface="+mn-ea"/>
              </a:rPr>
              <a:t>            </a:t>
            </a:r>
            <a:r>
              <a:rPr lang="en-US" altLang="zh-CN" sz="1200" dirty="0" err="1">
                <a:latin typeface="+mn-ea"/>
              </a:rPr>
              <a:t>student_id</a:t>
            </a:r>
            <a:r>
              <a:rPr lang="en-US" altLang="zh-CN" sz="1200" dirty="0">
                <a:latin typeface="+mn-ea"/>
              </a:rPr>
              <a:t>=</a:t>
            </a:r>
            <a:r>
              <a:rPr lang="en-US" altLang="zh-CN" sz="1200" dirty="0" err="1">
                <a:latin typeface="+mn-ea"/>
              </a:rPr>
              <a:t>request.form</a:t>
            </a:r>
            <a:r>
              <a:rPr lang="en-US" altLang="zh-CN" sz="1200" dirty="0">
                <a:latin typeface="+mn-ea"/>
              </a:rPr>
              <a:t>["</a:t>
            </a:r>
            <a:r>
              <a:rPr lang="en-US" altLang="zh-CN" sz="1200" dirty="0" err="1">
                <a:latin typeface="+mn-ea"/>
              </a:rPr>
              <a:t>student_id</a:t>
            </a:r>
            <a:r>
              <a:rPr lang="en-US" altLang="zh-CN" sz="1200" dirty="0">
                <a:latin typeface="+mn-ea"/>
              </a:rPr>
              <a:t>"],</a:t>
            </a:r>
          </a:p>
          <a:p>
            <a:r>
              <a:rPr lang="en-US" altLang="zh-CN" sz="1200" dirty="0">
                <a:latin typeface="+mn-ea"/>
              </a:rPr>
              <a:t>            </a:t>
            </a:r>
            <a:r>
              <a:rPr lang="en-US" altLang="zh-CN" sz="1200" dirty="0" err="1">
                <a:latin typeface="+mn-ea"/>
              </a:rPr>
              <a:t>course_id</a:t>
            </a:r>
            <a:r>
              <a:rPr lang="en-US" altLang="zh-CN" sz="1200" dirty="0">
                <a:latin typeface="+mn-ea"/>
              </a:rPr>
              <a:t>=</a:t>
            </a:r>
            <a:r>
              <a:rPr lang="en-US" altLang="zh-CN" sz="1200" dirty="0" err="1">
                <a:latin typeface="+mn-ea"/>
              </a:rPr>
              <a:t>request.form</a:t>
            </a:r>
            <a:r>
              <a:rPr lang="en-US" altLang="zh-CN" sz="1200" dirty="0">
                <a:latin typeface="+mn-ea"/>
              </a:rPr>
              <a:t>['</a:t>
            </a:r>
            <a:r>
              <a:rPr lang="en-US" altLang="zh-CN" sz="1200" dirty="0" err="1">
                <a:latin typeface="+mn-ea"/>
              </a:rPr>
              <a:t>course_id</a:t>
            </a:r>
            <a:r>
              <a:rPr lang="en-US" altLang="zh-CN" sz="1200" dirty="0">
                <a:latin typeface="+mn-ea"/>
              </a:rPr>
              <a:t>'],</a:t>
            </a:r>
          </a:p>
          <a:p>
            <a:r>
              <a:rPr lang="en-US" altLang="zh-CN" sz="1200" dirty="0">
                <a:latin typeface="+mn-ea"/>
              </a:rPr>
              <a:t>        )</a:t>
            </a:r>
          </a:p>
          <a:p>
            <a:r>
              <a:rPr lang="en-US" altLang="zh-CN" sz="1200" dirty="0">
                <a:latin typeface="+mn-ea"/>
              </a:rPr>
              <a:t>        # </a:t>
            </a:r>
            <a:r>
              <a:rPr lang="zh-CN" altLang="en-US" sz="1200" dirty="0">
                <a:latin typeface="+mn-ea"/>
              </a:rPr>
              <a:t>将数据添加到数据库</a:t>
            </a:r>
          </a:p>
          <a:p>
            <a:r>
              <a:rPr lang="zh-CN" altLang="en-US" sz="1200" dirty="0">
                <a:latin typeface="+mn-ea"/>
              </a:rPr>
              <a:t>        </a:t>
            </a:r>
            <a:r>
              <a:rPr lang="en-US" altLang="zh-CN" sz="1200" dirty="0" err="1">
                <a:latin typeface="+mn-ea"/>
              </a:rPr>
              <a:t>db.session.add</a:t>
            </a:r>
            <a:r>
              <a:rPr lang="en-US" altLang="zh-CN" sz="1200" dirty="0">
                <a:latin typeface="+mn-ea"/>
              </a:rPr>
              <a:t>(</a:t>
            </a:r>
            <a:r>
              <a:rPr lang="en-US" altLang="zh-CN" sz="1200" dirty="0" err="1">
                <a:latin typeface="+mn-ea"/>
              </a:rPr>
              <a:t>student_course</a:t>
            </a:r>
            <a:r>
              <a:rPr lang="en-US" altLang="zh-CN" sz="1200" dirty="0">
                <a:latin typeface="+mn-ea"/>
              </a:rPr>
              <a:t>)</a:t>
            </a:r>
          </a:p>
          <a:p>
            <a:r>
              <a:rPr lang="en-US" altLang="zh-CN" sz="1200" dirty="0">
                <a:latin typeface="+mn-ea"/>
              </a:rPr>
              <a:t>        </a:t>
            </a:r>
            <a:r>
              <a:rPr lang="en-US" altLang="zh-CN" sz="1200" dirty="0" err="1">
                <a:latin typeface="+mn-ea"/>
              </a:rPr>
              <a:t>db.session.commit</a:t>
            </a:r>
            <a:r>
              <a:rPr lang="en-US" altLang="zh-CN" sz="1200" dirty="0">
                <a:latin typeface="+mn-ea"/>
              </a:rPr>
              <a:t>()</a:t>
            </a:r>
          </a:p>
          <a:p>
            <a:r>
              <a:rPr lang="en-US" altLang="zh-CN" sz="1200" dirty="0">
                <a:latin typeface="+mn-ea"/>
              </a:rPr>
              <a:t>        return redirect(</a:t>
            </a:r>
            <a:r>
              <a:rPr lang="en-US" altLang="zh-CN" sz="1200" dirty="0" err="1">
                <a:latin typeface="+mn-ea"/>
              </a:rPr>
              <a:t>url_for</a:t>
            </a:r>
            <a:r>
              <a:rPr lang="en-US" altLang="zh-CN" sz="1200" dirty="0">
                <a:latin typeface="+mn-ea"/>
              </a:rPr>
              <a:t>('selected_course_list')+</a:t>
            </a:r>
            <a:r>
              <a:rPr lang="en-US" altLang="zh-CN" sz="1200" dirty="0" err="1">
                <a:latin typeface="+mn-ea"/>
              </a:rPr>
              <a:t>f'?id</a:t>
            </a:r>
            <a:r>
              <a:rPr lang="en-US" altLang="zh-CN" sz="1200" dirty="0">
                <a:latin typeface="+mn-ea"/>
              </a:rPr>
              <a:t>={</a:t>
            </a:r>
            <a:r>
              <a:rPr lang="en-US" altLang="zh-CN" sz="1200" dirty="0" err="1">
                <a:latin typeface="+mn-ea"/>
              </a:rPr>
              <a:t>request.form</a:t>
            </a:r>
            <a:r>
              <a:rPr lang="en-US" altLang="zh-CN" sz="1200" dirty="0">
                <a:latin typeface="+mn-ea"/>
              </a:rPr>
              <a:t>["</a:t>
            </a:r>
            <a:r>
              <a:rPr lang="en-US" altLang="zh-CN" sz="1200" dirty="0" err="1">
                <a:latin typeface="+mn-ea"/>
              </a:rPr>
              <a:t>student_id</a:t>
            </a:r>
            <a:r>
              <a:rPr lang="en-US" altLang="zh-CN" sz="1200" dirty="0">
                <a:latin typeface="+mn-ea"/>
              </a:rPr>
              <a:t>"]}')</a:t>
            </a:r>
          </a:p>
          <a:p>
            <a:r>
              <a:rPr lang="en-US" altLang="zh-CN" sz="1200" dirty="0">
                <a:latin typeface="+mn-ea"/>
              </a:rPr>
              <a:t>    else:</a:t>
            </a:r>
          </a:p>
          <a:p>
            <a:r>
              <a:rPr lang="en-US" altLang="zh-CN" sz="1200" dirty="0">
                <a:latin typeface="+mn-ea"/>
              </a:rPr>
              <a:t>        id=</a:t>
            </a:r>
            <a:r>
              <a:rPr lang="en-US" altLang="zh-CN" sz="1200" dirty="0" err="1">
                <a:latin typeface="+mn-ea"/>
              </a:rPr>
              <a:t>request.args.get</a:t>
            </a:r>
            <a:r>
              <a:rPr lang="en-US" altLang="zh-CN" sz="1200" dirty="0">
                <a:latin typeface="+mn-ea"/>
              </a:rPr>
              <a:t>('id')</a:t>
            </a:r>
          </a:p>
          <a:p>
            <a:r>
              <a:rPr lang="en-US" altLang="zh-CN" sz="1200" dirty="0">
                <a:latin typeface="+mn-ea"/>
              </a:rPr>
              <a:t>        student=db.get_or_404(</a:t>
            </a:r>
            <a:r>
              <a:rPr lang="en-US" altLang="zh-CN" sz="1200" dirty="0" err="1">
                <a:latin typeface="+mn-ea"/>
              </a:rPr>
              <a:t>Student,id</a:t>
            </a:r>
            <a:r>
              <a:rPr lang="en-US" altLang="zh-CN" sz="1200" dirty="0">
                <a:latin typeface="+mn-ea"/>
              </a:rPr>
              <a:t>)</a:t>
            </a:r>
          </a:p>
          <a:p>
            <a:r>
              <a:rPr lang="en-US" altLang="zh-CN" sz="1200" dirty="0">
                <a:latin typeface="+mn-ea"/>
              </a:rPr>
              <a:t>        # </a:t>
            </a:r>
            <a:r>
              <a:rPr lang="zh-CN" altLang="en-US" sz="1200" dirty="0">
                <a:latin typeface="+mn-ea"/>
              </a:rPr>
              <a:t>排除已选课程</a:t>
            </a:r>
          </a:p>
          <a:p>
            <a:r>
              <a:rPr lang="zh-CN" altLang="en-US" sz="1200" dirty="0">
                <a:latin typeface="+mn-ea"/>
              </a:rPr>
              <a:t>        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selected_course_ids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 = [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sc.course_id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 for 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sc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 in 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StudentCourse.query.filter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(</a:t>
            </a:r>
            <a:r>
              <a:rPr lang="en-US" altLang="zh-CN" sz="1200" b="1" dirty="0" err="1">
                <a:solidFill>
                  <a:schemeClr val="accent6"/>
                </a:solidFill>
                <a:latin typeface="+mn-ea"/>
              </a:rPr>
              <a:t>StudentCourse.student_id</a:t>
            </a:r>
            <a:r>
              <a:rPr lang="en-US" altLang="zh-CN" sz="1200" b="1" dirty="0">
                <a:solidFill>
                  <a:schemeClr val="accent6"/>
                </a:solidFill>
                <a:latin typeface="+mn-ea"/>
              </a:rPr>
              <a:t>==id).all()]</a:t>
            </a:r>
          </a:p>
          <a:p>
            <a:r>
              <a:rPr lang="en-US" altLang="zh-CN" sz="1200" dirty="0">
                <a:latin typeface="+mn-ea"/>
              </a:rPr>
              <a:t>        if </a:t>
            </a:r>
            <a:r>
              <a:rPr lang="en-US" altLang="zh-CN" sz="1200" dirty="0" err="1">
                <a:latin typeface="+mn-ea"/>
              </a:rPr>
              <a:t>selected_course_ids</a:t>
            </a:r>
            <a:r>
              <a:rPr lang="en-US" altLang="zh-CN" sz="1200" dirty="0">
                <a:latin typeface="+mn-ea"/>
              </a:rPr>
              <a:t>:</a:t>
            </a:r>
          </a:p>
          <a:p>
            <a:r>
              <a:rPr lang="en-US" altLang="zh-CN" sz="1200" dirty="0">
                <a:latin typeface="+mn-ea"/>
              </a:rPr>
              <a:t>            courses = </a:t>
            </a:r>
            <a:r>
              <a:rPr lang="en-US" altLang="zh-CN" sz="1200" dirty="0" err="1">
                <a:latin typeface="+mn-ea"/>
              </a:rPr>
              <a:t>Course.query.filter</a:t>
            </a:r>
            <a:r>
              <a:rPr lang="en-US" altLang="zh-CN" sz="1200" dirty="0">
                <a:latin typeface="+mn-ea"/>
              </a:rPr>
              <a:t>(~Course.id.in_(</a:t>
            </a:r>
            <a:r>
              <a:rPr lang="en-US" altLang="zh-CN" sz="1200" dirty="0" err="1">
                <a:latin typeface="+mn-ea"/>
              </a:rPr>
              <a:t>selected_course_ids</a:t>
            </a:r>
            <a:r>
              <a:rPr lang="en-US" altLang="zh-CN" sz="1200" dirty="0">
                <a:latin typeface="+mn-ea"/>
              </a:rPr>
              <a:t>)).all()</a:t>
            </a:r>
          </a:p>
          <a:p>
            <a:r>
              <a:rPr lang="en-US" altLang="zh-CN" sz="1200" dirty="0">
                <a:latin typeface="+mn-ea"/>
              </a:rPr>
              <a:t>        else:</a:t>
            </a:r>
          </a:p>
          <a:p>
            <a:r>
              <a:rPr lang="en-US" altLang="zh-CN" sz="1200" dirty="0">
                <a:latin typeface="+mn-ea"/>
              </a:rPr>
              <a:t>            courses = </a:t>
            </a:r>
            <a:r>
              <a:rPr lang="en-US" altLang="zh-CN" sz="1200" dirty="0" err="1">
                <a:latin typeface="+mn-ea"/>
              </a:rPr>
              <a:t>Course.query.all</a:t>
            </a:r>
            <a:r>
              <a:rPr lang="en-US" altLang="zh-CN" sz="1200" dirty="0">
                <a:latin typeface="+mn-ea"/>
              </a:rPr>
              <a:t>()</a:t>
            </a:r>
          </a:p>
          <a:p>
            <a:r>
              <a:rPr lang="en-US" altLang="zh-CN" sz="1200" dirty="0">
                <a:latin typeface="+mn-ea"/>
              </a:rPr>
              <a:t>        return </a:t>
            </a:r>
            <a:r>
              <a:rPr lang="en-US" altLang="zh-CN" sz="1200" dirty="0" err="1">
                <a:latin typeface="+mn-ea"/>
              </a:rPr>
              <a:t>render_template</a:t>
            </a:r>
            <a:r>
              <a:rPr lang="en-US" altLang="zh-CN" sz="1200" dirty="0">
                <a:latin typeface="+mn-ea"/>
              </a:rPr>
              <a:t>('student/select_course.html',  title='add student </a:t>
            </a:r>
            <a:r>
              <a:rPr lang="en-US" altLang="zh-CN" sz="1200" dirty="0" err="1">
                <a:latin typeface="+mn-ea"/>
              </a:rPr>
              <a:t>course',student</a:t>
            </a:r>
            <a:r>
              <a:rPr lang="en-US" altLang="zh-CN" sz="1200" dirty="0">
                <a:latin typeface="+mn-ea"/>
              </a:rPr>
              <a:t>=</a:t>
            </a:r>
            <a:r>
              <a:rPr lang="en-US" altLang="zh-CN" sz="1200" dirty="0" err="1">
                <a:latin typeface="+mn-ea"/>
              </a:rPr>
              <a:t>student,courses</a:t>
            </a:r>
            <a:r>
              <a:rPr lang="en-US" altLang="zh-CN" sz="1200" dirty="0">
                <a:latin typeface="+mn-ea"/>
              </a:rPr>
              <a:t>=courses)</a:t>
            </a:r>
          </a:p>
        </p:txBody>
      </p:sp>
      <p:sp>
        <p:nvSpPr>
          <p:cNvPr id="12" name="对话气泡: 矩形 11">
            <a:extLst>
              <a:ext uri="{FF2B5EF4-FFF2-40B4-BE49-F238E27FC236}">
                <a16:creationId xmlns:a16="http://schemas.microsoft.com/office/drawing/2014/main" id="{ED98FCF5-FB5E-E91B-4FE8-D9A682A4C848}"/>
              </a:ext>
            </a:extLst>
          </p:cNvPr>
          <p:cNvSpPr/>
          <p:nvPr/>
        </p:nvSpPr>
        <p:spPr>
          <a:xfrm>
            <a:off x="5216029" y="4860429"/>
            <a:ext cx="3600401" cy="1098458"/>
          </a:xfrm>
          <a:prstGeom prst="wedgeRectCallout">
            <a:avLst>
              <a:gd name="adj1" fmla="val -49427"/>
              <a:gd name="adj2" fmla="val -1170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n-ea"/>
              </a:rPr>
              <a:t>多对多时，经常需要在业务逻辑中考虑数据的唯一性问题</a:t>
            </a:r>
          </a:p>
        </p:txBody>
      </p:sp>
    </p:spTree>
    <p:extLst>
      <p:ext uri="{BB962C8B-B14F-4D97-AF65-F5344CB8AC3E}">
        <p14:creationId xmlns:p14="http://schemas.microsoft.com/office/powerpoint/2010/main" val="16558148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9649072" cy="627061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Flask-SQLAlchemy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操作数据库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其他使用方法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6A8A8-1F17-6ACE-2F82-078F1D6C1924}"/>
              </a:ext>
            </a:extLst>
          </p:cNvPr>
          <p:cNvSpPr txBox="1"/>
          <p:nvPr/>
        </p:nvSpPr>
        <p:spPr>
          <a:xfrm>
            <a:off x="781779" y="1695912"/>
            <a:ext cx="862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例：学生课程管理系统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CF8E85-F82B-5727-6ABF-F7ECB0C3CFDD}"/>
              </a:ext>
            </a:extLst>
          </p:cNvPr>
          <p:cNvSpPr txBox="1"/>
          <p:nvPr/>
        </p:nvSpPr>
        <p:spPr>
          <a:xfrm>
            <a:off x="781779" y="2018062"/>
            <a:ext cx="835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ea"/>
                <a:ea typeface="+mn-ea"/>
              </a:rPr>
              <a:t>2</a:t>
            </a:r>
            <a:r>
              <a:rPr lang="zh-CN" altLang="en-US" b="1" dirty="0">
                <a:latin typeface="+mn-ea"/>
                <a:ea typeface="+mn-ea"/>
              </a:rPr>
              <a:t>、业务功能</a:t>
            </a:r>
            <a:endParaRPr lang="en-US" altLang="zh-CN" b="1" dirty="0">
              <a:latin typeface="+mn-ea"/>
              <a:ea typeface="+mn-ea"/>
            </a:endParaRPr>
          </a:p>
          <a:p>
            <a:r>
              <a:rPr lang="en-US" altLang="zh-CN" b="1" dirty="0">
                <a:latin typeface="+mn-ea"/>
                <a:ea typeface="+mn-ea"/>
              </a:rPr>
              <a:t>/students/</a:t>
            </a:r>
            <a:r>
              <a:rPr lang="en-US" altLang="zh-CN" b="1" dirty="0" err="1">
                <a:latin typeface="+mn-ea"/>
                <a:ea typeface="+mn-ea"/>
              </a:rPr>
              <a:t>select_</a:t>
            </a:r>
            <a:r>
              <a:rPr lang="en-US" altLang="zh-CN" sz="1800" b="1" dirty="0" err="1">
                <a:latin typeface="+mn-ea"/>
              </a:rPr>
              <a:t>course</a:t>
            </a:r>
            <a:r>
              <a:rPr lang="en-US" altLang="zh-CN" sz="1800" b="1" dirty="0">
                <a:latin typeface="+mn-ea"/>
              </a:rPr>
              <a:t>          </a:t>
            </a:r>
            <a:r>
              <a:rPr lang="zh-CN" altLang="en-US" b="1" dirty="0">
                <a:latin typeface="+mn-ea"/>
                <a:ea typeface="+mn-ea"/>
              </a:rPr>
              <a:t>学生选课</a:t>
            </a:r>
            <a:endParaRPr lang="en-US" altLang="zh-CN" b="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0C63DA-3E9A-BFC2-E0ED-9FD067F257D1}"/>
              </a:ext>
            </a:extLst>
          </p:cNvPr>
          <p:cNvSpPr txBox="1"/>
          <p:nvPr/>
        </p:nvSpPr>
        <p:spPr>
          <a:xfrm>
            <a:off x="809592" y="2873543"/>
            <a:ext cx="10873208" cy="329320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latin typeface="+mn-ea"/>
              </a:rPr>
              <a:t> &lt;form action="{{</a:t>
            </a:r>
            <a:r>
              <a:rPr lang="en-US" altLang="zh-CN" sz="1600" dirty="0" err="1">
                <a:latin typeface="+mn-ea"/>
              </a:rPr>
              <a:t>url_for</a:t>
            </a:r>
            <a:r>
              <a:rPr lang="en-US" altLang="zh-CN" sz="1600" dirty="0">
                <a:latin typeface="+mn-ea"/>
              </a:rPr>
              <a:t>('</a:t>
            </a:r>
            <a:r>
              <a:rPr lang="en-US" altLang="zh-CN" sz="1600" dirty="0" err="1">
                <a:latin typeface="+mn-ea"/>
              </a:rPr>
              <a:t>select_student_course</a:t>
            </a:r>
            <a:r>
              <a:rPr lang="en-US" altLang="zh-CN" sz="1600" dirty="0">
                <a:latin typeface="+mn-ea"/>
              </a:rPr>
              <a:t>')}}" method="post"&gt;</a:t>
            </a:r>
          </a:p>
          <a:p>
            <a:r>
              <a:rPr lang="en-US" altLang="zh-CN" sz="1600" dirty="0">
                <a:latin typeface="+mn-ea"/>
              </a:rPr>
              <a:t>        &lt;p&gt;</a:t>
            </a:r>
            <a:r>
              <a:rPr lang="zh-CN" altLang="en-US" sz="1600" dirty="0">
                <a:latin typeface="+mn-ea"/>
              </a:rPr>
              <a:t>姓名：</a:t>
            </a:r>
            <a:r>
              <a:rPr lang="en-US" altLang="zh-CN" sz="1600" dirty="0">
                <a:latin typeface="+mn-ea"/>
              </a:rPr>
              <a:t>{{</a:t>
            </a:r>
            <a:r>
              <a:rPr lang="en-US" altLang="zh-CN" sz="1600" dirty="0" err="1">
                <a:latin typeface="+mn-ea"/>
              </a:rPr>
              <a:t>student.username</a:t>
            </a:r>
            <a:r>
              <a:rPr lang="en-US" altLang="zh-CN" sz="1600" dirty="0">
                <a:latin typeface="+mn-ea"/>
              </a:rPr>
              <a:t>}}&lt;/p&gt;</a:t>
            </a:r>
          </a:p>
          <a:p>
            <a:r>
              <a:rPr lang="en-US" altLang="zh-CN" sz="1600" dirty="0">
                <a:latin typeface="+mn-ea"/>
              </a:rPr>
              <a:t>        &lt;!-- </a:t>
            </a:r>
            <a:r>
              <a:rPr lang="zh-CN" altLang="en-US" sz="1600" dirty="0">
                <a:latin typeface="+mn-ea"/>
              </a:rPr>
              <a:t>选课菜单 </a:t>
            </a:r>
            <a:r>
              <a:rPr lang="en-US" altLang="zh-CN" sz="1600" dirty="0">
                <a:latin typeface="+mn-ea"/>
              </a:rPr>
              <a:t>--&gt;</a:t>
            </a:r>
          </a:p>
          <a:p>
            <a:r>
              <a:rPr lang="en-US" altLang="zh-CN" sz="1600" dirty="0">
                <a:latin typeface="+mn-ea"/>
              </a:rPr>
              <a:t>        &lt;input type="text" name="</a:t>
            </a:r>
            <a:r>
              <a:rPr lang="en-US" altLang="zh-CN" sz="1600" dirty="0" err="1">
                <a:latin typeface="+mn-ea"/>
              </a:rPr>
              <a:t>student_id</a:t>
            </a:r>
            <a:r>
              <a:rPr lang="en-US" altLang="zh-CN" sz="1600" dirty="0">
                <a:latin typeface="+mn-ea"/>
              </a:rPr>
              <a:t>" id="</a:t>
            </a:r>
            <a:r>
              <a:rPr lang="en-US" altLang="zh-CN" sz="1600" dirty="0" err="1">
                <a:latin typeface="+mn-ea"/>
              </a:rPr>
              <a:t>student_id</a:t>
            </a:r>
            <a:r>
              <a:rPr lang="en-US" altLang="zh-CN" sz="1600" dirty="0">
                <a:latin typeface="+mn-ea"/>
              </a:rPr>
              <a:t>" value="{{student.id}}" hidden&gt;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       &lt;label for="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</a:rPr>
              <a:t>course_id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"&gt;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</a:rPr>
              <a:t>选课：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&lt;/label&gt;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       &lt;select name="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</a:rPr>
              <a:t>course_id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" id="</a:t>
            </a:r>
            <a:r>
              <a:rPr lang="en-US" altLang="zh-CN" sz="1600" b="1" dirty="0" err="1">
                <a:solidFill>
                  <a:schemeClr val="tx1"/>
                </a:solidFill>
                <a:latin typeface="+mn-ea"/>
              </a:rPr>
              <a:t>course_id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"&gt;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zh-CN" sz="1600" b="1" dirty="0">
                <a:solidFill>
                  <a:schemeClr val="accent6"/>
                </a:solidFill>
                <a:latin typeface="+mn-ea"/>
              </a:rPr>
              <a:t>{% for course in courses %}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latin typeface="+mn-ea"/>
              </a:rPr>
              <a:t>            &lt;option value="{{course.id}}"&gt;{{course.name}}&lt;/option&gt;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latin typeface="+mn-ea"/>
              </a:rPr>
              <a:t>            {% </a:t>
            </a:r>
            <a:r>
              <a:rPr lang="en-US" altLang="zh-CN" sz="1600" b="1" dirty="0" err="1">
                <a:solidFill>
                  <a:schemeClr val="accent6"/>
                </a:solidFill>
                <a:latin typeface="+mn-ea"/>
              </a:rPr>
              <a:t>endfor</a:t>
            </a:r>
            <a:r>
              <a:rPr lang="en-US" altLang="zh-CN" sz="1600" b="1" dirty="0">
                <a:solidFill>
                  <a:schemeClr val="accent6"/>
                </a:solidFill>
                <a:latin typeface="+mn-ea"/>
              </a:rPr>
              <a:t> %}</a:t>
            </a:r>
          </a:p>
          <a:p>
            <a:r>
              <a:rPr lang="en-US" altLang="zh-CN" sz="1600" b="1" dirty="0">
                <a:solidFill>
                  <a:schemeClr val="tx1"/>
                </a:solidFill>
                <a:latin typeface="+mn-ea"/>
              </a:rPr>
              <a:t>        &lt;/select&gt;</a:t>
            </a:r>
          </a:p>
          <a:p>
            <a:r>
              <a:rPr lang="en-US" altLang="zh-CN" sz="1600" dirty="0">
                <a:latin typeface="+mn-ea"/>
              </a:rPr>
              <a:t>        &lt;</a:t>
            </a:r>
            <a:r>
              <a:rPr lang="en-US" altLang="zh-CN" sz="1600" dirty="0" err="1">
                <a:latin typeface="+mn-ea"/>
              </a:rPr>
              <a:t>br</a:t>
            </a:r>
            <a:r>
              <a:rPr lang="en-US" altLang="zh-CN" sz="1600" dirty="0">
                <a:latin typeface="+mn-ea"/>
              </a:rPr>
              <a:t>&gt;</a:t>
            </a:r>
          </a:p>
          <a:p>
            <a:r>
              <a:rPr lang="en-US" altLang="zh-CN" sz="1600" dirty="0">
                <a:latin typeface="+mn-ea"/>
              </a:rPr>
              <a:t>        &lt;input type="submit" value="</a:t>
            </a:r>
            <a:r>
              <a:rPr lang="zh-CN" altLang="en-US" sz="1600" dirty="0">
                <a:latin typeface="+mn-ea"/>
              </a:rPr>
              <a:t>确定选课</a:t>
            </a:r>
            <a:r>
              <a:rPr lang="en-US" altLang="zh-CN" sz="1600" dirty="0">
                <a:latin typeface="+mn-ea"/>
              </a:rPr>
              <a:t>"&gt;</a:t>
            </a:r>
          </a:p>
          <a:p>
            <a:r>
              <a:rPr lang="en-US" altLang="zh-CN" sz="1600" dirty="0">
                <a:latin typeface="+mn-ea"/>
              </a:rPr>
              <a:t>    &lt;/form&gt; </a:t>
            </a:r>
          </a:p>
        </p:txBody>
      </p:sp>
    </p:spTree>
    <p:extLst>
      <p:ext uri="{BB962C8B-B14F-4D97-AF65-F5344CB8AC3E}">
        <p14:creationId xmlns:p14="http://schemas.microsoft.com/office/powerpoint/2010/main" val="190372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0168437-79D3-4C96-BDCF-2AA002ECB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541" y="1188021"/>
            <a:ext cx="10336213" cy="1466282"/>
          </a:xfrm>
        </p:spPr>
        <p:txBody>
          <a:bodyPr/>
          <a:lstStyle/>
          <a:p>
            <a:r>
              <a:rPr lang="en-US" altLang="zh-CN" dirty="0"/>
              <a:t>Thanks</a:t>
            </a:r>
            <a:br>
              <a:rPr lang="en-US" altLang="zh-CN" dirty="0"/>
            </a:br>
            <a:r>
              <a:rPr lang="zh-CN" altLang="en-US" dirty="0"/>
              <a:t>感谢聆听</a:t>
            </a:r>
          </a:p>
        </p:txBody>
      </p:sp>
      <p:sp>
        <p:nvSpPr>
          <p:cNvPr id="11" name="标题 6">
            <a:extLst>
              <a:ext uri="{FF2B5EF4-FFF2-40B4-BE49-F238E27FC236}">
                <a16:creationId xmlns:a16="http://schemas.microsoft.com/office/drawing/2014/main" id="{18CB6FDE-891D-43DB-80C0-7BE9E7C5742D}"/>
              </a:ext>
            </a:extLst>
          </p:cNvPr>
          <p:cNvSpPr txBox="1">
            <a:spLocks/>
          </p:cNvSpPr>
          <p:nvPr/>
        </p:nvSpPr>
        <p:spPr bwMode="auto">
          <a:xfrm>
            <a:off x="6944221" y="6228581"/>
            <a:ext cx="5040561" cy="458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宋体" panose="02010600030101010101" pitchFamily="2" charset="-122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5pPr>
            <a:lvl6pPr marL="492948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6pPr>
            <a:lvl7pPr marL="985898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7pPr>
            <a:lvl8pPr marL="1478845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8pPr>
            <a:lvl9pPr marL="1971795" algn="l" rtl="0" fontAlgn="base">
              <a:spcBef>
                <a:spcPct val="0"/>
              </a:spcBef>
              <a:spcAft>
                <a:spcPct val="0"/>
              </a:spcAft>
              <a:defRPr sz="4100">
                <a:solidFill>
                  <a:schemeClr val="tx2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r"/>
            <a:r>
              <a:rPr lang="zh-CN" altLang="en-US" sz="2000" kern="0" dirty="0"/>
              <a:t>本教程部分案例源自</a:t>
            </a:r>
            <a:endParaRPr lang="en-US" altLang="zh-CN" sz="2000" kern="0" dirty="0"/>
          </a:p>
          <a:p>
            <a:pPr algn="r"/>
            <a:r>
              <a:rPr lang="en-US" altLang="zh-CN" sz="2000" kern="0" dirty="0"/>
              <a:t>Flask</a:t>
            </a:r>
            <a:r>
              <a:rPr lang="zh-CN" altLang="en-US" sz="2000" kern="0" dirty="0"/>
              <a:t>官网、</a:t>
            </a:r>
            <a:r>
              <a:rPr lang="en-US" altLang="zh-CN" sz="2000" kern="0" dirty="0"/>
              <a:t>Python SQLite3</a:t>
            </a:r>
            <a:r>
              <a:rPr lang="zh-CN" altLang="en-US" sz="2000" kern="0" dirty="0"/>
              <a:t>库文档</a:t>
            </a:r>
          </a:p>
        </p:txBody>
      </p:sp>
    </p:spTree>
    <p:extLst>
      <p:ext uri="{BB962C8B-B14F-4D97-AF65-F5344CB8AC3E}">
        <p14:creationId xmlns:p14="http://schemas.microsoft.com/office/powerpoint/2010/main" val="1642613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23604</TotalTime>
  <Words>9500</Words>
  <Application>Microsoft Office PowerPoint</Application>
  <PresentationFormat>自定义</PresentationFormat>
  <Paragraphs>1160</Paragraphs>
  <Slides>64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2" baseType="lpstr">
      <vt:lpstr>黑体</vt:lpstr>
      <vt:lpstr>宋体</vt:lpstr>
      <vt:lpstr>微软雅黑</vt:lpstr>
      <vt:lpstr>Arial</vt:lpstr>
      <vt:lpstr>Garamond</vt:lpstr>
      <vt:lpstr>Verdana</vt:lpstr>
      <vt:lpstr>Wingdings</vt:lpstr>
      <vt:lpstr>Profile</vt:lpstr>
      <vt:lpstr>应用服务器数据库编程 以Flask、SQLite为例</vt:lpstr>
      <vt:lpstr>应用服务器数据库编程</vt:lpstr>
      <vt:lpstr>任务1 数据持久化</vt:lpstr>
      <vt:lpstr>1.2 数据持久化的方法</vt:lpstr>
      <vt:lpstr>任务2 直接执行SQL语句操作数据库</vt:lpstr>
      <vt:lpstr>2.1 SQL基本方法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2.2 通过DB API操作数据库</vt:lpstr>
      <vt:lpstr>任务3 通过ORM框架操作数据库</vt:lpstr>
      <vt:lpstr>3.1 ORM基本概念</vt:lpstr>
      <vt:lpstr>3.1 ORM基本概念</vt:lpstr>
      <vt:lpstr>3.2 SQLAlchemy与Flask-SQLAlchemy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3.3 使用Flask-SQLAlchemy操作数据库</vt:lpstr>
      <vt:lpstr>Thanks 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服务端开发 数据库编程3</dc:title>
  <dc:creator>HQH</dc:creator>
  <cp:lastModifiedBy>John Hu</cp:lastModifiedBy>
  <cp:revision>1483</cp:revision>
  <dcterms:created xsi:type="dcterms:W3CDTF">2008-02-14T05:21:14Z</dcterms:created>
  <dcterms:modified xsi:type="dcterms:W3CDTF">2025-09-24T02:23:30Z</dcterms:modified>
</cp:coreProperties>
</file>