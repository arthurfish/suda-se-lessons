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72"/>
  </p:notesMasterIdLst>
  <p:sldIdLst>
    <p:sldId id="423" r:id="rId2"/>
    <p:sldId id="427" r:id="rId3"/>
    <p:sldId id="692" r:id="rId4"/>
    <p:sldId id="694" r:id="rId5"/>
    <p:sldId id="693" r:id="rId6"/>
    <p:sldId id="429" r:id="rId7"/>
    <p:sldId id="579" r:id="rId8"/>
    <p:sldId id="638" r:id="rId9"/>
    <p:sldId id="639" r:id="rId10"/>
    <p:sldId id="637" r:id="rId11"/>
    <p:sldId id="640" r:id="rId12"/>
    <p:sldId id="586" r:id="rId13"/>
    <p:sldId id="695" r:id="rId14"/>
    <p:sldId id="624" r:id="rId15"/>
    <p:sldId id="641" r:id="rId16"/>
    <p:sldId id="629" r:id="rId17"/>
    <p:sldId id="642" r:id="rId18"/>
    <p:sldId id="698" r:id="rId19"/>
    <p:sldId id="706" r:id="rId20"/>
    <p:sldId id="709" r:id="rId21"/>
    <p:sldId id="710" r:id="rId22"/>
    <p:sldId id="711" r:id="rId23"/>
    <p:sldId id="707" r:id="rId24"/>
    <p:sldId id="696" r:id="rId25"/>
    <p:sldId id="643" r:id="rId26"/>
    <p:sldId id="715" r:id="rId27"/>
    <p:sldId id="716" r:id="rId28"/>
    <p:sldId id="718" r:id="rId29"/>
    <p:sldId id="717" r:id="rId30"/>
    <p:sldId id="593" r:id="rId31"/>
    <p:sldId id="644" r:id="rId32"/>
    <p:sldId id="645" r:id="rId33"/>
    <p:sldId id="646" r:id="rId34"/>
    <p:sldId id="697" r:id="rId35"/>
    <p:sldId id="714" r:id="rId36"/>
    <p:sldId id="712" r:id="rId37"/>
    <p:sldId id="713" r:id="rId38"/>
    <p:sldId id="647" r:id="rId39"/>
    <p:sldId id="699" r:id="rId40"/>
    <p:sldId id="649" r:id="rId41"/>
    <p:sldId id="700" r:id="rId42"/>
    <p:sldId id="701" r:id="rId43"/>
    <p:sldId id="702" r:id="rId44"/>
    <p:sldId id="703" r:id="rId45"/>
    <p:sldId id="654" r:id="rId46"/>
    <p:sldId id="704" r:id="rId47"/>
    <p:sldId id="655" r:id="rId48"/>
    <p:sldId id="656" r:id="rId49"/>
    <p:sldId id="657" r:id="rId50"/>
    <p:sldId id="658" r:id="rId51"/>
    <p:sldId id="660" r:id="rId52"/>
    <p:sldId id="662" r:id="rId53"/>
    <p:sldId id="659" r:id="rId54"/>
    <p:sldId id="664" r:id="rId55"/>
    <p:sldId id="663" r:id="rId56"/>
    <p:sldId id="665" r:id="rId57"/>
    <p:sldId id="666" r:id="rId58"/>
    <p:sldId id="667" r:id="rId59"/>
    <p:sldId id="705" r:id="rId60"/>
    <p:sldId id="670" r:id="rId61"/>
    <p:sldId id="671" r:id="rId62"/>
    <p:sldId id="673" r:id="rId63"/>
    <p:sldId id="680" r:id="rId64"/>
    <p:sldId id="672" r:id="rId65"/>
    <p:sldId id="674" r:id="rId66"/>
    <p:sldId id="675" r:id="rId67"/>
    <p:sldId id="676" r:id="rId68"/>
    <p:sldId id="677" r:id="rId69"/>
    <p:sldId id="678" r:id="rId70"/>
    <p:sldId id="617" r:id="rId71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CCFF"/>
    <a:srgbClr val="0000FF"/>
    <a:srgbClr val="000000"/>
    <a:srgbClr val="33CCCC"/>
    <a:srgbClr val="99CCFF"/>
    <a:srgbClr val="FFFF99"/>
    <a:srgbClr val="FFFF00"/>
    <a:srgbClr val="66FFFF"/>
    <a:srgbClr val="D5D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73891" autoAdjust="0"/>
  </p:normalViewPr>
  <p:slideViewPr>
    <p:cSldViewPr>
      <p:cViewPr varScale="1">
        <p:scale>
          <a:sx n="88" d="100"/>
          <a:sy n="88" d="100"/>
        </p:scale>
        <p:origin x="1891" y="72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3CE6CE50-DF86-4AF0-81C0-41EE0AAB192E}"/>
    <pc:docChg chg="delSld">
      <pc:chgData name="John Hu" userId="213e45b8a479442b" providerId="LiveId" clId="{3CE6CE50-DF86-4AF0-81C0-41EE0AAB192E}" dt="2024-05-27T03:51:36.297" v="0" actId="47"/>
      <pc:docMkLst>
        <pc:docMk/>
      </pc:docMkLst>
      <pc:sldChg chg="del">
        <pc:chgData name="John Hu" userId="213e45b8a479442b" providerId="LiveId" clId="{3CE6CE50-DF86-4AF0-81C0-41EE0AAB192E}" dt="2024-05-27T03:51:36.297" v="0" actId="47"/>
        <pc:sldMkLst>
          <pc:docMk/>
          <pc:sldMk cId="615297258" sldId="627"/>
        </pc:sldMkLst>
      </pc:sldChg>
    </pc:docChg>
  </pc:docChgLst>
  <pc:docChgLst>
    <pc:chgData name="John Hu" userId="213e45b8a479442b" providerId="LiveId" clId="{84268E99-1197-423E-B56D-2881EB2B6811}"/>
    <pc:docChg chg="modSld">
      <pc:chgData name="John Hu" userId="213e45b8a479442b" providerId="LiveId" clId="{84268E99-1197-423E-B56D-2881EB2B6811}" dt="2025-09-24T02:41:33.727" v="0"/>
      <pc:docMkLst>
        <pc:docMk/>
      </pc:docMkLst>
      <pc:sldChg chg="modSp mod">
        <pc:chgData name="John Hu" userId="213e45b8a479442b" providerId="LiveId" clId="{84268E99-1197-423E-B56D-2881EB2B6811}" dt="2025-09-24T02:41:33.727" v="0"/>
        <pc:sldMkLst>
          <pc:docMk/>
          <pc:sldMk cId="3685027716" sldId="677"/>
        </pc:sldMkLst>
        <pc:spChg chg="mod">
          <ac:chgData name="John Hu" userId="213e45b8a479442b" providerId="LiveId" clId="{84268E99-1197-423E-B56D-2881EB2B6811}" dt="2025-09-24T02:41:33.727" v="0"/>
          <ac:spMkLst>
            <pc:docMk/>
            <pc:sldMk cId="3685027716" sldId="677"/>
            <ac:spMk id="2" creationId="{5888EE31-F44C-4034-8407-4C756F65702C}"/>
          </ac:spMkLst>
        </pc:spChg>
      </pc:sldChg>
    </pc:docChg>
  </pc:docChgLst>
  <pc:docChgLst>
    <pc:chgData name="John Hu" userId="213e45b8a479442b" providerId="LiveId" clId="{4ADE6C76-F213-457E-BD6F-588EA0D849A1}"/>
    <pc:docChg chg="undo custSel addSld modSld sldOrd">
      <pc:chgData name="John Hu" userId="213e45b8a479442b" providerId="LiveId" clId="{4ADE6C76-F213-457E-BD6F-588EA0D849A1}" dt="2024-03-15T07:17:01.571" v="1922" actId="14100"/>
      <pc:docMkLst>
        <pc:docMk/>
      </pc:docMkLst>
      <pc:sldChg chg="addSp delSp modSp mod">
        <pc:chgData name="John Hu" userId="213e45b8a479442b" providerId="LiveId" clId="{4ADE6C76-F213-457E-BD6F-588EA0D849A1}" dt="2024-03-13T04:21:58.030" v="567" actId="20577"/>
        <pc:sldMkLst>
          <pc:docMk/>
          <pc:sldMk cId="4222155825" sldId="587"/>
        </pc:sldMkLst>
        <pc:spChg chg="add mod">
          <ac:chgData name="John Hu" userId="213e45b8a479442b" providerId="LiveId" clId="{4ADE6C76-F213-457E-BD6F-588EA0D849A1}" dt="2024-03-13T04:21:34.610" v="548" actId="164"/>
          <ac:spMkLst>
            <pc:docMk/>
            <pc:sldMk cId="4222155825" sldId="587"/>
            <ac:spMk id="9" creationId="{F713F9E6-C703-4115-B8C3-FD3F4DCCB823}"/>
          </ac:spMkLst>
        </pc:spChg>
        <pc:spChg chg="add mod">
          <ac:chgData name="John Hu" userId="213e45b8a479442b" providerId="LiveId" clId="{4ADE6C76-F213-457E-BD6F-588EA0D849A1}" dt="2024-03-13T03:56:46.842" v="32" actId="164"/>
          <ac:spMkLst>
            <pc:docMk/>
            <pc:sldMk cId="4222155825" sldId="587"/>
            <ac:spMk id="12" creationId="{05B21126-E232-45C8-BD15-FCCDDB78D8A0}"/>
          </ac:spMkLst>
        </pc:spChg>
        <pc:spChg chg="mod topLvl">
          <ac:chgData name="John Hu" userId="213e45b8a479442b" providerId="LiveId" clId="{4ADE6C76-F213-457E-BD6F-588EA0D849A1}" dt="2024-03-13T04:21:11.832" v="542" actId="164"/>
          <ac:spMkLst>
            <pc:docMk/>
            <pc:sldMk cId="4222155825" sldId="587"/>
            <ac:spMk id="16" creationId="{B9B3D2D6-0D82-40DF-9472-0D9D3EB71B83}"/>
          </ac:spMkLst>
        </pc:spChg>
        <pc:spChg chg="add mod topLvl">
          <ac:chgData name="John Hu" userId="213e45b8a479442b" providerId="LiveId" clId="{4ADE6C76-F213-457E-BD6F-588EA0D849A1}" dt="2024-03-13T04:21:20.328" v="544" actId="164"/>
          <ac:spMkLst>
            <pc:docMk/>
            <pc:sldMk cId="4222155825" sldId="587"/>
            <ac:spMk id="20" creationId="{8A5ECC61-8887-4C61-B7FC-96591F3D940B}"/>
          </ac:spMkLst>
        </pc:spChg>
        <pc:spChg chg="mod">
          <ac:chgData name="John Hu" userId="213e45b8a479442b" providerId="LiveId" clId="{4ADE6C76-F213-457E-BD6F-588EA0D849A1}" dt="2024-03-13T04:21:58.030" v="567" actId="20577"/>
          <ac:spMkLst>
            <pc:docMk/>
            <pc:sldMk cId="4222155825" sldId="587"/>
            <ac:spMk id="26" creationId="{447D2935-0C2E-4316-9C8D-45BA5A39364D}"/>
          </ac:spMkLst>
        </pc:spChg>
        <pc:grpChg chg="add mod">
          <ac:chgData name="John Hu" userId="213e45b8a479442b" providerId="LiveId" clId="{4ADE6C76-F213-457E-BD6F-588EA0D849A1}" dt="2024-03-13T04:21:30.708" v="547" actId="1076"/>
          <ac:grpSpMkLst>
            <pc:docMk/>
            <pc:sldMk cId="4222155825" sldId="587"/>
            <ac:grpSpMk id="11" creationId="{578E6432-5A13-492F-B9C6-482E7C28ECF0}"/>
          </ac:grpSpMkLst>
        </pc:grpChg>
        <pc:grpChg chg="add del mod">
          <ac:chgData name="John Hu" userId="213e45b8a479442b" providerId="LiveId" clId="{4ADE6C76-F213-457E-BD6F-588EA0D849A1}" dt="2024-03-13T04:21:04.374" v="541" actId="165"/>
          <ac:grpSpMkLst>
            <pc:docMk/>
            <pc:sldMk cId="4222155825" sldId="587"/>
            <ac:grpSpMk id="15" creationId="{3C10A30A-E46D-4FA0-A6FC-BE3CBA5DD262}"/>
          </ac:grpSpMkLst>
        </pc:grpChg>
        <pc:grpChg chg="add mod">
          <ac:chgData name="John Hu" userId="213e45b8a479442b" providerId="LiveId" clId="{4ADE6C76-F213-457E-BD6F-588EA0D849A1}" dt="2024-03-13T04:21:16.418" v="543" actId="1076"/>
          <ac:grpSpMkLst>
            <pc:docMk/>
            <pc:sldMk cId="4222155825" sldId="587"/>
            <ac:grpSpMk id="19" creationId="{07A2C984-47BD-4714-B4AE-0F4D4F47E6F8}"/>
          </ac:grpSpMkLst>
        </pc:grpChg>
        <pc:grpChg chg="add mod">
          <ac:chgData name="John Hu" userId="213e45b8a479442b" providerId="LiveId" clId="{4ADE6C76-F213-457E-BD6F-588EA0D849A1}" dt="2024-03-13T04:21:26.728" v="546" actId="1076"/>
          <ac:grpSpMkLst>
            <pc:docMk/>
            <pc:sldMk cId="4222155825" sldId="587"/>
            <ac:grpSpMk id="22" creationId="{AE986F9C-B696-419A-A91F-202C5A81B146}"/>
          </ac:grpSpMkLst>
        </pc:grpChg>
        <pc:grpChg chg="add mod">
          <ac:chgData name="John Hu" userId="213e45b8a479442b" providerId="LiveId" clId="{4ADE6C76-F213-457E-BD6F-588EA0D849A1}" dt="2024-03-13T04:21:40.606" v="549" actId="1076"/>
          <ac:grpSpMkLst>
            <pc:docMk/>
            <pc:sldMk cId="4222155825" sldId="587"/>
            <ac:grpSpMk id="23" creationId="{F42FBF41-8802-4AFF-8588-3E44E4667DAC}"/>
          </ac:grpSpMkLst>
        </pc:grpChg>
        <pc:grpChg chg="add mod">
          <ac:chgData name="John Hu" userId="213e45b8a479442b" providerId="LiveId" clId="{4ADE6C76-F213-457E-BD6F-588EA0D849A1}" dt="2024-03-13T04:21:49.830" v="550" actId="571"/>
          <ac:grpSpMkLst>
            <pc:docMk/>
            <pc:sldMk cId="4222155825" sldId="587"/>
            <ac:grpSpMk id="25" creationId="{DFE147C0-BDC2-4C65-BDE1-2F07630C56D9}"/>
          </ac:grpSpMkLst>
        </pc:grpChg>
        <pc:picChg chg="add mod">
          <ac:chgData name="John Hu" userId="213e45b8a479442b" providerId="LiveId" clId="{4ADE6C76-F213-457E-BD6F-588EA0D849A1}" dt="2024-03-13T04:20:56.167" v="538" actId="14100"/>
          <ac:picMkLst>
            <pc:docMk/>
            <pc:sldMk cId="4222155825" sldId="587"/>
            <ac:picMk id="5" creationId="{F88016A9-3416-4179-8B76-3EE3FC8C7E52}"/>
          </ac:picMkLst>
        </pc:picChg>
        <pc:picChg chg="add mod">
          <ac:chgData name="John Hu" userId="213e45b8a479442b" providerId="LiveId" clId="{4ADE6C76-F213-457E-BD6F-588EA0D849A1}" dt="2024-03-13T04:00:33.169" v="76" actId="1076"/>
          <ac:picMkLst>
            <pc:docMk/>
            <pc:sldMk cId="4222155825" sldId="587"/>
            <ac:picMk id="18" creationId="{8D8C2C22-E0BC-4439-A9C9-E112946D38C7}"/>
          </ac:picMkLst>
        </pc:picChg>
        <pc:picChg chg="add del mod">
          <ac:chgData name="John Hu" userId="213e45b8a479442b" providerId="LiveId" clId="{4ADE6C76-F213-457E-BD6F-588EA0D849A1}" dt="2024-03-13T03:05:23.784" v="6" actId="478"/>
          <ac:picMkLst>
            <pc:docMk/>
            <pc:sldMk cId="4222155825" sldId="587"/>
            <ac:picMk id="1026" creationId="{54F49805-2D91-4CF0-BAF6-663EF1964DD8}"/>
          </ac:picMkLst>
        </pc:picChg>
        <pc:cxnChg chg="add mod">
          <ac:chgData name="John Hu" userId="213e45b8a479442b" providerId="LiveId" clId="{4ADE6C76-F213-457E-BD6F-588EA0D849A1}" dt="2024-03-13T04:21:34.610" v="548" actId="164"/>
          <ac:cxnSpMkLst>
            <pc:docMk/>
            <pc:sldMk cId="4222155825" sldId="587"/>
            <ac:cxnSpMk id="10" creationId="{FF845534-05F3-4ADB-8009-4BE2C355F7C4}"/>
          </ac:cxnSpMkLst>
        </pc:cxnChg>
        <pc:cxnChg chg="add mod">
          <ac:chgData name="John Hu" userId="213e45b8a479442b" providerId="LiveId" clId="{4ADE6C76-F213-457E-BD6F-588EA0D849A1}" dt="2024-03-13T03:56:46.842" v="32" actId="164"/>
          <ac:cxnSpMkLst>
            <pc:docMk/>
            <pc:sldMk cId="4222155825" sldId="587"/>
            <ac:cxnSpMk id="13" creationId="{67191A2C-8265-4150-B412-E578538147CF}"/>
          </ac:cxnSpMkLst>
        </pc:cxnChg>
        <pc:cxnChg chg="mod topLvl">
          <ac:chgData name="John Hu" userId="213e45b8a479442b" providerId="LiveId" clId="{4ADE6C76-F213-457E-BD6F-588EA0D849A1}" dt="2024-03-13T04:21:11.832" v="542" actId="164"/>
          <ac:cxnSpMkLst>
            <pc:docMk/>
            <pc:sldMk cId="4222155825" sldId="587"/>
            <ac:cxnSpMk id="17" creationId="{DB48C6EA-775C-4C1A-A331-B82FED400DE0}"/>
          </ac:cxnSpMkLst>
        </pc:cxnChg>
        <pc:cxnChg chg="add mod topLvl">
          <ac:chgData name="John Hu" userId="213e45b8a479442b" providerId="LiveId" clId="{4ADE6C76-F213-457E-BD6F-588EA0D849A1}" dt="2024-03-13T04:21:20.328" v="544" actId="164"/>
          <ac:cxnSpMkLst>
            <pc:docMk/>
            <pc:sldMk cId="4222155825" sldId="587"/>
            <ac:cxnSpMk id="21" creationId="{719203B0-7762-468F-B8A1-B6B9C421022F}"/>
          </ac:cxnSpMkLst>
        </pc:cxnChg>
        <pc:cxnChg chg="mod">
          <ac:chgData name="John Hu" userId="213e45b8a479442b" providerId="LiveId" clId="{4ADE6C76-F213-457E-BD6F-588EA0D849A1}" dt="2024-03-13T04:21:49.830" v="550" actId="571"/>
          <ac:cxnSpMkLst>
            <pc:docMk/>
            <pc:sldMk cId="4222155825" sldId="587"/>
            <ac:cxnSpMk id="27" creationId="{7FC73B8C-EB7C-448A-8F50-84BC4C55EAD7}"/>
          </ac:cxnSpMkLst>
        </pc:cxnChg>
      </pc:sldChg>
      <pc:sldChg chg="addSp delSp modSp add mod">
        <pc:chgData name="John Hu" userId="213e45b8a479442b" providerId="LiveId" clId="{4ADE6C76-F213-457E-BD6F-588EA0D849A1}" dt="2024-03-13T04:20:22.429" v="536" actId="20577"/>
        <pc:sldMkLst>
          <pc:docMk/>
          <pc:sldMk cId="3702347036" sldId="588"/>
        </pc:sldMkLst>
        <pc:spChg chg="mod">
          <ac:chgData name="John Hu" userId="213e45b8a479442b" providerId="LiveId" clId="{4ADE6C76-F213-457E-BD6F-588EA0D849A1}" dt="2024-03-13T04:11:14.758" v="88" actId="20577"/>
          <ac:spMkLst>
            <pc:docMk/>
            <pc:sldMk cId="3702347036" sldId="588"/>
            <ac:spMk id="3" creationId="{FC3DE994-F8E6-4715-916B-9859E1A19738}"/>
          </ac:spMkLst>
        </pc:spChg>
        <pc:spChg chg="add mod">
          <ac:chgData name="John Hu" userId="213e45b8a479442b" providerId="LiveId" clId="{4ADE6C76-F213-457E-BD6F-588EA0D849A1}" dt="2024-03-13T04:18:49.845" v="390" actId="1076"/>
          <ac:spMkLst>
            <pc:docMk/>
            <pc:sldMk cId="3702347036" sldId="588"/>
            <ac:spMk id="7" creationId="{4E2E2802-182F-4EC3-BD38-AC893DE3659A}"/>
          </ac:spMkLst>
        </pc:spChg>
        <pc:spChg chg="del">
          <ac:chgData name="John Hu" userId="213e45b8a479442b" providerId="LiveId" clId="{4ADE6C76-F213-457E-BD6F-588EA0D849A1}" dt="2024-03-13T04:11:31.085" v="91" actId="478"/>
          <ac:spMkLst>
            <pc:docMk/>
            <pc:sldMk cId="3702347036" sldId="588"/>
            <ac:spMk id="9" creationId="{F713F9E6-C703-4115-B8C3-FD3F4DCCB823}"/>
          </ac:spMkLst>
        </pc:spChg>
        <pc:spChg chg="add mod">
          <ac:chgData name="John Hu" userId="213e45b8a479442b" providerId="LiveId" clId="{4ADE6C76-F213-457E-BD6F-588EA0D849A1}" dt="2024-03-13T04:20:22.429" v="536" actId="20577"/>
          <ac:spMkLst>
            <pc:docMk/>
            <pc:sldMk cId="3702347036" sldId="588"/>
            <ac:spMk id="19" creationId="{B9BC1CEB-0C66-44F6-8026-8C5FF318866D}"/>
          </ac:spMkLst>
        </pc:spChg>
        <pc:spChg chg="add del mod">
          <ac:chgData name="John Hu" userId="213e45b8a479442b" providerId="LiveId" clId="{4ADE6C76-F213-457E-BD6F-588EA0D849A1}" dt="2024-03-13T04:17:36.945" v="318" actId="478"/>
          <ac:spMkLst>
            <pc:docMk/>
            <pc:sldMk cId="3702347036" sldId="588"/>
            <ac:spMk id="22" creationId="{45229D25-36DB-43FA-B459-03F5A2015966}"/>
          </ac:spMkLst>
        </pc:spChg>
        <pc:grpChg chg="del">
          <ac:chgData name="John Hu" userId="213e45b8a479442b" providerId="LiveId" clId="{4ADE6C76-F213-457E-BD6F-588EA0D849A1}" dt="2024-03-13T04:11:31.085" v="91" actId="478"/>
          <ac:grpSpMkLst>
            <pc:docMk/>
            <pc:sldMk cId="3702347036" sldId="588"/>
            <ac:grpSpMk id="11" creationId="{578E6432-5A13-492F-B9C6-482E7C28ECF0}"/>
          </ac:grpSpMkLst>
        </pc:grpChg>
        <pc:grpChg chg="del">
          <ac:chgData name="John Hu" userId="213e45b8a479442b" providerId="LiveId" clId="{4ADE6C76-F213-457E-BD6F-588EA0D849A1}" dt="2024-03-13T04:11:31.085" v="91" actId="478"/>
          <ac:grpSpMkLst>
            <pc:docMk/>
            <pc:sldMk cId="3702347036" sldId="588"/>
            <ac:grpSpMk id="15" creationId="{3C10A30A-E46D-4FA0-A6FC-BE3CBA5DD262}"/>
          </ac:grpSpMkLst>
        </pc:grpChg>
        <pc:picChg chg="del">
          <ac:chgData name="John Hu" userId="213e45b8a479442b" providerId="LiveId" clId="{4ADE6C76-F213-457E-BD6F-588EA0D849A1}" dt="2024-03-13T04:11:16.905" v="89" actId="478"/>
          <ac:picMkLst>
            <pc:docMk/>
            <pc:sldMk cId="3702347036" sldId="588"/>
            <ac:picMk id="5" creationId="{F88016A9-3416-4179-8B76-3EE3FC8C7E52}"/>
          </ac:picMkLst>
        </pc:picChg>
        <pc:picChg chg="del">
          <ac:chgData name="John Hu" userId="213e45b8a479442b" providerId="LiveId" clId="{4ADE6C76-F213-457E-BD6F-588EA0D849A1}" dt="2024-03-13T04:11:18.517" v="90" actId="478"/>
          <ac:picMkLst>
            <pc:docMk/>
            <pc:sldMk cId="3702347036" sldId="588"/>
            <ac:picMk id="18" creationId="{8D8C2C22-E0BC-4439-A9C9-E112946D38C7}"/>
          </ac:picMkLst>
        </pc:picChg>
        <pc:cxnChg chg="del">
          <ac:chgData name="John Hu" userId="213e45b8a479442b" providerId="LiveId" clId="{4ADE6C76-F213-457E-BD6F-588EA0D849A1}" dt="2024-03-13T04:11:31.085" v="91" actId="478"/>
          <ac:cxnSpMkLst>
            <pc:docMk/>
            <pc:sldMk cId="3702347036" sldId="588"/>
            <ac:cxnSpMk id="10" creationId="{FF845534-05F3-4ADB-8009-4BE2C355F7C4}"/>
          </ac:cxnSpMkLst>
        </pc:cxnChg>
      </pc:sldChg>
      <pc:sldChg chg="modSp add mod">
        <pc:chgData name="John Hu" userId="213e45b8a479442b" providerId="LiveId" clId="{4ADE6C76-F213-457E-BD6F-588EA0D849A1}" dt="2024-03-13T04:24:16.656" v="749" actId="20577"/>
        <pc:sldMkLst>
          <pc:docMk/>
          <pc:sldMk cId="3251409822" sldId="589"/>
        </pc:sldMkLst>
        <pc:spChg chg="mod">
          <ac:chgData name="John Hu" userId="213e45b8a479442b" providerId="LiveId" clId="{4ADE6C76-F213-457E-BD6F-588EA0D849A1}" dt="2024-03-13T04:22:34.143" v="585" actId="20577"/>
          <ac:spMkLst>
            <pc:docMk/>
            <pc:sldMk cId="3251409822" sldId="589"/>
            <ac:spMk id="3" creationId="{FC3DE994-F8E6-4715-916B-9859E1A19738}"/>
          </ac:spMkLst>
        </pc:spChg>
        <pc:spChg chg="mod">
          <ac:chgData name="John Hu" userId="213e45b8a479442b" providerId="LiveId" clId="{4ADE6C76-F213-457E-BD6F-588EA0D849A1}" dt="2024-03-13T04:24:16.656" v="749" actId="20577"/>
          <ac:spMkLst>
            <pc:docMk/>
            <pc:sldMk cId="3251409822" sldId="589"/>
            <ac:spMk id="7" creationId="{4E2E2802-182F-4EC3-BD38-AC893DE3659A}"/>
          </ac:spMkLst>
        </pc:spChg>
        <pc:spChg chg="mod">
          <ac:chgData name="John Hu" userId="213e45b8a479442b" providerId="LiveId" clId="{4ADE6C76-F213-457E-BD6F-588EA0D849A1}" dt="2024-03-13T04:23:15.047" v="592" actId="207"/>
          <ac:spMkLst>
            <pc:docMk/>
            <pc:sldMk cId="3251409822" sldId="589"/>
            <ac:spMk id="19" creationId="{B9BC1CEB-0C66-44F6-8026-8C5FF318866D}"/>
          </ac:spMkLst>
        </pc:spChg>
      </pc:sldChg>
      <pc:sldChg chg="modSp add mod">
        <pc:chgData name="John Hu" userId="213e45b8a479442b" providerId="LiveId" clId="{4ADE6C76-F213-457E-BD6F-588EA0D849A1}" dt="2024-03-13T04:35:53.641" v="811" actId="20577"/>
        <pc:sldMkLst>
          <pc:docMk/>
          <pc:sldMk cId="2263791270" sldId="590"/>
        </pc:sldMkLst>
        <pc:spChg chg="mod">
          <ac:chgData name="John Hu" userId="213e45b8a479442b" providerId="LiveId" clId="{4ADE6C76-F213-457E-BD6F-588EA0D849A1}" dt="2024-03-13T04:24:54.001" v="766" actId="20577"/>
          <ac:spMkLst>
            <pc:docMk/>
            <pc:sldMk cId="2263791270" sldId="590"/>
            <ac:spMk id="3" creationId="{FC3DE994-F8E6-4715-916B-9859E1A19738}"/>
          </ac:spMkLst>
        </pc:spChg>
        <pc:spChg chg="mod">
          <ac:chgData name="John Hu" userId="213e45b8a479442b" providerId="LiveId" clId="{4ADE6C76-F213-457E-BD6F-588EA0D849A1}" dt="2024-03-13T04:35:53.641" v="811" actId="20577"/>
          <ac:spMkLst>
            <pc:docMk/>
            <pc:sldMk cId="2263791270" sldId="590"/>
            <ac:spMk id="7" creationId="{4E2E2802-182F-4EC3-BD38-AC893DE3659A}"/>
          </ac:spMkLst>
        </pc:spChg>
        <pc:spChg chg="mod">
          <ac:chgData name="John Hu" userId="213e45b8a479442b" providerId="LiveId" clId="{4ADE6C76-F213-457E-BD6F-588EA0D849A1}" dt="2024-03-13T04:25:10.467" v="768" actId="207"/>
          <ac:spMkLst>
            <pc:docMk/>
            <pc:sldMk cId="2263791270" sldId="590"/>
            <ac:spMk id="19" creationId="{B9BC1CEB-0C66-44F6-8026-8C5FF318866D}"/>
          </ac:spMkLst>
        </pc:spChg>
      </pc:sldChg>
      <pc:sldChg chg="addSp modSp add mod">
        <pc:chgData name="John Hu" userId="213e45b8a479442b" providerId="LiveId" clId="{4ADE6C76-F213-457E-BD6F-588EA0D849A1}" dt="2024-03-13T04:38:00.126" v="932" actId="14100"/>
        <pc:sldMkLst>
          <pc:docMk/>
          <pc:sldMk cId="2560977653" sldId="591"/>
        </pc:sldMkLst>
        <pc:spChg chg="mod">
          <ac:chgData name="John Hu" userId="213e45b8a479442b" providerId="LiveId" clId="{4ADE6C76-F213-457E-BD6F-588EA0D849A1}" dt="2024-03-13T04:38:00.126" v="932" actId="14100"/>
          <ac:spMkLst>
            <pc:docMk/>
            <pc:sldMk cId="2560977653" sldId="591"/>
            <ac:spMk id="7" creationId="{4E2E2802-182F-4EC3-BD38-AC893DE3659A}"/>
          </ac:spMkLst>
        </pc:spChg>
        <pc:spChg chg="add mod">
          <ac:chgData name="John Hu" userId="213e45b8a479442b" providerId="LiveId" clId="{4ADE6C76-F213-457E-BD6F-588EA0D849A1}" dt="2024-03-13T04:37:42.006" v="927" actId="1076"/>
          <ac:spMkLst>
            <pc:docMk/>
            <pc:sldMk cId="2560977653" sldId="591"/>
            <ac:spMk id="9" creationId="{19529EA1-7F06-4506-B534-17830BFBDC01}"/>
          </ac:spMkLst>
        </pc:spChg>
        <pc:spChg chg="add mod">
          <ac:chgData name="John Hu" userId="213e45b8a479442b" providerId="LiveId" clId="{4ADE6C76-F213-457E-BD6F-588EA0D849A1}" dt="2024-03-13T04:37:49.970" v="931" actId="14100"/>
          <ac:spMkLst>
            <pc:docMk/>
            <pc:sldMk cId="2560977653" sldId="591"/>
            <ac:spMk id="10" creationId="{13AB565F-B0AE-409E-8264-A52B02097663}"/>
          </ac:spMkLst>
        </pc:spChg>
        <pc:spChg chg="mod">
          <ac:chgData name="John Hu" userId="213e45b8a479442b" providerId="LiveId" clId="{4ADE6C76-F213-457E-BD6F-588EA0D849A1}" dt="2024-03-13T04:37:08.810" v="890" actId="207"/>
          <ac:spMkLst>
            <pc:docMk/>
            <pc:sldMk cId="2560977653" sldId="591"/>
            <ac:spMk id="19" creationId="{B9BC1CEB-0C66-44F6-8026-8C5FF318866D}"/>
          </ac:spMkLst>
        </pc:spChg>
      </pc:sldChg>
      <pc:sldChg chg="addSp delSp modSp add mod">
        <pc:chgData name="John Hu" userId="213e45b8a479442b" providerId="LiveId" clId="{4ADE6C76-F213-457E-BD6F-588EA0D849A1}" dt="2024-03-13T04:38:55.607" v="978" actId="14100"/>
        <pc:sldMkLst>
          <pc:docMk/>
          <pc:sldMk cId="3118514906" sldId="592"/>
        </pc:sldMkLst>
        <pc:spChg chg="mod">
          <ac:chgData name="John Hu" userId="213e45b8a479442b" providerId="LiveId" clId="{4ADE6C76-F213-457E-BD6F-588EA0D849A1}" dt="2024-03-13T04:38:41.760" v="958" actId="14100"/>
          <ac:spMkLst>
            <pc:docMk/>
            <pc:sldMk cId="3118514906" sldId="592"/>
            <ac:spMk id="7" creationId="{4E2E2802-182F-4EC3-BD38-AC893DE3659A}"/>
          </ac:spMkLst>
        </pc:spChg>
        <pc:spChg chg="del">
          <ac:chgData name="John Hu" userId="213e45b8a479442b" providerId="LiveId" clId="{4ADE6C76-F213-457E-BD6F-588EA0D849A1}" dt="2024-03-13T04:38:18.921" v="938" actId="478"/>
          <ac:spMkLst>
            <pc:docMk/>
            <pc:sldMk cId="3118514906" sldId="592"/>
            <ac:spMk id="9" creationId="{19529EA1-7F06-4506-B534-17830BFBDC01}"/>
          </ac:spMkLst>
        </pc:spChg>
        <pc:spChg chg="del mod">
          <ac:chgData name="John Hu" userId="213e45b8a479442b" providerId="LiveId" clId="{4ADE6C76-F213-457E-BD6F-588EA0D849A1}" dt="2024-03-13T04:38:17.542" v="937" actId="478"/>
          <ac:spMkLst>
            <pc:docMk/>
            <pc:sldMk cId="3118514906" sldId="592"/>
            <ac:spMk id="10" creationId="{13AB565F-B0AE-409E-8264-A52B02097663}"/>
          </ac:spMkLst>
        </pc:spChg>
        <pc:spChg chg="add mod">
          <ac:chgData name="John Hu" userId="213e45b8a479442b" providerId="LiveId" clId="{4ADE6C76-F213-457E-BD6F-588EA0D849A1}" dt="2024-03-13T04:38:23.399" v="940" actId="1076"/>
          <ac:spMkLst>
            <pc:docMk/>
            <pc:sldMk cId="3118514906" sldId="592"/>
            <ac:spMk id="11" creationId="{07CB944A-0B6B-4047-8187-6605ED279B62}"/>
          </ac:spMkLst>
        </pc:spChg>
        <pc:spChg chg="add mod">
          <ac:chgData name="John Hu" userId="213e45b8a479442b" providerId="LiveId" clId="{4ADE6C76-F213-457E-BD6F-588EA0D849A1}" dt="2024-03-13T04:38:55.607" v="978" actId="14100"/>
          <ac:spMkLst>
            <pc:docMk/>
            <pc:sldMk cId="3118514906" sldId="592"/>
            <ac:spMk id="12" creationId="{B4455509-6222-448A-92CF-09446B07EB51}"/>
          </ac:spMkLst>
        </pc:spChg>
        <pc:spChg chg="mod">
          <ac:chgData name="John Hu" userId="213e45b8a479442b" providerId="LiveId" clId="{4ADE6C76-F213-457E-BD6F-588EA0D849A1}" dt="2024-03-13T04:38:14.120" v="935" actId="21"/>
          <ac:spMkLst>
            <pc:docMk/>
            <pc:sldMk cId="3118514906" sldId="592"/>
            <ac:spMk id="19" creationId="{B9BC1CEB-0C66-44F6-8026-8C5FF318866D}"/>
          </ac:spMkLst>
        </pc:spChg>
      </pc:sldChg>
      <pc:sldChg chg="modSp mod">
        <pc:chgData name="John Hu" userId="213e45b8a479442b" providerId="LiveId" clId="{4ADE6C76-F213-457E-BD6F-588EA0D849A1}" dt="2024-03-15T01:20:52.602" v="1058" actId="207"/>
        <pc:sldMkLst>
          <pc:docMk/>
          <pc:sldMk cId="3177763967" sldId="605"/>
        </pc:sldMkLst>
        <pc:spChg chg="mod">
          <ac:chgData name="John Hu" userId="213e45b8a479442b" providerId="LiveId" clId="{4ADE6C76-F213-457E-BD6F-588EA0D849A1}" dt="2024-03-15T01:20:52.602" v="1058" actId="207"/>
          <ac:spMkLst>
            <pc:docMk/>
            <pc:sldMk cId="3177763967" sldId="605"/>
            <ac:spMk id="3" creationId="{FC3DE994-F8E6-4715-916B-9859E1A19738}"/>
          </ac:spMkLst>
        </pc:spChg>
      </pc:sldChg>
      <pc:sldChg chg="modSp mod">
        <pc:chgData name="John Hu" userId="213e45b8a479442b" providerId="LiveId" clId="{4ADE6C76-F213-457E-BD6F-588EA0D849A1}" dt="2024-03-15T01:38:28.973" v="1520" actId="113"/>
        <pc:sldMkLst>
          <pc:docMk/>
          <pc:sldMk cId="682326670" sldId="611"/>
        </pc:sldMkLst>
        <pc:spChg chg="mod">
          <ac:chgData name="John Hu" userId="213e45b8a479442b" providerId="LiveId" clId="{4ADE6C76-F213-457E-BD6F-588EA0D849A1}" dt="2024-03-15T01:38:28.973" v="1520" actId="113"/>
          <ac:spMkLst>
            <pc:docMk/>
            <pc:sldMk cId="682326670" sldId="611"/>
            <ac:spMk id="15" creationId="{64A43E5F-5B30-4EF3-85B7-F6DE59014DCB}"/>
          </ac:spMkLst>
        </pc:spChg>
      </pc:sldChg>
      <pc:sldChg chg="modSp mod">
        <pc:chgData name="John Hu" userId="213e45b8a479442b" providerId="LiveId" clId="{4ADE6C76-F213-457E-BD6F-588EA0D849A1}" dt="2024-03-15T01:39:41.966" v="1550" actId="113"/>
        <pc:sldMkLst>
          <pc:docMk/>
          <pc:sldMk cId="4176025167" sldId="612"/>
        </pc:sldMkLst>
        <pc:spChg chg="mod">
          <ac:chgData name="John Hu" userId="213e45b8a479442b" providerId="LiveId" clId="{4ADE6C76-F213-457E-BD6F-588EA0D849A1}" dt="2024-03-15T01:39:41.966" v="1550" actId="113"/>
          <ac:spMkLst>
            <pc:docMk/>
            <pc:sldMk cId="4176025167" sldId="612"/>
            <ac:spMk id="15" creationId="{64A43E5F-5B30-4EF3-85B7-F6DE59014DCB}"/>
          </ac:spMkLst>
        </pc:spChg>
      </pc:sldChg>
      <pc:sldChg chg="addSp modSp mod">
        <pc:chgData name="John Hu" userId="213e45b8a479442b" providerId="LiveId" clId="{4ADE6C76-F213-457E-BD6F-588EA0D849A1}" dt="2024-03-15T01:25:36.297" v="1385" actId="6549"/>
        <pc:sldMkLst>
          <pc:docMk/>
          <pc:sldMk cId="417991510" sldId="613"/>
        </pc:sldMkLst>
        <pc:spChg chg="mod">
          <ac:chgData name="John Hu" userId="213e45b8a479442b" providerId="LiveId" clId="{4ADE6C76-F213-457E-BD6F-588EA0D849A1}" dt="2024-03-15T01:20:02.682" v="1043" actId="6549"/>
          <ac:spMkLst>
            <pc:docMk/>
            <pc:sldMk cId="417991510" sldId="613"/>
            <ac:spMk id="3" creationId="{FC3DE994-F8E6-4715-916B-9859E1A19738}"/>
          </ac:spMkLst>
        </pc:spChg>
        <pc:spChg chg="add mod">
          <ac:chgData name="John Hu" userId="213e45b8a479442b" providerId="LiveId" clId="{4ADE6C76-F213-457E-BD6F-588EA0D849A1}" dt="2024-03-15T01:25:36.297" v="1385" actId="6549"/>
          <ac:spMkLst>
            <pc:docMk/>
            <pc:sldMk cId="417991510" sldId="613"/>
            <ac:spMk id="5" creationId="{D8143229-E431-4C34-958E-CD4130F5B982}"/>
          </ac:spMkLst>
        </pc:spChg>
      </pc:sldChg>
      <pc:sldChg chg="delSp modSp add mod">
        <pc:chgData name="John Hu" userId="213e45b8a479442b" providerId="LiveId" clId="{4ADE6C76-F213-457E-BD6F-588EA0D849A1}" dt="2024-03-15T07:16:33.249" v="1914" actId="5793"/>
        <pc:sldMkLst>
          <pc:docMk/>
          <pc:sldMk cId="3370103457" sldId="614"/>
        </pc:sldMkLst>
        <pc:spChg chg="mod">
          <ac:chgData name="John Hu" userId="213e45b8a479442b" providerId="LiveId" clId="{4ADE6C76-F213-457E-BD6F-588EA0D849A1}" dt="2024-03-15T07:16:33.249" v="1914" actId="5793"/>
          <ac:spMkLst>
            <pc:docMk/>
            <pc:sldMk cId="3370103457" sldId="614"/>
            <ac:spMk id="3" creationId="{FC3DE994-F8E6-4715-916B-9859E1A19738}"/>
          </ac:spMkLst>
        </pc:spChg>
        <pc:spChg chg="del">
          <ac:chgData name="John Hu" userId="213e45b8a479442b" providerId="LiveId" clId="{4ADE6C76-F213-457E-BD6F-588EA0D849A1}" dt="2024-03-15T07:14:44.030" v="1900" actId="478"/>
          <ac:spMkLst>
            <pc:docMk/>
            <pc:sldMk cId="3370103457" sldId="614"/>
            <ac:spMk id="5" creationId="{D8143229-E431-4C34-958E-CD4130F5B982}"/>
          </ac:spMkLst>
        </pc:spChg>
        <pc:spChg chg="mod">
          <ac:chgData name="John Hu" userId="213e45b8a479442b" providerId="LiveId" clId="{4ADE6C76-F213-457E-BD6F-588EA0D849A1}" dt="2024-03-15T01:49:01.626" v="1566" actId="20577"/>
          <ac:spMkLst>
            <pc:docMk/>
            <pc:sldMk cId="3370103457" sldId="614"/>
            <ac:spMk id="8" creationId="{36177B38-43AB-4398-968B-448F8F0E5F49}"/>
          </ac:spMkLst>
        </pc:spChg>
      </pc:sldChg>
      <pc:sldChg chg="addSp delSp modSp add mod ord">
        <pc:chgData name="John Hu" userId="213e45b8a479442b" providerId="LiveId" clId="{4ADE6C76-F213-457E-BD6F-588EA0D849A1}" dt="2024-03-15T07:17:01.571" v="1922" actId="14100"/>
        <pc:sldMkLst>
          <pc:docMk/>
          <pc:sldMk cId="3404091532" sldId="615"/>
        </pc:sldMkLst>
        <pc:spChg chg="mod">
          <ac:chgData name="John Hu" userId="213e45b8a479442b" providerId="LiveId" clId="{4ADE6C76-F213-457E-BD6F-588EA0D849A1}" dt="2024-03-15T06:59:04.342" v="1607" actId="6549"/>
          <ac:spMkLst>
            <pc:docMk/>
            <pc:sldMk cId="3404091532" sldId="615"/>
            <ac:spMk id="3" creationId="{FC3DE994-F8E6-4715-916B-9859E1A19738}"/>
          </ac:spMkLst>
        </pc:spChg>
        <pc:spChg chg="mod">
          <ac:chgData name="John Hu" userId="213e45b8a479442b" providerId="LiveId" clId="{4ADE6C76-F213-457E-BD6F-588EA0D849A1}" dt="2024-03-15T07:00:36.607" v="1666" actId="1076"/>
          <ac:spMkLst>
            <pc:docMk/>
            <pc:sldMk cId="3404091532" sldId="615"/>
            <ac:spMk id="5" creationId="{D8143229-E431-4C34-958E-CD4130F5B982}"/>
          </ac:spMkLst>
        </pc:spChg>
        <pc:spChg chg="add mod">
          <ac:chgData name="John Hu" userId="213e45b8a479442b" providerId="LiveId" clId="{4ADE6C76-F213-457E-BD6F-588EA0D849A1}" dt="2024-03-15T07:14:13.508" v="1897" actId="20577"/>
          <ac:spMkLst>
            <pc:docMk/>
            <pc:sldMk cId="3404091532" sldId="615"/>
            <ac:spMk id="6" creationId="{F129E6B1-769D-4587-AFF6-EDD4A78458C0}"/>
          </ac:spMkLst>
        </pc:spChg>
        <pc:spChg chg="add del">
          <ac:chgData name="John Hu" userId="213e45b8a479442b" providerId="LiveId" clId="{4ADE6C76-F213-457E-BD6F-588EA0D849A1}" dt="2024-03-15T07:00:15.953" v="1658" actId="478"/>
          <ac:spMkLst>
            <pc:docMk/>
            <pc:sldMk cId="3404091532" sldId="615"/>
            <ac:spMk id="7" creationId="{8036725D-A347-4C07-B56C-B0410B493AEB}"/>
          </ac:spMkLst>
        </pc:spChg>
        <pc:spChg chg="add mod">
          <ac:chgData name="John Hu" userId="213e45b8a479442b" providerId="LiveId" clId="{4ADE6C76-F213-457E-BD6F-588EA0D849A1}" dt="2024-03-15T07:13:34.206" v="1807" actId="113"/>
          <ac:spMkLst>
            <pc:docMk/>
            <pc:sldMk cId="3404091532" sldId="615"/>
            <ac:spMk id="9" creationId="{2917175F-CAF6-46F0-9E16-ED22904F351D}"/>
          </ac:spMkLst>
        </pc:spChg>
        <pc:spChg chg="add mod">
          <ac:chgData name="John Hu" userId="213e45b8a479442b" providerId="LiveId" clId="{4ADE6C76-F213-457E-BD6F-588EA0D849A1}" dt="2024-03-15T07:17:01.571" v="1922" actId="14100"/>
          <ac:spMkLst>
            <pc:docMk/>
            <pc:sldMk cId="3404091532" sldId="615"/>
            <ac:spMk id="10" creationId="{9C6296E6-A794-4A80-BB4E-0B46E3CFF61D}"/>
          </ac:spMkLst>
        </pc:spChg>
      </pc:sldChg>
    </pc:docChg>
  </pc:docChgLst>
  <pc:docChgLst>
    <pc:chgData name="John Hu" userId="213e45b8a479442b" providerId="LiveId" clId="{3E1464AB-7726-4E24-A457-FF6E37925442}"/>
    <pc:docChg chg="undo redo custSel addSld delSld modSld">
      <pc:chgData name="John Hu" userId="213e45b8a479442b" providerId="LiveId" clId="{3E1464AB-7726-4E24-A457-FF6E37925442}" dt="2025-06-10T05:43:26.285" v="2777" actId="1076"/>
      <pc:docMkLst>
        <pc:docMk/>
      </pc:docMkLst>
      <pc:sldChg chg="modSp mod">
        <pc:chgData name="John Hu" userId="213e45b8a479442b" providerId="LiveId" clId="{3E1464AB-7726-4E24-A457-FF6E37925442}" dt="2025-06-06T07:29:22.624" v="113" actId="2711"/>
        <pc:sldMkLst>
          <pc:docMk/>
          <pc:sldMk cId="1475978079" sldId="423"/>
        </pc:sldMkLst>
        <pc:spChg chg="mod">
          <ac:chgData name="John Hu" userId="213e45b8a479442b" providerId="LiveId" clId="{3E1464AB-7726-4E24-A457-FF6E37925442}" dt="2025-06-06T07:29:22.624" v="113" actId="2711"/>
          <ac:spMkLst>
            <pc:docMk/>
            <pc:sldMk cId="1475978079" sldId="423"/>
            <ac:spMk id="4" creationId="{4BE336E7-1B7A-4CD3-8250-6D8126346509}"/>
          </ac:spMkLst>
        </pc:spChg>
      </pc:sldChg>
      <pc:sldChg chg="addSp delSp modSp mod">
        <pc:chgData name="John Hu" userId="213e45b8a479442b" providerId="LiveId" clId="{3E1464AB-7726-4E24-A457-FF6E37925442}" dt="2025-06-09T06:29:13.510" v="1310" actId="1076"/>
        <pc:sldMkLst>
          <pc:docMk/>
          <pc:sldMk cId="2256634334" sldId="427"/>
        </pc:sldMkLst>
        <pc:spChg chg="mod">
          <ac:chgData name="John Hu" userId="213e45b8a479442b" providerId="LiveId" clId="{3E1464AB-7726-4E24-A457-FF6E37925442}" dt="2025-06-06T07:29:51.704" v="127" actId="113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3" creationId="{30F0AC51-4500-404D-B030-4FE49D08C651}"/>
          </ac:spMkLst>
        </pc:spChg>
        <pc:spChg chg="del mod">
          <ac:chgData name="John Hu" userId="213e45b8a479442b" providerId="LiveId" clId="{3E1464AB-7726-4E24-A457-FF6E37925442}" dt="2025-06-09T06:29:04.693" v="1305" actId="478"/>
          <ac:spMkLst>
            <pc:docMk/>
            <pc:sldMk cId="2256634334" sldId="427"/>
            <ac:spMk id="4" creationId="{D5373E77-AFF8-4BD6-8E08-6B50A2AE86B2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5" creationId="{1D1DB04B-4013-4417-8672-E23B01AD4889}"/>
          </ac:spMkLst>
        </pc:spChg>
        <pc:spChg chg="mod">
          <ac:chgData name="John Hu" userId="213e45b8a479442b" providerId="LiveId" clId="{3E1464AB-7726-4E24-A457-FF6E37925442}" dt="2025-06-09T06:29:02.159" v="1304" actId="20577"/>
          <ac:spMkLst>
            <pc:docMk/>
            <pc:sldMk cId="2256634334" sldId="427"/>
            <ac:spMk id="6" creationId="{981A77B7-054B-4C3E-AA9B-8611E9DFB4A3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9" creationId="{2235D401-6F86-4AD7-BC98-10715AF4F499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10" creationId="{0E3E8F9B-9D6D-46CD-83EE-97636F129C56}"/>
          </ac:spMkLst>
        </pc:spChg>
        <pc:spChg chg="add 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11" creationId="{16735619-D462-4E1C-9B15-E77B3698FEA4}"/>
          </ac:spMkLst>
        </pc:spChg>
        <pc:spChg chg="mod">
          <ac:chgData name="John Hu" userId="213e45b8a479442b" providerId="LiveId" clId="{3E1464AB-7726-4E24-A457-FF6E37925442}" dt="2025-06-09T06:29:13.510" v="1310" actId="1076"/>
          <ac:spMkLst>
            <pc:docMk/>
            <pc:sldMk cId="2256634334" sldId="427"/>
            <ac:spMk id="14" creationId="{B4D91DDB-E4C5-AB4B-66D6-9FA4F739CF80}"/>
          </ac:spMkLst>
        </pc:spChg>
        <pc:spChg chg="mod">
          <ac:chgData name="John Hu" userId="213e45b8a479442b" providerId="LiveId" clId="{3E1464AB-7726-4E24-A457-FF6E37925442}" dt="2025-06-09T06:29:13.510" v="1310" actId="1076"/>
          <ac:spMkLst>
            <pc:docMk/>
            <pc:sldMk cId="2256634334" sldId="427"/>
            <ac:spMk id="15" creationId="{B10B0D4B-383F-06C5-025D-69783042CB77}"/>
          </ac:spMkLst>
        </pc:spChg>
      </pc:sldChg>
      <pc:sldChg chg="modSp mod">
        <pc:chgData name="John Hu" userId="213e45b8a479442b" providerId="LiveId" clId="{3E1464AB-7726-4E24-A457-FF6E37925442}" dt="2025-06-09T03:09:02.815" v="603" actId="6549"/>
        <pc:sldMkLst>
          <pc:docMk/>
          <pc:sldMk cId="2378383801" sldId="429"/>
        </pc:sldMkLst>
        <pc:spChg chg="mod">
          <ac:chgData name="John Hu" userId="213e45b8a479442b" providerId="LiveId" clId="{3E1464AB-7726-4E24-A457-FF6E37925442}" dt="2025-06-09T03:08:55.901" v="602" actId="404"/>
          <ac:spMkLst>
            <pc:docMk/>
            <pc:sldMk cId="2378383801" sldId="429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09:02.815" v="603" actId="6549"/>
          <ac:spMkLst>
            <pc:docMk/>
            <pc:sldMk cId="2378383801" sldId="429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3:12:31.119" v="668" actId="20577"/>
        <pc:sldMkLst>
          <pc:docMk/>
          <pc:sldMk cId="3144623804" sldId="579"/>
        </pc:sldMkLst>
        <pc:spChg chg="mod">
          <ac:chgData name="John Hu" userId="213e45b8a479442b" providerId="LiveId" clId="{3E1464AB-7726-4E24-A457-FF6E37925442}" dt="2025-06-09T03:12:31.119" v="668" actId="20577"/>
          <ac:spMkLst>
            <pc:docMk/>
            <pc:sldMk cId="3144623804" sldId="579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10:29.165" v="638" actId="20577"/>
          <ac:spMkLst>
            <pc:docMk/>
            <pc:sldMk cId="3144623804" sldId="579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6:37:45.695" v="1670" actId="1076"/>
        <pc:sldMkLst>
          <pc:docMk/>
          <pc:sldMk cId="65379693" sldId="586"/>
        </pc:sldMkLst>
        <pc:spChg chg="mod">
          <ac:chgData name="John Hu" userId="213e45b8a479442b" providerId="LiveId" clId="{3E1464AB-7726-4E24-A457-FF6E37925442}" dt="2025-06-09T03:13:09.150" v="676"/>
          <ac:spMkLst>
            <pc:docMk/>
            <pc:sldMk cId="65379693" sldId="586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37:24.677" v="1667" actId="20577"/>
          <ac:spMkLst>
            <pc:docMk/>
            <pc:sldMk cId="65379693" sldId="586"/>
            <ac:spMk id="3" creationId="{FC3DE994-F8E6-4715-916B-9859E1A19738}"/>
          </ac:spMkLst>
        </pc:spChg>
        <pc:spChg chg="mod">
          <ac:chgData name="John Hu" userId="213e45b8a479442b" providerId="LiveId" clId="{3E1464AB-7726-4E24-A457-FF6E37925442}" dt="2025-06-09T03:12:59.011" v="674"/>
          <ac:spMkLst>
            <pc:docMk/>
            <pc:sldMk cId="65379693" sldId="586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6:37:45.695" v="1670" actId="1076"/>
          <ac:spMkLst>
            <pc:docMk/>
            <pc:sldMk cId="65379693" sldId="586"/>
            <ac:spMk id="10" creationId="{355EFA33-8EDF-470A-969B-E35DEABEFA2B}"/>
          </ac:spMkLst>
        </pc:spChg>
      </pc:sldChg>
      <pc:sldChg chg="delSp modSp mod">
        <pc:chgData name="John Hu" userId="213e45b8a479442b" providerId="LiveId" clId="{3E1464AB-7726-4E24-A457-FF6E37925442}" dt="2025-06-09T06:38:24.103" v="1677" actId="207"/>
        <pc:sldMkLst>
          <pc:docMk/>
          <pc:sldMk cId="3822434923" sldId="593"/>
        </pc:sldMkLst>
        <pc:spChg chg="mod">
          <ac:chgData name="John Hu" userId="213e45b8a479442b" providerId="LiveId" clId="{3E1464AB-7726-4E24-A457-FF6E37925442}" dt="2025-06-09T06:31:39.066" v="1444" actId="6549"/>
          <ac:spMkLst>
            <pc:docMk/>
            <pc:sldMk cId="3822434923" sldId="593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21:41.417" v="1099"/>
          <ac:spMkLst>
            <pc:docMk/>
            <pc:sldMk cId="3822434923" sldId="593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6:31:52.685" v="1447" actId="1076"/>
          <ac:spMkLst>
            <pc:docMk/>
            <pc:sldMk cId="3822434923" sldId="593"/>
            <ac:spMk id="9" creationId="{4FA5521D-E240-4E77-AE2C-DFF6D7109AF9}"/>
          </ac:spMkLst>
        </pc:spChg>
        <pc:spChg chg="del mod">
          <ac:chgData name="John Hu" userId="213e45b8a479442b" providerId="LiveId" clId="{3E1464AB-7726-4E24-A457-FF6E37925442}" dt="2025-06-09T06:22:08.424" v="1119" actId="478"/>
          <ac:spMkLst>
            <pc:docMk/>
            <pc:sldMk cId="3822434923" sldId="593"/>
            <ac:spMk id="10" creationId="{4D9CDC4E-E5FC-4827-898E-896C4F0AE55E}"/>
          </ac:spMkLst>
        </pc:spChg>
        <pc:spChg chg="mod">
          <ac:chgData name="John Hu" userId="213e45b8a479442b" providerId="LiveId" clId="{3E1464AB-7726-4E24-A457-FF6E37925442}" dt="2025-06-09T06:22:02.724" v="1117" actId="1076"/>
          <ac:spMkLst>
            <pc:docMk/>
            <pc:sldMk cId="3822434923" sldId="593"/>
            <ac:spMk id="12" creationId="{47D61A8E-0CF0-4BFE-BDA1-A11F7D0C83A7}"/>
          </ac:spMkLst>
        </pc:spChg>
        <pc:spChg chg="mod">
          <ac:chgData name="John Hu" userId="213e45b8a479442b" providerId="LiveId" clId="{3E1464AB-7726-4E24-A457-FF6E37925442}" dt="2025-06-09T06:38:24.103" v="1677" actId="207"/>
          <ac:spMkLst>
            <pc:docMk/>
            <pc:sldMk cId="3822434923" sldId="593"/>
            <ac:spMk id="13" creationId="{112B5ECF-1E46-4E7A-8499-0526CFBE0D9B}"/>
          </ac:spMkLst>
        </pc:spChg>
        <pc:spChg chg="mod">
          <ac:chgData name="John Hu" userId="213e45b8a479442b" providerId="LiveId" clId="{3E1464AB-7726-4E24-A457-FF6E37925442}" dt="2025-06-09T06:31:52.685" v="1447" actId="1076"/>
          <ac:spMkLst>
            <pc:docMk/>
            <pc:sldMk cId="3822434923" sldId="593"/>
            <ac:spMk id="16" creationId="{782B5878-338E-46C8-ACA0-5EDC7C892951}"/>
          </ac:spMkLst>
        </pc:spChg>
        <pc:picChg chg="mod">
          <ac:chgData name="John Hu" userId="213e45b8a479442b" providerId="LiveId" clId="{3E1464AB-7726-4E24-A457-FF6E37925442}" dt="2025-06-09T06:31:52.685" v="1447" actId="1076"/>
          <ac:picMkLst>
            <pc:docMk/>
            <pc:sldMk cId="3822434923" sldId="593"/>
            <ac:picMk id="4" creationId="{0C58D78D-B434-4A43-9478-D3A59D55A323}"/>
          </ac:picMkLst>
        </pc:picChg>
      </pc:sldChg>
      <pc:sldChg chg="modSp mod">
        <pc:chgData name="John Hu" userId="213e45b8a479442b" providerId="LiveId" clId="{3E1464AB-7726-4E24-A457-FF6E37925442}" dt="2025-06-09T06:26:22.911" v="1167" actId="20577"/>
        <pc:sldMkLst>
          <pc:docMk/>
          <pc:sldMk cId="1102328016" sldId="624"/>
        </pc:sldMkLst>
        <pc:spChg chg="mod">
          <ac:chgData name="John Hu" userId="213e45b8a479442b" providerId="LiveId" clId="{3E1464AB-7726-4E24-A457-FF6E37925442}" dt="2025-06-09T06:26:09.567" v="1156" actId="20577"/>
          <ac:spMkLst>
            <pc:docMk/>
            <pc:sldMk cId="1102328016" sldId="624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52:16.866" v="719" actId="6549"/>
          <ac:spMkLst>
            <pc:docMk/>
            <pc:sldMk cId="1102328016" sldId="624"/>
            <ac:spMk id="3" creationId="{FC3DE994-F8E6-4715-916B-9859E1A19738}"/>
          </ac:spMkLst>
        </pc:spChg>
        <pc:spChg chg="mod">
          <ac:chgData name="John Hu" userId="213e45b8a479442b" providerId="LiveId" clId="{3E1464AB-7726-4E24-A457-FF6E37925442}" dt="2025-06-09T06:26:22.911" v="1167" actId="20577"/>
          <ac:spMkLst>
            <pc:docMk/>
            <pc:sldMk cId="1102328016" sldId="624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6:27:19.766" v="1240" actId="20577"/>
        <pc:sldMkLst>
          <pc:docMk/>
          <pc:sldMk cId="3181779752" sldId="629"/>
        </pc:sldMkLst>
        <pc:spChg chg="mod">
          <ac:chgData name="John Hu" userId="213e45b8a479442b" providerId="LiveId" clId="{3E1464AB-7726-4E24-A457-FF6E37925442}" dt="2025-06-09T06:27:19.766" v="1240" actId="20577"/>
          <ac:spMkLst>
            <pc:docMk/>
            <pc:sldMk cId="3181779752" sldId="629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53:57.608" v="741" actId="6549"/>
          <ac:spMkLst>
            <pc:docMk/>
            <pc:sldMk cId="3181779752" sldId="629"/>
            <ac:spMk id="3" creationId="{FC3DE994-F8E6-4715-916B-9859E1A19738}"/>
          </ac:spMkLst>
        </pc:spChg>
        <pc:spChg chg="mod">
          <ac:chgData name="John Hu" userId="213e45b8a479442b" providerId="LiveId" clId="{3E1464AB-7726-4E24-A457-FF6E37925442}" dt="2025-06-09T03:54:02.163" v="742" actId="1076"/>
          <ac:spMkLst>
            <pc:docMk/>
            <pc:sldMk cId="3181779752" sldId="629"/>
            <ac:spMk id="6" creationId="{8E92DD04-D744-44AA-AF25-2D5444174CB9}"/>
          </ac:spMkLst>
        </pc:spChg>
        <pc:spChg chg="mod">
          <ac:chgData name="John Hu" userId="213e45b8a479442b" providerId="LiveId" clId="{3E1464AB-7726-4E24-A457-FF6E37925442}" dt="2025-06-09T03:53:32.301" v="729"/>
          <ac:spMkLst>
            <pc:docMk/>
            <pc:sldMk cId="3181779752" sldId="629"/>
            <ac:spMk id="8" creationId="{36177B38-43AB-4398-968B-448F8F0E5F49}"/>
          </ac:spMkLst>
        </pc:spChg>
        <pc:picChg chg="mod">
          <ac:chgData name="John Hu" userId="213e45b8a479442b" providerId="LiveId" clId="{3E1464AB-7726-4E24-A457-FF6E37925442}" dt="2025-06-09T03:54:04.498" v="743" actId="1076"/>
          <ac:picMkLst>
            <pc:docMk/>
            <pc:sldMk cId="3181779752" sldId="629"/>
            <ac:picMk id="5" creationId="{2387D226-5511-417B-9874-8B93249C14E8}"/>
          </ac:picMkLst>
        </pc:picChg>
      </pc:sldChg>
      <pc:sldChg chg="addSp modSp mod">
        <pc:chgData name="John Hu" userId="213e45b8a479442b" providerId="LiveId" clId="{3E1464AB-7726-4E24-A457-FF6E37925442}" dt="2025-06-09T03:12:37.854" v="671"/>
        <pc:sldMkLst>
          <pc:docMk/>
          <pc:sldMk cId="4244302907" sldId="637"/>
        </pc:sldMkLst>
        <pc:spChg chg="mod">
          <ac:chgData name="John Hu" userId="213e45b8a479442b" providerId="LiveId" clId="{3E1464AB-7726-4E24-A457-FF6E37925442}" dt="2025-06-09T03:12:37.854" v="671"/>
          <ac:spMkLst>
            <pc:docMk/>
            <pc:sldMk cId="4244302907" sldId="637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11:07.318" v="659" actId="21"/>
          <ac:spMkLst>
            <pc:docMk/>
            <pc:sldMk cId="4244302907" sldId="637"/>
            <ac:spMk id="3" creationId="{FC3DE994-F8E6-4715-916B-9859E1A19738}"/>
          </ac:spMkLst>
        </pc:spChg>
        <pc:spChg chg="add mod">
          <ac:chgData name="John Hu" userId="213e45b8a479442b" providerId="LiveId" clId="{3E1464AB-7726-4E24-A457-FF6E37925442}" dt="2025-06-09T03:11:56.071" v="666" actId="207"/>
          <ac:spMkLst>
            <pc:docMk/>
            <pc:sldMk cId="4244302907" sldId="637"/>
            <ac:spMk id="7" creationId="{263E20C4-0047-49E6-A388-A3EFE298C458}"/>
          </ac:spMkLst>
        </pc:spChg>
        <pc:spChg chg="mod">
          <ac:chgData name="John Hu" userId="213e45b8a479442b" providerId="LiveId" clId="{3E1464AB-7726-4E24-A457-FF6E37925442}" dt="2025-06-09T03:10:48.198" v="649"/>
          <ac:spMkLst>
            <pc:docMk/>
            <pc:sldMk cId="4244302907" sldId="637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3:12:34.471" v="669"/>
        <pc:sldMkLst>
          <pc:docMk/>
          <pc:sldMk cId="701864374" sldId="638"/>
        </pc:sldMkLst>
        <pc:spChg chg="mod">
          <ac:chgData name="John Hu" userId="213e45b8a479442b" providerId="LiveId" clId="{3E1464AB-7726-4E24-A457-FF6E37925442}" dt="2025-06-09T03:12:34.471" v="669"/>
          <ac:spMkLst>
            <pc:docMk/>
            <pc:sldMk cId="701864374" sldId="638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10:35.979" v="643" actId="20577"/>
          <ac:spMkLst>
            <pc:docMk/>
            <pc:sldMk cId="701864374" sldId="638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3:12:36.128" v="670"/>
        <pc:sldMkLst>
          <pc:docMk/>
          <pc:sldMk cId="1774578108" sldId="639"/>
        </pc:sldMkLst>
        <pc:spChg chg="mod">
          <ac:chgData name="John Hu" userId="213e45b8a479442b" providerId="LiveId" clId="{3E1464AB-7726-4E24-A457-FF6E37925442}" dt="2025-06-09T03:12:36.128" v="670"/>
          <ac:spMkLst>
            <pc:docMk/>
            <pc:sldMk cId="1774578108" sldId="639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10:40.464" v="648" actId="20577"/>
          <ac:spMkLst>
            <pc:docMk/>
            <pc:sldMk cId="1774578108" sldId="639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3:12:53.425" v="673" actId="6549"/>
        <pc:sldMkLst>
          <pc:docMk/>
          <pc:sldMk cId="56935045" sldId="640"/>
        </pc:sldMkLst>
        <pc:spChg chg="mod">
          <ac:chgData name="John Hu" userId="213e45b8a479442b" providerId="LiveId" clId="{3E1464AB-7726-4E24-A457-FF6E37925442}" dt="2025-06-09T03:12:53.425" v="673" actId="6549"/>
          <ac:spMkLst>
            <pc:docMk/>
            <pc:sldMk cId="56935045" sldId="640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6T07:08:05.666" v="72"/>
          <ac:spMkLst>
            <pc:docMk/>
            <pc:sldMk cId="56935045" sldId="640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6:27:54.188" v="1288" actId="20577"/>
        <pc:sldMkLst>
          <pc:docMk/>
          <pc:sldMk cId="3161691511" sldId="641"/>
        </pc:sldMkLst>
        <pc:spChg chg="mod">
          <ac:chgData name="John Hu" userId="213e45b8a479442b" providerId="LiveId" clId="{3E1464AB-7726-4E24-A457-FF6E37925442}" dt="2025-06-09T06:27:21.696" v="1241" actId="20577"/>
          <ac:spMkLst>
            <pc:docMk/>
            <pc:sldMk cId="3161691511" sldId="641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53:47.820" v="740" actId="6549"/>
          <ac:spMkLst>
            <pc:docMk/>
            <pc:sldMk cId="3161691511" sldId="641"/>
            <ac:spMk id="3" creationId="{FC3DE994-F8E6-4715-916B-9859E1A19738}"/>
          </ac:spMkLst>
        </pc:spChg>
        <pc:spChg chg="mod">
          <ac:chgData name="John Hu" userId="213e45b8a479442b" providerId="LiveId" clId="{3E1464AB-7726-4E24-A457-FF6E37925442}" dt="2025-06-09T06:27:54.188" v="1288" actId="20577"/>
          <ac:spMkLst>
            <pc:docMk/>
            <pc:sldMk cId="3161691511" sldId="641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6:27:17.320" v="1239" actId="20577"/>
        <pc:sldMkLst>
          <pc:docMk/>
          <pc:sldMk cId="3444438766" sldId="642"/>
        </pc:sldMkLst>
        <pc:spChg chg="mod">
          <ac:chgData name="John Hu" userId="213e45b8a479442b" providerId="LiveId" clId="{3E1464AB-7726-4E24-A457-FF6E37925442}" dt="2025-06-09T06:27:17.320" v="1239" actId="20577"/>
          <ac:spMkLst>
            <pc:docMk/>
            <pc:sldMk cId="3444438766" sldId="642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3:54:25.372" v="747" actId="20577"/>
          <ac:spMkLst>
            <pc:docMk/>
            <pc:sldMk cId="3444438766" sldId="642"/>
            <ac:spMk id="3" creationId="{FC3DE994-F8E6-4715-916B-9859E1A19738}"/>
          </ac:spMkLst>
        </pc:spChg>
        <pc:spChg chg="mod">
          <ac:chgData name="John Hu" userId="213e45b8a479442b" providerId="LiveId" clId="{3E1464AB-7726-4E24-A457-FF6E37925442}" dt="2025-06-09T03:54:32.528" v="748" actId="1076"/>
          <ac:spMkLst>
            <pc:docMk/>
            <pc:sldMk cId="3444438766" sldId="642"/>
            <ac:spMk id="6" creationId="{8E92DD04-D744-44AA-AF25-2D5444174CB9}"/>
          </ac:spMkLst>
        </pc:spChg>
        <pc:spChg chg="mod">
          <ac:chgData name="John Hu" userId="213e45b8a479442b" providerId="LiveId" clId="{3E1464AB-7726-4E24-A457-FF6E37925442}" dt="2025-06-09T03:54:20.089" v="745"/>
          <ac:spMkLst>
            <pc:docMk/>
            <pc:sldMk cId="3444438766" sldId="642"/>
            <ac:spMk id="8" creationId="{36177B38-43AB-4398-968B-448F8F0E5F49}"/>
          </ac:spMkLst>
        </pc:spChg>
        <pc:picChg chg="mod">
          <ac:chgData name="John Hu" userId="213e45b8a479442b" providerId="LiveId" clId="{3E1464AB-7726-4E24-A457-FF6E37925442}" dt="2025-06-09T03:54:32.528" v="748" actId="1076"/>
          <ac:picMkLst>
            <pc:docMk/>
            <pc:sldMk cId="3444438766" sldId="642"/>
            <ac:picMk id="7" creationId="{C07BEA08-7A1B-462C-B9A6-CF75BDFBEF60}"/>
          </ac:picMkLst>
        </pc:picChg>
        <pc:picChg chg="mod">
          <ac:chgData name="John Hu" userId="213e45b8a479442b" providerId="LiveId" clId="{3E1464AB-7726-4E24-A457-FF6E37925442}" dt="2025-06-09T03:54:32.528" v="748" actId="1076"/>
          <ac:picMkLst>
            <pc:docMk/>
            <pc:sldMk cId="3444438766" sldId="642"/>
            <ac:picMk id="10" creationId="{4EFC6F9F-7490-4245-8DDB-0BD14970016A}"/>
          </ac:picMkLst>
        </pc:picChg>
        <pc:picChg chg="mod">
          <ac:chgData name="John Hu" userId="213e45b8a479442b" providerId="LiveId" clId="{3E1464AB-7726-4E24-A457-FF6E37925442}" dt="2025-06-09T03:54:32.528" v="748" actId="1076"/>
          <ac:picMkLst>
            <pc:docMk/>
            <pc:sldMk cId="3444438766" sldId="642"/>
            <ac:picMk id="12" creationId="{84744732-8C9A-4BA8-AA9B-DB7C8D5B4D47}"/>
          </ac:picMkLst>
        </pc:picChg>
      </pc:sldChg>
      <pc:sldChg chg="addSp delSp modSp mod">
        <pc:chgData name="John Hu" userId="213e45b8a479442b" providerId="LiveId" clId="{3E1464AB-7726-4E24-A457-FF6E37925442}" dt="2025-06-09T06:31:23.186" v="1442" actId="20577"/>
        <pc:sldMkLst>
          <pc:docMk/>
          <pc:sldMk cId="2832691755" sldId="643"/>
        </pc:sldMkLst>
        <pc:spChg chg="mod">
          <ac:chgData name="John Hu" userId="213e45b8a479442b" providerId="LiveId" clId="{3E1464AB-7726-4E24-A457-FF6E37925442}" dt="2025-06-09T06:30:56.171" v="1422" actId="6549"/>
          <ac:spMkLst>
            <pc:docMk/>
            <pc:sldMk cId="2832691755" sldId="643"/>
            <ac:spMk id="2" creationId="{5888EE31-F44C-4034-8407-4C756F65702C}"/>
          </ac:spMkLst>
        </pc:spChg>
        <pc:spChg chg="del">
          <ac:chgData name="John Hu" userId="213e45b8a479442b" providerId="LiveId" clId="{3E1464AB-7726-4E24-A457-FF6E37925442}" dt="2025-06-09T03:54:55.746" v="755" actId="478"/>
          <ac:spMkLst>
            <pc:docMk/>
            <pc:sldMk cId="2832691755" sldId="643"/>
            <ac:spMk id="3" creationId="{FC3DE994-F8E6-4715-916B-9859E1A19738}"/>
          </ac:spMkLst>
        </pc:spChg>
        <pc:spChg chg="mod">
          <ac:chgData name="John Hu" userId="213e45b8a479442b" providerId="LiveId" clId="{3E1464AB-7726-4E24-A457-FF6E37925442}" dt="2025-06-09T03:55:21.146" v="776" actId="20577"/>
          <ac:spMkLst>
            <pc:docMk/>
            <pc:sldMk cId="2832691755" sldId="643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6:31:23.186" v="1442" actId="20577"/>
          <ac:spMkLst>
            <pc:docMk/>
            <pc:sldMk cId="2832691755" sldId="643"/>
            <ac:spMk id="10" creationId="{4D9CDC4E-E5FC-4827-898E-896C4F0AE55E}"/>
          </ac:spMkLst>
        </pc:spChg>
        <pc:spChg chg="add del mod">
          <ac:chgData name="John Hu" userId="213e45b8a479442b" providerId="LiveId" clId="{3E1464AB-7726-4E24-A457-FF6E37925442}" dt="2025-06-09T03:55:39.006" v="789" actId="478"/>
          <ac:spMkLst>
            <pc:docMk/>
            <pc:sldMk cId="2832691755" sldId="643"/>
            <ac:spMk id="12" creationId="{C3433ECC-6DF0-4287-92AD-1849EAEF17F1}"/>
          </ac:spMkLst>
        </pc:spChg>
        <pc:graphicFrameChg chg="mod modGraphic">
          <ac:chgData name="John Hu" userId="213e45b8a479442b" providerId="LiveId" clId="{3E1464AB-7726-4E24-A457-FF6E37925442}" dt="2025-06-09T03:55:30.055" v="787" actId="14734"/>
          <ac:graphicFrameMkLst>
            <pc:docMk/>
            <pc:sldMk cId="2832691755" sldId="643"/>
            <ac:graphicFrameMk id="4" creationId="{3D20349E-BEA7-49A1-A70E-41F2B6F9EE8C}"/>
          </ac:graphicFrameMkLst>
        </pc:graphicFrameChg>
      </pc:sldChg>
      <pc:sldChg chg="delSp modSp mod">
        <pc:chgData name="John Hu" userId="213e45b8a479442b" providerId="LiveId" clId="{3E1464AB-7726-4E24-A457-FF6E37925442}" dt="2025-06-09T06:59:26.818" v="1956"/>
        <pc:sldMkLst>
          <pc:docMk/>
          <pc:sldMk cId="3634169676" sldId="644"/>
        </pc:sldMkLst>
        <pc:spChg chg="mod">
          <ac:chgData name="John Hu" userId="213e45b8a479442b" providerId="LiveId" clId="{3E1464AB-7726-4E24-A457-FF6E37925442}" dt="2025-06-09T06:59:26.818" v="1956"/>
          <ac:spMkLst>
            <pc:docMk/>
            <pc:sldMk cId="3634169676" sldId="644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28:35.967" v="1289"/>
          <ac:spMkLst>
            <pc:docMk/>
            <pc:sldMk cId="3634169676" sldId="644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6:38:33.562" v="1681" actId="1076"/>
          <ac:spMkLst>
            <pc:docMk/>
            <pc:sldMk cId="3634169676" sldId="644"/>
            <ac:spMk id="9" creationId="{4FA5521D-E240-4E77-AE2C-DFF6D7109AF9}"/>
          </ac:spMkLst>
        </pc:spChg>
        <pc:spChg chg="del">
          <ac:chgData name="John Hu" userId="213e45b8a479442b" providerId="LiveId" clId="{3E1464AB-7726-4E24-A457-FF6E37925442}" dt="2025-06-09T06:22:14.975" v="1121" actId="478"/>
          <ac:spMkLst>
            <pc:docMk/>
            <pc:sldMk cId="3634169676" sldId="644"/>
            <ac:spMk id="10" creationId="{4D9CDC4E-E5FC-4827-898E-896C4F0AE55E}"/>
          </ac:spMkLst>
        </pc:spChg>
        <pc:spChg chg="mod">
          <ac:chgData name="John Hu" userId="213e45b8a479442b" providerId="LiveId" clId="{3E1464AB-7726-4E24-A457-FF6E37925442}" dt="2025-06-09T06:38:30.327" v="1680" actId="113"/>
          <ac:spMkLst>
            <pc:docMk/>
            <pc:sldMk cId="3634169676" sldId="644"/>
            <ac:spMk id="13" creationId="{112B5ECF-1E46-4E7A-8499-0526CFBE0D9B}"/>
          </ac:spMkLst>
        </pc:spChg>
        <pc:spChg chg="mod">
          <ac:chgData name="John Hu" userId="213e45b8a479442b" providerId="LiveId" clId="{3E1464AB-7726-4E24-A457-FF6E37925442}" dt="2025-06-09T06:22:20.523" v="1123" actId="1076"/>
          <ac:spMkLst>
            <pc:docMk/>
            <pc:sldMk cId="3634169676" sldId="644"/>
            <ac:spMk id="16" creationId="{782B5878-338E-46C8-ACA0-5EDC7C892951}"/>
          </ac:spMkLst>
        </pc:spChg>
        <pc:picChg chg="mod">
          <ac:chgData name="John Hu" userId="213e45b8a479442b" providerId="LiveId" clId="{3E1464AB-7726-4E24-A457-FF6E37925442}" dt="2025-06-09T06:22:25.100" v="1125" actId="1076"/>
          <ac:picMkLst>
            <pc:docMk/>
            <pc:sldMk cId="3634169676" sldId="644"/>
            <ac:picMk id="5" creationId="{F377A8CB-0801-4657-B2A6-19E50E19343D}"/>
          </ac:picMkLst>
        </pc:picChg>
      </pc:sldChg>
      <pc:sldChg chg="delSp modSp mod">
        <pc:chgData name="John Hu" userId="213e45b8a479442b" providerId="LiveId" clId="{3E1464AB-7726-4E24-A457-FF6E37925442}" dt="2025-06-09T06:59:29.714" v="1958"/>
        <pc:sldMkLst>
          <pc:docMk/>
          <pc:sldMk cId="996827761" sldId="645"/>
        </pc:sldMkLst>
        <pc:spChg chg="mod">
          <ac:chgData name="John Hu" userId="213e45b8a479442b" providerId="LiveId" clId="{3E1464AB-7726-4E24-A457-FF6E37925442}" dt="2025-06-09T06:59:29.714" v="1958"/>
          <ac:spMkLst>
            <pc:docMk/>
            <pc:sldMk cId="996827761" sldId="645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28:45.056" v="1291"/>
          <ac:spMkLst>
            <pc:docMk/>
            <pc:sldMk cId="996827761" sldId="645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6:23:26.774" v="1152" actId="1035"/>
          <ac:spMkLst>
            <pc:docMk/>
            <pc:sldMk cId="996827761" sldId="645"/>
            <ac:spMk id="9" creationId="{4FA5521D-E240-4E77-AE2C-DFF6D7109AF9}"/>
          </ac:spMkLst>
        </pc:spChg>
        <pc:spChg chg="del">
          <ac:chgData name="John Hu" userId="213e45b8a479442b" providerId="LiveId" clId="{3E1464AB-7726-4E24-A457-FF6E37925442}" dt="2025-06-09T06:23:22.996" v="1145" actId="478"/>
          <ac:spMkLst>
            <pc:docMk/>
            <pc:sldMk cId="996827761" sldId="645"/>
            <ac:spMk id="10" creationId="{4D9CDC4E-E5FC-4827-898E-896C4F0AE55E}"/>
          </ac:spMkLst>
        </pc:spChg>
        <pc:spChg chg="mod">
          <ac:chgData name="John Hu" userId="213e45b8a479442b" providerId="LiveId" clId="{3E1464AB-7726-4E24-A457-FF6E37925442}" dt="2025-06-09T06:23:26.774" v="1152" actId="1035"/>
          <ac:spMkLst>
            <pc:docMk/>
            <pc:sldMk cId="996827761" sldId="645"/>
            <ac:spMk id="11" creationId="{A7E6C50A-360C-4DBF-87FA-D80440311530}"/>
          </ac:spMkLst>
        </pc:spChg>
        <pc:spChg chg="mod">
          <ac:chgData name="John Hu" userId="213e45b8a479442b" providerId="LiveId" clId="{3E1464AB-7726-4E24-A457-FF6E37925442}" dt="2025-06-09T06:23:26.774" v="1152" actId="1035"/>
          <ac:spMkLst>
            <pc:docMk/>
            <pc:sldMk cId="996827761" sldId="645"/>
            <ac:spMk id="13" creationId="{112B5ECF-1E46-4E7A-8499-0526CFBE0D9B}"/>
          </ac:spMkLst>
        </pc:spChg>
        <pc:spChg chg="mod">
          <ac:chgData name="John Hu" userId="213e45b8a479442b" providerId="LiveId" clId="{3E1464AB-7726-4E24-A457-FF6E37925442}" dt="2025-06-09T06:23:26.774" v="1152" actId="1035"/>
          <ac:spMkLst>
            <pc:docMk/>
            <pc:sldMk cId="996827761" sldId="645"/>
            <ac:spMk id="16" creationId="{782B5878-338E-46C8-ACA0-5EDC7C892951}"/>
          </ac:spMkLst>
        </pc:spChg>
        <pc:picChg chg="mod">
          <ac:chgData name="John Hu" userId="213e45b8a479442b" providerId="LiveId" clId="{3E1464AB-7726-4E24-A457-FF6E37925442}" dt="2025-06-09T06:23:26.774" v="1152" actId="1035"/>
          <ac:picMkLst>
            <pc:docMk/>
            <pc:sldMk cId="996827761" sldId="645"/>
            <ac:picMk id="4" creationId="{4C628DC2-59A2-4569-82F9-83D62C8A8B33}"/>
          </ac:picMkLst>
        </pc:picChg>
        <pc:picChg chg="mod">
          <ac:chgData name="John Hu" userId="213e45b8a479442b" providerId="LiveId" clId="{3E1464AB-7726-4E24-A457-FF6E37925442}" dt="2025-06-09T06:23:26.774" v="1152" actId="1035"/>
          <ac:picMkLst>
            <pc:docMk/>
            <pc:sldMk cId="996827761" sldId="645"/>
            <ac:picMk id="7" creationId="{C91EF2FF-2992-493F-A254-34CF4ADDF298}"/>
          </ac:picMkLst>
        </pc:picChg>
      </pc:sldChg>
      <pc:sldChg chg="delSp modSp mod">
        <pc:chgData name="John Hu" userId="213e45b8a479442b" providerId="LiveId" clId="{3E1464AB-7726-4E24-A457-FF6E37925442}" dt="2025-06-09T06:59:28.203" v="1957"/>
        <pc:sldMkLst>
          <pc:docMk/>
          <pc:sldMk cId="3867182455" sldId="646"/>
        </pc:sldMkLst>
        <pc:spChg chg="mod">
          <ac:chgData name="John Hu" userId="213e45b8a479442b" providerId="LiveId" clId="{3E1464AB-7726-4E24-A457-FF6E37925442}" dt="2025-06-09T06:59:28.203" v="1957"/>
          <ac:spMkLst>
            <pc:docMk/>
            <pc:sldMk cId="3867182455" sldId="646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22:45.898" v="1135" actId="1076"/>
          <ac:spMkLst>
            <pc:docMk/>
            <pc:sldMk cId="3867182455" sldId="646"/>
            <ac:spMk id="5" creationId="{D8CCAA82-B39C-4200-80CF-5EDF87CEE104}"/>
          </ac:spMkLst>
        </pc:spChg>
        <pc:spChg chg="mod">
          <ac:chgData name="John Hu" userId="213e45b8a479442b" providerId="LiveId" clId="{3E1464AB-7726-4E24-A457-FF6E37925442}" dt="2025-06-09T06:28:39.526" v="1290"/>
          <ac:spMkLst>
            <pc:docMk/>
            <pc:sldMk cId="3867182455" sldId="646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6:22:37.334" v="1134" actId="1035"/>
          <ac:spMkLst>
            <pc:docMk/>
            <pc:sldMk cId="3867182455" sldId="646"/>
            <ac:spMk id="9" creationId="{4FA5521D-E240-4E77-AE2C-DFF6D7109AF9}"/>
          </ac:spMkLst>
        </pc:spChg>
        <pc:spChg chg="del">
          <ac:chgData name="John Hu" userId="213e45b8a479442b" providerId="LiveId" clId="{3E1464AB-7726-4E24-A457-FF6E37925442}" dt="2025-06-09T06:22:33.559" v="1127" actId="478"/>
          <ac:spMkLst>
            <pc:docMk/>
            <pc:sldMk cId="3867182455" sldId="646"/>
            <ac:spMk id="10" creationId="{4D9CDC4E-E5FC-4827-898E-896C4F0AE55E}"/>
          </ac:spMkLst>
        </pc:spChg>
        <pc:spChg chg="mod">
          <ac:chgData name="John Hu" userId="213e45b8a479442b" providerId="LiveId" clId="{3E1464AB-7726-4E24-A457-FF6E37925442}" dt="2025-06-09T06:22:37.334" v="1134" actId="1035"/>
          <ac:spMkLst>
            <pc:docMk/>
            <pc:sldMk cId="3867182455" sldId="646"/>
            <ac:spMk id="13" creationId="{112B5ECF-1E46-4E7A-8499-0526CFBE0D9B}"/>
          </ac:spMkLst>
        </pc:spChg>
        <pc:spChg chg="mod">
          <ac:chgData name="John Hu" userId="213e45b8a479442b" providerId="LiveId" clId="{3E1464AB-7726-4E24-A457-FF6E37925442}" dt="2025-06-09T06:22:37.334" v="1134" actId="1035"/>
          <ac:spMkLst>
            <pc:docMk/>
            <pc:sldMk cId="3867182455" sldId="646"/>
            <ac:spMk id="15" creationId="{2224F3DD-32DB-46D2-AF2C-25179964D587}"/>
          </ac:spMkLst>
        </pc:spChg>
        <pc:spChg chg="mod">
          <ac:chgData name="John Hu" userId="213e45b8a479442b" providerId="LiveId" clId="{3E1464AB-7726-4E24-A457-FF6E37925442}" dt="2025-06-09T06:22:37.334" v="1134" actId="1035"/>
          <ac:spMkLst>
            <pc:docMk/>
            <pc:sldMk cId="3867182455" sldId="646"/>
            <ac:spMk id="16" creationId="{782B5878-338E-46C8-ACA0-5EDC7C892951}"/>
          </ac:spMkLst>
        </pc:spChg>
        <pc:picChg chg="mod">
          <ac:chgData name="John Hu" userId="213e45b8a479442b" providerId="LiveId" clId="{3E1464AB-7726-4E24-A457-FF6E37925442}" dt="2025-06-09T06:23:00.428" v="1139" actId="208"/>
          <ac:picMkLst>
            <pc:docMk/>
            <pc:sldMk cId="3867182455" sldId="646"/>
            <ac:picMk id="4" creationId="{0E33A997-362D-4A40-B4B0-17C15D163608}"/>
          </ac:picMkLst>
        </pc:picChg>
      </pc:sldChg>
      <pc:sldChg chg="addSp delSp modSp mod">
        <pc:chgData name="John Hu" userId="213e45b8a479442b" providerId="LiveId" clId="{3E1464AB-7726-4E24-A457-FF6E37925442}" dt="2025-06-09T07:09:14.581" v="2158" actId="6549"/>
        <pc:sldMkLst>
          <pc:docMk/>
          <pc:sldMk cId="2760184106" sldId="647"/>
        </pc:sldMkLst>
        <pc:spChg chg="mod">
          <ac:chgData name="John Hu" userId="213e45b8a479442b" providerId="LiveId" clId="{3E1464AB-7726-4E24-A457-FF6E37925442}" dt="2025-06-09T07:01:12.455" v="1966" actId="6549"/>
          <ac:spMkLst>
            <pc:docMk/>
            <pc:sldMk cId="2760184106" sldId="647"/>
            <ac:spMk id="2" creationId="{5888EE31-F44C-4034-8407-4C756F65702C}"/>
          </ac:spMkLst>
        </pc:spChg>
        <pc:spChg chg="add mod">
          <ac:chgData name="John Hu" userId="213e45b8a479442b" providerId="LiveId" clId="{3E1464AB-7726-4E24-A457-FF6E37925442}" dt="2025-06-09T07:09:14.581" v="2158" actId="6549"/>
          <ac:spMkLst>
            <pc:docMk/>
            <pc:sldMk cId="2760184106" sldId="647"/>
            <ac:spMk id="6" creationId="{83598996-DA27-43FB-BF12-7D6200459B05}"/>
          </ac:spMkLst>
        </pc:spChg>
        <pc:spChg chg="mod">
          <ac:chgData name="John Hu" userId="213e45b8a479442b" providerId="LiveId" clId="{3E1464AB-7726-4E24-A457-FF6E37925442}" dt="2025-06-09T07:08:59.960" v="2142" actId="20577"/>
          <ac:spMkLst>
            <pc:docMk/>
            <pc:sldMk cId="2760184106" sldId="647"/>
            <ac:spMk id="8" creationId="{36177B38-43AB-4398-968B-448F8F0E5F49}"/>
          </ac:spMkLst>
        </pc:spChg>
        <pc:spChg chg="del">
          <ac:chgData name="John Hu" userId="213e45b8a479442b" providerId="LiveId" clId="{3E1464AB-7726-4E24-A457-FF6E37925442}" dt="2025-06-09T07:08:36.368" v="2121" actId="478"/>
          <ac:spMkLst>
            <pc:docMk/>
            <pc:sldMk cId="2760184106" sldId="647"/>
            <ac:spMk id="10" creationId="{4D9CDC4E-E5FC-4827-898E-896C4F0AE55E}"/>
          </ac:spMkLst>
        </pc:spChg>
        <pc:spChg chg="del mod">
          <ac:chgData name="John Hu" userId="213e45b8a479442b" providerId="LiveId" clId="{3E1464AB-7726-4E24-A457-FF6E37925442}" dt="2025-06-09T07:09:02.486" v="2143" actId="478"/>
          <ac:spMkLst>
            <pc:docMk/>
            <pc:sldMk cId="2760184106" sldId="647"/>
            <ac:spMk id="13" creationId="{112B5ECF-1E46-4E7A-8499-0526CFBE0D9B}"/>
          </ac:spMkLst>
        </pc:spChg>
      </pc:sldChg>
      <pc:sldChg chg="addSp delSp modSp mod">
        <pc:chgData name="John Hu" userId="213e45b8a479442b" providerId="LiveId" clId="{3E1464AB-7726-4E24-A457-FF6E37925442}" dt="2025-06-09T07:07:48.269" v="2088"/>
        <pc:sldMkLst>
          <pc:docMk/>
          <pc:sldMk cId="862788250" sldId="649"/>
        </pc:sldMkLst>
        <pc:spChg chg="mod">
          <ac:chgData name="John Hu" userId="213e45b8a479442b" providerId="LiveId" clId="{3E1464AB-7726-4E24-A457-FF6E37925442}" dt="2025-06-09T07:07:48.269" v="2088"/>
          <ac:spMkLst>
            <pc:docMk/>
            <pc:sldMk cId="862788250" sldId="649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03:05.026" v="1979" actId="1076"/>
          <ac:spMkLst>
            <pc:docMk/>
            <pc:sldMk cId="862788250" sldId="649"/>
            <ac:spMk id="3" creationId="{21810DB4-8989-43A9-92F9-0EEF91028C01}"/>
          </ac:spMkLst>
        </pc:spChg>
        <pc:spChg chg="mod">
          <ac:chgData name="John Hu" userId="213e45b8a479442b" providerId="LiveId" clId="{3E1464AB-7726-4E24-A457-FF6E37925442}" dt="2025-06-09T07:03:05.026" v="1979" actId="1076"/>
          <ac:spMkLst>
            <pc:docMk/>
            <pc:sldMk cId="862788250" sldId="649"/>
            <ac:spMk id="4" creationId="{85DD2751-9134-417F-B39F-02422318D7FD}"/>
          </ac:spMkLst>
        </pc:spChg>
        <pc:spChg chg="mod">
          <ac:chgData name="John Hu" userId="213e45b8a479442b" providerId="LiveId" clId="{3E1464AB-7726-4E24-A457-FF6E37925442}" dt="2025-06-09T07:03:05.026" v="1979" actId="1076"/>
          <ac:spMkLst>
            <pc:docMk/>
            <pc:sldMk cId="862788250" sldId="649"/>
            <ac:spMk id="6" creationId="{103E3DDB-AC6F-490C-B130-0A55632A32F8}"/>
          </ac:spMkLst>
        </pc:spChg>
        <pc:spChg chg="mod">
          <ac:chgData name="John Hu" userId="213e45b8a479442b" providerId="LiveId" clId="{3E1464AB-7726-4E24-A457-FF6E37925442}" dt="2025-06-09T07:03:05.026" v="1979" actId="1076"/>
          <ac:spMkLst>
            <pc:docMk/>
            <pc:sldMk cId="862788250" sldId="649"/>
            <ac:spMk id="7" creationId="{FEE5782C-3C94-4123-974B-2CDE1F0DE0AD}"/>
          </ac:spMkLst>
        </pc:spChg>
        <pc:spChg chg="mod">
          <ac:chgData name="John Hu" userId="213e45b8a479442b" providerId="LiveId" clId="{3E1464AB-7726-4E24-A457-FF6E37925442}" dt="2025-06-09T07:02:55.611" v="1977"/>
          <ac:spMkLst>
            <pc:docMk/>
            <pc:sldMk cId="862788250" sldId="649"/>
            <ac:spMk id="8" creationId="{36177B38-43AB-4398-968B-448F8F0E5F49}"/>
          </ac:spMkLst>
        </pc:spChg>
        <pc:spChg chg="del">
          <ac:chgData name="John Hu" userId="213e45b8a479442b" providerId="LiveId" clId="{3E1464AB-7726-4E24-A457-FF6E37925442}" dt="2025-06-09T07:02:59.996" v="1978" actId="478"/>
          <ac:spMkLst>
            <pc:docMk/>
            <pc:sldMk cId="862788250" sldId="649"/>
            <ac:spMk id="10" creationId="{4D9CDC4E-E5FC-4827-898E-896C4F0AE55E}"/>
          </ac:spMkLst>
        </pc:spChg>
        <pc:spChg chg="mod">
          <ac:chgData name="John Hu" userId="213e45b8a479442b" providerId="LiveId" clId="{3E1464AB-7726-4E24-A457-FF6E37925442}" dt="2025-06-09T07:04:19.183" v="1987" actId="14100"/>
          <ac:spMkLst>
            <pc:docMk/>
            <pc:sldMk cId="862788250" sldId="649"/>
            <ac:spMk id="11" creationId="{6A38CEB5-132A-4A8E-BE44-BF612CFEFF79}"/>
          </ac:spMkLst>
        </pc:spChg>
        <pc:spChg chg="add mod">
          <ac:chgData name="John Hu" userId="213e45b8a479442b" providerId="LiveId" clId="{3E1464AB-7726-4E24-A457-FF6E37925442}" dt="2025-06-09T07:04:46.688" v="2042" actId="1076"/>
          <ac:spMkLst>
            <pc:docMk/>
            <pc:sldMk cId="862788250" sldId="649"/>
            <ac:spMk id="12" creationId="{13613F3B-3FAD-4D2D-9884-C145233FAC37}"/>
          </ac:spMkLst>
        </pc:spChg>
        <pc:spChg chg="mod">
          <ac:chgData name="John Hu" userId="213e45b8a479442b" providerId="LiveId" clId="{3E1464AB-7726-4E24-A457-FF6E37925442}" dt="2025-06-09T07:03:05.026" v="1979" actId="1076"/>
          <ac:spMkLst>
            <pc:docMk/>
            <pc:sldMk cId="862788250" sldId="649"/>
            <ac:spMk id="13" creationId="{112B5ECF-1E46-4E7A-8499-0526CFBE0D9B}"/>
          </ac:spMkLst>
        </pc:spChg>
        <pc:picChg chg="mod">
          <ac:chgData name="John Hu" userId="213e45b8a479442b" providerId="LiveId" clId="{3E1464AB-7726-4E24-A457-FF6E37925442}" dt="2025-06-09T07:03:05.026" v="1979" actId="1076"/>
          <ac:picMkLst>
            <pc:docMk/>
            <pc:sldMk cId="862788250" sldId="649"/>
            <ac:picMk id="9" creationId="{80ED4D57-E0C4-455A-92E3-96C9C39D39B7}"/>
          </ac:picMkLst>
        </pc:picChg>
      </pc:sldChg>
      <pc:sldChg chg="del">
        <pc:chgData name="John Hu" userId="213e45b8a479442b" providerId="LiveId" clId="{3E1464AB-7726-4E24-A457-FF6E37925442}" dt="2025-06-09T07:03:50.327" v="1985" actId="47"/>
        <pc:sldMkLst>
          <pc:docMk/>
          <pc:sldMk cId="1676375893" sldId="650"/>
        </pc:sldMkLst>
      </pc:sldChg>
      <pc:sldChg chg="del">
        <pc:chgData name="John Hu" userId="213e45b8a479442b" providerId="LiveId" clId="{3E1464AB-7726-4E24-A457-FF6E37925442}" dt="2025-06-09T07:05:44.264" v="2063" actId="47"/>
        <pc:sldMkLst>
          <pc:docMk/>
          <pc:sldMk cId="1094640988" sldId="651"/>
        </pc:sldMkLst>
      </pc:sldChg>
      <pc:sldChg chg="del">
        <pc:chgData name="John Hu" userId="213e45b8a479442b" providerId="LiveId" clId="{3E1464AB-7726-4E24-A457-FF6E37925442}" dt="2025-06-09T07:06:13.653" v="2070" actId="47"/>
        <pc:sldMkLst>
          <pc:docMk/>
          <pc:sldMk cId="2939152827" sldId="652"/>
        </pc:sldMkLst>
      </pc:sldChg>
      <pc:sldChg chg="del">
        <pc:chgData name="John Hu" userId="213e45b8a479442b" providerId="LiveId" clId="{3E1464AB-7726-4E24-A457-FF6E37925442}" dt="2025-06-09T07:06:34.112" v="2076" actId="47"/>
        <pc:sldMkLst>
          <pc:docMk/>
          <pc:sldMk cId="2274158211" sldId="653"/>
        </pc:sldMkLst>
      </pc:sldChg>
      <pc:sldChg chg="modSp mod">
        <pc:chgData name="John Hu" userId="213e45b8a479442b" providerId="LiveId" clId="{3E1464AB-7726-4E24-A457-FF6E37925442}" dt="2025-06-09T07:09:27.416" v="2168" actId="20577"/>
        <pc:sldMkLst>
          <pc:docMk/>
          <pc:sldMk cId="3623049503" sldId="654"/>
        </pc:sldMkLst>
        <pc:spChg chg="mod">
          <ac:chgData name="John Hu" userId="213e45b8a479442b" providerId="LiveId" clId="{3E1464AB-7726-4E24-A457-FF6E37925442}" dt="2025-06-09T07:09:27.416" v="2168" actId="20577"/>
          <ac:spMkLst>
            <pc:docMk/>
            <pc:sldMk cId="3623049503" sldId="654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1:13.987" v="2205" actId="1076"/>
        <pc:sldMkLst>
          <pc:docMk/>
          <pc:sldMk cId="793838359" sldId="655"/>
        </pc:sldMkLst>
        <pc:spChg chg="mod">
          <ac:chgData name="John Hu" userId="213e45b8a479442b" providerId="LiveId" clId="{3E1464AB-7726-4E24-A457-FF6E37925442}" dt="2025-06-09T07:10:59.329" v="2202"/>
          <ac:spMkLst>
            <pc:docMk/>
            <pc:sldMk cId="793838359" sldId="655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1:13.987" v="2205" actId="1076"/>
          <ac:spMkLst>
            <pc:docMk/>
            <pc:sldMk cId="793838359" sldId="655"/>
            <ac:spMk id="7" creationId="{A337FFF1-EF14-479F-8E26-B08D4DB73DB7}"/>
          </ac:spMkLst>
        </pc:spChg>
        <pc:spChg chg="mod">
          <ac:chgData name="John Hu" userId="213e45b8a479442b" providerId="LiveId" clId="{3E1464AB-7726-4E24-A457-FF6E37925442}" dt="2025-06-09T07:11:04.716" v="2203"/>
          <ac:spMkLst>
            <pc:docMk/>
            <pc:sldMk cId="793838359" sldId="655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7:11:41.234" v="2210"/>
        <pc:sldMkLst>
          <pc:docMk/>
          <pc:sldMk cId="1033917250" sldId="656"/>
        </pc:sldMkLst>
        <pc:spChg chg="mod">
          <ac:chgData name="John Hu" userId="213e45b8a479442b" providerId="LiveId" clId="{3E1464AB-7726-4E24-A457-FF6E37925442}" dt="2025-06-09T07:11:41.234" v="2210"/>
          <ac:spMkLst>
            <pc:docMk/>
            <pc:sldMk cId="1033917250" sldId="656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1:30.299" v="2209" actId="1076"/>
          <ac:spMkLst>
            <pc:docMk/>
            <pc:sldMk cId="1033917250" sldId="656"/>
            <ac:spMk id="7" creationId="{A337FFF1-EF14-479F-8E26-B08D4DB73DB7}"/>
          </ac:spMkLst>
        </pc:spChg>
        <pc:spChg chg="mod">
          <ac:chgData name="John Hu" userId="213e45b8a479442b" providerId="LiveId" clId="{3E1464AB-7726-4E24-A457-FF6E37925442}" dt="2025-06-09T07:11:22.092" v="2206"/>
          <ac:spMkLst>
            <pc:docMk/>
            <pc:sldMk cId="1033917250" sldId="656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09T07:11:42.580" v="2211"/>
        <pc:sldMkLst>
          <pc:docMk/>
          <pc:sldMk cId="2956053056" sldId="657"/>
        </pc:sldMkLst>
        <pc:spChg chg="mod">
          <ac:chgData name="John Hu" userId="213e45b8a479442b" providerId="LiveId" clId="{3E1464AB-7726-4E24-A457-FF6E37925442}" dt="2025-06-09T07:11:42.580" v="2211"/>
          <ac:spMkLst>
            <pc:docMk/>
            <pc:sldMk cId="2956053056" sldId="657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1:44.064" v="2212"/>
        <pc:sldMkLst>
          <pc:docMk/>
          <pc:sldMk cId="229139173" sldId="658"/>
        </pc:sldMkLst>
        <pc:spChg chg="mod">
          <ac:chgData name="John Hu" userId="213e45b8a479442b" providerId="LiveId" clId="{3E1464AB-7726-4E24-A457-FF6E37925442}" dt="2025-06-09T07:11:44.064" v="2212"/>
          <ac:spMkLst>
            <pc:docMk/>
            <pc:sldMk cId="229139173" sldId="658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2:14.819" v="2219"/>
        <pc:sldMkLst>
          <pc:docMk/>
          <pc:sldMk cId="3284171094" sldId="659"/>
        </pc:sldMkLst>
        <pc:spChg chg="mod">
          <ac:chgData name="John Hu" userId="213e45b8a479442b" providerId="LiveId" clId="{3E1464AB-7726-4E24-A457-FF6E37925442}" dt="2025-06-09T07:12:14.819" v="2219"/>
          <ac:spMkLst>
            <pc:docMk/>
            <pc:sldMk cId="3284171094" sldId="659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1:45.407" v="2213"/>
        <pc:sldMkLst>
          <pc:docMk/>
          <pc:sldMk cId="633065844" sldId="660"/>
        </pc:sldMkLst>
        <pc:spChg chg="mod">
          <ac:chgData name="John Hu" userId="213e45b8a479442b" providerId="LiveId" clId="{3E1464AB-7726-4E24-A457-FF6E37925442}" dt="2025-06-09T07:11:45.407" v="2213"/>
          <ac:spMkLst>
            <pc:docMk/>
            <pc:sldMk cId="633065844" sldId="660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2:10.908" v="2218" actId="1076"/>
        <pc:sldMkLst>
          <pc:docMk/>
          <pc:sldMk cId="1331771505" sldId="662"/>
        </pc:sldMkLst>
        <pc:spChg chg="mod">
          <ac:chgData name="John Hu" userId="213e45b8a479442b" providerId="LiveId" clId="{3E1464AB-7726-4E24-A457-FF6E37925442}" dt="2025-06-09T07:11:46.826" v="2214"/>
          <ac:spMkLst>
            <pc:docMk/>
            <pc:sldMk cId="1331771505" sldId="662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2:10.908" v="2218" actId="1076"/>
          <ac:spMkLst>
            <pc:docMk/>
            <pc:sldMk cId="1331771505" sldId="662"/>
            <ac:spMk id="3" creationId="{DA885161-3DC9-4B31-81EC-A0B7D994769A}"/>
          </ac:spMkLst>
        </pc:spChg>
        <pc:spChg chg="mod">
          <ac:chgData name="John Hu" userId="213e45b8a479442b" providerId="LiveId" clId="{3E1464AB-7726-4E24-A457-FF6E37925442}" dt="2025-06-09T07:12:10.908" v="2218" actId="1076"/>
          <ac:spMkLst>
            <pc:docMk/>
            <pc:sldMk cId="1331771505" sldId="662"/>
            <ac:spMk id="9" creationId="{6940D41A-7B7C-4093-AF10-D4D6A2AA15AD}"/>
          </ac:spMkLst>
        </pc:spChg>
        <pc:spChg chg="mod">
          <ac:chgData name="John Hu" userId="213e45b8a479442b" providerId="LiveId" clId="{3E1464AB-7726-4E24-A457-FF6E37925442}" dt="2025-06-09T07:12:10.908" v="2218" actId="1076"/>
          <ac:spMkLst>
            <pc:docMk/>
            <pc:sldMk cId="1331771505" sldId="662"/>
            <ac:spMk id="10" creationId="{6B713FA3-0E38-4724-95E4-14B7939E4EB6}"/>
          </ac:spMkLst>
        </pc:spChg>
        <pc:spChg chg="mod">
          <ac:chgData name="John Hu" userId="213e45b8a479442b" providerId="LiveId" clId="{3E1464AB-7726-4E24-A457-FF6E37925442}" dt="2025-06-09T07:12:10.908" v="2218" actId="1076"/>
          <ac:spMkLst>
            <pc:docMk/>
            <pc:sldMk cId="1331771505" sldId="662"/>
            <ac:spMk id="14" creationId="{C85CC363-71D1-4B7D-866F-0657CBB6BC1C}"/>
          </ac:spMkLst>
        </pc:spChg>
        <pc:cxnChg chg="mod">
          <ac:chgData name="John Hu" userId="213e45b8a479442b" providerId="LiveId" clId="{3E1464AB-7726-4E24-A457-FF6E37925442}" dt="2025-06-09T07:12:10.908" v="2218" actId="1076"/>
          <ac:cxnSpMkLst>
            <pc:docMk/>
            <pc:sldMk cId="1331771505" sldId="662"/>
            <ac:cxnSpMk id="5" creationId="{A476F154-889A-418A-BA9C-BB090B91318C}"/>
          </ac:cxnSpMkLst>
        </pc:cxnChg>
      </pc:sldChg>
      <pc:sldChg chg="modSp mod">
        <pc:chgData name="John Hu" userId="213e45b8a479442b" providerId="LiveId" clId="{3E1464AB-7726-4E24-A457-FF6E37925442}" dt="2025-06-09T07:12:32.023" v="2221"/>
        <pc:sldMkLst>
          <pc:docMk/>
          <pc:sldMk cId="3052481175" sldId="663"/>
        </pc:sldMkLst>
        <pc:spChg chg="mod">
          <ac:chgData name="John Hu" userId="213e45b8a479442b" providerId="LiveId" clId="{3E1464AB-7726-4E24-A457-FF6E37925442}" dt="2025-06-09T07:12:32.023" v="2221"/>
          <ac:spMkLst>
            <pc:docMk/>
            <pc:sldMk cId="3052481175" sldId="663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2:24.223" v="2220"/>
        <pc:sldMkLst>
          <pc:docMk/>
          <pc:sldMk cId="4279093945" sldId="664"/>
        </pc:sldMkLst>
        <pc:spChg chg="mod">
          <ac:chgData name="John Hu" userId="213e45b8a479442b" providerId="LiveId" clId="{3E1464AB-7726-4E24-A457-FF6E37925442}" dt="2025-06-09T07:12:24.223" v="2220"/>
          <ac:spMkLst>
            <pc:docMk/>
            <pc:sldMk cId="4279093945" sldId="664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2:34.954" v="2222"/>
        <pc:sldMkLst>
          <pc:docMk/>
          <pc:sldMk cId="849343049" sldId="665"/>
        </pc:sldMkLst>
        <pc:spChg chg="mod">
          <ac:chgData name="John Hu" userId="213e45b8a479442b" providerId="LiveId" clId="{3E1464AB-7726-4E24-A457-FF6E37925442}" dt="2025-06-09T07:12:34.954" v="2222"/>
          <ac:spMkLst>
            <pc:docMk/>
            <pc:sldMk cId="849343049" sldId="665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2:37.877" v="2223"/>
        <pc:sldMkLst>
          <pc:docMk/>
          <pc:sldMk cId="3871604934" sldId="666"/>
        </pc:sldMkLst>
        <pc:spChg chg="mod">
          <ac:chgData name="John Hu" userId="213e45b8a479442b" providerId="LiveId" clId="{3E1464AB-7726-4E24-A457-FF6E37925442}" dt="2025-06-09T07:12:37.877" v="2223"/>
          <ac:spMkLst>
            <pc:docMk/>
            <pc:sldMk cId="3871604934" sldId="666"/>
            <ac:spMk id="2" creationId="{5888EE31-F44C-4034-8407-4C756F65702C}"/>
          </ac:spMkLst>
        </pc:spChg>
      </pc:sldChg>
      <pc:sldChg chg="modSp mod">
        <pc:chgData name="John Hu" userId="213e45b8a479442b" providerId="LiveId" clId="{3E1464AB-7726-4E24-A457-FF6E37925442}" dt="2025-06-09T07:12:40.472" v="2224"/>
        <pc:sldMkLst>
          <pc:docMk/>
          <pc:sldMk cId="287309431" sldId="667"/>
        </pc:sldMkLst>
        <pc:spChg chg="mod">
          <ac:chgData name="John Hu" userId="213e45b8a479442b" providerId="LiveId" clId="{3E1464AB-7726-4E24-A457-FF6E37925442}" dt="2025-06-09T07:12:40.472" v="2224"/>
          <ac:spMkLst>
            <pc:docMk/>
            <pc:sldMk cId="287309431" sldId="667"/>
            <ac:spMk id="2" creationId="{5888EE31-F44C-4034-8407-4C756F65702C}"/>
          </ac:spMkLst>
        </pc:spChg>
      </pc:sldChg>
      <pc:sldChg chg="del">
        <pc:chgData name="John Hu" userId="213e45b8a479442b" providerId="LiveId" clId="{3E1464AB-7726-4E24-A457-FF6E37925442}" dt="2025-06-09T07:12:58.122" v="2225" actId="47"/>
        <pc:sldMkLst>
          <pc:docMk/>
          <pc:sldMk cId="2796879028" sldId="668"/>
        </pc:sldMkLst>
      </pc:sldChg>
      <pc:sldChg chg="modSp mod">
        <pc:chgData name="John Hu" userId="213e45b8a479442b" providerId="LiveId" clId="{3E1464AB-7726-4E24-A457-FF6E37925442}" dt="2025-06-09T07:17:46.450" v="2352" actId="1038"/>
        <pc:sldMkLst>
          <pc:docMk/>
          <pc:sldMk cId="1521201735" sldId="670"/>
        </pc:sldMkLst>
        <pc:spChg chg="mod">
          <ac:chgData name="John Hu" userId="213e45b8a479442b" providerId="LiveId" clId="{3E1464AB-7726-4E24-A457-FF6E37925442}" dt="2025-06-09T07:14:10.836" v="2257" actId="20577"/>
          <ac:spMkLst>
            <pc:docMk/>
            <pc:sldMk cId="1521201735" sldId="670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4:27.538" v="2293" actId="20577"/>
          <ac:spMkLst>
            <pc:docMk/>
            <pc:sldMk cId="1521201735" sldId="670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4:32.670" v="2294" actId="1076"/>
          <ac:spMkLst>
            <pc:docMk/>
            <pc:sldMk cId="1521201735" sldId="670"/>
            <ac:spMk id="15" creationId="{105FDC84-6345-484D-AF92-17AB004B1808}"/>
          </ac:spMkLst>
        </pc:spChg>
        <pc:spChg chg="mod">
          <ac:chgData name="John Hu" userId="213e45b8a479442b" providerId="LiveId" clId="{3E1464AB-7726-4E24-A457-FF6E37925442}" dt="2025-06-09T07:17:36.776" v="2342" actId="20577"/>
          <ac:spMkLst>
            <pc:docMk/>
            <pc:sldMk cId="1521201735" sldId="670"/>
            <ac:spMk id="17" creationId="{836EC58A-08BC-48D7-9A8E-7BE58DE01F2E}"/>
          </ac:spMkLst>
        </pc:spChg>
        <pc:spChg chg="mod">
          <ac:chgData name="John Hu" userId="213e45b8a479442b" providerId="LiveId" clId="{3E1464AB-7726-4E24-A457-FF6E37925442}" dt="2025-06-09T07:17:46.450" v="2352" actId="1038"/>
          <ac:spMkLst>
            <pc:docMk/>
            <pc:sldMk cId="1521201735" sldId="670"/>
            <ac:spMk id="18" creationId="{391AB3BB-1882-4164-B3D4-5ED1D3641932}"/>
          </ac:spMkLst>
        </pc:spChg>
        <pc:spChg chg="mod">
          <ac:chgData name="John Hu" userId="213e45b8a479442b" providerId="LiveId" clId="{3E1464AB-7726-4E24-A457-FF6E37925442}" dt="2025-06-09T07:17:42.266" v="2347" actId="20577"/>
          <ac:spMkLst>
            <pc:docMk/>
            <pc:sldMk cId="1521201735" sldId="670"/>
            <ac:spMk id="19" creationId="{B5A7F37D-B68C-4290-823A-5A9F7E8CB69E}"/>
          </ac:spMkLst>
        </pc:spChg>
        <pc:spChg chg="mod">
          <ac:chgData name="John Hu" userId="213e45b8a479442b" providerId="LiveId" clId="{3E1464AB-7726-4E24-A457-FF6E37925442}" dt="2025-06-09T07:17:46.450" v="2352" actId="1038"/>
          <ac:spMkLst>
            <pc:docMk/>
            <pc:sldMk cId="1521201735" sldId="670"/>
            <ac:spMk id="20" creationId="{FA6AE8D9-68E9-402E-9ED3-9745459DB02A}"/>
          </ac:spMkLst>
        </pc:spChg>
        <pc:spChg chg="mod">
          <ac:chgData name="John Hu" userId="213e45b8a479442b" providerId="LiveId" clId="{3E1464AB-7726-4E24-A457-FF6E37925442}" dt="2025-06-09T07:17:43.547" v="2349" actId="20577"/>
          <ac:spMkLst>
            <pc:docMk/>
            <pc:sldMk cId="1521201735" sldId="670"/>
            <ac:spMk id="23" creationId="{120E451B-626B-4661-964E-2E47BD070A11}"/>
          </ac:spMkLst>
        </pc:spChg>
        <pc:spChg chg="mod">
          <ac:chgData name="John Hu" userId="213e45b8a479442b" providerId="LiveId" clId="{3E1464AB-7726-4E24-A457-FF6E37925442}" dt="2025-06-09T07:17:46.450" v="2352" actId="1038"/>
          <ac:spMkLst>
            <pc:docMk/>
            <pc:sldMk cId="1521201735" sldId="670"/>
            <ac:spMk id="24" creationId="{1E6FC881-DDA6-460E-80F3-E330A9B6AD85}"/>
          </ac:spMkLst>
        </pc:spChg>
      </pc:sldChg>
      <pc:sldChg chg="modSp mod">
        <pc:chgData name="John Hu" userId="213e45b8a479442b" providerId="LiveId" clId="{3E1464AB-7726-4E24-A457-FF6E37925442}" dt="2025-06-09T07:17:31.416" v="2340" actId="113"/>
        <pc:sldMkLst>
          <pc:docMk/>
          <pc:sldMk cId="3129887683" sldId="671"/>
        </pc:sldMkLst>
        <pc:spChg chg="mod">
          <ac:chgData name="John Hu" userId="213e45b8a479442b" providerId="LiveId" clId="{3E1464AB-7726-4E24-A457-FF6E37925442}" dt="2025-06-09T07:14:39.126" v="2295"/>
          <ac:spMkLst>
            <pc:docMk/>
            <pc:sldMk cId="3129887683" sldId="671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4:44.841" v="2296"/>
          <ac:spMkLst>
            <pc:docMk/>
            <pc:sldMk cId="3129887683" sldId="671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7:20.880" v="2338" actId="6549"/>
          <ac:spMkLst>
            <pc:docMk/>
            <pc:sldMk cId="3129887683" sldId="671"/>
            <ac:spMk id="14" creationId="{B585688B-1E95-4994-A78C-0DD08485FA22}"/>
          </ac:spMkLst>
        </pc:spChg>
        <pc:spChg chg="mod">
          <ac:chgData name="John Hu" userId="213e45b8a479442b" providerId="LiveId" clId="{3E1464AB-7726-4E24-A457-FF6E37925442}" dt="2025-06-09T07:17:31.416" v="2340" actId="113"/>
          <ac:spMkLst>
            <pc:docMk/>
            <pc:sldMk cId="3129887683" sldId="671"/>
            <ac:spMk id="16" creationId="{0939C49F-9A92-43FB-B0AD-5095A6FCD985}"/>
          </ac:spMkLst>
        </pc:spChg>
      </pc:sldChg>
      <pc:sldChg chg="delSp modSp mod">
        <pc:chgData name="John Hu" userId="213e45b8a479442b" providerId="LiveId" clId="{3E1464AB-7726-4E24-A457-FF6E37925442}" dt="2025-06-09T07:18:27.201" v="2368" actId="1076"/>
        <pc:sldMkLst>
          <pc:docMk/>
          <pc:sldMk cId="2109838976" sldId="672"/>
        </pc:sldMkLst>
        <pc:spChg chg="mod">
          <ac:chgData name="John Hu" userId="213e45b8a479442b" providerId="LiveId" clId="{3E1464AB-7726-4E24-A457-FF6E37925442}" dt="2025-06-09T07:18:05.813" v="2359" actId="20577"/>
          <ac:spMkLst>
            <pc:docMk/>
            <pc:sldMk cId="2109838976" sldId="672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8:27.201" v="2368" actId="1076"/>
          <ac:spMkLst>
            <pc:docMk/>
            <pc:sldMk cId="2109838976" sldId="672"/>
            <ac:spMk id="5" creationId="{948EE239-8931-43E8-8B12-817D0DA8AD02}"/>
          </ac:spMkLst>
        </pc:spChg>
        <pc:spChg chg="mod">
          <ac:chgData name="John Hu" userId="213e45b8a479442b" providerId="LiveId" clId="{3E1464AB-7726-4E24-A457-FF6E37925442}" dt="2025-06-09T07:18:27.201" v="2368" actId="1076"/>
          <ac:spMkLst>
            <pc:docMk/>
            <pc:sldMk cId="2109838976" sldId="672"/>
            <ac:spMk id="6" creationId="{F4765E08-B1F8-4C64-B6FC-DA76F3BB1C66}"/>
          </ac:spMkLst>
        </pc:spChg>
        <pc:spChg chg="mod">
          <ac:chgData name="John Hu" userId="213e45b8a479442b" providerId="LiveId" clId="{3E1464AB-7726-4E24-A457-FF6E37925442}" dt="2025-06-09T07:18:20.709" v="2367" actId="6549"/>
          <ac:spMkLst>
            <pc:docMk/>
            <pc:sldMk cId="2109838976" sldId="672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8:27.201" v="2368" actId="1076"/>
          <ac:spMkLst>
            <pc:docMk/>
            <pc:sldMk cId="2109838976" sldId="672"/>
            <ac:spMk id="10" creationId="{13676677-3008-435B-85BF-A7540439E7BF}"/>
          </ac:spMkLst>
        </pc:spChg>
        <pc:spChg chg="mod">
          <ac:chgData name="John Hu" userId="213e45b8a479442b" providerId="LiveId" clId="{3E1464AB-7726-4E24-A457-FF6E37925442}" dt="2025-06-09T07:18:27.201" v="2368" actId="1076"/>
          <ac:spMkLst>
            <pc:docMk/>
            <pc:sldMk cId="2109838976" sldId="672"/>
            <ac:spMk id="11" creationId="{A669649B-AB37-4244-B003-B052A162633F}"/>
          </ac:spMkLst>
        </pc:spChg>
        <pc:spChg chg="mod">
          <ac:chgData name="John Hu" userId="213e45b8a479442b" providerId="LiveId" clId="{3E1464AB-7726-4E24-A457-FF6E37925442}" dt="2025-06-09T07:18:27.201" v="2368" actId="1076"/>
          <ac:spMkLst>
            <pc:docMk/>
            <pc:sldMk cId="2109838976" sldId="672"/>
            <ac:spMk id="12" creationId="{D83F348D-E3E3-4308-AFE6-97F618857562}"/>
          </ac:spMkLst>
        </pc:spChg>
        <pc:spChg chg="del">
          <ac:chgData name="John Hu" userId="213e45b8a479442b" providerId="LiveId" clId="{3E1464AB-7726-4E24-A457-FF6E37925442}" dt="2025-06-09T07:18:18.894" v="2366" actId="478"/>
          <ac:spMkLst>
            <pc:docMk/>
            <pc:sldMk cId="2109838976" sldId="672"/>
            <ac:spMk id="15" creationId="{105FDC84-6345-484D-AF92-17AB004B1808}"/>
          </ac:spMkLst>
        </pc:spChg>
      </pc:sldChg>
      <pc:sldChg chg="delSp modSp mod">
        <pc:chgData name="John Hu" userId="213e45b8a479442b" providerId="LiveId" clId="{3E1464AB-7726-4E24-A457-FF6E37925442}" dt="2025-06-09T07:19:52.502" v="2415" actId="1076"/>
        <pc:sldMkLst>
          <pc:docMk/>
          <pc:sldMk cId="3273944349" sldId="673"/>
        </pc:sldMkLst>
        <pc:spChg chg="mod">
          <ac:chgData name="John Hu" userId="213e45b8a479442b" providerId="LiveId" clId="{3E1464AB-7726-4E24-A457-FF6E37925442}" dt="2025-06-09T07:19:36.448" v="2386" actId="20577"/>
          <ac:spMkLst>
            <pc:docMk/>
            <pc:sldMk cId="3273944349" sldId="673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9:52.502" v="2415" actId="1076"/>
          <ac:spMkLst>
            <pc:docMk/>
            <pc:sldMk cId="3273944349" sldId="673"/>
            <ac:spMk id="5" creationId="{A9F10263-610C-4998-B5F3-3444A53D115B}"/>
          </ac:spMkLst>
        </pc:spChg>
        <pc:spChg chg="mod">
          <ac:chgData name="John Hu" userId="213e45b8a479442b" providerId="LiveId" clId="{3E1464AB-7726-4E24-A457-FF6E37925442}" dt="2025-06-09T07:19:52.502" v="2415" actId="1076"/>
          <ac:spMkLst>
            <pc:docMk/>
            <pc:sldMk cId="3273944349" sldId="673"/>
            <ac:spMk id="6" creationId="{620DB6AB-5AE3-429F-87A4-32A4F21B9506}"/>
          </ac:spMkLst>
        </pc:spChg>
        <pc:spChg chg="mod">
          <ac:chgData name="John Hu" userId="213e45b8a479442b" providerId="LiveId" clId="{3E1464AB-7726-4E24-A457-FF6E37925442}" dt="2025-06-09T07:19:44.978" v="2413" actId="20577"/>
          <ac:spMkLst>
            <pc:docMk/>
            <pc:sldMk cId="3273944349" sldId="673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9:52.502" v="2415" actId="1076"/>
          <ac:spMkLst>
            <pc:docMk/>
            <pc:sldMk cId="3273944349" sldId="673"/>
            <ac:spMk id="9" creationId="{F3B9D754-BCB3-47CE-83E8-ACE8CD559ECB}"/>
          </ac:spMkLst>
        </pc:spChg>
        <pc:spChg chg="mod">
          <ac:chgData name="John Hu" userId="213e45b8a479442b" providerId="LiveId" clId="{3E1464AB-7726-4E24-A457-FF6E37925442}" dt="2025-06-09T07:19:52.502" v="2415" actId="1076"/>
          <ac:spMkLst>
            <pc:docMk/>
            <pc:sldMk cId="3273944349" sldId="673"/>
            <ac:spMk id="10" creationId="{75455FCB-3E32-45C7-A3A1-B7CD8EA925E9}"/>
          </ac:spMkLst>
        </pc:spChg>
        <pc:spChg chg="mod">
          <ac:chgData name="John Hu" userId="213e45b8a479442b" providerId="LiveId" clId="{3E1464AB-7726-4E24-A457-FF6E37925442}" dt="2025-06-09T07:19:52.502" v="2415" actId="1076"/>
          <ac:spMkLst>
            <pc:docMk/>
            <pc:sldMk cId="3273944349" sldId="673"/>
            <ac:spMk id="11" creationId="{0F70173F-BDC1-402F-966F-B6CADDC05B73}"/>
          </ac:spMkLst>
        </pc:spChg>
        <pc:spChg chg="del">
          <ac:chgData name="John Hu" userId="213e45b8a479442b" providerId="LiveId" clId="{3E1464AB-7726-4E24-A457-FF6E37925442}" dt="2025-06-09T07:19:47.392" v="2414" actId="478"/>
          <ac:spMkLst>
            <pc:docMk/>
            <pc:sldMk cId="3273944349" sldId="673"/>
            <ac:spMk id="15" creationId="{105FDC84-6345-484D-AF92-17AB004B1808}"/>
          </ac:spMkLst>
        </pc:spChg>
      </pc:sldChg>
      <pc:sldChg chg="modSp mod">
        <pc:chgData name="John Hu" userId="213e45b8a479442b" providerId="LiveId" clId="{3E1464AB-7726-4E24-A457-FF6E37925442}" dt="2025-06-09T07:18:50.605" v="2371" actId="6549"/>
        <pc:sldMkLst>
          <pc:docMk/>
          <pc:sldMk cId="3058383526" sldId="674"/>
        </pc:sldMkLst>
        <pc:spChg chg="mod">
          <ac:chgData name="John Hu" userId="213e45b8a479442b" providerId="LiveId" clId="{3E1464AB-7726-4E24-A457-FF6E37925442}" dt="2025-06-09T07:18:37.428" v="2369"/>
          <ac:spMkLst>
            <pc:docMk/>
            <pc:sldMk cId="3058383526" sldId="674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8:48.406" v="2370"/>
          <ac:spMkLst>
            <pc:docMk/>
            <pc:sldMk cId="3058383526" sldId="674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8:50.605" v="2371" actId="6549"/>
          <ac:spMkLst>
            <pc:docMk/>
            <pc:sldMk cId="3058383526" sldId="674"/>
            <ac:spMk id="14" creationId="{4F296092-AA43-47F9-AD4A-B947C824F423}"/>
          </ac:spMkLst>
        </pc:spChg>
      </pc:sldChg>
      <pc:sldChg chg="modSp mod">
        <pc:chgData name="John Hu" userId="213e45b8a479442b" providerId="LiveId" clId="{3E1464AB-7726-4E24-A457-FF6E37925442}" dt="2025-06-09T07:20:44.152" v="2424"/>
        <pc:sldMkLst>
          <pc:docMk/>
          <pc:sldMk cId="1354848801" sldId="675"/>
        </pc:sldMkLst>
        <pc:spChg chg="mod">
          <ac:chgData name="John Hu" userId="213e45b8a479442b" providerId="LiveId" clId="{3E1464AB-7726-4E24-A457-FF6E37925442}" dt="2025-06-09T07:20:44.152" v="2424"/>
          <ac:spMkLst>
            <pc:docMk/>
            <pc:sldMk cId="1354848801" sldId="675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9:02.766" v="2372"/>
          <ac:spMkLst>
            <pc:docMk/>
            <pc:sldMk cId="1354848801" sldId="675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9:04.666" v="2373" actId="6549"/>
          <ac:spMkLst>
            <pc:docMk/>
            <pc:sldMk cId="1354848801" sldId="675"/>
            <ac:spMk id="14" creationId="{4F296092-AA43-47F9-AD4A-B947C824F423}"/>
          </ac:spMkLst>
        </pc:spChg>
      </pc:sldChg>
      <pc:sldChg chg="modSp mod">
        <pc:chgData name="John Hu" userId="213e45b8a479442b" providerId="LiveId" clId="{3E1464AB-7726-4E24-A457-FF6E37925442}" dt="2025-06-09T07:20:45.506" v="2425"/>
        <pc:sldMkLst>
          <pc:docMk/>
          <pc:sldMk cId="416985441" sldId="676"/>
        </pc:sldMkLst>
        <pc:spChg chg="mod">
          <ac:chgData name="John Hu" userId="213e45b8a479442b" providerId="LiveId" clId="{3E1464AB-7726-4E24-A457-FF6E37925442}" dt="2025-06-09T07:20:45.506" v="2425"/>
          <ac:spMkLst>
            <pc:docMk/>
            <pc:sldMk cId="416985441" sldId="676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9:11.956" v="2376"/>
          <ac:spMkLst>
            <pc:docMk/>
            <pc:sldMk cId="416985441" sldId="676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9:14.744" v="2377" actId="6549"/>
          <ac:spMkLst>
            <pc:docMk/>
            <pc:sldMk cId="416985441" sldId="676"/>
            <ac:spMk id="14" creationId="{4F296092-AA43-47F9-AD4A-B947C824F423}"/>
          </ac:spMkLst>
        </pc:spChg>
      </pc:sldChg>
      <pc:sldChg chg="modSp mod">
        <pc:chgData name="John Hu" userId="213e45b8a479442b" providerId="LiveId" clId="{3E1464AB-7726-4E24-A457-FF6E37925442}" dt="2025-06-09T07:20:46.862" v="2426"/>
        <pc:sldMkLst>
          <pc:docMk/>
          <pc:sldMk cId="3685027716" sldId="677"/>
        </pc:sldMkLst>
        <pc:spChg chg="mod">
          <ac:chgData name="John Hu" userId="213e45b8a479442b" providerId="LiveId" clId="{3E1464AB-7726-4E24-A457-FF6E37925442}" dt="2025-06-09T07:20:46.862" v="2426"/>
          <ac:spMkLst>
            <pc:docMk/>
            <pc:sldMk cId="3685027716" sldId="677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9:18.227" v="2378"/>
          <ac:spMkLst>
            <pc:docMk/>
            <pc:sldMk cId="3685027716" sldId="677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9:19.738" v="2379" actId="6549"/>
          <ac:spMkLst>
            <pc:docMk/>
            <pc:sldMk cId="3685027716" sldId="677"/>
            <ac:spMk id="14" creationId="{4F296092-AA43-47F9-AD4A-B947C824F423}"/>
          </ac:spMkLst>
        </pc:spChg>
      </pc:sldChg>
      <pc:sldChg chg="modSp mod">
        <pc:chgData name="John Hu" userId="213e45b8a479442b" providerId="LiveId" clId="{3E1464AB-7726-4E24-A457-FF6E37925442}" dt="2025-06-09T07:20:49.649" v="2427"/>
        <pc:sldMkLst>
          <pc:docMk/>
          <pc:sldMk cId="2291909740" sldId="678"/>
        </pc:sldMkLst>
        <pc:spChg chg="mod">
          <ac:chgData name="John Hu" userId="213e45b8a479442b" providerId="LiveId" clId="{3E1464AB-7726-4E24-A457-FF6E37925442}" dt="2025-06-09T07:20:49.649" v="2427"/>
          <ac:spMkLst>
            <pc:docMk/>
            <pc:sldMk cId="2291909740" sldId="678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9:24.769" v="2380"/>
          <ac:spMkLst>
            <pc:docMk/>
            <pc:sldMk cId="2291909740" sldId="678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9:27.458" v="2381" actId="6549"/>
          <ac:spMkLst>
            <pc:docMk/>
            <pc:sldMk cId="2291909740" sldId="678"/>
            <ac:spMk id="14" creationId="{4F296092-AA43-47F9-AD4A-B947C824F423}"/>
          </ac:spMkLst>
        </pc:spChg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3640079802" sldId="679"/>
        </pc:sldMkLst>
      </pc:sldChg>
      <pc:sldChg chg="modSp mod">
        <pc:chgData name="John Hu" userId="213e45b8a479442b" providerId="LiveId" clId="{3E1464AB-7726-4E24-A457-FF6E37925442}" dt="2025-06-09T07:20:34.866" v="2421"/>
        <pc:sldMkLst>
          <pc:docMk/>
          <pc:sldMk cId="2446991010" sldId="680"/>
        </pc:sldMkLst>
        <pc:spChg chg="mod">
          <ac:chgData name="John Hu" userId="213e45b8a479442b" providerId="LiveId" clId="{3E1464AB-7726-4E24-A457-FF6E37925442}" dt="2025-06-09T07:20:34.866" v="2421"/>
          <ac:spMkLst>
            <pc:docMk/>
            <pc:sldMk cId="2446991010" sldId="680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20:12.656" v="2419" actId="20577"/>
          <ac:spMkLst>
            <pc:docMk/>
            <pc:sldMk cId="2446991010" sldId="680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20:15.752" v="2420" actId="6549"/>
          <ac:spMkLst>
            <pc:docMk/>
            <pc:sldMk cId="2446991010" sldId="680"/>
            <ac:spMk id="14" creationId="{4F296092-AA43-47F9-AD4A-B947C824F423}"/>
          </ac:spMkLst>
        </pc:spChg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3713776978" sldId="681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2955019095" sldId="682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2206702487" sldId="683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3595609592" sldId="684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777960044" sldId="685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1813746906" sldId="686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3911317964" sldId="687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2826608020" sldId="688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2379571271" sldId="689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399089851" sldId="690"/>
        </pc:sldMkLst>
      </pc:sldChg>
      <pc:sldChg chg="del">
        <pc:chgData name="John Hu" userId="213e45b8a479442b" providerId="LiveId" clId="{3E1464AB-7726-4E24-A457-FF6E37925442}" dt="2025-06-09T07:20:57.573" v="2428" actId="47"/>
        <pc:sldMkLst>
          <pc:docMk/>
          <pc:sldMk cId="4222146045" sldId="691"/>
        </pc:sldMkLst>
      </pc:sldChg>
      <pc:sldChg chg="delSp modSp add mod">
        <pc:chgData name="John Hu" userId="213e45b8a479442b" providerId="LiveId" clId="{3E1464AB-7726-4E24-A457-FF6E37925442}" dt="2025-06-09T06:59:48.701" v="1964" actId="3626"/>
        <pc:sldMkLst>
          <pc:docMk/>
          <pc:sldMk cId="630978856" sldId="692"/>
        </pc:sldMkLst>
        <pc:spChg chg="mod">
          <ac:chgData name="John Hu" userId="213e45b8a479442b" providerId="LiveId" clId="{3E1464AB-7726-4E24-A457-FF6E37925442}" dt="2025-06-06T07:07:27.143" v="38"/>
          <ac:spMkLst>
            <pc:docMk/>
            <pc:sldMk cId="630978856" sldId="692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59:43.916" v="1962" actId="3626"/>
          <ac:spMkLst>
            <pc:docMk/>
            <pc:sldMk cId="630978856" sldId="692"/>
            <ac:spMk id="3" creationId="{30F0AC51-4500-404D-B030-4FE49D08C651}"/>
          </ac:spMkLst>
        </pc:spChg>
        <pc:spChg chg="mod">
          <ac:chgData name="John Hu" userId="213e45b8a479442b" providerId="LiveId" clId="{3E1464AB-7726-4E24-A457-FF6E37925442}" dt="2025-06-09T06:59:46.094" v="1963" actId="3626"/>
          <ac:spMkLst>
            <pc:docMk/>
            <pc:sldMk cId="630978856" sldId="692"/>
            <ac:spMk id="4" creationId="{AEA97F2E-78B9-643E-7F9E-EC7767F69572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4" creationId="{D5373E77-AFF8-4BD6-8E08-6B50A2AE86B2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5" creationId="{1D1DB04B-4013-4417-8672-E23B01AD4889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6" creationId="{981A77B7-054B-4C3E-AA9B-8611E9DFB4A3}"/>
          </ac:spMkLst>
        </pc:spChg>
        <pc:spChg chg="mod">
          <ac:chgData name="John Hu" userId="213e45b8a479442b" providerId="LiveId" clId="{3E1464AB-7726-4E24-A457-FF6E37925442}" dt="2025-06-09T06:59:48.701" v="1964" actId="3626"/>
          <ac:spMkLst>
            <pc:docMk/>
            <pc:sldMk cId="630978856" sldId="692"/>
            <ac:spMk id="8" creationId="{36177B38-43AB-4398-968B-448F8F0E5F49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9" creationId="{2235D401-6F86-4AD7-BC98-10715AF4F499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10" creationId="{0E3E8F9B-9D6D-46CD-83EE-97636F129C56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11" creationId="{16735619-D462-4E1C-9B15-E77B3698FEA4}"/>
          </ac:spMkLst>
        </pc:spChg>
      </pc:sldChg>
      <pc:sldChg chg="modSp mod">
        <pc:chgData name="John Hu" userId="213e45b8a479442b" providerId="LiveId" clId="{3E1464AB-7726-4E24-A457-FF6E37925442}" dt="2025-06-09T03:10:24.501" v="630" actId="6549"/>
        <pc:sldMkLst>
          <pc:docMk/>
          <pc:sldMk cId="3124368917" sldId="693"/>
        </pc:sldMkLst>
        <pc:spChg chg="mod">
          <ac:chgData name="John Hu" userId="213e45b8a479442b" providerId="LiveId" clId="{3E1464AB-7726-4E24-A457-FF6E37925442}" dt="2025-06-09T03:10:24.501" v="630" actId="6549"/>
          <ac:spMkLst>
            <pc:docMk/>
            <pc:sldMk cId="3124368917" sldId="693"/>
            <ac:spMk id="3" creationId="{30F0AC51-4500-404D-B030-4FE49D08C651}"/>
          </ac:spMkLst>
        </pc:spChg>
        <pc:spChg chg="mod">
          <ac:chgData name="John Hu" userId="213e45b8a479442b" providerId="LiveId" clId="{3E1464AB-7726-4E24-A457-FF6E37925442}" dt="2025-06-09T03:08:37.590" v="598" actId="20577"/>
          <ac:spMkLst>
            <pc:docMk/>
            <pc:sldMk cId="3124368917" sldId="693"/>
            <ac:spMk id="4" creationId="{AEA97F2E-78B9-643E-7F9E-EC7767F69572}"/>
          </ac:spMkLst>
        </pc:spChg>
        <pc:spChg chg="mod">
          <ac:chgData name="John Hu" userId="213e45b8a479442b" providerId="LiveId" clId="{3E1464AB-7726-4E24-A457-FF6E37925442}" dt="2025-06-09T03:08:32.614" v="594" actId="20577"/>
          <ac:spMkLst>
            <pc:docMk/>
            <pc:sldMk cId="3124368917" sldId="693"/>
            <ac:spMk id="8" creationId="{36177B38-43AB-4398-968B-448F8F0E5F49}"/>
          </ac:spMkLst>
        </pc:spChg>
      </pc:sldChg>
      <pc:sldChg chg="addSp delSp modSp add mod">
        <pc:chgData name="John Hu" userId="213e45b8a479442b" providerId="LiveId" clId="{3E1464AB-7726-4E24-A457-FF6E37925442}" dt="2025-06-09T05:36:06.075" v="1072" actId="1076"/>
        <pc:sldMkLst>
          <pc:docMk/>
          <pc:sldMk cId="2527104085" sldId="694"/>
        </pc:sldMkLst>
        <pc:spChg chg="mod">
          <ac:chgData name="John Hu" userId="213e45b8a479442b" providerId="LiveId" clId="{3E1464AB-7726-4E24-A457-FF6E37925442}" dt="2025-06-09T00:42:09.858" v="165" actId="6549"/>
          <ac:spMkLst>
            <pc:docMk/>
            <pc:sldMk cId="2527104085" sldId="694"/>
            <ac:spMk id="2" creationId="{5888EE31-F44C-4034-8407-4C756F65702C}"/>
          </ac:spMkLst>
        </pc:spChg>
        <pc:spChg chg="del">
          <ac:chgData name="John Hu" userId="213e45b8a479442b" providerId="LiveId" clId="{3E1464AB-7726-4E24-A457-FF6E37925442}" dt="2025-06-09T00:42:17.002" v="166" actId="478"/>
          <ac:spMkLst>
            <pc:docMk/>
            <pc:sldMk cId="2527104085" sldId="694"/>
            <ac:spMk id="3" creationId="{FC3DE994-F8E6-4715-916B-9859E1A19738}"/>
          </ac:spMkLst>
        </pc:spChg>
        <pc:spChg chg="add mod">
          <ac:chgData name="John Hu" userId="213e45b8a479442b" providerId="LiveId" clId="{3E1464AB-7726-4E24-A457-FF6E37925442}" dt="2025-06-09T05:36:06.075" v="1072" actId="1076"/>
          <ac:spMkLst>
            <pc:docMk/>
            <pc:sldMk cId="2527104085" sldId="694"/>
            <ac:spMk id="4" creationId="{0E782CC2-B738-47A7-BD29-AEC27ACCA07F}"/>
          </ac:spMkLst>
        </pc:spChg>
        <pc:spChg chg="del">
          <ac:chgData name="John Hu" userId="213e45b8a479442b" providerId="LiveId" clId="{3E1464AB-7726-4E24-A457-FF6E37925442}" dt="2025-06-09T00:42:17.002" v="166" actId="478"/>
          <ac:spMkLst>
            <pc:docMk/>
            <pc:sldMk cId="2527104085" sldId="694"/>
            <ac:spMk id="6" creationId="{C98F5938-E0D6-4E9A-A7C8-81E6E4718416}"/>
          </ac:spMkLst>
        </pc:spChg>
        <pc:spChg chg="add mod">
          <ac:chgData name="John Hu" userId="213e45b8a479442b" providerId="LiveId" clId="{3E1464AB-7726-4E24-A457-FF6E37925442}" dt="2025-06-09T05:35:56.710" v="1070" actId="20577"/>
          <ac:spMkLst>
            <pc:docMk/>
            <pc:sldMk cId="2527104085" sldId="694"/>
            <ac:spMk id="7" creationId="{B71B3D59-96B2-48D3-A79B-4FA3036BDBF8}"/>
          </ac:spMkLst>
        </pc:spChg>
        <pc:spChg chg="del">
          <ac:chgData name="John Hu" userId="213e45b8a479442b" providerId="LiveId" clId="{3E1464AB-7726-4E24-A457-FF6E37925442}" dt="2025-06-09T00:42:17.002" v="166" actId="478"/>
          <ac:spMkLst>
            <pc:docMk/>
            <pc:sldMk cId="2527104085" sldId="694"/>
            <ac:spMk id="8" creationId="{36177B38-43AB-4398-968B-448F8F0E5F49}"/>
          </ac:spMkLst>
        </pc:spChg>
        <pc:picChg chg="del">
          <ac:chgData name="John Hu" userId="213e45b8a479442b" providerId="LiveId" clId="{3E1464AB-7726-4E24-A457-FF6E37925442}" dt="2025-06-09T00:42:17.002" v="166" actId="478"/>
          <ac:picMkLst>
            <pc:docMk/>
            <pc:sldMk cId="2527104085" sldId="694"/>
            <ac:picMk id="5" creationId="{F37B8E1B-1A62-4566-A292-62F7A1AC0183}"/>
          </ac:picMkLst>
        </pc:picChg>
      </pc:sldChg>
      <pc:sldChg chg="addSp delSp modSp add del mod">
        <pc:chgData name="John Hu" userId="213e45b8a479442b" providerId="LiveId" clId="{3E1464AB-7726-4E24-A457-FF6E37925442}" dt="2025-06-09T03:08:15.821" v="592" actId="47"/>
        <pc:sldMkLst>
          <pc:docMk/>
          <pc:sldMk cId="290293870" sldId="695"/>
        </pc:sldMkLst>
        <pc:spChg chg="add del mod">
          <ac:chgData name="John Hu" userId="213e45b8a479442b" providerId="LiveId" clId="{3E1464AB-7726-4E24-A457-FF6E37925442}" dt="2025-06-09T03:03:23.919" v="414" actId="478"/>
          <ac:spMkLst>
            <pc:docMk/>
            <pc:sldMk cId="290293870" sldId="695"/>
            <ac:spMk id="3" creationId="{5CC3C61C-F364-4A6C-9F93-031B9A4C6398}"/>
          </ac:spMkLst>
        </pc:spChg>
        <pc:spChg chg="del">
          <ac:chgData name="John Hu" userId="213e45b8a479442b" providerId="LiveId" clId="{3E1464AB-7726-4E24-A457-FF6E37925442}" dt="2025-06-09T02:38:13.135" v="210" actId="478"/>
          <ac:spMkLst>
            <pc:docMk/>
            <pc:sldMk cId="290293870" sldId="695"/>
            <ac:spMk id="4" creationId="{0E782CC2-B738-47A7-BD29-AEC27ACCA07F}"/>
          </ac:spMkLst>
        </pc:spChg>
        <pc:spChg chg="add del mod">
          <ac:chgData name="John Hu" userId="213e45b8a479442b" providerId="LiveId" clId="{3E1464AB-7726-4E24-A457-FF6E37925442}" dt="2025-06-09T03:03:23.919" v="414" actId="478"/>
          <ac:spMkLst>
            <pc:docMk/>
            <pc:sldMk cId="290293870" sldId="695"/>
            <ac:spMk id="6" creationId="{14CBD8F1-6D57-417F-8AD4-2D0F0E76AD17}"/>
          </ac:spMkLst>
        </pc:spChg>
        <pc:spChg chg="mod">
          <ac:chgData name="John Hu" userId="213e45b8a479442b" providerId="LiveId" clId="{3E1464AB-7726-4E24-A457-FF6E37925442}" dt="2025-06-09T02:43:24.759" v="363" actId="14100"/>
          <ac:spMkLst>
            <pc:docMk/>
            <pc:sldMk cId="290293870" sldId="695"/>
            <ac:spMk id="7" creationId="{B71B3D59-96B2-48D3-A79B-4FA3036BDBF8}"/>
          </ac:spMkLst>
        </pc:spChg>
        <pc:spChg chg="add mod">
          <ac:chgData name="John Hu" userId="213e45b8a479442b" providerId="LiveId" clId="{3E1464AB-7726-4E24-A457-FF6E37925442}" dt="2025-06-09T03:05:40.070" v="559" actId="1076"/>
          <ac:spMkLst>
            <pc:docMk/>
            <pc:sldMk cId="290293870" sldId="695"/>
            <ac:spMk id="8" creationId="{12CD5C64-BF4C-4163-99C4-CD8A1C1DD84D}"/>
          </ac:spMkLst>
        </pc:spChg>
        <pc:spChg chg="add mod">
          <ac:chgData name="John Hu" userId="213e45b8a479442b" providerId="LiveId" clId="{3E1464AB-7726-4E24-A457-FF6E37925442}" dt="2025-06-09T03:06:14.378" v="591" actId="1076"/>
          <ac:spMkLst>
            <pc:docMk/>
            <pc:sldMk cId="290293870" sldId="695"/>
            <ac:spMk id="18" creationId="{239923BB-D713-4591-989F-B1074D21A695}"/>
          </ac:spMkLst>
        </pc:spChg>
        <pc:spChg chg="add del mod">
          <ac:chgData name="John Hu" userId="213e45b8a479442b" providerId="LiveId" clId="{3E1464AB-7726-4E24-A457-FF6E37925442}" dt="2025-06-09T03:03:23.919" v="414" actId="478"/>
          <ac:spMkLst>
            <pc:docMk/>
            <pc:sldMk cId="290293870" sldId="695"/>
            <ac:spMk id="19" creationId="{7D933CEE-541D-4206-9199-C5FF0A238D6D}"/>
          </ac:spMkLst>
        </pc:spChg>
        <pc:spChg chg="add mod">
          <ac:chgData name="John Hu" userId="213e45b8a479442b" providerId="LiveId" clId="{3E1464AB-7726-4E24-A457-FF6E37925442}" dt="2025-06-09T03:05:40.070" v="559" actId="1076"/>
          <ac:spMkLst>
            <pc:docMk/>
            <pc:sldMk cId="290293870" sldId="695"/>
            <ac:spMk id="22" creationId="{5B08226D-D67E-4D94-9895-2D038AD7EEAF}"/>
          </ac:spMkLst>
        </pc:spChg>
        <pc:spChg chg="add mod">
          <ac:chgData name="John Hu" userId="213e45b8a479442b" providerId="LiveId" clId="{3E1464AB-7726-4E24-A457-FF6E37925442}" dt="2025-06-09T03:06:07.474" v="589" actId="20577"/>
          <ac:spMkLst>
            <pc:docMk/>
            <pc:sldMk cId="290293870" sldId="695"/>
            <ac:spMk id="24" creationId="{F2A81291-F306-42DC-BE3C-0C21299F661E}"/>
          </ac:spMkLst>
        </pc:spChg>
        <pc:cxnChg chg="add mod">
          <ac:chgData name="John Hu" userId="213e45b8a479442b" providerId="LiveId" clId="{3E1464AB-7726-4E24-A457-FF6E37925442}" dt="2025-06-09T03:05:40.070" v="559" actId="1076"/>
          <ac:cxnSpMkLst>
            <pc:docMk/>
            <pc:sldMk cId="290293870" sldId="695"/>
            <ac:cxnSpMk id="9" creationId="{5EE9C290-B51D-42A3-BB9A-66E520B4E213}"/>
          </ac:cxnSpMkLst>
        </pc:cxnChg>
        <pc:cxnChg chg="add del mod">
          <ac:chgData name="John Hu" userId="213e45b8a479442b" providerId="LiveId" clId="{3E1464AB-7726-4E24-A457-FF6E37925442}" dt="2025-06-09T03:03:23.919" v="414" actId="478"/>
          <ac:cxnSpMkLst>
            <pc:docMk/>
            <pc:sldMk cId="290293870" sldId="695"/>
            <ac:cxnSpMk id="10" creationId="{30E940FF-8D07-4D93-923B-F667FBF3AF54}"/>
          </ac:cxnSpMkLst>
        </pc:cxnChg>
        <pc:cxnChg chg="add mod">
          <ac:chgData name="John Hu" userId="213e45b8a479442b" providerId="LiveId" clId="{3E1464AB-7726-4E24-A457-FF6E37925442}" dt="2025-06-09T03:05:40.070" v="559" actId="1076"/>
          <ac:cxnSpMkLst>
            <pc:docMk/>
            <pc:sldMk cId="290293870" sldId="695"/>
            <ac:cxnSpMk id="13" creationId="{12B4584D-3D8D-4BA4-A6EE-02710CEF7D2C}"/>
          </ac:cxnSpMkLst>
        </pc:cxnChg>
      </pc:sldChg>
      <pc:sldChg chg="modSp add mod">
        <pc:chgData name="John Hu" userId="213e45b8a479442b" providerId="LiveId" clId="{3E1464AB-7726-4E24-A457-FF6E37925442}" dt="2025-06-09T06:38:00.796" v="1673" actId="3626"/>
        <pc:sldMkLst>
          <pc:docMk/>
          <pc:sldMk cId="2709647430" sldId="695"/>
        </pc:sldMkLst>
        <pc:spChg chg="mod">
          <ac:chgData name="John Hu" userId="213e45b8a479442b" providerId="LiveId" clId="{3E1464AB-7726-4E24-A457-FF6E37925442}" dt="2025-06-09T03:19:13.751" v="688"/>
          <ac:spMkLst>
            <pc:docMk/>
            <pc:sldMk cId="2709647430" sldId="695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37:58.445" v="1672" actId="3626"/>
          <ac:spMkLst>
            <pc:docMk/>
            <pc:sldMk cId="2709647430" sldId="695"/>
            <ac:spMk id="3" creationId="{30F0AC51-4500-404D-B030-4FE49D08C651}"/>
          </ac:spMkLst>
        </pc:spChg>
        <pc:spChg chg="mod">
          <ac:chgData name="John Hu" userId="213e45b8a479442b" providerId="LiveId" clId="{3E1464AB-7726-4E24-A457-FF6E37925442}" dt="2025-06-09T06:38:00.796" v="1673" actId="3626"/>
          <ac:spMkLst>
            <pc:docMk/>
            <pc:sldMk cId="2709647430" sldId="695"/>
            <ac:spMk id="4" creationId="{AEA97F2E-78B9-643E-7F9E-EC7767F69572}"/>
          </ac:spMkLst>
        </pc:spChg>
        <pc:spChg chg="mod">
          <ac:chgData name="John Hu" userId="213e45b8a479442b" providerId="LiveId" clId="{3E1464AB-7726-4E24-A457-FF6E37925442}" dt="2025-06-09T06:37:56.125" v="1671" actId="3626"/>
          <ac:spMkLst>
            <pc:docMk/>
            <pc:sldMk cId="2709647430" sldId="695"/>
            <ac:spMk id="8" creationId="{36177B38-43AB-4398-968B-448F8F0E5F49}"/>
          </ac:spMkLst>
        </pc:spChg>
      </pc:sldChg>
      <pc:sldChg chg="delSp modSp add mod">
        <pc:chgData name="John Hu" userId="213e45b8a479442b" providerId="LiveId" clId="{3E1464AB-7726-4E24-A457-FF6E37925442}" dt="2025-06-09T06:38:13.496" v="1675" actId="3626"/>
        <pc:sldMkLst>
          <pc:docMk/>
          <pc:sldMk cId="2937843592" sldId="696"/>
        </pc:sldMkLst>
        <pc:spChg chg="mod">
          <ac:chgData name="John Hu" userId="213e45b8a479442b" providerId="LiveId" clId="{3E1464AB-7726-4E24-A457-FF6E37925442}" dt="2025-06-09T06:29:50.420" v="1339" actId="20577"/>
          <ac:spMkLst>
            <pc:docMk/>
            <pc:sldMk cId="2937843592" sldId="696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38:13.496" v="1675" actId="3626"/>
          <ac:spMkLst>
            <pc:docMk/>
            <pc:sldMk cId="2937843592" sldId="696"/>
            <ac:spMk id="3" creationId="{30F0AC51-4500-404D-B030-4FE49D08C651}"/>
          </ac:spMkLst>
        </pc:spChg>
        <pc:spChg chg="del">
          <ac:chgData name="John Hu" userId="213e45b8a479442b" providerId="LiveId" clId="{3E1464AB-7726-4E24-A457-FF6E37925442}" dt="2025-06-09T06:30:21.478" v="1401" actId="478"/>
          <ac:spMkLst>
            <pc:docMk/>
            <pc:sldMk cId="2937843592" sldId="696"/>
            <ac:spMk id="4" creationId="{AEA97F2E-78B9-643E-7F9E-EC7767F69572}"/>
          </ac:spMkLst>
        </pc:spChg>
        <pc:spChg chg="mod">
          <ac:chgData name="John Hu" userId="213e45b8a479442b" providerId="LiveId" clId="{3E1464AB-7726-4E24-A457-FF6E37925442}" dt="2025-06-09T06:38:11.083" v="1674" actId="3626"/>
          <ac:spMkLst>
            <pc:docMk/>
            <pc:sldMk cId="2937843592" sldId="696"/>
            <ac:spMk id="8" creationId="{36177B38-43AB-4398-968B-448F8F0E5F49}"/>
          </ac:spMkLst>
        </pc:spChg>
      </pc:sldChg>
      <pc:sldChg chg="addSp delSp modSp add mod">
        <pc:chgData name="John Hu" userId="213e45b8a479442b" providerId="LiveId" clId="{3E1464AB-7726-4E24-A457-FF6E37925442}" dt="2025-06-09T06:59:31.451" v="1959"/>
        <pc:sldMkLst>
          <pc:docMk/>
          <pc:sldMk cId="2456777096" sldId="697"/>
        </pc:sldMkLst>
        <pc:spChg chg="mod">
          <ac:chgData name="John Hu" userId="213e45b8a479442b" providerId="LiveId" clId="{3E1464AB-7726-4E24-A457-FF6E37925442}" dt="2025-06-09T06:59:31.451" v="1959"/>
          <ac:spMkLst>
            <pc:docMk/>
            <pc:sldMk cId="2456777096" sldId="697"/>
            <ac:spMk id="2" creationId="{5888EE31-F44C-4034-8407-4C756F65702C}"/>
          </ac:spMkLst>
        </pc:spChg>
        <pc:spChg chg="add mod">
          <ac:chgData name="John Hu" userId="213e45b8a479442b" providerId="LiveId" clId="{3E1464AB-7726-4E24-A457-FF6E37925442}" dt="2025-06-09T06:59:07.870" v="1954" actId="14100"/>
          <ac:spMkLst>
            <pc:docMk/>
            <pc:sldMk cId="2456777096" sldId="697"/>
            <ac:spMk id="3" creationId="{1201FAFC-7332-44EB-9FE2-AFA35ACF1A0C}"/>
          </ac:spMkLst>
        </pc:spChg>
        <pc:spChg chg="del">
          <ac:chgData name="John Hu" userId="213e45b8a479442b" providerId="LiveId" clId="{3E1464AB-7726-4E24-A457-FF6E37925442}" dt="2025-06-09T06:56:33.692" v="1856" actId="478"/>
          <ac:spMkLst>
            <pc:docMk/>
            <pc:sldMk cId="2456777096" sldId="697"/>
            <ac:spMk id="9" creationId="{4FA5521D-E240-4E77-AE2C-DFF6D7109AF9}"/>
          </ac:spMkLst>
        </pc:spChg>
        <pc:spChg chg="mod">
          <ac:chgData name="John Hu" userId="213e45b8a479442b" providerId="LiveId" clId="{3E1464AB-7726-4E24-A457-FF6E37925442}" dt="2025-06-09T06:57:52.760" v="1907" actId="20577"/>
          <ac:spMkLst>
            <pc:docMk/>
            <pc:sldMk cId="2456777096" sldId="697"/>
            <ac:spMk id="11" creationId="{A7E6C50A-360C-4DBF-87FA-D80440311530}"/>
          </ac:spMkLst>
        </pc:spChg>
        <pc:spChg chg="add mod">
          <ac:chgData name="John Hu" userId="213e45b8a479442b" providerId="LiveId" clId="{3E1464AB-7726-4E24-A457-FF6E37925442}" dt="2025-06-09T06:58:05.817" v="1911" actId="20577"/>
          <ac:spMkLst>
            <pc:docMk/>
            <pc:sldMk cId="2456777096" sldId="697"/>
            <ac:spMk id="12" creationId="{23766176-6835-4C44-A826-3622145A2272}"/>
          </ac:spMkLst>
        </pc:spChg>
        <pc:spChg chg="mod">
          <ac:chgData name="John Hu" userId="213e45b8a479442b" providerId="LiveId" clId="{3E1464AB-7726-4E24-A457-FF6E37925442}" dt="2025-06-09T06:32:33.975" v="1464" actId="20577"/>
          <ac:spMkLst>
            <pc:docMk/>
            <pc:sldMk cId="2456777096" sldId="697"/>
            <ac:spMk id="13" creationId="{112B5ECF-1E46-4E7A-8499-0526CFBE0D9B}"/>
          </ac:spMkLst>
        </pc:spChg>
        <pc:spChg chg="add mod">
          <ac:chgData name="John Hu" userId="213e45b8a479442b" providerId="LiveId" clId="{3E1464AB-7726-4E24-A457-FF6E37925442}" dt="2025-06-09T06:59:12.904" v="1955" actId="113"/>
          <ac:spMkLst>
            <pc:docMk/>
            <pc:sldMk cId="2456777096" sldId="697"/>
            <ac:spMk id="14" creationId="{B4B32F27-2D5F-48BF-B7A6-877CC9CD72D9}"/>
          </ac:spMkLst>
        </pc:spChg>
        <pc:spChg chg="mod">
          <ac:chgData name="John Hu" userId="213e45b8a479442b" providerId="LiveId" clId="{3E1464AB-7726-4E24-A457-FF6E37925442}" dt="2025-06-09T06:33:25.132" v="1662" actId="14100"/>
          <ac:spMkLst>
            <pc:docMk/>
            <pc:sldMk cId="2456777096" sldId="697"/>
            <ac:spMk id="16" creationId="{782B5878-338E-46C8-ACA0-5EDC7C892951}"/>
          </ac:spMkLst>
        </pc:spChg>
        <pc:picChg chg="del">
          <ac:chgData name="John Hu" userId="213e45b8a479442b" providerId="LiveId" clId="{3E1464AB-7726-4E24-A457-FF6E37925442}" dt="2025-06-09T06:56:55.307" v="1881" actId="478"/>
          <ac:picMkLst>
            <pc:docMk/>
            <pc:sldMk cId="2456777096" sldId="697"/>
            <ac:picMk id="4" creationId="{4C628DC2-59A2-4569-82F9-83D62C8A8B33}"/>
          </ac:picMkLst>
        </pc:picChg>
        <pc:picChg chg="del mod">
          <ac:chgData name="John Hu" userId="213e45b8a479442b" providerId="LiveId" clId="{3E1464AB-7726-4E24-A457-FF6E37925442}" dt="2025-06-09T06:56:56.635" v="1883" actId="478"/>
          <ac:picMkLst>
            <pc:docMk/>
            <pc:sldMk cId="2456777096" sldId="697"/>
            <ac:picMk id="7" creationId="{C91EF2FF-2992-493F-A254-34CF4ADDF298}"/>
          </ac:picMkLst>
        </pc:picChg>
      </pc:sldChg>
      <pc:sldChg chg="delSp modSp add mod">
        <pc:chgData name="John Hu" userId="213e45b8a479442b" providerId="LiveId" clId="{3E1464AB-7726-4E24-A457-FF6E37925442}" dt="2025-06-09T07:21:21.340" v="2500"/>
        <pc:sldMkLst>
          <pc:docMk/>
          <pc:sldMk cId="720782872" sldId="698"/>
        </pc:sldMkLst>
        <pc:spChg chg="mod">
          <ac:chgData name="John Hu" userId="213e45b8a479442b" providerId="LiveId" clId="{3E1464AB-7726-4E24-A457-FF6E37925442}" dt="2025-06-09T06:39:22.731" v="1736"/>
          <ac:spMkLst>
            <pc:docMk/>
            <pc:sldMk cId="720782872" sldId="698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6:39:44.589" v="1797" actId="20577"/>
          <ac:spMkLst>
            <pc:docMk/>
            <pc:sldMk cId="720782872" sldId="698"/>
            <ac:spMk id="8" creationId="{36177B38-43AB-4398-968B-448F8F0E5F49}"/>
          </ac:spMkLst>
        </pc:spChg>
        <pc:spChg chg="del">
          <ac:chgData name="John Hu" userId="213e45b8a479442b" providerId="LiveId" clId="{3E1464AB-7726-4E24-A457-FF6E37925442}" dt="2025-06-09T06:39:47.879" v="1798" actId="478"/>
          <ac:spMkLst>
            <pc:docMk/>
            <pc:sldMk cId="720782872" sldId="698"/>
            <ac:spMk id="9" creationId="{4FA5521D-E240-4E77-AE2C-DFF6D7109AF9}"/>
          </ac:spMkLst>
        </pc:spChg>
        <pc:spChg chg="del">
          <ac:chgData name="John Hu" userId="213e45b8a479442b" providerId="LiveId" clId="{3E1464AB-7726-4E24-A457-FF6E37925442}" dt="2025-06-09T06:39:47.879" v="1798" actId="478"/>
          <ac:spMkLst>
            <pc:docMk/>
            <pc:sldMk cId="720782872" sldId="698"/>
            <ac:spMk id="11" creationId="{A7E6C50A-360C-4DBF-87FA-D80440311530}"/>
          </ac:spMkLst>
        </pc:spChg>
        <pc:spChg chg="mod">
          <ac:chgData name="John Hu" userId="213e45b8a479442b" providerId="LiveId" clId="{3E1464AB-7726-4E24-A457-FF6E37925442}" dt="2025-06-09T07:21:21.340" v="2500"/>
          <ac:spMkLst>
            <pc:docMk/>
            <pc:sldMk cId="720782872" sldId="698"/>
            <ac:spMk id="13" creationId="{112B5ECF-1E46-4E7A-8499-0526CFBE0D9B}"/>
          </ac:spMkLst>
        </pc:spChg>
        <pc:spChg chg="del">
          <ac:chgData name="John Hu" userId="213e45b8a479442b" providerId="LiveId" clId="{3E1464AB-7726-4E24-A457-FF6E37925442}" dt="2025-06-09T06:39:47.879" v="1798" actId="478"/>
          <ac:spMkLst>
            <pc:docMk/>
            <pc:sldMk cId="720782872" sldId="698"/>
            <ac:spMk id="16" creationId="{782B5878-338E-46C8-ACA0-5EDC7C892951}"/>
          </ac:spMkLst>
        </pc:spChg>
        <pc:picChg chg="del">
          <ac:chgData name="John Hu" userId="213e45b8a479442b" providerId="LiveId" clId="{3E1464AB-7726-4E24-A457-FF6E37925442}" dt="2025-06-09T06:39:47.879" v="1798" actId="478"/>
          <ac:picMkLst>
            <pc:docMk/>
            <pc:sldMk cId="720782872" sldId="698"/>
            <ac:picMk id="4" creationId="{4C628DC2-59A2-4569-82F9-83D62C8A8B33}"/>
          </ac:picMkLst>
        </pc:picChg>
        <pc:picChg chg="del">
          <ac:chgData name="John Hu" userId="213e45b8a479442b" providerId="LiveId" clId="{3E1464AB-7726-4E24-A457-FF6E37925442}" dt="2025-06-09T06:39:47.879" v="1798" actId="478"/>
          <ac:picMkLst>
            <pc:docMk/>
            <pc:sldMk cId="720782872" sldId="698"/>
            <ac:picMk id="7" creationId="{C91EF2FF-2992-493F-A254-34CF4ADDF298}"/>
          </ac:picMkLst>
        </pc:picChg>
      </pc:sldChg>
      <pc:sldChg chg="delSp modSp add mod">
        <pc:chgData name="John Hu" userId="213e45b8a479442b" providerId="LiveId" clId="{3E1464AB-7726-4E24-A457-FF6E37925442}" dt="2025-06-09T07:06:59.136" v="2087" actId="20577"/>
        <pc:sldMkLst>
          <pc:docMk/>
          <pc:sldMk cId="1905127004" sldId="699"/>
        </pc:sldMkLst>
        <pc:spChg chg="mod">
          <ac:chgData name="John Hu" userId="213e45b8a479442b" providerId="LiveId" clId="{3E1464AB-7726-4E24-A457-FF6E37925442}" dt="2025-06-09T07:06:59.136" v="2087" actId="20577"/>
          <ac:spMkLst>
            <pc:docMk/>
            <pc:sldMk cId="1905127004" sldId="699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02:25.823" v="1973"/>
          <ac:spMkLst>
            <pc:docMk/>
            <pc:sldMk cId="1905127004" sldId="699"/>
            <ac:spMk id="8" creationId="{36177B38-43AB-4398-968B-448F8F0E5F49}"/>
          </ac:spMkLst>
        </pc:spChg>
        <pc:spChg chg="del">
          <ac:chgData name="John Hu" userId="213e45b8a479442b" providerId="LiveId" clId="{3E1464AB-7726-4E24-A457-FF6E37925442}" dt="2025-06-09T07:02:29.775" v="1974" actId="478"/>
          <ac:spMkLst>
            <pc:docMk/>
            <pc:sldMk cId="1905127004" sldId="699"/>
            <ac:spMk id="10" creationId="{4D9CDC4E-E5FC-4827-898E-896C4F0AE55E}"/>
          </ac:spMkLst>
        </pc:spChg>
        <pc:spChg chg="mod">
          <ac:chgData name="John Hu" userId="213e45b8a479442b" providerId="LiveId" clId="{3E1464AB-7726-4E24-A457-FF6E37925442}" dt="2025-06-09T07:03:10.840" v="1980" actId="1035"/>
          <ac:spMkLst>
            <pc:docMk/>
            <pc:sldMk cId="1905127004" sldId="699"/>
            <ac:spMk id="13" creationId="{112B5ECF-1E46-4E7A-8499-0526CFBE0D9B}"/>
          </ac:spMkLst>
        </pc:spChg>
      </pc:sldChg>
      <pc:sldChg chg="addSp delSp modSp add mod">
        <pc:chgData name="John Hu" userId="213e45b8a479442b" providerId="LiveId" clId="{3E1464AB-7726-4E24-A457-FF6E37925442}" dt="2025-06-09T07:07:51.154" v="2089"/>
        <pc:sldMkLst>
          <pc:docMk/>
          <pc:sldMk cId="3564596876" sldId="700"/>
        </pc:sldMkLst>
        <pc:spChg chg="mod">
          <ac:chgData name="John Hu" userId="213e45b8a479442b" providerId="LiveId" clId="{3E1464AB-7726-4E24-A457-FF6E37925442}" dt="2025-06-09T07:07:51.154" v="2089"/>
          <ac:spMkLst>
            <pc:docMk/>
            <pc:sldMk cId="3564596876" sldId="700"/>
            <ac:spMk id="2" creationId="{5888EE31-F44C-4034-8407-4C756F65702C}"/>
          </ac:spMkLst>
        </pc:spChg>
        <pc:spChg chg="del">
          <ac:chgData name="John Hu" userId="213e45b8a479442b" providerId="LiveId" clId="{3E1464AB-7726-4E24-A457-FF6E37925442}" dt="2025-06-09T07:03:39.546" v="1982" actId="478"/>
          <ac:spMkLst>
            <pc:docMk/>
            <pc:sldMk cId="3564596876" sldId="700"/>
            <ac:spMk id="3" creationId="{21810DB4-8989-43A9-92F9-0EEF91028C01}"/>
          </ac:spMkLst>
        </pc:spChg>
        <pc:spChg chg="del">
          <ac:chgData name="John Hu" userId="213e45b8a479442b" providerId="LiveId" clId="{3E1464AB-7726-4E24-A457-FF6E37925442}" dt="2025-06-09T07:03:39.546" v="1982" actId="478"/>
          <ac:spMkLst>
            <pc:docMk/>
            <pc:sldMk cId="3564596876" sldId="700"/>
            <ac:spMk id="4" creationId="{85DD2751-9134-417F-B39F-02422318D7FD}"/>
          </ac:spMkLst>
        </pc:spChg>
        <pc:spChg chg="del">
          <ac:chgData name="John Hu" userId="213e45b8a479442b" providerId="LiveId" clId="{3E1464AB-7726-4E24-A457-FF6E37925442}" dt="2025-06-09T07:03:39.546" v="1982" actId="478"/>
          <ac:spMkLst>
            <pc:docMk/>
            <pc:sldMk cId="3564596876" sldId="700"/>
            <ac:spMk id="6" creationId="{103E3DDB-AC6F-490C-B130-0A55632A32F8}"/>
          </ac:spMkLst>
        </pc:spChg>
        <pc:spChg chg="del">
          <ac:chgData name="John Hu" userId="213e45b8a479442b" providerId="LiveId" clId="{3E1464AB-7726-4E24-A457-FF6E37925442}" dt="2025-06-09T07:03:39.546" v="1982" actId="478"/>
          <ac:spMkLst>
            <pc:docMk/>
            <pc:sldMk cId="3564596876" sldId="700"/>
            <ac:spMk id="7" creationId="{FEE5782C-3C94-4123-974B-2CDE1F0DE0AD}"/>
          </ac:spMkLst>
        </pc:spChg>
        <pc:spChg chg="del">
          <ac:chgData name="John Hu" userId="213e45b8a479442b" providerId="LiveId" clId="{3E1464AB-7726-4E24-A457-FF6E37925442}" dt="2025-06-09T07:03:39.546" v="1982" actId="478"/>
          <ac:spMkLst>
            <pc:docMk/>
            <pc:sldMk cId="3564596876" sldId="700"/>
            <ac:spMk id="11" creationId="{6A38CEB5-132A-4A8E-BE44-BF612CFEFF79}"/>
          </ac:spMkLst>
        </pc:spChg>
        <pc:spChg chg="add mod">
          <ac:chgData name="John Hu" userId="213e45b8a479442b" providerId="LiveId" clId="{3E1464AB-7726-4E24-A457-FF6E37925442}" dt="2025-06-09T07:05:14.922" v="2051" actId="1076"/>
          <ac:spMkLst>
            <pc:docMk/>
            <pc:sldMk cId="3564596876" sldId="700"/>
            <ac:spMk id="12" creationId="{EBB1CB79-B506-404B-81F3-4DB98282E954}"/>
          </ac:spMkLst>
        </pc:spChg>
        <pc:spChg chg="add mod">
          <ac:chgData name="John Hu" userId="213e45b8a479442b" providerId="LiveId" clId="{3E1464AB-7726-4E24-A457-FF6E37925442}" dt="2025-06-09T07:05:14.922" v="2051" actId="1076"/>
          <ac:spMkLst>
            <pc:docMk/>
            <pc:sldMk cId="3564596876" sldId="700"/>
            <ac:spMk id="14" creationId="{87D1148A-0DBA-4E18-8E9C-30260127829A}"/>
          </ac:spMkLst>
        </pc:spChg>
        <pc:spChg chg="add mod">
          <ac:chgData name="John Hu" userId="213e45b8a479442b" providerId="LiveId" clId="{3E1464AB-7726-4E24-A457-FF6E37925442}" dt="2025-06-09T07:05:14.922" v="2051" actId="1076"/>
          <ac:spMkLst>
            <pc:docMk/>
            <pc:sldMk cId="3564596876" sldId="700"/>
            <ac:spMk id="15" creationId="{D38AD8AC-C267-4EF5-9590-266F7D43DD2F}"/>
          </ac:spMkLst>
        </pc:spChg>
        <pc:spChg chg="add del mod">
          <ac:chgData name="John Hu" userId="213e45b8a479442b" providerId="LiveId" clId="{3E1464AB-7726-4E24-A457-FF6E37925442}" dt="2025-06-09T07:04:49.491" v="2044"/>
          <ac:spMkLst>
            <pc:docMk/>
            <pc:sldMk cId="3564596876" sldId="700"/>
            <ac:spMk id="18" creationId="{722BCDA5-F5B1-4B36-B7A1-075E5DAFC66B}"/>
          </ac:spMkLst>
        </pc:spChg>
        <pc:spChg chg="add del mod">
          <ac:chgData name="John Hu" userId="213e45b8a479442b" providerId="LiveId" clId="{3E1464AB-7726-4E24-A457-FF6E37925442}" dt="2025-06-09T07:04:49.491" v="2044"/>
          <ac:spMkLst>
            <pc:docMk/>
            <pc:sldMk cId="3564596876" sldId="700"/>
            <ac:spMk id="19" creationId="{45FB07CF-5284-4B3B-A2E5-9A253182F736}"/>
          </ac:spMkLst>
        </pc:spChg>
        <pc:spChg chg="add del mod">
          <ac:chgData name="John Hu" userId="213e45b8a479442b" providerId="LiveId" clId="{3E1464AB-7726-4E24-A457-FF6E37925442}" dt="2025-06-09T07:04:49.491" v="2044"/>
          <ac:spMkLst>
            <pc:docMk/>
            <pc:sldMk cId="3564596876" sldId="700"/>
            <ac:spMk id="20" creationId="{2D535D70-6DB5-42B1-B4F7-FA0893930773}"/>
          </ac:spMkLst>
        </pc:spChg>
        <pc:spChg chg="add mod">
          <ac:chgData name="John Hu" userId="213e45b8a479442b" providerId="LiveId" clId="{3E1464AB-7726-4E24-A457-FF6E37925442}" dt="2025-06-09T07:05:14.922" v="2051" actId="1076"/>
          <ac:spMkLst>
            <pc:docMk/>
            <pc:sldMk cId="3564596876" sldId="700"/>
            <ac:spMk id="23" creationId="{BCF86E50-C2CF-470E-9519-17DF053A4A11}"/>
          </ac:spMkLst>
        </pc:spChg>
        <pc:picChg chg="del">
          <ac:chgData name="John Hu" userId="213e45b8a479442b" providerId="LiveId" clId="{3E1464AB-7726-4E24-A457-FF6E37925442}" dt="2025-06-09T07:03:39.546" v="1982" actId="478"/>
          <ac:picMkLst>
            <pc:docMk/>
            <pc:sldMk cId="3564596876" sldId="700"/>
            <ac:picMk id="9" creationId="{80ED4D57-E0C4-455A-92E3-96C9C39D39B7}"/>
          </ac:picMkLst>
        </pc:picChg>
        <pc:picChg chg="add mod">
          <ac:chgData name="John Hu" userId="213e45b8a479442b" providerId="LiveId" clId="{3E1464AB-7726-4E24-A457-FF6E37925442}" dt="2025-06-09T07:05:14.922" v="2051" actId="1076"/>
          <ac:picMkLst>
            <pc:docMk/>
            <pc:sldMk cId="3564596876" sldId="700"/>
            <ac:picMk id="16" creationId="{7B21CE15-2F3B-4605-B7AB-64B443FCE7DB}"/>
          </ac:picMkLst>
        </pc:picChg>
        <pc:picChg chg="add mod">
          <ac:chgData name="John Hu" userId="213e45b8a479442b" providerId="LiveId" clId="{3E1464AB-7726-4E24-A457-FF6E37925442}" dt="2025-06-09T07:05:14.922" v="2051" actId="1076"/>
          <ac:picMkLst>
            <pc:docMk/>
            <pc:sldMk cId="3564596876" sldId="700"/>
            <ac:picMk id="17" creationId="{31CD74A9-BA2A-44F5-B8E5-4BE8A0532F63}"/>
          </ac:picMkLst>
        </pc:picChg>
        <pc:picChg chg="add del mod">
          <ac:chgData name="John Hu" userId="213e45b8a479442b" providerId="LiveId" clId="{3E1464AB-7726-4E24-A457-FF6E37925442}" dt="2025-06-09T07:04:49.491" v="2044"/>
          <ac:picMkLst>
            <pc:docMk/>
            <pc:sldMk cId="3564596876" sldId="700"/>
            <ac:picMk id="21" creationId="{4ED9D6F6-AB67-4484-8B79-AFEBAB1ABC3B}"/>
          </ac:picMkLst>
        </pc:picChg>
        <pc:picChg chg="add del mod">
          <ac:chgData name="John Hu" userId="213e45b8a479442b" providerId="LiveId" clId="{3E1464AB-7726-4E24-A457-FF6E37925442}" dt="2025-06-09T07:04:49.491" v="2044"/>
          <ac:picMkLst>
            <pc:docMk/>
            <pc:sldMk cId="3564596876" sldId="700"/>
            <ac:picMk id="22" creationId="{C7AE33CE-4451-497F-B266-A663FBF52800}"/>
          </ac:picMkLst>
        </pc:picChg>
      </pc:sldChg>
      <pc:sldChg chg="addSp delSp modSp add mod">
        <pc:chgData name="John Hu" userId="213e45b8a479442b" providerId="LiveId" clId="{3E1464AB-7726-4E24-A457-FF6E37925442}" dt="2025-06-09T07:07:53.641" v="2090"/>
        <pc:sldMkLst>
          <pc:docMk/>
          <pc:sldMk cId="213688358" sldId="701"/>
        </pc:sldMkLst>
        <pc:spChg chg="mod">
          <ac:chgData name="John Hu" userId="213e45b8a479442b" providerId="LiveId" clId="{3E1464AB-7726-4E24-A457-FF6E37925442}" dt="2025-06-09T07:07:53.641" v="2090"/>
          <ac:spMkLst>
            <pc:docMk/>
            <pc:sldMk cId="213688358" sldId="701"/>
            <ac:spMk id="2" creationId="{5888EE31-F44C-4034-8407-4C756F65702C}"/>
          </ac:spMkLst>
        </pc:spChg>
        <pc:spChg chg="add mod">
          <ac:chgData name="John Hu" userId="213e45b8a479442b" providerId="LiveId" clId="{3E1464AB-7726-4E24-A457-FF6E37925442}" dt="2025-06-09T07:05:39.758" v="2062" actId="1035"/>
          <ac:spMkLst>
            <pc:docMk/>
            <pc:sldMk cId="213688358" sldId="701"/>
            <ac:spMk id="11" creationId="{D9810781-8792-4ADE-9AE3-DCD9C9DD23BE}"/>
          </ac:spMkLst>
        </pc:spChg>
        <pc:spChg chg="del">
          <ac:chgData name="John Hu" userId="213e45b8a479442b" providerId="LiveId" clId="{3E1464AB-7726-4E24-A457-FF6E37925442}" dt="2025-06-09T07:05:36.614" v="2053" actId="478"/>
          <ac:spMkLst>
            <pc:docMk/>
            <pc:sldMk cId="213688358" sldId="701"/>
            <ac:spMk id="12" creationId="{EBB1CB79-B506-404B-81F3-4DB98282E954}"/>
          </ac:spMkLst>
        </pc:spChg>
        <pc:spChg chg="del">
          <ac:chgData name="John Hu" userId="213e45b8a479442b" providerId="LiveId" clId="{3E1464AB-7726-4E24-A457-FF6E37925442}" dt="2025-06-09T07:05:36.614" v="2053" actId="478"/>
          <ac:spMkLst>
            <pc:docMk/>
            <pc:sldMk cId="213688358" sldId="701"/>
            <ac:spMk id="13" creationId="{112B5ECF-1E46-4E7A-8499-0526CFBE0D9B}"/>
          </ac:spMkLst>
        </pc:spChg>
        <pc:spChg chg="del">
          <ac:chgData name="John Hu" userId="213e45b8a479442b" providerId="LiveId" clId="{3E1464AB-7726-4E24-A457-FF6E37925442}" dt="2025-06-09T07:05:36.614" v="2053" actId="478"/>
          <ac:spMkLst>
            <pc:docMk/>
            <pc:sldMk cId="213688358" sldId="701"/>
            <ac:spMk id="14" creationId="{87D1148A-0DBA-4E18-8E9C-30260127829A}"/>
          </ac:spMkLst>
        </pc:spChg>
        <pc:spChg chg="del">
          <ac:chgData name="John Hu" userId="213e45b8a479442b" providerId="LiveId" clId="{3E1464AB-7726-4E24-A457-FF6E37925442}" dt="2025-06-09T07:05:36.614" v="2053" actId="478"/>
          <ac:spMkLst>
            <pc:docMk/>
            <pc:sldMk cId="213688358" sldId="701"/>
            <ac:spMk id="15" creationId="{D38AD8AC-C267-4EF5-9590-266F7D43DD2F}"/>
          </ac:spMkLst>
        </pc:spChg>
        <pc:spChg chg="add mod">
          <ac:chgData name="John Hu" userId="213e45b8a479442b" providerId="LiveId" clId="{3E1464AB-7726-4E24-A457-FF6E37925442}" dt="2025-06-09T07:05:39.758" v="2062" actId="1035"/>
          <ac:spMkLst>
            <pc:docMk/>
            <pc:sldMk cId="213688358" sldId="701"/>
            <ac:spMk id="18" creationId="{6B9A1115-3DB0-464E-9145-238E20772F9F}"/>
          </ac:spMkLst>
        </pc:spChg>
        <pc:spChg chg="add mod">
          <ac:chgData name="John Hu" userId="213e45b8a479442b" providerId="LiveId" clId="{3E1464AB-7726-4E24-A457-FF6E37925442}" dt="2025-06-09T07:05:39.758" v="2062" actId="1035"/>
          <ac:spMkLst>
            <pc:docMk/>
            <pc:sldMk cId="213688358" sldId="701"/>
            <ac:spMk id="19" creationId="{4A110553-AC8F-4708-8784-EB69899197CC}"/>
          </ac:spMkLst>
        </pc:spChg>
        <pc:spChg chg="add mod">
          <ac:chgData name="John Hu" userId="213e45b8a479442b" providerId="LiveId" clId="{3E1464AB-7726-4E24-A457-FF6E37925442}" dt="2025-06-09T07:05:39.758" v="2062" actId="1035"/>
          <ac:spMkLst>
            <pc:docMk/>
            <pc:sldMk cId="213688358" sldId="701"/>
            <ac:spMk id="21" creationId="{F85B21E5-D15B-43E4-AE6C-78913485DA08}"/>
          </ac:spMkLst>
        </pc:spChg>
        <pc:spChg chg="del">
          <ac:chgData name="John Hu" userId="213e45b8a479442b" providerId="LiveId" clId="{3E1464AB-7726-4E24-A457-FF6E37925442}" dt="2025-06-09T07:05:36.614" v="2053" actId="478"/>
          <ac:spMkLst>
            <pc:docMk/>
            <pc:sldMk cId="213688358" sldId="701"/>
            <ac:spMk id="23" creationId="{BCF86E50-C2CF-470E-9519-17DF053A4A11}"/>
          </ac:spMkLst>
        </pc:spChg>
        <pc:picChg chg="del">
          <ac:chgData name="John Hu" userId="213e45b8a479442b" providerId="LiveId" clId="{3E1464AB-7726-4E24-A457-FF6E37925442}" dt="2025-06-09T07:05:36.614" v="2053" actId="478"/>
          <ac:picMkLst>
            <pc:docMk/>
            <pc:sldMk cId="213688358" sldId="701"/>
            <ac:picMk id="16" creationId="{7B21CE15-2F3B-4605-B7AB-64B443FCE7DB}"/>
          </ac:picMkLst>
        </pc:picChg>
        <pc:picChg chg="del">
          <ac:chgData name="John Hu" userId="213e45b8a479442b" providerId="LiveId" clId="{3E1464AB-7726-4E24-A457-FF6E37925442}" dt="2025-06-09T07:05:36.614" v="2053" actId="478"/>
          <ac:picMkLst>
            <pc:docMk/>
            <pc:sldMk cId="213688358" sldId="701"/>
            <ac:picMk id="17" creationId="{31CD74A9-BA2A-44F5-B8E5-4BE8A0532F63}"/>
          </ac:picMkLst>
        </pc:picChg>
        <pc:picChg chg="add mod">
          <ac:chgData name="John Hu" userId="213e45b8a479442b" providerId="LiveId" clId="{3E1464AB-7726-4E24-A457-FF6E37925442}" dt="2025-06-09T07:05:39.758" v="2062" actId="1035"/>
          <ac:picMkLst>
            <pc:docMk/>
            <pc:sldMk cId="213688358" sldId="701"/>
            <ac:picMk id="20" creationId="{4BCF55AD-166A-4B6B-9773-96474201E5CA}"/>
          </ac:picMkLst>
        </pc:picChg>
      </pc:sldChg>
      <pc:sldChg chg="addSp delSp modSp add mod">
        <pc:chgData name="John Hu" userId="213e45b8a479442b" providerId="LiveId" clId="{3E1464AB-7726-4E24-A457-FF6E37925442}" dt="2025-06-09T07:07:56.400" v="2091"/>
        <pc:sldMkLst>
          <pc:docMk/>
          <pc:sldMk cId="3888981226" sldId="702"/>
        </pc:sldMkLst>
        <pc:spChg chg="mod">
          <ac:chgData name="John Hu" userId="213e45b8a479442b" providerId="LiveId" clId="{3E1464AB-7726-4E24-A457-FF6E37925442}" dt="2025-06-09T07:07:56.400" v="2091"/>
          <ac:spMkLst>
            <pc:docMk/>
            <pc:sldMk cId="3888981226" sldId="702"/>
            <ac:spMk id="2" creationId="{5888EE31-F44C-4034-8407-4C756F65702C}"/>
          </ac:spMkLst>
        </pc:spChg>
        <pc:spChg chg="add mod">
          <ac:chgData name="John Hu" userId="213e45b8a479442b" providerId="LiveId" clId="{3E1464AB-7726-4E24-A457-FF6E37925442}" dt="2025-06-09T07:06:07.352" v="2069" actId="1038"/>
          <ac:spMkLst>
            <pc:docMk/>
            <pc:sldMk cId="3888981226" sldId="702"/>
            <ac:spMk id="9" creationId="{5A40617E-B46B-4E2A-8F56-86D65B3DFBB8}"/>
          </ac:spMkLst>
        </pc:spChg>
        <pc:spChg chg="add mod">
          <ac:chgData name="John Hu" userId="213e45b8a479442b" providerId="LiveId" clId="{3E1464AB-7726-4E24-A457-FF6E37925442}" dt="2025-06-09T07:06:03.295" v="2068" actId="1076"/>
          <ac:spMkLst>
            <pc:docMk/>
            <pc:sldMk cId="3888981226" sldId="702"/>
            <ac:spMk id="10" creationId="{DFFFABD6-1BBF-4F68-A94D-1145EF5DFE67}"/>
          </ac:spMkLst>
        </pc:spChg>
        <pc:spChg chg="del">
          <ac:chgData name="John Hu" userId="213e45b8a479442b" providerId="LiveId" clId="{3E1464AB-7726-4E24-A457-FF6E37925442}" dt="2025-06-09T07:05:58.297" v="2067" actId="478"/>
          <ac:spMkLst>
            <pc:docMk/>
            <pc:sldMk cId="3888981226" sldId="702"/>
            <ac:spMk id="11" creationId="{D9810781-8792-4ADE-9AE3-DCD9C9DD23BE}"/>
          </ac:spMkLst>
        </pc:spChg>
        <pc:spChg chg="add mod">
          <ac:chgData name="John Hu" userId="213e45b8a479442b" providerId="LiveId" clId="{3E1464AB-7726-4E24-A457-FF6E37925442}" dt="2025-06-09T07:06:03.295" v="2068" actId="1076"/>
          <ac:spMkLst>
            <pc:docMk/>
            <pc:sldMk cId="3888981226" sldId="702"/>
            <ac:spMk id="12" creationId="{ECFD8497-2507-4C0D-ADE4-A87A95A5209E}"/>
          </ac:spMkLst>
        </pc:spChg>
        <pc:spChg chg="add mod">
          <ac:chgData name="John Hu" userId="213e45b8a479442b" providerId="LiveId" clId="{3E1464AB-7726-4E24-A457-FF6E37925442}" dt="2025-06-09T07:06:03.295" v="2068" actId="1076"/>
          <ac:spMkLst>
            <pc:docMk/>
            <pc:sldMk cId="3888981226" sldId="702"/>
            <ac:spMk id="13" creationId="{A3CE606D-A7B3-4F72-82BF-CCDBC7132382}"/>
          </ac:spMkLst>
        </pc:spChg>
        <pc:spChg chg="add mod">
          <ac:chgData name="John Hu" userId="213e45b8a479442b" providerId="LiveId" clId="{3E1464AB-7726-4E24-A457-FF6E37925442}" dt="2025-06-09T07:06:03.295" v="2068" actId="1076"/>
          <ac:spMkLst>
            <pc:docMk/>
            <pc:sldMk cId="3888981226" sldId="702"/>
            <ac:spMk id="14" creationId="{B1D580C7-00DB-4C26-9E1F-568B0A00387F}"/>
          </ac:spMkLst>
        </pc:spChg>
        <pc:spChg chg="add mod">
          <ac:chgData name="John Hu" userId="213e45b8a479442b" providerId="LiveId" clId="{3E1464AB-7726-4E24-A457-FF6E37925442}" dt="2025-06-09T07:06:03.295" v="2068" actId="1076"/>
          <ac:spMkLst>
            <pc:docMk/>
            <pc:sldMk cId="3888981226" sldId="702"/>
            <ac:spMk id="15" creationId="{43D8378D-E064-4283-A639-A3D1E8595E2F}"/>
          </ac:spMkLst>
        </pc:spChg>
        <pc:spChg chg="add mod">
          <ac:chgData name="John Hu" userId="213e45b8a479442b" providerId="LiveId" clId="{3E1464AB-7726-4E24-A457-FF6E37925442}" dt="2025-06-09T07:06:03.295" v="2068" actId="1076"/>
          <ac:spMkLst>
            <pc:docMk/>
            <pc:sldMk cId="3888981226" sldId="702"/>
            <ac:spMk id="16" creationId="{F16B7413-7606-41A5-9283-B96903C43156}"/>
          </ac:spMkLst>
        </pc:spChg>
        <pc:spChg chg="del">
          <ac:chgData name="John Hu" userId="213e45b8a479442b" providerId="LiveId" clId="{3E1464AB-7726-4E24-A457-FF6E37925442}" dt="2025-06-09T07:05:55.338" v="2065" actId="478"/>
          <ac:spMkLst>
            <pc:docMk/>
            <pc:sldMk cId="3888981226" sldId="702"/>
            <ac:spMk id="18" creationId="{6B9A1115-3DB0-464E-9145-238E20772F9F}"/>
          </ac:spMkLst>
        </pc:spChg>
        <pc:spChg chg="del">
          <ac:chgData name="John Hu" userId="213e45b8a479442b" providerId="LiveId" clId="{3E1464AB-7726-4E24-A457-FF6E37925442}" dt="2025-06-09T07:05:55.338" v="2065" actId="478"/>
          <ac:spMkLst>
            <pc:docMk/>
            <pc:sldMk cId="3888981226" sldId="702"/>
            <ac:spMk id="19" creationId="{4A110553-AC8F-4708-8784-EB69899197CC}"/>
          </ac:spMkLst>
        </pc:spChg>
        <pc:spChg chg="del">
          <ac:chgData name="John Hu" userId="213e45b8a479442b" providerId="LiveId" clId="{3E1464AB-7726-4E24-A457-FF6E37925442}" dt="2025-06-09T07:05:55.338" v="2065" actId="478"/>
          <ac:spMkLst>
            <pc:docMk/>
            <pc:sldMk cId="3888981226" sldId="702"/>
            <ac:spMk id="21" creationId="{F85B21E5-D15B-43E4-AE6C-78913485DA08}"/>
          </ac:spMkLst>
        </pc:spChg>
        <pc:picChg chg="del">
          <ac:chgData name="John Hu" userId="213e45b8a479442b" providerId="LiveId" clId="{3E1464AB-7726-4E24-A457-FF6E37925442}" dt="2025-06-09T07:05:55.338" v="2065" actId="478"/>
          <ac:picMkLst>
            <pc:docMk/>
            <pc:sldMk cId="3888981226" sldId="702"/>
            <ac:picMk id="20" creationId="{4BCF55AD-166A-4B6B-9773-96474201E5CA}"/>
          </ac:picMkLst>
        </pc:picChg>
      </pc:sldChg>
      <pc:sldChg chg="addSp delSp modSp add mod">
        <pc:chgData name="John Hu" userId="213e45b8a479442b" providerId="LiveId" clId="{3E1464AB-7726-4E24-A457-FF6E37925442}" dt="2025-06-09T07:07:59.078" v="2092"/>
        <pc:sldMkLst>
          <pc:docMk/>
          <pc:sldMk cId="2854809386" sldId="703"/>
        </pc:sldMkLst>
        <pc:spChg chg="mod">
          <ac:chgData name="John Hu" userId="213e45b8a479442b" providerId="LiveId" clId="{3E1464AB-7726-4E24-A457-FF6E37925442}" dt="2025-06-09T07:07:59.078" v="2092"/>
          <ac:spMkLst>
            <pc:docMk/>
            <pc:sldMk cId="2854809386" sldId="703"/>
            <ac:spMk id="2" creationId="{5888EE31-F44C-4034-8407-4C756F65702C}"/>
          </ac:spMkLst>
        </pc:spChg>
        <pc:spChg chg="del">
          <ac:chgData name="John Hu" userId="213e45b8a479442b" providerId="LiveId" clId="{3E1464AB-7726-4E24-A457-FF6E37925442}" dt="2025-06-09T07:06:26.079" v="2073" actId="478"/>
          <ac:spMkLst>
            <pc:docMk/>
            <pc:sldMk cId="2854809386" sldId="703"/>
            <ac:spMk id="9" creationId="{5A40617E-B46B-4E2A-8F56-86D65B3DFBB8}"/>
          </ac:spMkLst>
        </pc:spChg>
        <pc:spChg chg="del">
          <ac:chgData name="John Hu" userId="213e45b8a479442b" providerId="LiveId" clId="{3E1464AB-7726-4E24-A457-FF6E37925442}" dt="2025-06-09T07:06:23.931" v="2072" actId="478"/>
          <ac:spMkLst>
            <pc:docMk/>
            <pc:sldMk cId="2854809386" sldId="703"/>
            <ac:spMk id="10" creationId="{DFFFABD6-1BBF-4F68-A94D-1145EF5DFE67}"/>
          </ac:spMkLst>
        </pc:spChg>
        <pc:spChg chg="add mod">
          <ac:chgData name="John Hu" userId="213e45b8a479442b" providerId="LiveId" clId="{3E1464AB-7726-4E24-A457-FF6E37925442}" dt="2025-06-09T07:06:30.406" v="2075" actId="1076"/>
          <ac:spMkLst>
            <pc:docMk/>
            <pc:sldMk cId="2854809386" sldId="703"/>
            <ac:spMk id="11" creationId="{D65D9951-5E85-45AC-B125-E3FF9133230C}"/>
          </ac:spMkLst>
        </pc:spChg>
        <pc:spChg chg="del">
          <ac:chgData name="John Hu" userId="213e45b8a479442b" providerId="LiveId" clId="{3E1464AB-7726-4E24-A457-FF6E37925442}" dt="2025-06-09T07:06:23.931" v="2072" actId="478"/>
          <ac:spMkLst>
            <pc:docMk/>
            <pc:sldMk cId="2854809386" sldId="703"/>
            <ac:spMk id="12" creationId="{ECFD8497-2507-4C0D-ADE4-A87A95A5209E}"/>
          </ac:spMkLst>
        </pc:spChg>
        <pc:spChg chg="del">
          <ac:chgData name="John Hu" userId="213e45b8a479442b" providerId="LiveId" clId="{3E1464AB-7726-4E24-A457-FF6E37925442}" dt="2025-06-09T07:06:23.931" v="2072" actId="478"/>
          <ac:spMkLst>
            <pc:docMk/>
            <pc:sldMk cId="2854809386" sldId="703"/>
            <ac:spMk id="13" creationId="{A3CE606D-A7B3-4F72-82BF-CCDBC7132382}"/>
          </ac:spMkLst>
        </pc:spChg>
        <pc:spChg chg="del">
          <ac:chgData name="John Hu" userId="213e45b8a479442b" providerId="LiveId" clId="{3E1464AB-7726-4E24-A457-FF6E37925442}" dt="2025-06-09T07:06:23.931" v="2072" actId="478"/>
          <ac:spMkLst>
            <pc:docMk/>
            <pc:sldMk cId="2854809386" sldId="703"/>
            <ac:spMk id="14" creationId="{B1D580C7-00DB-4C26-9E1F-568B0A00387F}"/>
          </ac:spMkLst>
        </pc:spChg>
        <pc:spChg chg="del">
          <ac:chgData name="John Hu" userId="213e45b8a479442b" providerId="LiveId" clId="{3E1464AB-7726-4E24-A457-FF6E37925442}" dt="2025-06-09T07:06:23.931" v="2072" actId="478"/>
          <ac:spMkLst>
            <pc:docMk/>
            <pc:sldMk cId="2854809386" sldId="703"/>
            <ac:spMk id="15" creationId="{43D8378D-E064-4283-A639-A3D1E8595E2F}"/>
          </ac:spMkLst>
        </pc:spChg>
        <pc:spChg chg="del">
          <ac:chgData name="John Hu" userId="213e45b8a479442b" providerId="LiveId" clId="{3E1464AB-7726-4E24-A457-FF6E37925442}" dt="2025-06-09T07:06:23.931" v="2072" actId="478"/>
          <ac:spMkLst>
            <pc:docMk/>
            <pc:sldMk cId="2854809386" sldId="703"/>
            <ac:spMk id="16" creationId="{F16B7413-7606-41A5-9283-B96903C43156}"/>
          </ac:spMkLst>
        </pc:spChg>
        <pc:spChg chg="add mod">
          <ac:chgData name="John Hu" userId="213e45b8a479442b" providerId="LiveId" clId="{3E1464AB-7726-4E24-A457-FF6E37925442}" dt="2025-06-09T07:06:30.406" v="2075" actId="1076"/>
          <ac:spMkLst>
            <pc:docMk/>
            <pc:sldMk cId="2854809386" sldId="703"/>
            <ac:spMk id="17" creationId="{26A807BA-8D0F-460C-BE3F-C5BD60091759}"/>
          </ac:spMkLst>
        </pc:spChg>
        <pc:spChg chg="add mod">
          <ac:chgData name="John Hu" userId="213e45b8a479442b" providerId="LiveId" clId="{3E1464AB-7726-4E24-A457-FF6E37925442}" dt="2025-06-09T07:06:30.406" v="2075" actId="1076"/>
          <ac:spMkLst>
            <pc:docMk/>
            <pc:sldMk cId="2854809386" sldId="703"/>
            <ac:spMk id="18" creationId="{24423614-694E-4BE8-97ED-6D48778CFF00}"/>
          </ac:spMkLst>
        </pc:spChg>
        <pc:spChg chg="add mod">
          <ac:chgData name="John Hu" userId="213e45b8a479442b" providerId="LiveId" clId="{3E1464AB-7726-4E24-A457-FF6E37925442}" dt="2025-06-09T07:06:30.406" v="2075" actId="1076"/>
          <ac:spMkLst>
            <pc:docMk/>
            <pc:sldMk cId="2854809386" sldId="703"/>
            <ac:spMk id="19" creationId="{6C89A5D5-6EA5-40E3-88F9-61D4E86E260F}"/>
          </ac:spMkLst>
        </pc:spChg>
        <pc:spChg chg="add mod">
          <ac:chgData name="John Hu" userId="213e45b8a479442b" providerId="LiveId" clId="{3E1464AB-7726-4E24-A457-FF6E37925442}" dt="2025-06-09T07:06:30.406" v="2075" actId="1076"/>
          <ac:spMkLst>
            <pc:docMk/>
            <pc:sldMk cId="2854809386" sldId="703"/>
            <ac:spMk id="20" creationId="{0AB864D3-5A14-4E27-AC7F-F19E42B3672E}"/>
          </ac:spMkLst>
        </pc:spChg>
        <pc:spChg chg="add mod">
          <ac:chgData name="John Hu" userId="213e45b8a479442b" providerId="LiveId" clId="{3E1464AB-7726-4E24-A457-FF6E37925442}" dt="2025-06-09T07:06:30.406" v="2075" actId="1076"/>
          <ac:spMkLst>
            <pc:docMk/>
            <pc:sldMk cId="2854809386" sldId="703"/>
            <ac:spMk id="21" creationId="{00B97912-0F2C-4B6E-AA05-5CD891507E8F}"/>
          </ac:spMkLst>
        </pc:spChg>
        <pc:picChg chg="add mod">
          <ac:chgData name="John Hu" userId="213e45b8a479442b" providerId="LiveId" clId="{3E1464AB-7726-4E24-A457-FF6E37925442}" dt="2025-06-09T07:06:30.406" v="2075" actId="1076"/>
          <ac:picMkLst>
            <pc:docMk/>
            <pc:sldMk cId="2854809386" sldId="703"/>
            <ac:picMk id="22" creationId="{A8D0B56B-98DF-44CF-A5E5-A48C4652DC4B}"/>
          </ac:picMkLst>
        </pc:picChg>
        <pc:picChg chg="add mod">
          <ac:chgData name="John Hu" userId="213e45b8a479442b" providerId="LiveId" clId="{3E1464AB-7726-4E24-A457-FF6E37925442}" dt="2025-06-09T07:06:30.406" v="2075" actId="1076"/>
          <ac:picMkLst>
            <pc:docMk/>
            <pc:sldMk cId="2854809386" sldId="703"/>
            <ac:picMk id="23" creationId="{BD48E4AE-D69F-48C2-BBB0-EB9AD2E498ED}"/>
          </ac:picMkLst>
        </pc:picChg>
      </pc:sldChg>
      <pc:sldChg chg="delSp modSp add mod">
        <pc:chgData name="John Hu" userId="213e45b8a479442b" providerId="LiveId" clId="{3E1464AB-7726-4E24-A457-FF6E37925442}" dt="2025-06-09T07:10:50.914" v="2201" actId="14100"/>
        <pc:sldMkLst>
          <pc:docMk/>
          <pc:sldMk cId="1074700003" sldId="704"/>
        </pc:sldMkLst>
        <pc:spChg chg="mod">
          <ac:chgData name="John Hu" userId="213e45b8a479442b" providerId="LiveId" clId="{3E1464AB-7726-4E24-A457-FF6E37925442}" dt="2025-06-09T07:10:50.914" v="2201" actId="14100"/>
          <ac:spMkLst>
            <pc:docMk/>
            <pc:sldMk cId="1074700003" sldId="704"/>
            <ac:spMk id="6" creationId="{49A246C1-72F4-40B9-B531-E75A856A7862}"/>
          </ac:spMkLst>
        </pc:spChg>
        <pc:spChg chg="mod">
          <ac:chgData name="John Hu" userId="213e45b8a479442b" providerId="LiveId" clId="{3E1464AB-7726-4E24-A457-FF6E37925442}" dt="2025-06-09T07:09:49.165" v="2191" actId="6549"/>
          <ac:spMkLst>
            <pc:docMk/>
            <pc:sldMk cId="1074700003" sldId="704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9T07:10:42.752" v="2199" actId="6549"/>
          <ac:spMkLst>
            <pc:docMk/>
            <pc:sldMk cId="1074700003" sldId="704"/>
            <ac:spMk id="10" creationId="{4D9CDC4E-E5FC-4827-898E-896C4F0AE55E}"/>
          </ac:spMkLst>
        </pc:spChg>
        <pc:spChg chg="del">
          <ac:chgData name="John Hu" userId="213e45b8a479442b" providerId="LiveId" clId="{3E1464AB-7726-4E24-A457-FF6E37925442}" dt="2025-06-09T07:09:56.919" v="2192" actId="478"/>
          <ac:spMkLst>
            <pc:docMk/>
            <pc:sldMk cId="1074700003" sldId="704"/>
            <ac:spMk id="14" creationId="{903A2541-40BB-450E-AA8F-9B7AC665F90F}"/>
          </ac:spMkLst>
        </pc:spChg>
        <pc:spChg chg="del">
          <ac:chgData name="John Hu" userId="213e45b8a479442b" providerId="LiveId" clId="{3E1464AB-7726-4E24-A457-FF6E37925442}" dt="2025-06-09T07:09:56.919" v="2192" actId="478"/>
          <ac:spMkLst>
            <pc:docMk/>
            <pc:sldMk cId="1074700003" sldId="704"/>
            <ac:spMk id="15" creationId="{70D0A562-7054-4286-A7B8-82290EC46E03}"/>
          </ac:spMkLst>
        </pc:spChg>
      </pc:sldChg>
      <pc:sldChg chg="modSp add mod">
        <pc:chgData name="John Hu" userId="213e45b8a479442b" providerId="LiveId" clId="{3E1464AB-7726-4E24-A457-FF6E37925442}" dt="2025-06-09T07:14:03.919" v="2245" actId="20577"/>
        <pc:sldMkLst>
          <pc:docMk/>
          <pc:sldMk cId="2526454191" sldId="705"/>
        </pc:sldMkLst>
        <pc:spChg chg="mod">
          <ac:chgData name="John Hu" userId="213e45b8a479442b" providerId="LiveId" clId="{3E1464AB-7726-4E24-A457-FF6E37925442}" dt="2025-06-09T07:13:45.391" v="2235" actId="20577"/>
          <ac:spMkLst>
            <pc:docMk/>
            <pc:sldMk cId="2526454191" sldId="705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9T07:14:03.919" v="2245" actId="20577"/>
          <ac:spMkLst>
            <pc:docMk/>
            <pc:sldMk cId="2526454191" sldId="705"/>
            <ac:spMk id="8" creationId="{36177B38-43AB-4398-968B-448F8F0E5F49}"/>
          </ac:spMkLst>
        </pc:spChg>
      </pc:sldChg>
      <pc:sldChg chg="modSp mod">
        <pc:chgData name="John Hu" userId="213e45b8a479442b" providerId="LiveId" clId="{3E1464AB-7726-4E24-A457-FF6E37925442}" dt="2025-06-10T01:30:26.053" v="2690" actId="207"/>
        <pc:sldMkLst>
          <pc:docMk/>
          <pc:sldMk cId="111844650" sldId="709"/>
        </pc:sldMkLst>
        <pc:spChg chg="mod">
          <ac:chgData name="John Hu" userId="213e45b8a479442b" providerId="LiveId" clId="{3E1464AB-7726-4E24-A457-FF6E37925442}" dt="2025-06-10T01:30:26.053" v="2690" actId="207"/>
          <ac:spMkLst>
            <pc:docMk/>
            <pc:sldMk cId="111844650" sldId="709"/>
            <ac:spMk id="10" creationId="{795F409F-5889-49DC-7DC0-37EEBF5AC731}"/>
          </ac:spMkLst>
        </pc:spChg>
      </pc:sldChg>
      <pc:sldChg chg="addSp modSp mod">
        <pc:chgData name="John Hu" userId="213e45b8a479442b" providerId="LiveId" clId="{3E1464AB-7726-4E24-A457-FF6E37925442}" dt="2025-06-10T01:34:42.774" v="2776" actId="1076"/>
        <pc:sldMkLst>
          <pc:docMk/>
          <pc:sldMk cId="1404137892" sldId="710"/>
        </pc:sldMkLst>
        <pc:spChg chg="add mod">
          <ac:chgData name="John Hu" userId="213e45b8a479442b" providerId="LiveId" clId="{3E1464AB-7726-4E24-A457-FF6E37925442}" dt="2025-06-10T01:34:42.774" v="2776" actId="1076"/>
          <ac:spMkLst>
            <pc:docMk/>
            <pc:sldMk cId="1404137892" sldId="710"/>
            <ac:spMk id="3" creationId="{96A6F145-6E28-4921-ACAF-E49A8EF8E03A}"/>
          </ac:spMkLst>
        </pc:spChg>
        <pc:spChg chg="add mod">
          <ac:chgData name="John Hu" userId="213e45b8a479442b" providerId="LiveId" clId="{3E1464AB-7726-4E24-A457-FF6E37925442}" dt="2025-06-10T01:32:35.781" v="2725" actId="164"/>
          <ac:spMkLst>
            <pc:docMk/>
            <pc:sldMk cId="1404137892" sldId="710"/>
            <ac:spMk id="9" creationId="{4ABE33FB-B0A4-42E0-8DE7-4B8D07E4A95C}"/>
          </ac:spMkLst>
        </pc:spChg>
        <pc:spChg chg="mod">
          <ac:chgData name="John Hu" userId="213e45b8a479442b" providerId="LiveId" clId="{3E1464AB-7726-4E24-A457-FF6E37925442}" dt="2025-06-10T01:32:01.877" v="2700" actId="113"/>
          <ac:spMkLst>
            <pc:docMk/>
            <pc:sldMk cId="1404137892" sldId="710"/>
            <ac:spMk id="10" creationId="{795F409F-5889-49DC-7DC0-37EEBF5AC731}"/>
          </ac:spMkLst>
        </pc:spChg>
        <pc:spChg chg="add mod">
          <ac:chgData name="John Hu" userId="213e45b8a479442b" providerId="LiveId" clId="{3E1464AB-7726-4E24-A457-FF6E37925442}" dt="2025-06-10T01:32:33.635" v="2724" actId="571"/>
          <ac:spMkLst>
            <pc:docMk/>
            <pc:sldMk cId="1404137892" sldId="710"/>
            <ac:spMk id="11" creationId="{F3CCA0A5-194A-4942-A668-6F8510EC1B41}"/>
          </ac:spMkLst>
        </pc:spChg>
        <pc:spChg chg="mod">
          <ac:chgData name="John Hu" userId="213e45b8a479442b" providerId="LiveId" clId="{3E1464AB-7726-4E24-A457-FF6E37925442}" dt="2025-06-10T01:32:36.968" v="2726"/>
          <ac:spMkLst>
            <pc:docMk/>
            <pc:sldMk cId="1404137892" sldId="710"/>
            <ac:spMk id="13" creationId="{52C999C9-B637-422B-948A-10AA646CC8AA}"/>
          </ac:spMkLst>
        </pc:spChg>
        <pc:spChg chg="mod">
          <ac:chgData name="John Hu" userId="213e45b8a479442b" providerId="LiveId" clId="{3E1464AB-7726-4E24-A457-FF6E37925442}" dt="2025-06-10T01:32:52.507" v="2749" actId="1076"/>
          <ac:spMkLst>
            <pc:docMk/>
            <pc:sldMk cId="1404137892" sldId="710"/>
            <ac:spMk id="14" creationId="{3454D462-1CBF-4626-B0BF-8222C6A575F9}"/>
          </ac:spMkLst>
        </pc:spChg>
        <pc:spChg chg="mod">
          <ac:chgData name="John Hu" userId="213e45b8a479442b" providerId="LiveId" clId="{3E1464AB-7726-4E24-A457-FF6E37925442}" dt="2025-06-10T01:34:15.101" v="2750" actId="571"/>
          <ac:spMkLst>
            <pc:docMk/>
            <pc:sldMk cId="1404137892" sldId="710"/>
            <ac:spMk id="16" creationId="{88233134-B16A-44CB-8A99-5E262C4CF173}"/>
          </ac:spMkLst>
        </pc:spChg>
        <pc:spChg chg="mod">
          <ac:chgData name="John Hu" userId="213e45b8a479442b" providerId="LiveId" clId="{3E1464AB-7726-4E24-A457-FF6E37925442}" dt="2025-06-10T01:34:28.062" v="2774" actId="1076"/>
          <ac:spMkLst>
            <pc:docMk/>
            <pc:sldMk cId="1404137892" sldId="710"/>
            <ac:spMk id="17" creationId="{0D3D303C-D88A-461F-9D3E-4A4D64CFECA5}"/>
          </ac:spMkLst>
        </pc:spChg>
        <pc:grpChg chg="add mod">
          <ac:chgData name="John Hu" userId="213e45b8a479442b" providerId="LiveId" clId="{3E1464AB-7726-4E24-A457-FF6E37925442}" dt="2025-06-10T01:34:39.142" v="2775" actId="1076"/>
          <ac:grpSpMkLst>
            <pc:docMk/>
            <pc:sldMk cId="1404137892" sldId="710"/>
            <ac:grpSpMk id="6" creationId="{1716B7C3-EA54-41B4-BB0D-EAB0115A222D}"/>
          </ac:grpSpMkLst>
        </pc:grpChg>
        <pc:grpChg chg="add mod">
          <ac:chgData name="John Hu" userId="213e45b8a479442b" providerId="LiveId" clId="{3E1464AB-7726-4E24-A457-FF6E37925442}" dt="2025-06-10T01:32:39.254" v="2727" actId="1076"/>
          <ac:grpSpMkLst>
            <pc:docMk/>
            <pc:sldMk cId="1404137892" sldId="710"/>
            <ac:grpSpMk id="12" creationId="{D4322617-5709-4CB2-9E42-50B535CC1C1E}"/>
          </ac:grpSpMkLst>
        </pc:grpChg>
        <pc:grpChg chg="add mod">
          <ac:chgData name="John Hu" userId="213e45b8a479442b" providerId="LiveId" clId="{3E1464AB-7726-4E24-A457-FF6E37925442}" dt="2025-06-10T01:34:15.101" v="2750" actId="571"/>
          <ac:grpSpMkLst>
            <pc:docMk/>
            <pc:sldMk cId="1404137892" sldId="710"/>
            <ac:grpSpMk id="15" creationId="{2C8A11E3-D978-4362-8719-E169E955F291}"/>
          </ac:grpSpMkLst>
        </pc:grpChg>
      </pc:sldChg>
      <pc:sldChg chg="addSp modSp mod">
        <pc:chgData name="John Hu" userId="213e45b8a479442b" providerId="LiveId" clId="{3E1464AB-7726-4E24-A457-FF6E37925442}" dt="2025-06-10T05:43:26.285" v="2777" actId="1076"/>
        <pc:sldMkLst>
          <pc:docMk/>
          <pc:sldMk cId="483647218" sldId="711"/>
        </pc:sldMkLst>
        <pc:spChg chg="mod">
          <ac:chgData name="John Hu" userId="213e45b8a479442b" providerId="LiveId" clId="{3E1464AB-7726-4E24-A457-FF6E37925442}" dt="2025-06-10T01:26:58.732" v="2608" actId="1076"/>
          <ac:spMkLst>
            <pc:docMk/>
            <pc:sldMk cId="483647218" sldId="711"/>
            <ac:spMk id="3" creationId="{E609A8FF-6837-66DA-6570-F9F838801F79}"/>
          </ac:spMkLst>
        </pc:spChg>
        <pc:spChg chg="mod">
          <ac:chgData name="John Hu" userId="213e45b8a479442b" providerId="LiveId" clId="{3E1464AB-7726-4E24-A457-FF6E37925442}" dt="2025-06-10T01:26:58.732" v="2608" actId="1076"/>
          <ac:spMkLst>
            <pc:docMk/>
            <pc:sldMk cId="483647218" sldId="711"/>
            <ac:spMk id="4" creationId="{048A2F7C-62C9-CD57-043F-E4FBB52055F3}"/>
          </ac:spMkLst>
        </pc:spChg>
        <pc:spChg chg="mod">
          <ac:chgData name="John Hu" userId="213e45b8a479442b" providerId="LiveId" clId="{3E1464AB-7726-4E24-A457-FF6E37925442}" dt="2025-06-10T05:43:26.285" v="2777" actId="1076"/>
          <ac:spMkLst>
            <pc:docMk/>
            <pc:sldMk cId="483647218" sldId="711"/>
            <ac:spMk id="5" creationId="{A2CCB415-A106-32CD-7AD2-CFFB3CC4D643}"/>
          </ac:spMkLst>
        </pc:spChg>
        <pc:spChg chg="mod">
          <ac:chgData name="John Hu" userId="213e45b8a479442b" providerId="LiveId" clId="{3E1464AB-7726-4E24-A457-FF6E37925442}" dt="2025-06-10T01:26:58.732" v="2608" actId="1076"/>
          <ac:spMkLst>
            <pc:docMk/>
            <pc:sldMk cId="483647218" sldId="711"/>
            <ac:spMk id="6" creationId="{9A858F31-F034-B002-9374-2D70D0FA8C91}"/>
          </ac:spMkLst>
        </pc:spChg>
        <pc:spChg chg="add mod">
          <ac:chgData name="John Hu" userId="213e45b8a479442b" providerId="LiveId" clId="{3E1464AB-7726-4E24-A457-FF6E37925442}" dt="2025-06-10T01:27:33.800" v="2665" actId="207"/>
          <ac:spMkLst>
            <pc:docMk/>
            <pc:sldMk cId="483647218" sldId="711"/>
            <ac:spMk id="9" creationId="{2FD6FBE4-2CEE-4DE8-943E-50E397B34A0D}"/>
          </ac:spMkLst>
        </pc:spChg>
        <pc:spChg chg="mod">
          <ac:chgData name="John Hu" userId="213e45b8a479442b" providerId="LiveId" clId="{3E1464AB-7726-4E24-A457-FF6E37925442}" dt="2025-06-10T01:27:38.108" v="2666" actId="207"/>
          <ac:spMkLst>
            <pc:docMk/>
            <pc:sldMk cId="483647218" sldId="711"/>
            <ac:spMk id="10" creationId="{795F409F-5889-49DC-7DC0-37EEBF5AC731}"/>
          </ac:spMkLst>
        </pc:spChg>
      </pc:sldChg>
    </pc:docChg>
  </pc:docChgLst>
  <pc:docChgLst>
    <pc:chgData userId="213e45b8a479442b" providerId="LiveId" clId="{110FFC8E-E1FA-4133-8EC3-970AE0807A17}"/>
    <pc:docChg chg="modSld">
      <pc:chgData name="" userId="213e45b8a479442b" providerId="LiveId" clId="{110FFC8E-E1FA-4133-8EC3-970AE0807A17}" dt="2024-05-14T06:58:05.408" v="2"/>
      <pc:docMkLst>
        <pc:docMk/>
      </pc:docMkLst>
      <pc:sldChg chg="modSp">
        <pc:chgData name="" userId="213e45b8a479442b" providerId="LiveId" clId="{110FFC8E-E1FA-4133-8EC3-970AE0807A17}" dt="2024-05-14T06:58:05.408" v="2"/>
        <pc:sldMkLst>
          <pc:docMk/>
          <pc:sldMk cId="79734776" sldId="598"/>
        </pc:sldMkLst>
        <pc:spChg chg="mod">
          <ac:chgData name="" userId="213e45b8a479442b" providerId="LiveId" clId="{110FFC8E-E1FA-4133-8EC3-970AE0807A17}" dt="2024-05-14T06:58:05.408" v="2"/>
          <ac:spMkLst>
            <pc:docMk/>
            <pc:sldMk cId="79734776" sldId="598"/>
            <ac:spMk id="15" creationId="{64A43E5F-5B30-4EF3-85B7-F6DE59014DCB}"/>
          </ac:spMkLst>
        </pc:spChg>
      </pc:sldChg>
      <pc:sldChg chg="modSp">
        <pc:chgData name="" userId="213e45b8a479442b" providerId="LiveId" clId="{110FFC8E-E1FA-4133-8EC3-970AE0807A17}" dt="2024-05-14T06:56:53.417" v="0" actId="207"/>
        <pc:sldMkLst>
          <pc:docMk/>
          <pc:sldMk cId="2402831192" sldId="602"/>
        </pc:sldMkLst>
        <pc:spChg chg="mod">
          <ac:chgData name="" userId="213e45b8a479442b" providerId="LiveId" clId="{110FFC8E-E1FA-4133-8EC3-970AE0807A17}" dt="2024-05-14T06:56:53.417" v="0" actId="207"/>
          <ac:spMkLst>
            <pc:docMk/>
            <pc:sldMk cId="2402831192" sldId="602"/>
            <ac:spMk id="15" creationId="{64A43E5F-5B30-4EF3-85B7-F6DE59014DCB}"/>
          </ac:spMkLst>
        </pc:spChg>
      </pc:sldChg>
    </pc:docChg>
  </pc:docChgLst>
  <pc:docChgLst>
    <pc:chgData name="John Hu" userId="213e45b8a479442b" providerId="LiveId" clId="{464149D3-95DE-448A-BFE1-A0D8B9969414}"/>
    <pc:docChg chg="undo redo custSel addSld delSld modSld sldOrd">
      <pc:chgData name="John Hu" userId="213e45b8a479442b" providerId="LiveId" clId="{464149D3-95DE-448A-BFE1-A0D8B9969414}" dt="2025-03-30T07:18:36.400" v="14042" actId="20577"/>
      <pc:docMkLst>
        <pc:docMk/>
      </pc:docMkLst>
      <pc:sldChg chg="modSp mod">
        <pc:chgData name="John Hu" userId="213e45b8a479442b" providerId="LiveId" clId="{464149D3-95DE-448A-BFE1-A0D8B9969414}" dt="2025-02-25T01:21:10.517" v="13" actId="20577"/>
        <pc:sldMkLst>
          <pc:docMk/>
          <pc:sldMk cId="1475978079" sldId="423"/>
        </pc:sldMkLst>
        <pc:spChg chg="mod">
          <ac:chgData name="John Hu" userId="213e45b8a479442b" providerId="LiveId" clId="{464149D3-95DE-448A-BFE1-A0D8B9969414}" dt="2025-02-25T01:21:10.517" v="13" actId="20577"/>
          <ac:spMkLst>
            <pc:docMk/>
            <pc:sldMk cId="1475978079" sldId="423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2-25T01:21:02.644" v="7" actId="20577"/>
          <ac:spMkLst>
            <pc:docMk/>
            <pc:sldMk cId="1475978079" sldId="423"/>
            <ac:spMk id="4" creationId="{4BE336E7-1B7A-4CD3-8250-6D8126346509}"/>
          </ac:spMkLst>
        </pc:spChg>
      </pc:sldChg>
      <pc:sldChg chg="addSp delSp modSp mod">
        <pc:chgData name="John Hu" userId="213e45b8a479442b" providerId="LiveId" clId="{464149D3-95DE-448A-BFE1-A0D8B9969414}" dt="2025-03-30T06:04:10.465" v="13733" actId="478"/>
        <pc:sldMkLst>
          <pc:docMk/>
          <pc:sldMk cId="2256634334" sldId="427"/>
        </pc:sldMkLst>
        <pc:spChg chg="mod">
          <ac:chgData name="John Hu" userId="213e45b8a479442b" providerId="LiveId" clId="{464149D3-95DE-448A-BFE1-A0D8B9969414}" dt="2025-02-25T01:21:17.177" v="14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3" creationId="{30F0AC51-4500-404D-B030-4FE49D08C651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4" creationId="{D5373E77-AFF8-4BD6-8E08-6B50A2AE86B2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5" creationId="{1D1DB04B-4013-4417-8672-E23B01AD4889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6" creationId="{981A77B7-054B-4C3E-AA9B-8611E9DFB4A3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9" creationId="{2235D401-6F86-4AD7-BC98-10715AF4F499}"/>
          </ac:spMkLst>
        </pc:spChg>
        <pc:spChg chg="add del mod">
          <ac:chgData name="John Hu" userId="213e45b8a479442b" providerId="LiveId" clId="{464149D3-95DE-448A-BFE1-A0D8B9969414}" dt="2025-03-30T06:04:10.465" v="13733" actId="478"/>
          <ac:spMkLst>
            <pc:docMk/>
            <pc:sldMk cId="2256634334" sldId="427"/>
            <ac:spMk id="10" creationId="{0E3E8F9B-9D6D-46CD-83EE-97636F129C56}"/>
          </ac:spMkLst>
        </pc:spChg>
      </pc:sldChg>
      <pc:sldChg chg="addSp delSp modSp mod">
        <pc:chgData name="John Hu" userId="213e45b8a479442b" providerId="LiveId" clId="{464149D3-95DE-448A-BFE1-A0D8B9969414}" dt="2025-03-10T06:47:49.059" v="3663" actId="20577"/>
        <pc:sldMkLst>
          <pc:docMk/>
          <pc:sldMk cId="2378383801" sldId="429"/>
        </pc:sldMkLst>
        <pc:spChg chg="mod">
          <ac:chgData name="John Hu" userId="213e45b8a479442b" providerId="LiveId" clId="{464149D3-95DE-448A-BFE1-A0D8B9969414}" dt="2025-03-10T06:47:49.059" v="3663" actId="20577"/>
          <ac:spMkLst>
            <pc:docMk/>
            <pc:sldMk cId="2378383801" sldId="429"/>
            <ac:spMk id="3" creationId="{FC3DE994-F8E6-4715-916B-9859E1A19738}"/>
          </ac:spMkLst>
        </pc:spChg>
        <pc:spChg chg="del">
          <ac:chgData name="John Hu" userId="213e45b8a479442b" providerId="LiveId" clId="{464149D3-95DE-448A-BFE1-A0D8B9969414}" dt="2025-02-25T01:22:51.903" v="27" actId="478"/>
          <ac:spMkLst>
            <pc:docMk/>
            <pc:sldMk cId="2378383801" sldId="429"/>
            <ac:spMk id="7" creationId="{39E314E7-1C9E-498E-A297-D3E756D9C4D6}"/>
          </ac:spMkLst>
        </pc:spChg>
        <pc:spChg chg="mod">
          <ac:chgData name="John Hu" userId="213e45b8a479442b" providerId="LiveId" clId="{464149D3-95DE-448A-BFE1-A0D8B9969414}" dt="2025-02-25T01:21:26.096" v="15"/>
          <ac:spMkLst>
            <pc:docMk/>
            <pc:sldMk cId="2378383801" sldId="429"/>
            <ac:spMk id="8" creationId="{36177B38-43AB-4398-968B-448F8F0E5F49}"/>
          </ac:spMkLst>
        </pc:spChg>
        <pc:picChg chg="add mod">
          <ac:chgData name="John Hu" userId="213e45b8a479442b" providerId="LiveId" clId="{464149D3-95DE-448A-BFE1-A0D8B9969414}" dt="2025-03-10T00:50:14.160" v="2718" actId="1076"/>
          <ac:picMkLst>
            <pc:docMk/>
            <pc:sldMk cId="2378383801" sldId="429"/>
            <ac:picMk id="1026" creationId="{CB900CC0-19A9-41FE-876E-1EE92B49A418}"/>
          </ac:picMkLst>
        </pc:picChg>
      </pc:sldChg>
      <pc:sldChg chg="addSp modSp mod">
        <pc:chgData name="John Hu" userId="213e45b8a479442b" providerId="LiveId" clId="{464149D3-95DE-448A-BFE1-A0D8B9969414}" dt="2025-02-25T06:40:01.410" v="657" actId="1076"/>
        <pc:sldMkLst>
          <pc:docMk/>
          <pc:sldMk cId="3144623804" sldId="579"/>
        </pc:sldMkLst>
        <pc:spChg chg="mod">
          <ac:chgData name="John Hu" userId="213e45b8a479442b" providerId="LiveId" clId="{464149D3-95DE-448A-BFE1-A0D8B9969414}" dt="2025-02-25T06:39:28.089" v="651" actId="21"/>
          <ac:spMkLst>
            <pc:docMk/>
            <pc:sldMk cId="3144623804" sldId="579"/>
            <ac:spMk id="3" creationId="{FC3DE994-F8E6-4715-916B-9859E1A19738}"/>
          </ac:spMkLst>
        </pc:spChg>
        <pc:spChg chg="add mod">
          <ac:chgData name="John Hu" userId="213e45b8a479442b" providerId="LiveId" clId="{464149D3-95DE-448A-BFE1-A0D8B9969414}" dt="2025-02-25T06:39:40.664" v="655" actId="1076"/>
          <ac:spMkLst>
            <pc:docMk/>
            <pc:sldMk cId="3144623804" sldId="579"/>
            <ac:spMk id="6" creationId="{C98F5938-E0D6-4E9A-A7C8-81E6E4718416}"/>
          </ac:spMkLst>
        </pc:spChg>
        <pc:picChg chg="add mod ord">
          <ac:chgData name="John Hu" userId="213e45b8a479442b" providerId="LiveId" clId="{464149D3-95DE-448A-BFE1-A0D8B9969414}" dt="2025-02-25T06:40:01.410" v="657" actId="1076"/>
          <ac:picMkLst>
            <pc:docMk/>
            <pc:sldMk cId="3144623804" sldId="579"/>
            <ac:picMk id="5" creationId="{F37B8E1B-1A62-4566-A292-62F7A1AC0183}"/>
          </ac:picMkLst>
        </pc:picChg>
      </pc:sldChg>
      <pc:sldChg chg="addSp modSp del mod ord">
        <pc:chgData name="John Hu" userId="213e45b8a479442b" providerId="LiveId" clId="{464149D3-95DE-448A-BFE1-A0D8B9969414}" dt="2025-02-25T06:38:59.411" v="647" actId="47"/>
        <pc:sldMkLst>
          <pc:docMk/>
          <pc:sldMk cId="1927079519" sldId="584"/>
        </pc:sldMkLst>
        <pc:spChg chg="mod">
          <ac:chgData name="John Hu" userId="213e45b8a479442b" providerId="LiveId" clId="{464149D3-95DE-448A-BFE1-A0D8B9969414}" dt="2025-02-25T01:33:26.965" v="459" actId="21"/>
          <ac:spMkLst>
            <pc:docMk/>
            <pc:sldMk cId="1927079519" sldId="584"/>
            <ac:spMk id="3" creationId="{FC3DE994-F8E6-4715-916B-9859E1A19738}"/>
          </ac:spMkLst>
        </pc:spChg>
        <pc:spChg chg="add mod">
          <ac:chgData name="John Hu" userId="213e45b8a479442b" providerId="LiveId" clId="{464149D3-95DE-448A-BFE1-A0D8B9969414}" dt="2025-02-25T01:32:39.753" v="436" actId="20577"/>
          <ac:spMkLst>
            <pc:docMk/>
            <pc:sldMk cId="1927079519" sldId="584"/>
            <ac:spMk id="6" creationId="{066F5F18-C0A7-471A-9455-CF28B559E078}"/>
          </ac:spMkLst>
        </pc:spChg>
        <pc:spChg chg="add mod">
          <ac:chgData name="John Hu" userId="213e45b8a479442b" providerId="LiveId" clId="{464149D3-95DE-448A-BFE1-A0D8B9969414}" dt="2025-02-25T01:33:37.672" v="480" actId="20577"/>
          <ac:spMkLst>
            <pc:docMk/>
            <pc:sldMk cId="1927079519" sldId="584"/>
            <ac:spMk id="7" creationId="{38E84727-9BB3-4C30-B714-1440A329F730}"/>
          </ac:spMkLst>
        </pc:spChg>
      </pc:sldChg>
      <pc:sldChg chg="addSp delSp modSp del mod">
        <pc:chgData name="John Hu" userId="213e45b8a479442b" providerId="LiveId" clId="{464149D3-95DE-448A-BFE1-A0D8B9969414}" dt="2025-03-10T00:52:45.510" v="2719" actId="47"/>
        <pc:sldMkLst>
          <pc:docMk/>
          <pc:sldMk cId="4079032019" sldId="585"/>
        </pc:sldMkLst>
        <pc:spChg chg="mod">
          <ac:chgData name="John Hu" userId="213e45b8a479442b" providerId="LiveId" clId="{464149D3-95DE-448A-BFE1-A0D8B9969414}" dt="2025-02-25T06:45:27.856" v="842" actId="6549"/>
          <ac:spMkLst>
            <pc:docMk/>
            <pc:sldMk cId="4079032019" sldId="585"/>
            <ac:spMk id="3" creationId="{FC3DE994-F8E6-4715-916B-9859E1A19738}"/>
          </ac:spMkLst>
        </pc:spChg>
        <pc:spChg chg="del">
          <ac:chgData name="John Hu" userId="213e45b8a479442b" providerId="LiveId" clId="{464149D3-95DE-448A-BFE1-A0D8B9969414}" dt="2025-02-25T06:44:28.698" v="781" actId="478"/>
          <ac:spMkLst>
            <pc:docMk/>
            <pc:sldMk cId="4079032019" sldId="585"/>
            <ac:spMk id="4" creationId="{1190135C-93F7-45F8-9904-9390647D2E3E}"/>
          </ac:spMkLst>
        </pc:spChg>
        <pc:spChg chg="add mod">
          <ac:chgData name="John Hu" userId="213e45b8a479442b" providerId="LiveId" clId="{464149D3-95DE-448A-BFE1-A0D8B9969414}" dt="2025-02-26T02:40:49.359" v="1700" actId="1076"/>
          <ac:spMkLst>
            <pc:docMk/>
            <pc:sldMk cId="4079032019" sldId="585"/>
            <ac:spMk id="9" creationId="{AB6EECAE-2C4A-4D70-8846-A3838F676264}"/>
          </ac:spMkLst>
        </pc:spChg>
        <pc:spChg chg="add del">
          <ac:chgData name="John Hu" userId="213e45b8a479442b" providerId="LiveId" clId="{464149D3-95DE-448A-BFE1-A0D8B9969414}" dt="2025-02-25T06:45:38.265" v="846"/>
          <ac:spMkLst>
            <pc:docMk/>
            <pc:sldMk cId="4079032019" sldId="585"/>
            <ac:spMk id="10" creationId="{CA02B84B-FAE7-4FC8-93F6-6D0283CC1B6C}"/>
          </ac:spMkLst>
        </pc:spChg>
        <pc:picChg chg="del">
          <ac:chgData name="John Hu" userId="213e45b8a479442b" providerId="LiveId" clId="{464149D3-95DE-448A-BFE1-A0D8B9969414}" dt="2025-02-25T06:44:33.730" v="782" actId="478"/>
          <ac:picMkLst>
            <pc:docMk/>
            <pc:sldMk cId="4079032019" sldId="585"/>
            <ac:picMk id="5" creationId="{1B77FC2A-49BC-4A2C-902E-E64DF68C8D7B}"/>
          </ac:picMkLst>
        </pc:picChg>
        <pc:picChg chg="add mod">
          <ac:chgData name="John Hu" userId="213e45b8a479442b" providerId="LiveId" clId="{464149D3-95DE-448A-BFE1-A0D8B9969414}" dt="2025-02-26T02:40:51.642" v="1701" actId="1076"/>
          <ac:picMkLst>
            <pc:docMk/>
            <pc:sldMk cId="4079032019" sldId="585"/>
            <ac:picMk id="7" creationId="{F10A6834-7F44-484E-B438-8FB2FCAEAB55}"/>
          </ac:picMkLst>
        </pc:picChg>
      </pc:sldChg>
      <pc:sldChg chg="addSp delSp modSp mod">
        <pc:chgData name="John Hu" userId="213e45b8a479442b" providerId="LiveId" clId="{464149D3-95DE-448A-BFE1-A0D8B9969414}" dt="2025-02-25T07:26:41.773" v="1455" actId="20577"/>
        <pc:sldMkLst>
          <pc:docMk/>
          <pc:sldMk cId="65379693" sldId="586"/>
        </pc:sldMkLst>
        <pc:spChg chg="mod">
          <ac:chgData name="John Hu" userId="213e45b8a479442b" providerId="LiveId" clId="{464149D3-95DE-448A-BFE1-A0D8B9969414}" dt="2025-02-25T07:26:41.773" v="1455" actId="20577"/>
          <ac:spMkLst>
            <pc:docMk/>
            <pc:sldMk cId="65379693" sldId="586"/>
            <ac:spMk id="3" creationId="{FC3DE994-F8E6-4715-916B-9859E1A19738}"/>
          </ac:spMkLst>
        </pc:spChg>
        <pc:spChg chg="add mod">
          <ac:chgData name="John Hu" userId="213e45b8a479442b" providerId="LiveId" clId="{464149D3-95DE-448A-BFE1-A0D8B9969414}" dt="2025-02-25T07:26:34.038" v="1451" actId="1076"/>
          <ac:spMkLst>
            <pc:docMk/>
            <pc:sldMk cId="65379693" sldId="586"/>
            <ac:spMk id="10" creationId="{355EFA33-8EDF-470A-969B-E35DEABEFA2B}"/>
          </ac:spMkLst>
        </pc:spChg>
        <pc:spChg chg="add del">
          <ac:chgData name="John Hu" userId="213e45b8a479442b" providerId="LiveId" clId="{464149D3-95DE-448A-BFE1-A0D8B9969414}" dt="2025-02-25T07:25:53.439" v="1435" actId="22"/>
          <ac:spMkLst>
            <pc:docMk/>
            <pc:sldMk cId="65379693" sldId="586"/>
            <ac:spMk id="12" creationId="{08C78946-C9C7-41E8-8402-6C4D4D70007D}"/>
          </ac:spMkLst>
        </pc:spChg>
        <pc:spChg chg="add del">
          <ac:chgData name="John Hu" userId="213e45b8a479442b" providerId="LiveId" clId="{464149D3-95DE-448A-BFE1-A0D8B9969414}" dt="2025-02-25T07:25:55.147" v="1437" actId="22"/>
          <ac:spMkLst>
            <pc:docMk/>
            <pc:sldMk cId="65379693" sldId="586"/>
            <ac:spMk id="14" creationId="{BCACFD4A-5ACF-41C7-BE06-36496E0EE570}"/>
          </ac:spMkLst>
        </pc:spChg>
        <pc:picChg chg="del">
          <ac:chgData name="John Hu" userId="213e45b8a479442b" providerId="LiveId" clId="{464149D3-95DE-448A-BFE1-A0D8B9969414}" dt="2025-02-25T07:13:40.251" v="1301" actId="478"/>
          <ac:picMkLst>
            <pc:docMk/>
            <pc:sldMk cId="65379693" sldId="586"/>
            <ac:picMk id="5" creationId="{D6C67F4E-BF99-4F3C-A85F-EAC449302DEE}"/>
          </ac:picMkLst>
        </pc:picChg>
        <pc:picChg chg="add mod">
          <ac:chgData name="John Hu" userId="213e45b8a479442b" providerId="LiveId" clId="{464149D3-95DE-448A-BFE1-A0D8B9969414}" dt="2025-02-25T07:26:40.080" v="1454" actId="1076"/>
          <ac:picMkLst>
            <pc:docMk/>
            <pc:sldMk cId="65379693" sldId="586"/>
            <ac:picMk id="6" creationId="{3A711CB3-41A4-4CDC-923A-94F694AF7476}"/>
          </ac:picMkLst>
        </pc:picChg>
        <pc:picChg chg="add mod">
          <ac:chgData name="John Hu" userId="213e45b8a479442b" providerId="LiveId" clId="{464149D3-95DE-448A-BFE1-A0D8B9969414}" dt="2025-02-25T07:26:36.985" v="1452" actId="1076"/>
          <ac:picMkLst>
            <pc:docMk/>
            <pc:sldMk cId="65379693" sldId="586"/>
            <ac:picMk id="9" creationId="{10FF42A7-965D-41B7-A837-F12CDA2B5CBE}"/>
          </ac:picMkLst>
        </pc:picChg>
        <pc:picChg chg="add mod">
          <ac:chgData name="John Hu" userId="213e45b8a479442b" providerId="LiveId" clId="{464149D3-95DE-448A-BFE1-A0D8B9969414}" dt="2025-02-25T07:26:38.340" v="1453" actId="1076"/>
          <ac:picMkLst>
            <pc:docMk/>
            <pc:sldMk cId="65379693" sldId="586"/>
            <ac:picMk id="16" creationId="{EB0D9257-9C55-473A-BF58-C697F00B35F5}"/>
          </ac:picMkLst>
        </pc:picChg>
      </pc:sldChg>
      <pc:sldChg chg="del">
        <pc:chgData name="John Hu" userId="213e45b8a479442b" providerId="LiveId" clId="{464149D3-95DE-448A-BFE1-A0D8B9969414}" dt="2025-02-25T07:54:48.871" v="1458" actId="47"/>
        <pc:sldMkLst>
          <pc:docMk/>
          <pc:sldMk cId="4222155825" sldId="587"/>
        </pc:sldMkLst>
      </pc:sldChg>
      <pc:sldChg chg="del">
        <pc:chgData name="John Hu" userId="213e45b8a479442b" providerId="LiveId" clId="{464149D3-95DE-448A-BFE1-A0D8B9969414}" dt="2025-02-25T07:54:41.828" v="1456" actId="47"/>
        <pc:sldMkLst>
          <pc:docMk/>
          <pc:sldMk cId="3702347036" sldId="588"/>
        </pc:sldMkLst>
      </pc:sldChg>
      <pc:sldChg chg="del">
        <pc:chgData name="John Hu" userId="213e45b8a479442b" providerId="LiveId" clId="{464149D3-95DE-448A-BFE1-A0D8B9969414}" dt="2025-02-25T07:54:45.711" v="1457" actId="47"/>
        <pc:sldMkLst>
          <pc:docMk/>
          <pc:sldMk cId="3251409822" sldId="589"/>
        </pc:sldMkLst>
      </pc:sldChg>
      <pc:sldChg chg="del">
        <pc:chgData name="John Hu" userId="213e45b8a479442b" providerId="LiveId" clId="{464149D3-95DE-448A-BFE1-A0D8B9969414}" dt="2025-02-25T07:55:04.340" v="1464" actId="47"/>
        <pc:sldMkLst>
          <pc:docMk/>
          <pc:sldMk cId="2263791270" sldId="590"/>
        </pc:sldMkLst>
      </pc:sldChg>
      <pc:sldChg chg="del">
        <pc:chgData name="John Hu" userId="213e45b8a479442b" providerId="LiveId" clId="{464149D3-95DE-448A-BFE1-A0D8B9969414}" dt="2025-02-25T07:54:52.429" v="1459" actId="47"/>
        <pc:sldMkLst>
          <pc:docMk/>
          <pc:sldMk cId="2560977653" sldId="591"/>
        </pc:sldMkLst>
      </pc:sldChg>
      <pc:sldChg chg="del">
        <pc:chgData name="John Hu" userId="213e45b8a479442b" providerId="LiveId" clId="{464149D3-95DE-448A-BFE1-A0D8B9969414}" dt="2025-02-25T07:55:01.755" v="1463" actId="47"/>
        <pc:sldMkLst>
          <pc:docMk/>
          <pc:sldMk cId="3118514906" sldId="592"/>
        </pc:sldMkLst>
      </pc:sldChg>
      <pc:sldChg chg="addSp delSp modSp mod">
        <pc:chgData name="John Hu" userId="213e45b8a479442b" providerId="LiveId" clId="{464149D3-95DE-448A-BFE1-A0D8B9969414}" dt="2025-03-11T01:17:54.673" v="3829" actId="6549"/>
        <pc:sldMkLst>
          <pc:docMk/>
          <pc:sldMk cId="3822434923" sldId="593"/>
        </pc:sldMkLst>
        <pc:spChg chg="mod">
          <ac:chgData name="John Hu" userId="213e45b8a479442b" providerId="LiveId" clId="{464149D3-95DE-448A-BFE1-A0D8B9969414}" dt="2025-02-27T07:45:53.200" v="2222" actId="6549"/>
          <ac:spMkLst>
            <pc:docMk/>
            <pc:sldMk cId="3822434923" sldId="593"/>
            <ac:spMk id="2" creationId="{5888EE31-F44C-4034-8407-4C756F65702C}"/>
          </ac:spMkLst>
        </pc:spChg>
        <pc:spChg chg="del mod">
          <ac:chgData name="John Hu" userId="213e45b8a479442b" providerId="LiveId" clId="{464149D3-95DE-448A-BFE1-A0D8B9969414}" dt="2025-03-10T00:59:21.245" v="2889" actId="478"/>
          <ac:spMkLst>
            <pc:docMk/>
            <pc:sldMk cId="3822434923" sldId="593"/>
            <ac:spMk id="3" creationId="{FC3DE994-F8E6-4715-916B-9859E1A19738}"/>
          </ac:spMkLst>
        </pc:spChg>
        <pc:spChg chg="add del mod">
          <ac:chgData name="John Hu" userId="213e45b8a479442b" providerId="LiveId" clId="{464149D3-95DE-448A-BFE1-A0D8B9969414}" dt="2025-03-10T01:01:47.804" v="2923" actId="478"/>
          <ac:spMkLst>
            <pc:docMk/>
            <pc:sldMk cId="3822434923" sldId="593"/>
            <ac:spMk id="7" creationId="{7367365C-F4C3-4519-A516-0FFA1FC40A77}"/>
          </ac:spMkLst>
        </pc:spChg>
        <pc:spChg chg="mod">
          <ac:chgData name="John Hu" userId="213e45b8a479442b" providerId="LiveId" clId="{464149D3-95DE-448A-BFE1-A0D8B9969414}" dt="2025-03-10T00:59:17.501" v="2888" actId="20577"/>
          <ac:spMkLst>
            <pc:docMk/>
            <pc:sldMk cId="3822434923" sldId="593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11T01:17:54.673" v="3829" actId="6549"/>
          <ac:spMkLst>
            <pc:docMk/>
            <pc:sldMk cId="3822434923" sldId="593"/>
            <ac:spMk id="9" creationId="{4FA5521D-E240-4E77-AE2C-DFF6D7109AF9}"/>
          </ac:spMkLst>
        </pc:spChg>
        <pc:spChg chg="mod">
          <ac:chgData name="John Hu" userId="213e45b8a479442b" providerId="LiveId" clId="{464149D3-95DE-448A-BFE1-A0D8B9969414}" dt="2025-03-10T01:25:56.861" v="3013" actId="20577"/>
          <ac:spMkLst>
            <pc:docMk/>
            <pc:sldMk cId="3822434923" sldId="593"/>
            <ac:spMk id="10" creationId="{4D9CDC4E-E5FC-4827-898E-896C4F0AE55E}"/>
          </ac:spMkLst>
        </pc:spChg>
        <pc:spChg chg="add del mod">
          <ac:chgData name="John Hu" userId="213e45b8a479442b" providerId="LiveId" clId="{464149D3-95DE-448A-BFE1-A0D8B9969414}" dt="2025-03-10T00:59:24.316" v="2890" actId="478"/>
          <ac:spMkLst>
            <pc:docMk/>
            <pc:sldMk cId="3822434923" sldId="593"/>
            <ac:spMk id="11" creationId="{138A2BBB-91AB-493A-A34E-6D5C6CB1634A}"/>
          </ac:spMkLst>
        </pc:spChg>
        <pc:spChg chg="add mod">
          <ac:chgData name="John Hu" userId="213e45b8a479442b" providerId="LiveId" clId="{464149D3-95DE-448A-BFE1-A0D8B9969414}" dt="2025-03-10T01:26:03.336" v="3015" actId="1076"/>
          <ac:spMkLst>
            <pc:docMk/>
            <pc:sldMk cId="3822434923" sldId="593"/>
            <ac:spMk id="12" creationId="{47D61A8E-0CF0-4BFE-BDA1-A11F7D0C83A7}"/>
          </ac:spMkLst>
        </pc:spChg>
        <pc:spChg chg="add mod">
          <ac:chgData name="John Hu" userId="213e45b8a479442b" providerId="LiveId" clId="{464149D3-95DE-448A-BFE1-A0D8B9969414}" dt="2025-03-10T02:35:02.642" v="3049" actId="113"/>
          <ac:spMkLst>
            <pc:docMk/>
            <pc:sldMk cId="3822434923" sldId="593"/>
            <ac:spMk id="13" creationId="{112B5ECF-1E46-4E7A-8499-0526CFBE0D9B}"/>
          </ac:spMkLst>
        </pc:spChg>
        <pc:spChg chg="add mod">
          <ac:chgData name="John Hu" userId="213e45b8a479442b" providerId="LiveId" clId="{464149D3-95DE-448A-BFE1-A0D8B9969414}" dt="2025-03-10T02:36:42.085" v="3141" actId="2711"/>
          <ac:spMkLst>
            <pc:docMk/>
            <pc:sldMk cId="3822434923" sldId="593"/>
            <ac:spMk id="16" creationId="{782B5878-338E-46C8-ACA0-5EDC7C892951}"/>
          </ac:spMkLst>
        </pc:spChg>
        <pc:graphicFrameChg chg="add del mod modGraphic">
          <ac:chgData name="John Hu" userId="213e45b8a479442b" providerId="LiveId" clId="{464149D3-95DE-448A-BFE1-A0D8B9969414}" dt="2025-03-10T00:59:21.245" v="2889" actId="478"/>
          <ac:graphicFrameMkLst>
            <pc:docMk/>
            <pc:sldMk cId="3822434923" sldId="593"/>
            <ac:graphicFrameMk id="4" creationId="{3D20349E-BEA7-49A1-A70E-41F2B6F9EE8C}"/>
          </ac:graphicFrameMkLst>
        </pc:graphicFrameChg>
        <pc:picChg chg="add mod">
          <ac:chgData name="John Hu" userId="213e45b8a479442b" providerId="LiveId" clId="{464149D3-95DE-448A-BFE1-A0D8B9969414}" dt="2025-03-11T01:17:50.242" v="3827" actId="1076"/>
          <ac:picMkLst>
            <pc:docMk/>
            <pc:sldMk cId="3822434923" sldId="593"/>
            <ac:picMk id="4" creationId="{0C58D78D-B434-4A43-9478-D3A59D55A323}"/>
          </ac:picMkLst>
        </pc:picChg>
        <pc:picChg chg="add del mod">
          <ac:chgData name="John Hu" userId="213e45b8a479442b" providerId="LiveId" clId="{464149D3-95DE-448A-BFE1-A0D8B9969414}" dt="2025-03-10T02:36:11.679" v="3123" actId="478"/>
          <ac:picMkLst>
            <pc:docMk/>
            <pc:sldMk cId="3822434923" sldId="593"/>
            <ac:picMk id="14" creationId="{6DE94FAA-B80D-45BE-958E-933BA875BE63}"/>
          </ac:picMkLst>
        </pc:picChg>
        <pc:picChg chg="add del mod">
          <ac:chgData name="John Hu" userId="213e45b8a479442b" providerId="LiveId" clId="{464149D3-95DE-448A-BFE1-A0D8B9969414}" dt="2025-03-11T01:17:43.284" v="3821" actId="478"/>
          <ac:picMkLst>
            <pc:docMk/>
            <pc:sldMk cId="3822434923" sldId="593"/>
            <ac:picMk id="18" creationId="{E2C17458-EED4-4981-B835-B9951147ECE7}"/>
          </ac:picMkLst>
        </pc:picChg>
      </pc:sldChg>
      <pc:sldChg chg="del">
        <pc:chgData name="John Hu" userId="213e45b8a479442b" providerId="LiveId" clId="{464149D3-95DE-448A-BFE1-A0D8B9969414}" dt="2025-02-25T07:54:56.211" v="1460" actId="47"/>
        <pc:sldMkLst>
          <pc:docMk/>
          <pc:sldMk cId="2102827251" sldId="594"/>
        </pc:sldMkLst>
      </pc:sldChg>
      <pc:sldChg chg="del">
        <pc:chgData name="John Hu" userId="213e45b8a479442b" providerId="LiveId" clId="{464149D3-95DE-448A-BFE1-A0D8B9969414}" dt="2025-03-11T01:24:17.908" v="3897" actId="47"/>
        <pc:sldMkLst>
          <pc:docMk/>
          <pc:sldMk cId="3225204648" sldId="595"/>
        </pc:sldMkLst>
      </pc:sldChg>
      <pc:sldChg chg="del">
        <pc:chgData name="John Hu" userId="213e45b8a479442b" providerId="LiveId" clId="{464149D3-95DE-448A-BFE1-A0D8B9969414}" dt="2025-03-11T01:24:13.911" v="3894" actId="47"/>
        <pc:sldMkLst>
          <pc:docMk/>
          <pc:sldMk cId="2162555080" sldId="596"/>
        </pc:sldMkLst>
      </pc:sldChg>
      <pc:sldChg chg="del">
        <pc:chgData name="John Hu" userId="213e45b8a479442b" providerId="LiveId" clId="{464149D3-95DE-448A-BFE1-A0D8B9969414}" dt="2025-03-11T01:24:20.717" v="3898" actId="47"/>
        <pc:sldMkLst>
          <pc:docMk/>
          <pc:sldMk cId="1604595205" sldId="597"/>
        </pc:sldMkLst>
      </pc:sldChg>
      <pc:sldChg chg="del">
        <pc:chgData name="John Hu" userId="213e45b8a479442b" providerId="LiveId" clId="{464149D3-95DE-448A-BFE1-A0D8B9969414}" dt="2025-03-11T01:24:14.101" v="3895" actId="47"/>
        <pc:sldMkLst>
          <pc:docMk/>
          <pc:sldMk cId="79734776" sldId="598"/>
        </pc:sldMkLst>
      </pc:sldChg>
      <pc:sldChg chg="del">
        <pc:chgData name="John Hu" userId="213e45b8a479442b" providerId="LiveId" clId="{464149D3-95DE-448A-BFE1-A0D8B9969414}" dt="2025-03-11T01:24:14.777" v="3896" actId="47"/>
        <pc:sldMkLst>
          <pc:docMk/>
          <pc:sldMk cId="595317696" sldId="599"/>
        </pc:sldMkLst>
      </pc:sldChg>
      <pc:sldChg chg="del">
        <pc:chgData name="John Hu" userId="213e45b8a479442b" providerId="LiveId" clId="{464149D3-95DE-448A-BFE1-A0D8B9969414}" dt="2025-03-11T01:24:06.353" v="3884" actId="47"/>
        <pc:sldMkLst>
          <pc:docMk/>
          <pc:sldMk cId="1841239388" sldId="600"/>
        </pc:sldMkLst>
      </pc:sldChg>
      <pc:sldChg chg="del">
        <pc:chgData name="John Hu" userId="213e45b8a479442b" providerId="LiveId" clId="{464149D3-95DE-448A-BFE1-A0D8B9969414}" dt="2025-03-11T01:24:05.860" v="3881" actId="47"/>
        <pc:sldMkLst>
          <pc:docMk/>
          <pc:sldMk cId="1689180474" sldId="601"/>
        </pc:sldMkLst>
      </pc:sldChg>
      <pc:sldChg chg="del">
        <pc:chgData name="John Hu" userId="213e45b8a479442b" providerId="LiveId" clId="{464149D3-95DE-448A-BFE1-A0D8B9969414}" dt="2025-03-11T01:24:06.193" v="3883" actId="47"/>
        <pc:sldMkLst>
          <pc:docMk/>
          <pc:sldMk cId="2402831192" sldId="602"/>
        </pc:sldMkLst>
      </pc:sldChg>
      <pc:sldChg chg="del">
        <pc:chgData name="John Hu" userId="213e45b8a479442b" providerId="LiveId" clId="{464149D3-95DE-448A-BFE1-A0D8B9969414}" dt="2025-03-11T01:24:06.026" v="3882" actId="47"/>
        <pc:sldMkLst>
          <pc:docMk/>
          <pc:sldMk cId="2778025755" sldId="603"/>
        </pc:sldMkLst>
      </pc:sldChg>
      <pc:sldChg chg="del">
        <pc:chgData name="John Hu" userId="213e45b8a479442b" providerId="LiveId" clId="{464149D3-95DE-448A-BFE1-A0D8B9969414}" dt="2025-03-11T01:24:06.560" v="3885" actId="47"/>
        <pc:sldMkLst>
          <pc:docMk/>
          <pc:sldMk cId="738414285" sldId="604"/>
        </pc:sldMkLst>
      </pc:sldChg>
      <pc:sldChg chg="del">
        <pc:chgData name="John Hu" userId="213e45b8a479442b" providerId="LiveId" clId="{464149D3-95DE-448A-BFE1-A0D8B9969414}" dt="2025-03-11T01:24:08.081" v="3887" actId="47"/>
        <pc:sldMkLst>
          <pc:docMk/>
          <pc:sldMk cId="3177763967" sldId="605"/>
        </pc:sldMkLst>
      </pc:sldChg>
      <pc:sldChg chg="del">
        <pc:chgData name="John Hu" userId="213e45b8a479442b" providerId="LiveId" clId="{464149D3-95DE-448A-BFE1-A0D8B9969414}" dt="2025-03-11T01:24:07.632" v="3886" actId="47"/>
        <pc:sldMkLst>
          <pc:docMk/>
          <pc:sldMk cId="3221543284" sldId="606"/>
        </pc:sldMkLst>
      </pc:sldChg>
      <pc:sldChg chg="del">
        <pc:chgData name="John Hu" userId="213e45b8a479442b" providerId="LiveId" clId="{464149D3-95DE-448A-BFE1-A0D8B9969414}" dt="2025-03-11T01:24:08.588" v="3888" actId="47"/>
        <pc:sldMkLst>
          <pc:docMk/>
          <pc:sldMk cId="2782518825" sldId="607"/>
        </pc:sldMkLst>
      </pc:sldChg>
      <pc:sldChg chg="del">
        <pc:chgData name="John Hu" userId="213e45b8a479442b" providerId="LiveId" clId="{464149D3-95DE-448A-BFE1-A0D8B9969414}" dt="2025-03-11T01:24:08.970" v="3889" actId="47"/>
        <pc:sldMkLst>
          <pc:docMk/>
          <pc:sldMk cId="3355725131" sldId="608"/>
        </pc:sldMkLst>
      </pc:sldChg>
      <pc:sldChg chg="del">
        <pc:chgData name="John Hu" userId="213e45b8a479442b" providerId="LiveId" clId="{464149D3-95DE-448A-BFE1-A0D8B9969414}" dt="2025-03-11T01:24:09.465" v="3890" actId="47"/>
        <pc:sldMkLst>
          <pc:docMk/>
          <pc:sldMk cId="2456875464" sldId="609"/>
        </pc:sldMkLst>
      </pc:sldChg>
      <pc:sldChg chg="del">
        <pc:chgData name="John Hu" userId="213e45b8a479442b" providerId="LiveId" clId="{464149D3-95DE-448A-BFE1-A0D8B9969414}" dt="2025-03-11T01:24:10.631" v="3892" actId="47"/>
        <pc:sldMkLst>
          <pc:docMk/>
          <pc:sldMk cId="682326670" sldId="611"/>
        </pc:sldMkLst>
      </pc:sldChg>
      <pc:sldChg chg="del">
        <pc:chgData name="John Hu" userId="213e45b8a479442b" providerId="LiveId" clId="{464149D3-95DE-448A-BFE1-A0D8B9969414}" dt="2025-03-11T01:24:11.143" v="3893" actId="47"/>
        <pc:sldMkLst>
          <pc:docMk/>
          <pc:sldMk cId="4176025167" sldId="612"/>
        </pc:sldMkLst>
      </pc:sldChg>
      <pc:sldChg chg="del">
        <pc:chgData name="John Hu" userId="213e45b8a479442b" providerId="LiveId" clId="{464149D3-95DE-448A-BFE1-A0D8B9969414}" dt="2025-03-11T01:24:09.943" v="3891" actId="47"/>
        <pc:sldMkLst>
          <pc:docMk/>
          <pc:sldMk cId="417991510" sldId="613"/>
        </pc:sldMkLst>
      </pc:sldChg>
      <pc:sldChg chg="del">
        <pc:chgData name="John Hu" userId="213e45b8a479442b" providerId="LiveId" clId="{464149D3-95DE-448A-BFE1-A0D8B9969414}" dt="2025-03-11T01:23:56.734" v="3876" actId="47"/>
        <pc:sldMkLst>
          <pc:docMk/>
          <pc:sldMk cId="3370103457" sldId="614"/>
        </pc:sldMkLst>
      </pc:sldChg>
      <pc:sldChg chg="del">
        <pc:chgData name="John Hu" userId="213e45b8a479442b" providerId="LiveId" clId="{464149D3-95DE-448A-BFE1-A0D8B9969414}" dt="2025-03-11T01:23:55.547" v="3874" actId="47"/>
        <pc:sldMkLst>
          <pc:docMk/>
          <pc:sldMk cId="3404091532" sldId="615"/>
        </pc:sldMkLst>
      </pc:sldChg>
      <pc:sldChg chg="del">
        <pc:chgData name="John Hu" userId="213e45b8a479442b" providerId="LiveId" clId="{464149D3-95DE-448A-BFE1-A0D8B9969414}" dt="2025-03-11T01:23:55.806" v="3875" actId="47"/>
        <pc:sldMkLst>
          <pc:docMk/>
          <pc:sldMk cId="2861786244" sldId="616"/>
        </pc:sldMkLst>
      </pc:sldChg>
      <pc:sldChg chg="modSp mod">
        <pc:chgData name="John Hu" userId="213e45b8a479442b" providerId="LiveId" clId="{464149D3-95DE-448A-BFE1-A0D8B9969414}" dt="2025-03-30T07:18:36.400" v="14042" actId="20577"/>
        <pc:sldMkLst>
          <pc:docMk/>
          <pc:sldMk cId="164261366" sldId="617"/>
        </pc:sldMkLst>
        <pc:spChg chg="mod">
          <ac:chgData name="John Hu" userId="213e45b8a479442b" providerId="LiveId" clId="{464149D3-95DE-448A-BFE1-A0D8B9969414}" dt="2025-03-30T07:18:36.400" v="14042" actId="20577"/>
          <ac:spMkLst>
            <pc:docMk/>
            <pc:sldMk cId="164261366" sldId="617"/>
            <ac:spMk id="11" creationId="{18CB6FDE-891D-43DB-80C0-7BE9E7C5742D}"/>
          </ac:spMkLst>
        </pc:spChg>
      </pc:sldChg>
      <pc:sldChg chg="del">
        <pc:chgData name="John Hu" userId="213e45b8a479442b" providerId="LiveId" clId="{464149D3-95DE-448A-BFE1-A0D8B9969414}" dt="2025-03-11T01:23:57.386" v="3877" actId="47"/>
        <pc:sldMkLst>
          <pc:docMk/>
          <pc:sldMk cId="859501381" sldId="618"/>
        </pc:sldMkLst>
      </pc:sldChg>
      <pc:sldChg chg="del">
        <pc:chgData name="John Hu" userId="213e45b8a479442b" providerId="LiveId" clId="{464149D3-95DE-448A-BFE1-A0D8B9969414}" dt="2025-03-11T01:23:58.148" v="3878" actId="47"/>
        <pc:sldMkLst>
          <pc:docMk/>
          <pc:sldMk cId="3181207034" sldId="619"/>
        </pc:sldMkLst>
      </pc:sldChg>
      <pc:sldChg chg="del">
        <pc:chgData name="John Hu" userId="213e45b8a479442b" providerId="LiveId" clId="{464149D3-95DE-448A-BFE1-A0D8B9969414}" dt="2025-03-11T01:23:59.535" v="3879" actId="47"/>
        <pc:sldMkLst>
          <pc:docMk/>
          <pc:sldMk cId="4270708178" sldId="620"/>
        </pc:sldMkLst>
      </pc:sldChg>
      <pc:sldChg chg="del">
        <pc:chgData name="John Hu" userId="213e45b8a479442b" providerId="LiveId" clId="{464149D3-95DE-448A-BFE1-A0D8B9969414}" dt="2025-03-11T01:24:00.478" v="3880" actId="47"/>
        <pc:sldMkLst>
          <pc:docMk/>
          <pc:sldMk cId="2397847887" sldId="621"/>
        </pc:sldMkLst>
      </pc:sldChg>
      <pc:sldChg chg="del">
        <pc:chgData name="John Hu" userId="213e45b8a479442b" providerId="LiveId" clId="{464149D3-95DE-448A-BFE1-A0D8B9969414}" dt="2025-03-11T01:23:49.104" v="3868" actId="47"/>
        <pc:sldMkLst>
          <pc:docMk/>
          <pc:sldMk cId="4262740222" sldId="622"/>
        </pc:sldMkLst>
      </pc:sldChg>
      <pc:sldChg chg="modSp mod">
        <pc:chgData name="John Hu" userId="213e45b8a479442b" providerId="LiveId" clId="{464149D3-95DE-448A-BFE1-A0D8B9969414}" dt="2025-02-25T08:05:32.226" v="1477" actId="20577"/>
        <pc:sldMkLst>
          <pc:docMk/>
          <pc:sldMk cId="1102328016" sldId="624"/>
        </pc:sldMkLst>
        <pc:spChg chg="mod">
          <ac:chgData name="John Hu" userId="213e45b8a479442b" providerId="LiveId" clId="{464149D3-95DE-448A-BFE1-A0D8B9969414}" dt="2025-02-25T08:05:32.226" v="1477" actId="20577"/>
          <ac:spMkLst>
            <pc:docMk/>
            <pc:sldMk cId="1102328016" sldId="624"/>
            <ac:spMk id="2" creationId="{5888EE31-F44C-4034-8407-4C756F65702C}"/>
          </ac:spMkLst>
        </pc:spChg>
      </pc:sldChg>
      <pc:sldChg chg="del">
        <pc:chgData name="John Hu" userId="213e45b8a479442b" providerId="LiveId" clId="{464149D3-95DE-448A-BFE1-A0D8B9969414}" dt="2025-02-25T08:27:39.556" v="1480" actId="47"/>
        <pc:sldMkLst>
          <pc:docMk/>
          <pc:sldMk cId="4287735949" sldId="625"/>
        </pc:sldMkLst>
      </pc:sldChg>
      <pc:sldChg chg="add del">
        <pc:chgData name="John Hu" userId="213e45b8a479442b" providerId="LiveId" clId="{464149D3-95DE-448A-BFE1-A0D8B9969414}" dt="2025-02-25T08:27:35.904" v="1479" actId="47"/>
        <pc:sldMkLst>
          <pc:docMk/>
          <pc:sldMk cId="3398423999" sldId="626"/>
        </pc:sldMkLst>
      </pc:sldChg>
      <pc:sldChg chg="del">
        <pc:chgData name="John Hu" userId="213e45b8a479442b" providerId="LiveId" clId="{464149D3-95DE-448A-BFE1-A0D8B9969414}" dt="2025-02-25T08:27:26.896" v="1478" actId="47"/>
        <pc:sldMkLst>
          <pc:docMk/>
          <pc:sldMk cId="3320655588" sldId="628"/>
        </pc:sldMkLst>
      </pc:sldChg>
      <pc:sldChg chg="addSp delSp modSp mod ord addAnim delAnim modAnim">
        <pc:chgData name="John Hu" userId="213e45b8a479442b" providerId="LiveId" clId="{464149D3-95DE-448A-BFE1-A0D8B9969414}" dt="2025-02-27T00:53:51.064" v="2159" actId="20577"/>
        <pc:sldMkLst>
          <pc:docMk/>
          <pc:sldMk cId="3181779752" sldId="629"/>
        </pc:sldMkLst>
        <pc:spChg chg="mod">
          <ac:chgData name="John Hu" userId="213e45b8a479442b" providerId="LiveId" clId="{464149D3-95DE-448A-BFE1-A0D8B9969414}" dt="2025-02-26T06:49:26.096" v="1910" actId="6549"/>
          <ac:spMkLst>
            <pc:docMk/>
            <pc:sldMk cId="3181779752" sldId="629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2-27T00:53:51.064" v="2159" actId="20577"/>
          <ac:spMkLst>
            <pc:docMk/>
            <pc:sldMk cId="3181779752" sldId="629"/>
            <ac:spMk id="3" creationId="{FC3DE994-F8E6-4715-916B-9859E1A19738}"/>
          </ac:spMkLst>
        </pc:spChg>
        <pc:spChg chg="mod">
          <ac:chgData name="John Hu" userId="213e45b8a479442b" providerId="LiveId" clId="{464149D3-95DE-448A-BFE1-A0D8B9969414}" dt="2025-02-26T06:50:17.902" v="1936" actId="20577"/>
          <ac:spMkLst>
            <pc:docMk/>
            <pc:sldMk cId="3181779752" sldId="629"/>
            <ac:spMk id="6" creationId="{8E92DD04-D744-44AA-AF25-2D5444174CB9}"/>
          </ac:spMkLst>
        </pc:spChg>
        <pc:spChg chg="del mod">
          <ac:chgData name="John Hu" userId="213e45b8a479442b" providerId="LiveId" clId="{464149D3-95DE-448A-BFE1-A0D8B9969414}" dt="2025-02-25T08:34:48.759" v="1537" actId="478"/>
          <ac:spMkLst>
            <pc:docMk/>
            <pc:sldMk cId="3181779752" sldId="629"/>
            <ac:spMk id="7" creationId="{678D74DA-F8BA-4711-8D19-E37B62F51B66}"/>
          </ac:spMkLst>
        </pc:spChg>
        <pc:spChg chg="del">
          <ac:chgData name="John Hu" userId="213e45b8a479442b" providerId="LiveId" clId="{464149D3-95DE-448A-BFE1-A0D8B9969414}" dt="2025-02-25T08:34:51.274" v="1538" actId="478"/>
          <ac:spMkLst>
            <pc:docMk/>
            <pc:sldMk cId="3181779752" sldId="629"/>
            <ac:spMk id="9" creationId="{318CACFB-B879-4748-8610-C5FC05275E59}"/>
          </ac:spMkLst>
        </pc:spChg>
        <pc:spChg chg="add del mod">
          <ac:chgData name="John Hu" userId="213e45b8a479442b" providerId="LiveId" clId="{464149D3-95DE-448A-BFE1-A0D8B9969414}" dt="2025-02-26T02:43:36.762" v="1775" actId="478"/>
          <ac:spMkLst>
            <pc:docMk/>
            <pc:sldMk cId="3181779752" sldId="629"/>
            <ac:spMk id="10" creationId="{2D0DFE50-2FDF-4300-BC37-9DABD0843C51}"/>
          </ac:spMkLst>
        </pc:spChg>
        <pc:spChg chg="add del mod">
          <ac:chgData name="John Hu" userId="213e45b8a479442b" providerId="LiveId" clId="{464149D3-95DE-448A-BFE1-A0D8B9969414}" dt="2025-02-26T02:43:38.528" v="1776" actId="478"/>
          <ac:spMkLst>
            <pc:docMk/>
            <pc:sldMk cId="3181779752" sldId="629"/>
            <ac:spMk id="11" creationId="{FCD37FB6-7BC7-4A71-8115-C01F78665771}"/>
          </ac:spMkLst>
        </pc:spChg>
        <pc:picChg chg="add mod">
          <ac:chgData name="John Hu" userId="213e45b8a479442b" providerId="LiveId" clId="{464149D3-95DE-448A-BFE1-A0D8B9969414}" dt="2025-02-26T07:30:07.563" v="1938" actId="1076"/>
          <ac:picMkLst>
            <pc:docMk/>
            <pc:sldMk cId="3181779752" sldId="629"/>
            <ac:picMk id="5" creationId="{2387D226-5511-417B-9874-8B93249C14E8}"/>
          </ac:picMkLst>
        </pc:picChg>
      </pc:sldChg>
      <pc:sldChg chg="del">
        <pc:chgData name="John Hu" userId="213e45b8a479442b" providerId="LiveId" clId="{464149D3-95DE-448A-BFE1-A0D8B9969414}" dt="2025-02-25T08:41:56.035" v="1692" actId="47"/>
        <pc:sldMkLst>
          <pc:docMk/>
          <pc:sldMk cId="829031420" sldId="630"/>
        </pc:sldMkLst>
      </pc:sldChg>
      <pc:sldChg chg="del">
        <pc:chgData name="John Hu" userId="213e45b8a479442b" providerId="LiveId" clId="{464149D3-95DE-448A-BFE1-A0D8B9969414}" dt="2025-03-11T01:23:49.287" v="3869" actId="47"/>
        <pc:sldMkLst>
          <pc:docMk/>
          <pc:sldMk cId="1323392317" sldId="632"/>
        </pc:sldMkLst>
      </pc:sldChg>
      <pc:sldChg chg="del">
        <pc:chgData name="John Hu" userId="213e45b8a479442b" providerId="LiveId" clId="{464149D3-95DE-448A-BFE1-A0D8B9969414}" dt="2025-03-11T01:23:49.437" v="3870" actId="47"/>
        <pc:sldMkLst>
          <pc:docMk/>
          <pc:sldMk cId="156117477" sldId="633"/>
        </pc:sldMkLst>
      </pc:sldChg>
      <pc:sldChg chg="del">
        <pc:chgData name="John Hu" userId="213e45b8a479442b" providerId="LiveId" clId="{464149D3-95DE-448A-BFE1-A0D8B9969414}" dt="2025-03-11T01:23:49.622" v="3871" actId="47"/>
        <pc:sldMkLst>
          <pc:docMk/>
          <pc:sldMk cId="1668661885" sldId="634"/>
        </pc:sldMkLst>
      </pc:sldChg>
      <pc:sldChg chg="del">
        <pc:chgData name="John Hu" userId="213e45b8a479442b" providerId="LiveId" clId="{464149D3-95DE-448A-BFE1-A0D8B9969414}" dt="2025-03-11T01:23:50.242" v="3872" actId="47"/>
        <pc:sldMkLst>
          <pc:docMk/>
          <pc:sldMk cId="20949502" sldId="635"/>
        </pc:sldMkLst>
      </pc:sldChg>
      <pc:sldChg chg="del">
        <pc:chgData name="John Hu" userId="213e45b8a479442b" providerId="LiveId" clId="{464149D3-95DE-448A-BFE1-A0D8B9969414}" dt="2025-03-11T01:23:50.905" v="3873" actId="47"/>
        <pc:sldMkLst>
          <pc:docMk/>
          <pc:sldMk cId="1980848031" sldId="636"/>
        </pc:sldMkLst>
      </pc:sldChg>
      <pc:sldChg chg="addSp delSp modSp add mod">
        <pc:chgData name="John Hu" userId="213e45b8a479442b" providerId="LiveId" clId="{464149D3-95DE-448A-BFE1-A0D8B9969414}" dt="2025-02-25T06:36:36.571" v="605" actId="20577"/>
        <pc:sldMkLst>
          <pc:docMk/>
          <pc:sldMk cId="4244302907" sldId="637"/>
        </pc:sldMkLst>
        <pc:spChg chg="mod">
          <ac:chgData name="John Hu" userId="213e45b8a479442b" providerId="LiveId" clId="{464149D3-95DE-448A-BFE1-A0D8B9969414}" dt="2025-02-25T06:36:36.571" v="605" actId="20577"/>
          <ac:spMkLst>
            <pc:docMk/>
            <pc:sldMk cId="4244302907" sldId="637"/>
            <ac:spMk id="3" creationId="{FC3DE994-F8E6-4715-916B-9859E1A19738}"/>
          </ac:spMkLst>
        </pc:spChg>
        <pc:spChg chg="del mod">
          <ac:chgData name="John Hu" userId="213e45b8a479442b" providerId="LiveId" clId="{464149D3-95DE-448A-BFE1-A0D8B9969414}" dt="2025-02-25T01:35:12.751" v="523" actId="478"/>
          <ac:spMkLst>
            <pc:docMk/>
            <pc:sldMk cId="4244302907" sldId="637"/>
            <ac:spMk id="6" creationId="{066F5F18-C0A7-471A-9455-CF28B559E078}"/>
          </ac:spMkLst>
        </pc:spChg>
        <pc:spChg chg="del">
          <ac:chgData name="John Hu" userId="213e45b8a479442b" providerId="LiveId" clId="{464149D3-95DE-448A-BFE1-A0D8B9969414}" dt="2025-02-25T01:35:14.787" v="524" actId="478"/>
          <ac:spMkLst>
            <pc:docMk/>
            <pc:sldMk cId="4244302907" sldId="637"/>
            <ac:spMk id="7" creationId="{38E84727-9BB3-4C30-B714-1440A329F730}"/>
          </ac:spMkLst>
        </pc:spChg>
        <pc:picChg chg="add mod">
          <ac:chgData name="John Hu" userId="213e45b8a479442b" providerId="LiveId" clId="{464149D3-95DE-448A-BFE1-A0D8B9969414}" dt="2025-02-25T06:36:34.976" v="602" actId="1076"/>
          <ac:picMkLst>
            <pc:docMk/>
            <pc:sldMk cId="4244302907" sldId="637"/>
            <ac:picMk id="5" creationId="{40E39946-8B62-4009-819B-0F5157462CF8}"/>
          </ac:picMkLst>
        </pc:picChg>
      </pc:sldChg>
      <pc:sldChg chg="addSp delSp modSp add mod">
        <pc:chgData name="John Hu" userId="213e45b8a479442b" providerId="LiveId" clId="{464149D3-95DE-448A-BFE1-A0D8B9969414}" dt="2025-02-25T06:40:36.462" v="668" actId="14100"/>
        <pc:sldMkLst>
          <pc:docMk/>
          <pc:sldMk cId="701864374" sldId="638"/>
        </pc:sldMkLst>
        <pc:spChg chg="mod">
          <ac:chgData name="John Hu" userId="213e45b8a479442b" providerId="LiveId" clId="{464149D3-95DE-448A-BFE1-A0D8B9969414}" dt="2025-02-25T06:37:44.091" v="627" actId="21"/>
          <ac:spMkLst>
            <pc:docMk/>
            <pc:sldMk cId="701864374" sldId="638"/>
            <ac:spMk id="3" creationId="{FC3DE994-F8E6-4715-916B-9859E1A19738}"/>
          </ac:spMkLst>
        </pc:spChg>
        <pc:spChg chg="mod">
          <ac:chgData name="John Hu" userId="213e45b8a479442b" providerId="LiveId" clId="{464149D3-95DE-448A-BFE1-A0D8B9969414}" dt="2025-02-25T06:38:47.675" v="643" actId="1076"/>
          <ac:spMkLst>
            <pc:docMk/>
            <pc:sldMk cId="701864374" sldId="638"/>
            <ac:spMk id="6" creationId="{066F5F18-C0A7-471A-9455-CF28B559E078}"/>
          </ac:spMkLst>
        </pc:spChg>
        <pc:spChg chg="mod">
          <ac:chgData name="John Hu" userId="213e45b8a479442b" providerId="LiveId" clId="{464149D3-95DE-448A-BFE1-A0D8B9969414}" dt="2025-02-25T06:38:50.381" v="644" actId="1076"/>
          <ac:spMkLst>
            <pc:docMk/>
            <pc:sldMk cId="701864374" sldId="638"/>
            <ac:spMk id="7" creationId="{38E84727-9BB3-4C30-B714-1440A329F730}"/>
          </ac:spMkLst>
        </pc:spChg>
        <pc:spChg chg="add mod ord">
          <ac:chgData name="John Hu" userId="213e45b8a479442b" providerId="LiveId" clId="{464149D3-95DE-448A-BFE1-A0D8B9969414}" dt="2025-02-25T06:40:36.462" v="668" actId="14100"/>
          <ac:spMkLst>
            <pc:docMk/>
            <pc:sldMk cId="701864374" sldId="638"/>
            <ac:spMk id="9" creationId="{A37F1507-98D9-4376-B5CE-13F9DEEA1414}"/>
          </ac:spMkLst>
        </pc:spChg>
        <pc:graphicFrameChg chg="add del mod ord modGraphic">
          <ac:chgData name="John Hu" userId="213e45b8a479442b" providerId="LiveId" clId="{464149D3-95DE-448A-BFE1-A0D8B9969414}" dt="2025-02-25T06:40:16.471" v="662" actId="478"/>
          <ac:graphicFrameMkLst>
            <pc:docMk/>
            <pc:sldMk cId="701864374" sldId="638"/>
            <ac:graphicFrameMk id="4" creationId="{532465E8-9DAA-49FE-8750-A5ADEEADBD10}"/>
          </ac:graphicFrameMkLst>
        </pc:graphicFrameChg>
      </pc:sldChg>
      <pc:sldChg chg="modSp add del mod">
        <pc:chgData name="John Hu" userId="213e45b8a479442b" providerId="LiveId" clId="{464149D3-95DE-448A-BFE1-A0D8B9969414}" dt="2025-02-25T06:36:34.308" v="601"/>
        <pc:sldMkLst>
          <pc:docMk/>
          <pc:sldMk cId="3337178186" sldId="638"/>
        </pc:sldMkLst>
        <pc:spChg chg="mod">
          <ac:chgData name="John Hu" userId="213e45b8a479442b" providerId="LiveId" clId="{464149D3-95DE-448A-BFE1-A0D8B9969414}" dt="2025-02-25T06:36:33.930" v="600" actId="20577"/>
          <ac:spMkLst>
            <pc:docMk/>
            <pc:sldMk cId="3337178186" sldId="638"/>
            <ac:spMk id="3" creationId="{FC3DE994-F8E6-4715-916B-9859E1A19738}"/>
          </ac:spMkLst>
        </pc:spChg>
      </pc:sldChg>
      <pc:sldChg chg="addSp delSp modSp add mod">
        <pc:chgData name="John Hu" userId="213e45b8a479442b" providerId="LiveId" clId="{464149D3-95DE-448A-BFE1-A0D8B9969414}" dt="2025-02-26T02:39:17.204" v="1696" actId="1076"/>
        <pc:sldMkLst>
          <pc:docMk/>
          <pc:sldMk cId="1774578108" sldId="639"/>
        </pc:sldMkLst>
        <pc:spChg chg="mod">
          <ac:chgData name="John Hu" userId="213e45b8a479442b" providerId="LiveId" clId="{464149D3-95DE-448A-BFE1-A0D8B9969414}" dt="2025-02-25T06:41:10.561" v="766" actId="6549"/>
          <ac:spMkLst>
            <pc:docMk/>
            <pc:sldMk cId="1774578108" sldId="639"/>
            <ac:spMk id="3" creationId="{FC3DE994-F8E6-4715-916B-9859E1A19738}"/>
          </ac:spMkLst>
        </pc:spChg>
        <pc:spChg chg="del">
          <ac:chgData name="John Hu" userId="213e45b8a479442b" providerId="LiveId" clId="{464149D3-95DE-448A-BFE1-A0D8B9969414}" dt="2025-02-25T06:41:50.383" v="768" actId="478"/>
          <ac:spMkLst>
            <pc:docMk/>
            <pc:sldMk cId="1774578108" sldId="639"/>
            <ac:spMk id="6" creationId="{066F5F18-C0A7-471A-9455-CF28B559E078}"/>
          </ac:spMkLst>
        </pc:spChg>
        <pc:spChg chg="del">
          <ac:chgData name="John Hu" userId="213e45b8a479442b" providerId="LiveId" clId="{464149D3-95DE-448A-BFE1-A0D8B9969414}" dt="2025-02-25T06:41:52.035" v="769" actId="478"/>
          <ac:spMkLst>
            <pc:docMk/>
            <pc:sldMk cId="1774578108" sldId="639"/>
            <ac:spMk id="7" creationId="{38E84727-9BB3-4C30-B714-1440A329F730}"/>
          </ac:spMkLst>
        </pc:spChg>
        <pc:graphicFrameChg chg="del">
          <ac:chgData name="John Hu" userId="213e45b8a479442b" providerId="LiveId" clId="{464149D3-95DE-448A-BFE1-A0D8B9969414}" dt="2025-02-25T06:41:13.167" v="767" actId="478"/>
          <ac:graphicFrameMkLst>
            <pc:docMk/>
            <pc:sldMk cId="1774578108" sldId="639"/>
            <ac:graphicFrameMk id="4" creationId="{532465E8-9DAA-49FE-8750-A5ADEEADBD10}"/>
          </ac:graphicFrameMkLst>
        </pc:graphicFrameChg>
        <pc:picChg chg="add mod">
          <ac:chgData name="John Hu" userId="213e45b8a479442b" providerId="LiveId" clId="{464149D3-95DE-448A-BFE1-A0D8B9969414}" dt="2025-02-26T02:39:10.546" v="1693" actId="1076"/>
          <ac:picMkLst>
            <pc:docMk/>
            <pc:sldMk cId="1774578108" sldId="639"/>
            <ac:picMk id="9" creationId="{1573FE0B-CA8F-423F-8E83-08B5353FA483}"/>
          </ac:picMkLst>
        </pc:picChg>
        <pc:picChg chg="add mod">
          <ac:chgData name="John Hu" userId="213e45b8a479442b" providerId="LiveId" clId="{464149D3-95DE-448A-BFE1-A0D8B9969414}" dt="2025-02-26T02:39:13.733" v="1695" actId="1076"/>
          <ac:picMkLst>
            <pc:docMk/>
            <pc:sldMk cId="1774578108" sldId="639"/>
            <ac:picMk id="13" creationId="{3E397CB9-4D37-41C1-A386-473D3655C54B}"/>
          </ac:picMkLst>
        </pc:picChg>
        <pc:cxnChg chg="add mod">
          <ac:chgData name="John Hu" userId="213e45b8a479442b" providerId="LiveId" clId="{464149D3-95DE-448A-BFE1-A0D8B9969414}" dt="2025-02-26T02:39:12.470" v="1694" actId="1076"/>
          <ac:cxnSpMkLst>
            <pc:docMk/>
            <pc:sldMk cId="1774578108" sldId="639"/>
            <ac:cxnSpMk id="11" creationId="{261C5785-B390-41D5-A388-E1449F94FF4A}"/>
          </ac:cxnSpMkLst>
        </pc:cxnChg>
        <pc:cxnChg chg="add mod">
          <ac:chgData name="John Hu" userId="213e45b8a479442b" providerId="LiveId" clId="{464149D3-95DE-448A-BFE1-A0D8B9969414}" dt="2025-02-26T02:39:17.204" v="1696" actId="1076"/>
          <ac:cxnSpMkLst>
            <pc:docMk/>
            <pc:sldMk cId="1774578108" sldId="639"/>
            <ac:cxnSpMk id="14" creationId="{4CFE91AE-9611-403C-8613-A7B431CBCC22}"/>
          </ac:cxnSpMkLst>
        </pc:cxnChg>
      </pc:sldChg>
      <pc:sldChg chg="delSp modSp add mod">
        <pc:chgData name="John Hu" userId="213e45b8a479442b" providerId="LiveId" clId="{464149D3-95DE-448A-BFE1-A0D8B9969414}" dt="2025-02-25T07:13:26.083" v="1279" actId="20577"/>
        <pc:sldMkLst>
          <pc:docMk/>
          <pc:sldMk cId="56935045" sldId="640"/>
        </pc:sldMkLst>
        <pc:spChg chg="mod">
          <ac:chgData name="John Hu" userId="213e45b8a479442b" providerId="LiveId" clId="{464149D3-95DE-448A-BFE1-A0D8B9969414}" dt="2025-02-25T06:46:12.461" v="856" actId="6549"/>
          <ac:spMkLst>
            <pc:docMk/>
            <pc:sldMk cId="56935045" sldId="640"/>
            <ac:spMk id="3" creationId="{FC3DE994-F8E6-4715-916B-9859E1A19738}"/>
          </ac:spMkLst>
        </pc:spChg>
        <pc:spChg chg="mod">
          <ac:chgData name="John Hu" userId="213e45b8a479442b" providerId="LiveId" clId="{464149D3-95DE-448A-BFE1-A0D8B9969414}" dt="2025-02-25T07:13:26.083" v="1279" actId="20577"/>
          <ac:spMkLst>
            <pc:docMk/>
            <pc:sldMk cId="56935045" sldId="640"/>
            <ac:spMk id="9" creationId="{AB6EECAE-2C4A-4D70-8846-A3838F676264}"/>
          </ac:spMkLst>
        </pc:spChg>
        <pc:picChg chg="del">
          <ac:chgData name="John Hu" userId="213e45b8a479442b" providerId="LiveId" clId="{464149D3-95DE-448A-BFE1-A0D8B9969414}" dt="2025-02-25T06:46:14.173" v="857" actId="478"/>
          <ac:picMkLst>
            <pc:docMk/>
            <pc:sldMk cId="56935045" sldId="640"/>
            <ac:picMk id="7" creationId="{F10A6834-7F44-484E-B438-8FB2FCAEAB55}"/>
          </ac:picMkLst>
        </pc:picChg>
      </pc:sldChg>
      <pc:sldChg chg="modSp add mod">
        <pc:chgData name="John Hu" userId="213e45b8a479442b" providerId="LiveId" clId="{464149D3-95DE-448A-BFE1-A0D8B9969414}" dt="2025-02-27T00:55:10.566" v="2162" actId="6549"/>
        <pc:sldMkLst>
          <pc:docMk/>
          <pc:sldMk cId="3161691511" sldId="641"/>
        </pc:sldMkLst>
        <pc:spChg chg="mod">
          <ac:chgData name="John Hu" userId="213e45b8a479442b" providerId="LiveId" clId="{464149D3-95DE-448A-BFE1-A0D8B9969414}" dt="2025-02-27T00:55:10.566" v="2162" actId="6549"/>
          <ac:spMkLst>
            <pc:docMk/>
            <pc:sldMk cId="3161691511" sldId="641"/>
            <ac:spMk id="2" creationId="{5888EE31-F44C-4034-8407-4C756F65702C}"/>
          </ac:spMkLst>
        </pc:spChg>
      </pc:sldChg>
      <pc:sldChg chg="addSp delSp modSp add mod">
        <pc:chgData name="John Hu" userId="213e45b8a479442b" providerId="LiveId" clId="{464149D3-95DE-448A-BFE1-A0D8B9969414}" dt="2025-02-27T00:55:52.271" v="2182" actId="20577"/>
        <pc:sldMkLst>
          <pc:docMk/>
          <pc:sldMk cId="3444438766" sldId="642"/>
        </pc:sldMkLst>
        <pc:spChg chg="mod">
          <ac:chgData name="John Hu" userId="213e45b8a479442b" providerId="LiveId" clId="{464149D3-95DE-448A-BFE1-A0D8B9969414}" dt="2025-02-27T00:55:52.271" v="2182" actId="20577"/>
          <ac:spMkLst>
            <pc:docMk/>
            <pc:sldMk cId="3444438766" sldId="642"/>
            <ac:spMk id="3" creationId="{FC3DE994-F8E6-4715-916B-9859E1A19738}"/>
          </ac:spMkLst>
        </pc:spChg>
        <pc:spChg chg="mod">
          <ac:chgData name="John Hu" userId="213e45b8a479442b" providerId="LiveId" clId="{464149D3-95DE-448A-BFE1-A0D8B9969414}" dt="2025-02-27T00:54:23.565" v="2160" actId="20577"/>
          <ac:spMkLst>
            <pc:docMk/>
            <pc:sldMk cId="3444438766" sldId="642"/>
            <ac:spMk id="6" creationId="{8E92DD04-D744-44AA-AF25-2D5444174CB9}"/>
          </ac:spMkLst>
        </pc:spChg>
        <pc:picChg chg="del mod">
          <ac:chgData name="John Hu" userId="213e45b8a479442b" providerId="LiveId" clId="{464149D3-95DE-448A-BFE1-A0D8B9969414}" dt="2025-02-26T07:38:49.418" v="2045" actId="478"/>
          <ac:picMkLst>
            <pc:docMk/>
            <pc:sldMk cId="3444438766" sldId="642"/>
            <ac:picMk id="5" creationId="{2387D226-5511-417B-9874-8B93249C14E8}"/>
          </ac:picMkLst>
        </pc:picChg>
        <pc:picChg chg="add mod">
          <ac:chgData name="John Hu" userId="213e45b8a479442b" providerId="LiveId" clId="{464149D3-95DE-448A-BFE1-A0D8B9969414}" dt="2025-02-26T07:40:58.412" v="2073" actId="14100"/>
          <ac:picMkLst>
            <pc:docMk/>
            <pc:sldMk cId="3444438766" sldId="642"/>
            <ac:picMk id="7" creationId="{C07BEA08-7A1B-462C-B9A6-CF75BDFBEF60}"/>
          </ac:picMkLst>
        </pc:picChg>
        <pc:picChg chg="add mod">
          <ac:chgData name="John Hu" userId="213e45b8a479442b" providerId="LiveId" clId="{464149D3-95DE-448A-BFE1-A0D8B9969414}" dt="2025-02-26T07:41:08.670" v="2078" actId="1076"/>
          <ac:picMkLst>
            <pc:docMk/>
            <pc:sldMk cId="3444438766" sldId="642"/>
            <ac:picMk id="10" creationId="{4EFC6F9F-7490-4245-8DDB-0BD14970016A}"/>
          </ac:picMkLst>
        </pc:picChg>
        <pc:picChg chg="add mod">
          <ac:chgData name="John Hu" userId="213e45b8a479442b" providerId="LiveId" clId="{464149D3-95DE-448A-BFE1-A0D8B9969414}" dt="2025-02-26T07:46:05.716" v="2085" actId="1076"/>
          <ac:picMkLst>
            <pc:docMk/>
            <pc:sldMk cId="3444438766" sldId="642"/>
            <ac:picMk id="12" creationId="{84744732-8C9A-4BA8-AA9B-DB7C8D5B4D47}"/>
          </ac:picMkLst>
        </pc:picChg>
      </pc:sldChg>
      <pc:sldChg chg="modSp add mod ord">
        <pc:chgData name="John Hu" userId="213e45b8a479442b" providerId="LiveId" clId="{464149D3-95DE-448A-BFE1-A0D8B9969414}" dt="2025-03-10T00:59:10.299" v="2873"/>
        <pc:sldMkLst>
          <pc:docMk/>
          <pc:sldMk cId="2832691755" sldId="643"/>
        </pc:sldMkLst>
        <pc:spChg chg="mod">
          <ac:chgData name="John Hu" userId="213e45b8a479442b" providerId="LiveId" clId="{464149D3-95DE-448A-BFE1-A0D8B9969414}" dt="2025-03-10T00:58:51.475" v="2870" actId="207"/>
          <ac:spMkLst>
            <pc:docMk/>
            <pc:sldMk cId="2832691755" sldId="643"/>
            <ac:spMk id="7" creationId="{7367365C-F4C3-4519-A516-0FFA1FC40A77}"/>
          </ac:spMkLst>
        </pc:spChg>
        <pc:spChg chg="mod">
          <ac:chgData name="John Hu" userId="213e45b8a479442b" providerId="LiveId" clId="{464149D3-95DE-448A-BFE1-A0D8B9969414}" dt="2025-03-10T00:59:10.299" v="2873"/>
          <ac:spMkLst>
            <pc:docMk/>
            <pc:sldMk cId="2832691755" sldId="643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10T00:58:47.830" v="2869" actId="207"/>
          <ac:spMkLst>
            <pc:docMk/>
            <pc:sldMk cId="2832691755" sldId="643"/>
            <ac:spMk id="9" creationId="{4FA5521D-E240-4E77-AE2C-DFF6D7109AF9}"/>
          </ac:spMkLst>
        </pc:spChg>
      </pc:sldChg>
      <pc:sldChg chg="addSp delSp modSp add mod">
        <pc:chgData name="John Hu" userId="213e45b8a479442b" providerId="LiveId" clId="{464149D3-95DE-448A-BFE1-A0D8B9969414}" dt="2025-03-11T01:03:08.588" v="3820" actId="1076"/>
        <pc:sldMkLst>
          <pc:docMk/>
          <pc:sldMk cId="3634169676" sldId="644"/>
        </pc:sldMkLst>
        <pc:spChg chg="mod">
          <ac:chgData name="John Hu" userId="213e45b8a479442b" providerId="LiveId" clId="{464149D3-95DE-448A-BFE1-A0D8B9969414}" dt="2025-03-10T02:39:40.495" v="3262" actId="1076"/>
          <ac:spMkLst>
            <pc:docMk/>
            <pc:sldMk cId="3634169676" sldId="644"/>
            <ac:spMk id="9" creationId="{4FA5521D-E240-4E77-AE2C-DFF6D7109AF9}"/>
          </ac:spMkLst>
        </pc:spChg>
        <pc:spChg chg="del">
          <ac:chgData name="John Hu" userId="213e45b8a479442b" providerId="LiveId" clId="{464149D3-95DE-448A-BFE1-A0D8B9969414}" dt="2025-03-10T02:37:01.752" v="3143" actId="478"/>
          <ac:spMkLst>
            <pc:docMk/>
            <pc:sldMk cId="3634169676" sldId="644"/>
            <ac:spMk id="12" creationId="{47D61A8E-0CF0-4BFE-BDA1-A11F7D0C83A7}"/>
          </ac:spMkLst>
        </pc:spChg>
        <pc:spChg chg="mod">
          <ac:chgData name="John Hu" userId="213e45b8a479442b" providerId="LiveId" clId="{464149D3-95DE-448A-BFE1-A0D8B9969414}" dt="2025-03-10T02:39:34.962" v="3260" actId="1076"/>
          <ac:spMkLst>
            <pc:docMk/>
            <pc:sldMk cId="3634169676" sldId="644"/>
            <ac:spMk id="13" creationId="{112B5ECF-1E46-4E7A-8499-0526CFBE0D9B}"/>
          </ac:spMkLst>
        </pc:spChg>
        <pc:spChg chg="mod">
          <ac:chgData name="John Hu" userId="213e45b8a479442b" providerId="LiveId" clId="{464149D3-95DE-448A-BFE1-A0D8B9969414}" dt="2025-03-10T02:39:38.177" v="3261" actId="1076"/>
          <ac:spMkLst>
            <pc:docMk/>
            <pc:sldMk cId="3634169676" sldId="644"/>
            <ac:spMk id="16" creationId="{782B5878-338E-46C8-ACA0-5EDC7C892951}"/>
          </ac:spMkLst>
        </pc:spChg>
        <pc:picChg chg="add del mod">
          <ac:chgData name="John Hu" userId="213e45b8a479442b" providerId="LiveId" clId="{464149D3-95DE-448A-BFE1-A0D8B9969414}" dt="2025-03-11T01:02:57.087" v="3816" actId="478"/>
          <ac:picMkLst>
            <pc:docMk/>
            <pc:sldMk cId="3634169676" sldId="644"/>
            <ac:picMk id="4" creationId="{4A89E462-C6F3-4C31-8999-FF2DA8D421F0}"/>
          </ac:picMkLst>
        </pc:picChg>
        <pc:picChg chg="add mod modCrop">
          <ac:chgData name="John Hu" userId="213e45b8a479442b" providerId="LiveId" clId="{464149D3-95DE-448A-BFE1-A0D8B9969414}" dt="2025-03-11T01:03:08.588" v="3820" actId="1076"/>
          <ac:picMkLst>
            <pc:docMk/>
            <pc:sldMk cId="3634169676" sldId="644"/>
            <ac:picMk id="5" creationId="{F377A8CB-0801-4657-B2A6-19E50E19343D}"/>
          </ac:picMkLst>
        </pc:picChg>
        <pc:picChg chg="del">
          <ac:chgData name="John Hu" userId="213e45b8a479442b" providerId="LiveId" clId="{464149D3-95DE-448A-BFE1-A0D8B9969414}" dt="2025-03-10T02:38:12.152" v="3186" actId="478"/>
          <ac:picMkLst>
            <pc:docMk/>
            <pc:sldMk cId="3634169676" sldId="644"/>
            <ac:picMk id="18" creationId="{E2C17458-EED4-4981-B835-B9951147ECE7}"/>
          </ac:picMkLst>
        </pc:picChg>
      </pc:sldChg>
      <pc:sldChg chg="addSp delSp modSp add mod">
        <pc:chgData name="John Hu" userId="213e45b8a479442b" providerId="LiveId" clId="{464149D3-95DE-448A-BFE1-A0D8B9969414}" dt="2025-03-11T01:21:28.240" v="3867" actId="1076"/>
        <pc:sldMkLst>
          <pc:docMk/>
          <pc:sldMk cId="996827761" sldId="645"/>
        </pc:sldMkLst>
        <pc:spChg chg="add del mod">
          <ac:chgData name="John Hu" userId="213e45b8a479442b" providerId="LiveId" clId="{464149D3-95DE-448A-BFE1-A0D8B9969414}" dt="2025-03-11T01:19:04.058" v="3841" actId="478"/>
          <ac:spMkLst>
            <pc:docMk/>
            <pc:sldMk cId="996827761" sldId="645"/>
            <ac:spMk id="5" creationId="{D8CCAA82-B39C-4200-80CF-5EDF87CEE104}"/>
          </ac:spMkLst>
        </pc:spChg>
        <pc:spChg chg="mod">
          <ac:chgData name="John Hu" userId="213e45b8a479442b" providerId="LiveId" clId="{464149D3-95DE-448A-BFE1-A0D8B9969414}" dt="2025-03-11T01:20:34.778" v="3855"/>
          <ac:spMkLst>
            <pc:docMk/>
            <pc:sldMk cId="996827761" sldId="645"/>
            <ac:spMk id="9" creationId="{4FA5521D-E240-4E77-AE2C-DFF6D7109AF9}"/>
          </ac:spMkLst>
        </pc:spChg>
        <pc:spChg chg="add mod">
          <ac:chgData name="John Hu" userId="213e45b8a479442b" providerId="LiveId" clId="{464149D3-95DE-448A-BFE1-A0D8B9969414}" dt="2025-03-11T01:21:03.377" v="3863" actId="113"/>
          <ac:spMkLst>
            <pc:docMk/>
            <pc:sldMk cId="996827761" sldId="645"/>
            <ac:spMk id="11" creationId="{A7E6C50A-360C-4DBF-87FA-D80440311530}"/>
          </ac:spMkLst>
        </pc:spChg>
        <pc:spChg chg="add del mod">
          <ac:chgData name="John Hu" userId="213e45b8a479442b" providerId="LiveId" clId="{464149D3-95DE-448A-BFE1-A0D8B9969414}" dt="2025-03-10T02:41:38.580" v="3477" actId="478"/>
          <ac:spMkLst>
            <pc:docMk/>
            <pc:sldMk cId="996827761" sldId="645"/>
            <ac:spMk id="11" creationId="{F1F2797E-A7E2-4A43-827F-C7A4D3C94EFF}"/>
          </ac:spMkLst>
        </pc:spChg>
        <pc:spChg chg="mod">
          <ac:chgData name="John Hu" userId="213e45b8a479442b" providerId="LiveId" clId="{464149D3-95DE-448A-BFE1-A0D8B9969414}" dt="2025-03-10T06:54:26.219" v="3689" actId="20577"/>
          <ac:spMkLst>
            <pc:docMk/>
            <pc:sldMk cId="996827761" sldId="645"/>
            <ac:spMk id="13" creationId="{112B5ECF-1E46-4E7A-8499-0526CFBE0D9B}"/>
          </ac:spMkLst>
        </pc:spChg>
        <pc:spChg chg="add del">
          <ac:chgData name="John Hu" userId="213e45b8a479442b" providerId="LiveId" clId="{464149D3-95DE-448A-BFE1-A0D8B9969414}" dt="2025-03-10T02:41:39.659" v="3479" actId="22"/>
          <ac:spMkLst>
            <pc:docMk/>
            <pc:sldMk cId="996827761" sldId="645"/>
            <ac:spMk id="14" creationId="{02C310CF-7543-40E1-8027-171F05DAB63F}"/>
          </ac:spMkLst>
        </pc:spChg>
        <pc:spChg chg="add del mod">
          <ac:chgData name="John Hu" userId="213e45b8a479442b" providerId="LiveId" clId="{464149D3-95DE-448A-BFE1-A0D8B9969414}" dt="2025-03-11T01:19:08.917" v="3842" actId="478"/>
          <ac:spMkLst>
            <pc:docMk/>
            <pc:sldMk cId="996827761" sldId="645"/>
            <ac:spMk id="15" creationId="{2224F3DD-32DB-46D2-AF2C-25179964D587}"/>
          </ac:spMkLst>
        </pc:spChg>
        <pc:spChg chg="mod">
          <ac:chgData name="John Hu" userId="213e45b8a479442b" providerId="LiveId" clId="{464149D3-95DE-448A-BFE1-A0D8B9969414}" dt="2025-03-11T01:21:28.240" v="3867" actId="1076"/>
          <ac:spMkLst>
            <pc:docMk/>
            <pc:sldMk cId="996827761" sldId="645"/>
            <ac:spMk id="16" creationId="{782B5878-338E-46C8-ACA0-5EDC7C892951}"/>
          </ac:spMkLst>
        </pc:spChg>
        <pc:picChg chg="del">
          <ac:chgData name="John Hu" userId="213e45b8a479442b" providerId="LiveId" clId="{464149D3-95DE-448A-BFE1-A0D8B9969414}" dt="2025-03-10T06:18:29.103" v="3487" actId="478"/>
          <ac:picMkLst>
            <pc:docMk/>
            <pc:sldMk cId="996827761" sldId="645"/>
            <ac:picMk id="4" creationId="{4A89E462-C6F3-4C31-8999-FF2DA8D421F0}"/>
          </ac:picMkLst>
        </pc:picChg>
        <pc:picChg chg="add mod">
          <ac:chgData name="John Hu" userId="213e45b8a479442b" providerId="LiveId" clId="{464149D3-95DE-448A-BFE1-A0D8B9969414}" dt="2025-03-11T01:21:15.528" v="3865" actId="1076"/>
          <ac:picMkLst>
            <pc:docMk/>
            <pc:sldMk cId="996827761" sldId="645"/>
            <ac:picMk id="4" creationId="{4C628DC2-59A2-4569-82F9-83D62C8A8B33}"/>
          </ac:picMkLst>
        </pc:picChg>
        <pc:picChg chg="add mod">
          <ac:chgData name="John Hu" userId="213e45b8a479442b" providerId="LiveId" clId="{464149D3-95DE-448A-BFE1-A0D8B9969414}" dt="2025-03-11T01:21:16.968" v="3866" actId="1076"/>
          <ac:picMkLst>
            <pc:docMk/>
            <pc:sldMk cId="996827761" sldId="645"/>
            <ac:picMk id="7" creationId="{C91EF2FF-2992-493F-A254-34CF4ADDF298}"/>
          </ac:picMkLst>
        </pc:picChg>
        <pc:picChg chg="add del mod">
          <ac:chgData name="John Hu" userId="213e45b8a479442b" providerId="LiveId" clId="{464149D3-95DE-448A-BFE1-A0D8B9969414}" dt="2025-03-11T01:19:51.478" v="3849" actId="478"/>
          <ac:picMkLst>
            <pc:docMk/>
            <pc:sldMk cId="996827761" sldId="645"/>
            <ac:picMk id="12" creationId="{05ECFF63-BDC2-4921-A348-7C15D82FB8CD}"/>
          </ac:picMkLst>
        </pc:picChg>
      </pc:sldChg>
      <pc:sldChg chg="addSp delSp modSp add mod ord">
        <pc:chgData name="John Hu" userId="213e45b8a479442b" providerId="LiveId" clId="{464149D3-95DE-448A-BFE1-A0D8B9969414}" dt="2025-03-11T01:18:56.287" v="3840" actId="1076"/>
        <pc:sldMkLst>
          <pc:docMk/>
          <pc:sldMk cId="3867182455" sldId="646"/>
        </pc:sldMkLst>
        <pc:spChg chg="mod">
          <ac:chgData name="John Hu" userId="213e45b8a479442b" providerId="LiveId" clId="{464149D3-95DE-448A-BFE1-A0D8B9969414}" dt="2025-03-11T01:18:56.287" v="3840" actId="1076"/>
          <ac:spMkLst>
            <pc:docMk/>
            <pc:sldMk cId="3867182455" sldId="646"/>
            <ac:spMk id="5" creationId="{D8CCAA82-B39C-4200-80CF-5EDF87CEE104}"/>
          </ac:spMkLst>
        </pc:spChg>
        <pc:spChg chg="mod">
          <ac:chgData name="John Hu" userId="213e45b8a479442b" providerId="LiveId" clId="{464149D3-95DE-448A-BFE1-A0D8B9969414}" dt="2025-03-10T06:54:23.994" v="3687" actId="20577"/>
          <ac:spMkLst>
            <pc:docMk/>
            <pc:sldMk cId="3867182455" sldId="646"/>
            <ac:spMk id="13" creationId="{112B5ECF-1E46-4E7A-8499-0526CFBE0D9B}"/>
          </ac:spMkLst>
        </pc:spChg>
        <pc:spChg chg="mod">
          <ac:chgData name="John Hu" userId="213e45b8a479442b" providerId="LiveId" clId="{464149D3-95DE-448A-BFE1-A0D8B9969414}" dt="2025-03-10T06:45:21.163" v="3535" actId="20577"/>
          <ac:spMkLst>
            <pc:docMk/>
            <pc:sldMk cId="3867182455" sldId="646"/>
            <ac:spMk id="16" creationId="{782B5878-338E-46C8-ACA0-5EDC7C892951}"/>
          </ac:spMkLst>
        </pc:spChg>
        <pc:picChg chg="add mod">
          <ac:chgData name="John Hu" userId="213e45b8a479442b" providerId="LiveId" clId="{464149D3-95DE-448A-BFE1-A0D8B9969414}" dt="2025-03-11T01:18:50.422" v="3839" actId="1076"/>
          <ac:picMkLst>
            <pc:docMk/>
            <pc:sldMk cId="3867182455" sldId="646"/>
            <ac:picMk id="4" creationId="{0E33A997-362D-4A40-B4B0-17C15D163608}"/>
          </ac:picMkLst>
        </pc:picChg>
        <pc:picChg chg="del">
          <ac:chgData name="John Hu" userId="213e45b8a479442b" providerId="LiveId" clId="{464149D3-95DE-448A-BFE1-A0D8B9969414}" dt="2025-03-11T01:18:34.150" v="3830" actId="478"/>
          <ac:picMkLst>
            <pc:docMk/>
            <pc:sldMk cId="3867182455" sldId="646"/>
            <ac:picMk id="12" creationId="{05ECFF63-BDC2-4921-A348-7C15D82FB8CD}"/>
          </ac:picMkLst>
        </pc:picChg>
      </pc:sldChg>
      <pc:sldChg chg="addSp delSp modSp add mod">
        <pc:chgData name="John Hu" userId="213e45b8a479442b" providerId="LiveId" clId="{464149D3-95DE-448A-BFE1-A0D8B9969414}" dt="2025-03-11T06:58:01.180" v="4869" actId="20577"/>
        <pc:sldMkLst>
          <pc:docMk/>
          <pc:sldMk cId="2760184106" sldId="647"/>
        </pc:sldMkLst>
        <pc:spChg chg="mod">
          <ac:chgData name="John Hu" userId="213e45b8a479442b" providerId="LiveId" clId="{464149D3-95DE-448A-BFE1-A0D8B9969414}" dt="2025-03-11T01:27:22.640" v="3926" actId="20577"/>
          <ac:spMkLst>
            <pc:docMk/>
            <pc:sldMk cId="2760184106" sldId="647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11T06:35:00.905" v="3953" actId="20577"/>
          <ac:spMkLst>
            <pc:docMk/>
            <pc:sldMk cId="2760184106" sldId="647"/>
            <ac:spMk id="8" creationId="{36177B38-43AB-4398-968B-448F8F0E5F49}"/>
          </ac:spMkLst>
        </pc:spChg>
        <pc:spChg chg="del">
          <ac:chgData name="John Hu" userId="213e45b8a479442b" providerId="LiveId" clId="{464149D3-95DE-448A-BFE1-A0D8B9969414}" dt="2025-03-11T06:37:58.603" v="4100" actId="478"/>
          <ac:spMkLst>
            <pc:docMk/>
            <pc:sldMk cId="2760184106" sldId="647"/>
            <ac:spMk id="9" creationId="{4FA5521D-E240-4E77-AE2C-DFF6D7109AF9}"/>
          </ac:spMkLst>
        </pc:spChg>
        <pc:spChg chg="mod">
          <ac:chgData name="John Hu" userId="213e45b8a479442b" providerId="LiveId" clId="{464149D3-95DE-448A-BFE1-A0D8B9969414}" dt="2025-03-11T06:35:21.854" v="3986" actId="20577"/>
          <ac:spMkLst>
            <pc:docMk/>
            <pc:sldMk cId="2760184106" sldId="647"/>
            <ac:spMk id="10" creationId="{4D9CDC4E-E5FC-4827-898E-896C4F0AE55E}"/>
          </ac:spMkLst>
        </pc:spChg>
        <pc:spChg chg="del">
          <ac:chgData name="John Hu" userId="213e45b8a479442b" providerId="LiveId" clId="{464149D3-95DE-448A-BFE1-A0D8B9969414}" dt="2025-03-11T06:38:01.003" v="4101" actId="478"/>
          <ac:spMkLst>
            <pc:docMk/>
            <pc:sldMk cId="2760184106" sldId="647"/>
            <ac:spMk id="11" creationId="{A7E6C50A-360C-4DBF-87FA-D80440311530}"/>
          </ac:spMkLst>
        </pc:spChg>
        <pc:spChg chg="mod">
          <ac:chgData name="John Hu" userId="213e45b8a479442b" providerId="LiveId" clId="{464149D3-95DE-448A-BFE1-A0D8B9969414}" dt="2025-03-11T06:58:01.180" v="4869" actId="20577"/>
          <ac:spMkLst>
            <pc:docMk/>
            <pc:sldMk cId="2760184106" sldId="647"/>
            <ac:spMk id="13" creationId="{112B5ECF-1E46-4E7A-8499-0526CFBE0D9B}"/>
          </ac:spMkLst>
        </pc:spChg>
        <pc:spChg chg="del">
          <ac:chgData name="John Hu" userId="213e45b8a479442b" providerId="LiveId" clId="{464149D3-95DE-448A-BFE1-A0D8B9969414}" dt="2025-03-11T06:36:38.188" v="3996" actId="478"/>
          <ac:spMkLst>
            <pc:docMk/>
            <pc:sldMk cId="2760184106" sldId="647"/>
            <ac:spMk id="16" creationId="{782B5878-338E-46C8-ACA0-5EDC7C892951}"/>
          </ac:spMkLst>
        </pc:spChg>
        <pc:picChg chg="add del">
          <ac:chgData name="John Hu" userId="213e45b8a479442b" providerId="LiveId" clId="{464149D3-95DE-448A-BFE1-A0D8B9969414}" dt="2025-03-11T06:38:11.027" v="4106" actId="478"/>
          <ac:picMkLst>
            <pc:docMk/>
            <pc:sldMk cId="2760184106" sldId="647"/>
            <ac:picMk id="4" creationId="{4C628DC2-59A2-4569-82F9-83D62C8A8B33}"/>
          </ac:picMkLst>
        </pc:picChg>
        <pc:picChg chg="del">
          <ac:chgData name="John Hu" userId="213e45b8a479442b" providerId="LiveId" clId="{464149D3-95DE-448A-BFE1-A0D8B9969414}" dt="2025-03-11T06:38:11.027" v="4106" actId="478"/>
          <ac:picMkLst>
            <pc:docMk/>
            <pc:sldMk cId="2760184106" sldId="647"/>
            <ac:picMk id="7" creationId="{C91EF2FF-2992-493F-A254-34CF4ADDF298}"/>
          </ac:picMkLst>
        </pc:picChg>
      </pc:sldChg>
      <pc:sldChg chg="add del">
        <pc:chgData name="John Hu" userId="213e45b8a479442b" providerId="LiveId" clId="{464149D3-95DE-448A-BFE1-A0D8B9969414}" dt="2025-03-11T07:59:13.557" v="4963" actId="47"/>
        <pc:sldMkLst>
          <pc:docMk/>
          <pc:sldMk cId="1334742864" sldId="648"/>
        </pc:sldMkLst>
      </pc:sldChg>
      <pc:sldChg chg="addSp delSp modSp add mod">
        <pc:chgData name="John Hu" userId="213e45b8a479442b" providerId="LiveId" clId="{464149D3-95DE-448A-BFE1-A0D8B9969414}" dt="2025-03-11T06:48:59.229" v="4422" actId="1076"/>
        <pc:sldMkLst>
          <pc:docMk/>
          <pc:sldMk cId="862788250" sldId="649"/>
        </pc:sldMkLst>
        <pc:spChg chg="add mod">
          <ac:chgData name="John Hu" userId="213e45b8a479442b" providerId="LiveId" clId="{464149D3-95DE-448A-BFE1-A0D8B9969414}" dt="2025-03-11T06:43:47.693" v="4289" actId="1076"/>
          <ac:spMkLst>
            <pc:docMk/>
            <pc:sldMk cId="862788250" sldId="649"/>
            <ac:spMk id="3" creationId="{21810DB4-8989-43A9-92F9-0EEF91028C01}"/>
          </ac:spMkLst>
        </pc:spChg>
        <pc:spChg chg="add mod">
          <ac:chgData name="John Hu" userId="213e45b8a479442b" providerId="LiveId" clId="{464149D3-95DE-448A-BFE1-A0D8B9969414}" dt="2025-03-11T06:45:07.315" v="4356" actId="1076"/>
          <ac:spMkLst>
            <pc:docMk/>
            <pc:sldMk cId="862788250" sldId="649"/>
            <ac:spMk id="4" creationId="{85DD2751-9134-417F-B39F-02422318D7FD}"/>
          </ac:spMkLst>
        </pc:spChg>
        <pc:spChg chg="add del mod">
          <ac:chgData name="John Hu" userId="213e45b8a479442b" providerId="LiveId" clId="{464149D3-95DE-448A-BFE1-A0D8B9969414}" dt="2025-03-11T06:43:47.460" v="4288" actId="478"/>
          <ac:spMkLst>
            <pc:docMk/>
            <pc:sldMk cId="862788250" sldId="649"/>
            <ac:spMk id="6" creationId="{103E3DDB-AC6F-490C-B130-0A55632A32F8}"/>
          </ac:spMkLst>
        </pc:spChg>
        <pc:spChg chg="add mod">
          <ac:chgData name="John Hu" userId="213e45b8a479442b" providerId="LiveId" clId="{464149D3-95DE-448A-BFE1-A0D8B9969414}" dt="2025-03-11T06:43:48.405" v="4290" actId="1076"/>
          <ac:spMkLst>
            <pc:docMk/>
            <pc:sldMk cId="862788250" sldId="649"/>
            <ac:spMk id="7" creationId="{FEE5782C-3C94-4123-974B-2CDE1F0DE0AD}"/>
          </ac:spMkLst>
        </pc:spChg>
        <pc:spChg chg="add mod">
          <ac:chgData name="John Hu" userId="213e45b8a479442b" providerId="LiveId" clId="{464149D3-95DE-448A-BFE1-A0D8B9969414}" dt="2025-03-11T06:45:03.688" v="4355" actId="20577"/>
          <ac:spMkLst>
            <pc:docMk/>
            <pc:sldMk cId="862788250" sldId="649"/>
            <ac:spMk id="11" creationId="{6A38CEB5-132A-4A8E-BE44-BF612CFEFF79}"/>
          </ac:spMkLst>
        </pc:spChg>
        <pc:spChg chg="mod">
          <ac:chgData name="John Hu" userId="213e45b8a479442b" providerId="LiveId" clId="{464149D3-95DE-448A-BFE1-A0D8B9969414}" dt="2025-03-11T06:40:07.186" v="4196" actId="6549"/>
          <ac:spMkLst>
            <pc:docMk/>
            <pc:sldMk cId="862788250" sldId="649"/>
            <ac:spMk id="13" creationId="{112B5ECF-1E46-4E7A-8499-0526CFBE0D9B}"/>
          </ac:spMkLst>
        </pc:spChg>
        <pc:picChg chg="add mod">
          <ac:chgData name="John Hu" userId="213e45b8a479442b" providerId="LiveId" clId="{464149D3-95DE-448A-BFE1-A0D8B9969414}" dt="2025-03-11T06:48:59.229" v="4422" actId="1076"/>
          <ac:picMkLst>
            <pc:docMk/>
            <pc:sldMk cId="862788250" sldId="649"/>
            <ac:picMk id="9" creationId="{80ED4D57-E0C4-455A-92E3-96C9C39D39B7}"/>
          </ac:picMkLst>
        </pc:picChg>
      </pc:sldChg>
      <pc:sldChg chg="addSp modSp add mod">
        <pc:chgData name="John Hu" userId="213e45b8a479442b" providerId="LiveId" clId="{464149D3-95DE-448A-BFE1-A0D8B9969414}" dt="2025-03-11T06:48:19.436" v="4420"/>
        <pc:sldMkLst>
          <pc:docMk/>
          <pc:sldMk cId="1676375893" sldId="650"/>
        </pc:sldMkLst>
        <pc:spChg chg="add mod">
          <ac:chgData name="John Hu" userId="213e45b8a479442b" providerId="LiveId" clId="{464149D3-95DE-448A-BFE1-A0D8B9969414}" dt="2025-03-11T06:45:57.566" v="4410" actId="207"/>
          <ac:spMkLst>
            <pc:docMk/>
            <pc:sldMk cId="1676375893" sldId="650"/>
            <ac:spMk id="6" creationId="{B2BA5A54-28F1-46B5-9E48-9A7B474F45FD}"/>
          </ac:spMkLst>
        </pc:spChg>
        <pc:spChg chg="add mod">
          <ac:chgData name="John Hu" userId="213e45b8a479442b" providerId="LiveId" clId="{464149D3-95DE-448A-BFE1-A0D8B9969414}" dt="2025-03-11T06:46:09.276" v="4413" actId="20577"/>
          <ac:spMkLst>
            <pc:docMk/>
            <pc:sldMk cId="1676375893" sldId="650"/>
            <ac:spMk id="7" creationId="{388E493F-59F9-4DC4-988D-20C45EB815AA}"/>
          </ac:spMkLst>
        </pc:spChg>
        <pc:spChg chg="add mod">
          <ac:chgData name="John Hu" userId="213e45b8a479442b" providerId="LiveId" clId="{464149D3-95DE-448A-BFE1-A0D8B9969414}" dt="2025-03-11T06:44:09.302" v="4297" actId="1076"/>
          <ac:spMkLst>
            <pc:docMk/>
            <pc:sldMk cId="1676375893" sldId="650"/>
            <ac:spMk id="9" creationId="{77542F65-0F29-44B0-ADA0-BE9DFABEFE5E}"/>
          </ac:spMkLst>
        </pc:spChg>
        <pc:spChg chg="mod">
          <ac:chgData name="John Hu" userId="213e45b8a479442b" providerId="LiveId" clId="{464149D3-95DE-448A-BFE1-A0D8B9969414}" dt="2025-03-11T06:48:19.436" v="4420"/>
          <ac:spMkLst>
            <pc:docMk/>
            <pc:sldMk cId="1676375893" sldId="650"/>
            <ac:spMk id="13" creationId="{112B5ECF-1E46-4E7A-8499-0526CFBE0D9B}"/>
          </ac:spMkLst>
        </pc:spChg>
        <pc:picChg chg="add mod">
          <ac:chgData name="John Hu" userId="213e45b8a479442b" providerId="LiveId" clId="{464149D3-95DE-448A-BFE1-A0D8B9969414}" dt="2025-03-11T06:47:01.192" v="4415" actId="1076"/>
          <ac:picMkLst>
            <pc:docMk/>
            <pc:sldMk cId="1676375893" sldId="650"/>
            <ac:picMk id="4" creationId="{927F0DF1-E29A-4533-BB20-2BDB0C237D67}"/>
          </ac:picMkLst>
        </pc:picChg>
        <pc:picChg chg="add mod">
          <ac:chgData name="John Hu" userId="213e45b8a479442b" providerId="LiveId" clId="{464149D3-95DE-448A-BFE1-A0D8B9969414}" dt="2025-03-11T06:47:23.008" v="4419" actId="1076"/>
          <ac:picMkLst>
            <pc:docMk/>
            <pc:sldMk cId="1676375893" sldId="650"/>
            <ac:picMk id="11" creationId="{15825EE8-D669-4AD2-8180-3C0932E2BF88}"/>
          </ac:picMkLst>
        </pc:picChg>
      </pc:sldChg>
      <pc:sldChg chg="addSp delSp modSp add mod">
        <pc:chgData name="John Hu" userId="213e45b8a479442b" providerId="LiveId" clId="{464149D3-95DE-448A-BFE1-A0D8B9969414}" dt="2025-03-11T06:52:43.090" v="4628" actId="20577"/>
        <pc:sldMkLst>
          <pc:docMk/>
          <pc:sldMk cId="1094640988" sldId="651"/>
        </pc:sldMkLst>
        <pc:spChg chg="add mod">
          <ac:chgData name="John Hu" userId="213e45b8a479442b" providerId="LiveId" clId="{464149D3-95DE-448A-BFE1-A0D8B9969414}" dt="2025-03-11T06:52:35.042" v="4605" actId="20577"/>
          <ac:spMkLst>
            <pc:docMk/>
            <pc:sldMk cId="1094640988" sldId="651"/>
            <ac:spMk id="6" creationId="{49A246C1-72F4-40B9-B531-E75A856A7862}"/>
          </ac:spMkLst>
        </pc:spChg>
        <pc:spChg chg="add mod">
          <ac:chgData name="John Hu" userId="213e45b8a479442b" providerId="LiveId" clId="{464149D3-95DE-448A-BFE1-A0D8B9969414}" dt="2025-03-11T06:52:43.090" v="4628" actId="20577"/>
          <ac:spMkLst>
            <pc:docMk/>
            <pc:sldMk cId="1094640988" sldId="651"/>
            <ac:spMk id="7" creationId="{09652340-BA81-4FA4-85A5-E8D7310F97E9}"/>
          </ac:spMkLst>
        </pc:spChg>
        <pc:spChg chg="add del mod">
          <ac:chgData name="John Hu" userId="213e45b8a479442b" providerId="LiveId" clId="{464149D3-95DE-448A-BFE1-A0D8B9969414}" dt="2025-03-11T06:51:35.924" v="4534" actId="478"/>
          <ac:spMkLst>
            <pc:docMk/>
            <pc:sldMk cId="1094640988" sldId="651"/>
            <ac:spMk id="9" creationId="{DE7AADB2-D6AF-4C19-B405-DC7000E2A1B0}"/>
          </ac:spMkLst>
        </pc:spChg>
        <pc:spChg chg="add del">
          <ac:chgData name="John Hu" userId="213e45b8a479442b" providerId="LiveId" clId="{464149D3-95DE-448A-BFE1-A0D8B9969414}" dt="2025-03-11T06:51:16.119" v="4529" actId="22"/>
          <ac:spMkLst>
            <pc:docMk/>
            <pc:sldMk cId="1094640988" sldId="651"/>
            <ac:spMk id="11" creationId="{0EA0C3BA-B667-4BED-A2DC-CC435907C48C}"/>
          </ac:spMkLst>
        </pc:spChg>
        <pc:spChg chg="add mod">
          <ac:chgData name="John Hu" userId="213e45b8a479442b" providerId="LiveId" clId="{464149D3-95DE-448A-BFE1-A0D8B9969414}" dt="2025-03-11T06:51:58.590" v="4538" actId="1076"/>
          <ac:spMkLst>
            <pc:docMk/>
            <pc:sldMk cId="1094640988" sldId="651"/>
            <ac:spMk id="12" creationId="{97DB1E36-1905-48EA-BB14-0458BD75C163}"/>
          </ac:spMkLst>
        </pc:spChg>
        <pc:spChg chg="mod">
          <ac:chgData name="John Hu" userId="213e45b8a479442b" providerId="LiveId" clId="{464149D3-95DE-448A-BFE1-A0D8B9969414}" dt="2025-03-11T06:49:19.746" v="4425" actId="6549"/>
          <ac:spMkLst>
            <pc:docMk/>
            <pc:sldMk cId="1094640988" sldId="651"/>
            <ac:spMk id="13" creationId="{112B5ECF-1E46-4E7A-8499-0526CFBE0D9B}"/>
          </ac:spMkLst>
        </pc:spChg>
        <pc:picChg chg="add mod">
          <ac:chgData name="John Hu" userId="213e45b8a479442b" providerId="LiveId" clId="{464149D3-95DE-448A-BFE1-A0D8B9969414}" dt="2025-03-11T06:52:00.737" v="4539" actId="1076"/>
          <ac:picMkLst>
            <pc:docMk/>
            <pc:sldMk cId="1094640988" sldId="651"/>
            <ac:picMk id="5" creationId="{CB88B2B8-A171-481A-AE40-38FF8CDECD3F}"/>
          </ac:picMkLst>
        </pc:picChg>
      </pc:sldChg>
      <pc:sldChg chg="add del">
        <pc:chgData name="John Hu" userId="213e45b8a479442b" providerId="LiveId" clId="{464149D3-95DE-448A-BFE1-A0D8B9969414}" dt="2025-03-11T06:53:13.444" v="4630"/>
        <pc:sldMkLst>
          <pc:docMk/>
          <pc:sldMk cId="594322095" sldId="652"/>
        </pc:sldMkLst>
      </pc:sldChg>
      <pc:sldChg chg="addSp delSp modSp add mod">
        <pc:chgData name="John Hu" userId="213e45b8a479442b" providerId="LiveId" clId="{464149D3-95DE-448A-BFE1-A0D8B9969414}" dt="2025-03-11T06:57:42.976" v="4862" actId="1076"/>
        <pc:sldMkLst>
          <pc:docMk/>
          <pc:sldMk cId="2939152827" sldId="652"/>
        </pc:sldMkLst>
        <pc:spChg chg="add del mod">
          <ac:chgData name="John Hu" userId="213e45b8a479442b" providerId="LiveId" clId="{464149D3-95DE-448A-BFE1-A0D8B9969414}" dt="2025-03-11T06:55:52.511" v="4815" actId="478"/>
          <ac:spMkLst>
            <pc:docMk/>
            <pc:sldMk cId="2939152827" sldId="652"/>
            <ac:spMk id="3" creationId="{A212492D-E61B-4F61-93AA-6E9F1F82D77F}"/>
          </ac:spMkLst>
        </pc:spChg>
        <pc:spChg chg="mod">
          <ac:chgData name="John Hu" userId="213e45b8a479442b" providerId="LiveId" clId="{464149D3-95DE-448A-BFE1-A0D8B9969414}" dt="2025-03-11T06:56:02.146" v="4820" actId="14100"/>
          <ac:spMkLst>
            <pc:docMk/>
            <pc:sldMk cId="2939152827" sldId="652"/>
            <ac:spMk id="6" creationId="{49A246C1-72F4-40B9-B531-E75A856A7862}"/>
          </ac:spMkLst>
        </pc:spChg>
        <pc:spChg chg="del">
          <ac:chgData name="John Hu" userId="213e45b8a479442b" providerId="LiveId" clId="{464149D3-95DE-448A-BFE1-A0D8B9969414}" dt="2025-03-11T06:54:11.940" v="4638" actId="478"/>
          <ac:spMkLst>
            <pc:docMk/>
            <pc:sldMk cId="2939152827" sldId="652"/>
            <ac:spMk id="7" creationId="{09652340-BA81-4FA4-85A5-E8D7310F97E9}"/>
          </ac:spMkLst>
        </pc:spChg>
        <pc:spChg chg="add del mod">
          <ac:chgData name="John Hu" userId="213e45b8a479442b" providerId="LiveId" clId="{464149D3-95DE-448A-BFE1-A0D8B9969414}" dt="2025-03-11T06:55:50.711" v="4814" actId="478"/>
          <ac:spMkLst>
            <pc:docMk/>
            <pc:sldMk cId="2939152827" sldId="652"/>
            <ac:spMk id="11" creationId="{4F9E8763-5930-4635-8108-CCC031EC6245}"/>
          </ac:spMkLst>
        </pc:spChg>
        <pc:spChg chg="del">
          <ac:chgData name="John Hu" userId="213e45b8a479442b" providerId="LiveId" clId="{464149D3-95DE-448A-BFE1-A0D8B9969414}" dt="2025-03-11T06:54:59.015" v="4727" actId="478"/>
          <ac:spMkLst>
            <pc:docMk/>
            <pc:sldMk cId="2939152827" sldId="652"/>
            <ac:spMk id="12" creationId="{97DB1E36-1905-48EA-BB14-0458BD75C163}"/>
          </ac:spMkLst>
        </pc:spChg>
        <pc:spChg chg="mod">
          <ac:chgData name="John Hu" userId="213e45b8a479442b" providerId="LiveId" clId="{464149D3-95DE-448A-BFE1-A0D8B9969414}" dt="2025-03-11T06:53:28.767" v="4632"/>
          <ac:spMkLst>
            <pc:docMk/>
            <pc:sldMk cId="2939152827" sldId="652"/>
            <ac:spMk id="13" creationId="{112B5ECF-1E46-4E7A-8499-0526CFBE0D9B}"/>
          </ac:spMkLst>
        </pc:spChg>
        <pc:spChg chg="add mod">
          <ac:chgData name="John Hu" userId="213e45b8a479442b" providerId="LiveId" clId="{464149D3-95DE-448A-BFE1-A0D8B9969414}" dt="2025-03-11T06:56:27.162" v="4841" actId="1076"/>
          <ac:spMkLst>
            <pc:docMk/>
            <pc:sldMk cId="2939152827" sldId="652"/>
            <ac:spMk id="14" creationId="{E6DCE201-5AC9-47D3-97E4-E263063B460C}"/>
          </ac:spMkLst>
        </pc:spChg>
        <pc:spChg chg="add mod">
          <ac:chgData name="John Hu" userId="213e45b8a479442b" providerId="LiveId" clId="{464149D3-95DE-448A-BFE1-A0D8B9969414}" dt="2025-03-11T06:56:31.033" v="4843" actId="14100"/>
          <ac:spMkLst>
            <pc:docMk/>
            <pc:sldMk cId="2939152827" sldId="652"/>
            <ac:spMk id="15" creationId="{7FE8E87D-C3C7-425F-8BDF-1FC5C3561791}"/>
          </ac:spMkLst>
        </pc:spChg>
        <pc:spChg chg="add mod">
          <ac:chgData name="John Hu" userId="213e45b8a479442b" providerId="LiveId" clId="{464149D3-95DE-448A-BFE1-A0D8B9969414}" dt="2025-03-11T06:56:13.695" v="4837" actId="207"/>
          <ac:spMkLst>
            <pc:docMk/>
            <pc:sldMk cId="2939152827" sldId="652"/>
            <ac:spMk id="16" creationId="{BC222251-9F00-4F57-A8A2-DF1E9B5385CD}"/>
          </ac:spMkLst>
        </pc:spChg>
        <pc:spChg chg="add mod">
          <ac:chgData name="John Hu" userId="213e45b8a479442b" providerId="LiveId" clId="{464149D3-95DE-448A-BFE1-A0D8B9969414}" dt="2025-03-11T06:56:42.220" v="4847" actId="1076"/>
          <ac:spMkLst>
            <pc:docMk/>
            <pc:sldMk cId="2939152827" sldId="652"/>
            <ac:spMk id="17" creationId="{559AA9CD-F1F6-407C-B778-9AD7018418F8}"/>
          </ac:spMkLst>
        </pc:spChg>
        <pc:spChg chg="add mod">
          <ac:chgData name="John Hu" userId="213e45b8a479442b" providerId="LiveId" clId="{464149D3-95DE-448A-BFE1-A0D8B9969414}" dt="2025-03-11T06:57:42.976" v="4862" actId="1076"/>
          <ac:spMkLst>
            <pc:docMk/>
            <pc:sldMk cId="2939152827" sldId="652"/>
            <ac:spMk id="18" creationId="{BC9A2868-7B79-40DA-A574-D00292DBFD9E}"/>
          </ac:spMkLst>
        </pc:spChg>
        <pc:picChg chg="del">
          <ac:chgData name="John Hu" userId="213e45b8a479442b" providerId="LiveId" clId="{464149D3-95DE-448A-BFE1-A0D8B9969414}" dt="2025-03-11T06:55:03.420" v="4728" actId="478"/>
          <ac:picMkLst>
            <pc:docMk/>
            <pc:sldMk cId="2939152827" sldId="652"/>
            <ac:picMk id="5" creationId="{CB88B2B8-A171-481A-AE40-38FF8CDECD3F}"/>
          </ac:picMkLst>
        </pc:picChg>
      </pc:sldChg>
      <pc:sldChg chg="addSp delSp modSp add mod">
        <pc:chgData name="John Hu" userId="213e45b8a479442b" providerId="LiveId" clId="{464149D3-95DE-448A-BFE1-A0D8B9969414}" dt="2025-03-13T02:08:51.598" v="5661" actId="113"/>
        <pc:sldMkLst>
          <pc:docMk/>
          <pc:sldMk cId="2274158211" sldId="653"/>
        </pc:sldMkLst>
        <pc:spChg chg="mod">
          <ac:chgData name="John Hu" userId="213e45b8a479442b" providerId="LiveId" clId="{464149D3-95DE-448A-BFE1-A0D8B9969414}" dt="2025-03-13T02:08:47.767" v="5659" actId="113"/>
          <ac:spMkLst>
            <pc:docMk/>
            <pc:sldMk cId="2274158211" sldId="653"/>
            <ac:spMk id="6" creationId="{49A246C1-72F4-40B9-B531-E75A856A7862}"/>
          </ac:spMkLst>
        </pc:spChg>
        <pc:spChg chg="add mod">
          <ac:chgData name="John Hu" userId="213e45b8a479442b" providerId="LiveId" clId="{464149D3-95DE-448A-BFE1-A0D8B9969414}" dt="2025-03-11T07:48:04.239" v="4957" actId="1076"/>
          <ac:spMkLst>
            <pc:docMk/>
            <pc:sldMk cId="2274158211" sldId="653"/>
            <ac:spMk id="12" creationId="{6D9EA0C0-0753-469A-8C2A-DDB64C07A32B}"/>
          </ac:spMkLst>
        </pc:spChg>
        <pc:spChg chg="mod">
          <ac:chgData name="John Hu" userId="213e45b8a479442b" providerId="LiveId" clId="{464149D3-95DE-448A-BFE1-A0D8B9969414}" dt="2025-03-11T06:58:19.492" v="4870"/>
          <ac:spMkLst>
            <pc:docMk/>
            <pc:sldMk cId="2274158211" sldId="653"/>
            <ac:spMk id="13" creationId="{112B5ECF-1E46-4E7A-8499-0526CFBE0D9B}"/>
          </ac:spMkLst>
        </pc:spChg>
        <pc:spChg chg="del">
          <ac:chgData name="John Hu" userId="213e45b8a479442b" providerId="LiveId" clId="{464149D3-95DE-448A-BFE1-A0D8B9969414}" dt="2025-03-11T06:58:25.175" v="4872" actId="478"/>
          <ac:spMkLst>
            <pc:docMk/>
            <pc:sldMk cId="2274158211" sldId="653"/>
            <ac:spMk id="14" creationId="{E6DCE201-5AC9-47D3-97E4-E263063B460C}"/>
          </ac:spMkLst>
        </pc:spChg>
        <pc:spChg chg="del">
          <ac:chgData name="John Hu" userId="213e45b8a479442b" providerId="LiveId" clId="{464149D3-95DE-448A-BFE1-A0D8B9969414}" dt="2025-03-11T06:58:26.275" v="4873" actId="478"/>
          <ac:spMkLst>
            <pc:docMk/>
            <pc:sldMk cId="2274158211" sldId="653"/>
            <ac:spMk id="15" creationId="{7FE8E87D-C3C7-425F-8BDF-1FC5C3561791}"/>
          </ac:spMkLst>
        </pc:spChg>
        <pc:spChg chg="del mod">
          <ac:chgData name="John Hu" userId="213e45b8a479442b" providerId="LiveId" clId="{464149D3-95DE-448A-BFE1-A0D8B9969414}" dt="2025-03-11T07:44:58.099" v="4879" actId="478"/>
          <ac:spMkLst>
            <pc:docMk/>
            <pc:sldMk cId="2274158211" sldId="653"/>
            <ac:spMk id="16" creationId="{BC222251-9F00-4F57-A8A2-DF1E9B5385CD}"/>
          </ac:spMkLst>
        </pc:spChg>
        <pc:spChg chg="mod">
          <ac:chgData name="John Hu" userId="213e45b8a479442b" providerId="LiveId" clId="{464149D3-95DE-448A-BFE1-A0D8B9969414}" dt="2025-03-11T07:48:02.348" v="4956" actId="1076"/>
          <ac:spMkLst>
            <pc:docMk/>
            <pc:sldMk cId="2274158211" sldId="653"/>
            <ac:spMk id="17" creationId="{559AA9CD-F1F6-407C-B778-9AD7018418F8}"/>
          </ac:spMkLst>
        </pc:spChg>
        <pc:spChg chg="del">
          <ac:chgData name="John Hu" userId="213e45b8a479442b" providerId="LiveId" clId="{464149D3-95DE-448A-BFE1-A0D8B9969414}" dt="2025-03-11T07:44:55.688" v="4878" actId="478"/>
          <ac:spMkLst>
            <pc:docMk/>
            <pc:sldMk cId="2274158211" sldId="653"/>
            <ac:spMk id="18" creationId="{BC9A2868-7B79-40DA-A574-D00292DBFD9E}"/>
          </ac:spMkLst>
        </pc:spChg>
        <pc:spChg chg="add mod">
          <ac:chgData name="John Hu" userId="213e45b8a479442b" providerId="LiveId" clId="{464149D3-95DE-448A-BFE1-A0D8B9969414}" dt="2025-03-13T02:08:49.942" v="5660" actId="113"/>
          <ac:spMkLst>
            <pc:docMk/>
            <pc:sldMk cId="2274158211" sldId="653"/>
            <ac:spMk id="19" creationId="{BD653B2A-0313-43C8-B203-50B3CF0CF427}"/>
          </ac:spMkLst>
        </pc:spChg>
        <pc:spChg chg="add mod">
          <ac:chgData name="John Hu" userId="213e45b8a479442b" providerId="LiveId" clId="{464149D3-95DE-448A-BFE1-A0D8B9969414}" dt="2025-03-13T02:08:51.598" v="5661" actId="113"/>
          <ac:spMkLst>
            <pc:docMk/>
            <pc:sldMk cId="2274158211" sldId="653"/>
            <ac:spMk id="20" creationId="{D8BC6859-AE59-4BEC-800E-A88061C9A258}"/>
          </ac:spMkLst>
        </pc:spChg>
        <pc:picChg chg="add mod">
          <ac:chgData name="John Hu" userId="213e45b8a479442b" providerId="LiveId" clId="{464149D3-95DE-448A-BFE1-A0D8B9969414}" dt="2025-03-11T07:48:13.766" v="4962" actId="14100"/>
          <ac:picMkLst>
            <pc:docMk/>
            <pc:sldMk cId="2274158211" sldId="653"/>
            <ac:picMk id="4" creationId="{35314959-1024-43BF-BFAC-0158D9E16BCA}"/>
          </ac:picMkLst>
        </pc:picChg>
        <pc:picChg chg="add mod">
          <ac:chgData name="John Hu" userId="213e45b8a479442b" providerId="LiveId" clId="{464149D3-95DE-448A-BFE1-A0D8B9969414}" dt="2025-03-11T07:48:10.296" v="4960" actId="1076"/>
          <ac:picMkLst>
            <pc:docMk/>
            <pc:sldMk cId="2274158211" sldId="653"/>
            <ac:picMk id="7" creationId="{62D241D3-4E9B-42A1-860E-9C6D93CB9D69}"/>
          </ac:picMkLst>
        </pc:picChg>
      </pc:sldChg>
      <pc:sldChg chg="addSp delSp modSp add mod">
        <pc:chgData name="John Hu" userId="213e45b8a479442b" providerId="LiveId" clId="{464149D3-95DE-448A-BFE1-A0D8B9969414}" dt="2025-03-13T06:01:59.155" v="6015" actId="14100"/>
        <pc:sldMkLst>
          <pc:docMk/>
          <pc:sldMk cId="3623049503" sldId="654"/>
        </pc:sldMkLst>
        <pc:spChg chg="mod">
          <ac:chgData name="John Hu" userId="213e45b8a479442b" providerId="LiveId" clId="{464149D3-95DE-448A-BFE1-A0D8B9969414}" dt="2025-03-11T08:45:04.916" v="5523" actId="20577"/>
          <ac:spMkLst>
            <pc:docMk/>
            <pc:sldMk cId="3623049503" sldId="654"/>
            <ac:spMk id="6" creationId="{49A246C1-72F4-40B9-B531-E75A856A7862}"/>
          </ac:spMkLst>
        </pc:spChg>
        <pc:spChg chg="mod">
          <ac:chgData name="John Hu" userId="213e45b8a479442b" providerId="LiveId" clId="{464149D3-95DE-448A-BFE1-A0D8B9969414}" dt="2025-03-11T08:45:14.383" v="5525" actId="20577"/>
          <ac:spMkLst>
            <pc:docMk/>
            <pc:sldMk cId="3623049503" sldId="654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11T08:03:59.281" v="5263" actId="6549"/>
          <ac:spMkLst>
            <pc:docMk/>
            <pc:sldMk cId="3623049503" sldId="654"/>
            <ac:spMk id="10" creationId="{4D9CDC4E-E5FC-4827-898E-896C4F0AE55E}"/>
          </ac:spMkLst>
        </pc:spChg>
        <pc:spChg chg="del">
          <ac:chgData name="John Hu" userId="213e45b8a479442b" providerId="LiveId" clId="{464149D3-95DE-448A-BFE1-A0D8B9969414}" dt="2025-03-11T08:04:57.472" v="5271" actId="478"/>
          <ac:spMkLst>
            <pc:docMk/>
            <pc:sldMk cId="3623049503" sldId="654"/>
            <ac:spMk id="12" creationId="{6D9EA0C0-0753-469A-8C2A-DDB64C07A32B}"/>
          </ac:spMkLst>
        </pc:spChg>
        <pc:spChg chg="del mod">
          <ac:chgData name="John Hu" userId="213e45b8a479442b" providerId="LiveId" clId="{464149D3-95DE-448A-BFE1-A0D8B9969414}" dt="2025-03-11T08:03:16.144" v="5213" actId="478"/>
          <ac:spMkLst>
            <pc:docMk/>
            <pc:sldMk cId="3623049503" sldId="654"/>
            <ac:spMk id="13" creationId="{112B5ECF-1E46-4E7A-8499-0526CFBE0D9B}"/>
          </ac:spMkLst>
        </pc:spChg>
        <pc:spChg chg="add mod">
          <ac:chgData name="John Hu" userId="213e45b8a479442b" providerId="LiveId" clId="{464149D3-95DE-448A-BFE1-A0D8B9969414}" dt="2025-03-13T06:01:59.155" v="6015" actId="14100"/>
          <ac:spMkLst>
            <pc:docMk/>
            <pc:sldMk cId="3623049503" sldId="654"/>
            <ac:spMk id="14" creationId="{903A2541-40BB-450E-AA8F-9B7AC665F90F}"/>
          </ac:spMkLst>
        </pc:spChg>
        <pc:spChg chg="add mod">
          <ac:chgData name="John Hu" userId="213e45b8a479442b" providerId="LiveId" clId="{464149D3-95DE-448A-BFE1-A0D8B9969414}" dt="2025-03-13T06:01:56.178" v="6014" actId="13822"/>
          <ac:spMkLst>
            <pc:docMk/>
            <pc:sldMk cId="3623049503" sldId="654"/>
            <ac:spMk id="15" creationId="{70D0A562-7054-4286-A7B8-82290EC46E03}"/>
          </ac:spMkLst>
        </pc:spChg>
        <pc:spChg chg="del">
          <ac:chgData name="John Hu" userId="213e45b8a479442b" providerId="LiveId" clId="{464149D3-95DE-448A-BFE1-A0D8B9969414}" dt="2025-03-11T08:04:57.472" v="5271" actId="478"/>
          <ac:spMkLst>
            <pc:docMk/>
            <pc:sldMk cId="3623049503" sldId="654"/>
            <ac:spMk id="17" creationId="{559AA9CD-F1F6-407C-B778-9AD7018418F8}"/>
          </ac:spMkLst>
        </pc:spChg>
        <pc:spChg chg="del mod">
          <ac:chgData name="John Hu" userId="213e45b8a479442b" providerId="LiveId" clId="{464149D3-95DE-448A-BFE1-A0D8B9969414}" dt="2025-03-11T08:04:57.472" v="5271" actId="478"/>
          <ac:spMkLst>
            <pc:docMk/>
            <pc:sldMk cId="3623049503" sldId="654"/>
            <ac:spMk id="19" creationId="{BD653B2A-0313-43C8-B203-50B3CF0CF427}"/>
          </ac:spMkLst>
        </pc:spChg>
        <pc:spChg chg="del">
          <ac:chgData name="John Hu" userId="213e45b8a479442b" providerId="LiveId" clId="{464149D3-95DE-448A-BFE1-A0D8B9969414}" dt="2025-03-11T08:04:57.472" v="5271" actId="478"/>
          <ac:spMkLst>
            <pc:docMk/>
            <pc:sldMk cId="3623049503" sldId="654"/>
            <ac:spMk id="20" creationId="{D8BC6859-AE59-4BEC-800E-A88061C9A258}"/>
          </ac:spMkLst>
        </pc:spChg>
        <pc:picChg chg="del">
          <ac:chgData name="John Hu" userId="213e45b8a479442b" providerId="LiveId" clId="{464149D3-95DE-448A-BFE1-A0D8B9969414}" dt="2025-03-11T08:04:57.472" v="5271" actId="478"/>
          <ac:picMkLst>
            <pc:docMk/>
            <pc:sldMk cId="3623049503" sldId="654"/>
            <ac:picMk id="4" creationId="{35314959-1024-43BF-BFAC-0158D9E16BCA}"/>
          </ac:picMkLst>
        </pc:picChg>
        <pc:picChg chg="del">
          <ac:chgData name="John Hu" userId="213e45b8a479442b" providerId="LiveId" clId="{464149D3-95DE-448A-BFE1-A0D8B9969414}" dt="2025-03-11T08:04:57.472" v="5271" actId="478"/>
          <ac:picMkLst>
            <pc:docMk/>
            <pc:sldMk cId="3623049503" sldId="654"/>
            <ac:picMk id="7" creationId="{62D241D3-4E9B-42A1-860E-9C6D93CB9D69}"/>
          </ac:picMkLst>
        </pc:picChg>
      </pc:sldChg>
      <pc:sldChg chg="addSp delSp modSp add mod">
        <pc:chgData name="John Hu" userId="213e45b8a479442b" providerId="LiveId" clId="{464149D3-95DE-448A-BFE1-A0D8B9969414}" dt="2025-03-13T05:56:17.684" v="6007" actId="6549"/>
        <pc:sldMkLst>
          <pc:docMk/>
          <pc:sldMk cId="793838359" sldId="655"/>
        </pc:sldMkLst>
        <pc:spChg chg="mod">
          <ac:chgData name="John Hu" userId="213e45b8a479442b" providerId="LiveId" clId="{464149D3-95DE-448A-BFE1-A0D8B9969414}" dt="2025-03-13T01:53:16.244" v="5594" actId="1076"/>
          <ac:spMkLst>
            <pc:docMk/>
            <pc:sldMk cId="793838359" sldId="655"/>
            <ac:spMk id="6" creationId="{49A246C1-72F4-40B9-B531-E75A856A7862}"/>
          </ac:spMkLst>
        </pc:spChg>
        <pc:spChg chg="add mod">
          <ac:chgData name="John Hu" userId="213e45b8a479442b" providerId="LiveId" clId="{464149D3-95DE-448A-BFE1-A0D8B9969414}" dt="2025-03-13T01:53:11.064" v="5593" actId="1076"/>
          <ac:spMkLst>
            <pc:docMk/>
            <pc:sldMk cId="793838359" sldId="655"/>
            <ac:spMk id="7" creationId="{A337FFF1-EF14-479F-8E26-B08D4DB73DB7}"/>
          </ac:spMkLst>
        </pc:spChg>
        <pc:spChg chg="del">
          <ac:chgData name="John Hu" userId="213e45b8a479442b" providerId="LiveId" clId="{464149D3-95DE-448A-BFE1-A0D8B9969414}" dt="2025-03-11T08:45:59.581" v="5527" actId="478"/>
          <ac:spMkLst>
            <pc:docMk/>
            <pc:sldMk cId="793838359" sldId="655"/>
            <ac:spMk id="10" creationId="{4D9CDC4E-E5FC-4827-898E-896C4F0AE55E}"/>
          </ac:spMkLst>
        </pc:spChg>
        <pc:spChg chg="add mod">
          <ac:chgData name="John Hu" userId="213e45b8a479442b" providerId="LiveId" clId="{464149D3-95DE-448A-BFE1-A0D8B9969414}" dt="2025-03-13T05:56:17.684" v="6007" actId="6549"/>
          <ac:spMkLst>
            <pc:docMk/>
            <pc:sldMk cId="793838359" sldId="655"/>
            <ac:spMk id="13" creationId="{21545452-B518-49E4-A63D-B168C6097F92}"/>
          </ac:spMkLst>
        </pc:spChg>
        <pc:spChg chg="del">
          <ac:chgData name="John Hu" userId="213e45b8a479442b" providerId="LiveId" clId="{464149D3-95DE-448A-BFE1-A0D8B9969414}" dt="2025-03-11T08:46:01.439" v="5528" actId="478"/>
          <ac:spMkLst>
            <pc:docMk/>
            <pc:sldMk cId="793838359" sldId="655"/>
            <ac:spMk id="14" creationId="{903A2541-40BB-450E-AA8F-9B7AC665F90F}"/>
          </ac:spMkLst>
        </pc:spChg>
        <pc:spChg chg="del">
          <ac:chgData name="John Hu" userId="213e45b8a479442b" providerId="LiveId" clId="{464149D3-95DE-448A-BFE1-A0D8B9969414}" dt="2025-03-11T08:46:03.839" v="5529" actId="478"/>
          <ac:spMkLst>
            <pc:docMk/>
            <pc:sldMk cId="793838359" sldId="655"/>
            <ac:spMk id="15" creationId="{70D0A562-7054-4286-A7B8-82290EC46E03}"/>
          </ac:spMkLst>
        </pc:spChg>
        <pc:spChg chg="add del">
          <ac:chgData name="John Hu" userId="213e45b8a479442b" providerId="LiveId" clId="{464149D3-95DE-448A-BFE1-A0D8B9969414}" dt="2025-03-11T08:47:16.002" v="5554" actId="22"/>
          <ac:spMkLst>
            <pc:docMk/>
            <pc:sldMk cId="793838359" sldId="655"/>
            <ac:spMk id="16" creationId="{62CB9DC1-C9A4-4C89-B748-25CB293BA233}"/>
          </ac:spMkLst>
        </pc:spChg>
        <pc:spChg chg="add mod">
          <ac:chgData name="John Hu" userId="213e45b8a479442b" providerId="LiveId" clId="{464149D3-95DE-448A-BFE1-A0D8B9969414}" dt="2025-03-13T01:53:16.244" v="5594" actId="1076"/>
          <ac:spMkLst>
            <pc:docMk/>
            <pc:sldMk cId="793838359" sldId="655"/>
            <ac:spMk id="17" creationId="{9DC99B3F-1D3E-42B0-9274-792046E0928E}"/>
          </ac:spMkLst>
        </pc:spChg>
        <pc:picChg chg="add mod">
          <ac:chgData name="John Hu" userId="213e45b8a479442b" providerId="LiveId" clId="{464149D3-95DE-448A-BFE1-A0D8B9969414}" dt="2025-03-13T01:54:10.327" v="5596" actId="1076"/>
          <ac:picMkLst>
            <pc:docMk/>
            <pc:sldMk cId="793838359" sldId="655"/>
            <ac:picMk id="5" creationId="{9ABA4AC2-9BA7-496A-BD68-4D0AF45E0D90}"/>
          </ac:picMkLst>
        </pc:picChg>
        <pc:cxnChg chg="add mod ord">
          <ac:chgData name="John Hu" userId="213e45b8a479442b" providerId="LiveId" clId="{464149D3-95DE-448A-BFE1-A0D8B9969414}" dt="2025-03-13T02:07:58.755" v="5654" actId="1582"/>
          <ac:cxnSpMkLst>
            <pc:docMk/>
            <pc:sldMk cId="793838359" sldId="655"/>
            <ac:cxnSpMk id="4" creationId="{18F88EF8-F4A9-4402-8ABB-0FA1F63ACED9}"/>
          </ac:cxnSpMkLst>
        </pc:cxnChg>
        <pc:cxnChg chg="add mod">
          <ac:chgData name="John Hu" userId="213e45b8a479442b" providerId="LiveId" clId="{464149D3-95DE-448A-BFE1-A0D8B9969414}" dt="2025-03-13T02:07:52.117" v="5653" actId="1582"/>
          <ac:cxnSpMkLst>
            <pc:docMk/>
            <pc:sldMk cId="793838359" sldId="655"/>
            <ac:cxnSpMk id="10" creationId="{4EFFA8EE-E24B-4F31-8AD8-52A82C719E06}"/>
          </ac:cxnSpMkLst>
        </pc:cxnChg>
      </pc:sldChg>
      <pc:sldChg chg="addSp delSp modSp add mod">
        <pc:chgData name="John Hu" userId="213e45b8a479442b" providerId="LiveId" clId="{464149D3-95DE-448A-BFE1-A0D8B9969414}" dt="2025-03-13T02:10:28.988" v="5663" actId="14100"/>
        <pc:sldMkLst>
          <pc:docMk/>
          <pc:sldMk cId="1033917250" sldId="656"/>
        </pc:sldMkLst>
        <pc:spChg chg="mod">
          <ac:chgData name="John Hu" userId="213e45b8a479442b" providerId="LiveId" clId="{464149D3-95DE-448A-BFE1-A0D8B9969414}" dt="2025-03-13T02:06:04.997" v="5626" actId="403"/>
          <ac:spMkLst>
            <pc:docMk/>
            <pc:sldMk cId="1033917250" sldId="656"/>
            <ac:spMk id="6" creationId="{49A246C1-72F4-40B9-B531-E75A856A7862}"/>
          </ac:spMkLst>
        </pc:spChg>
        <pc:spChg chg="mod">
          <ac:chgData name="John Hu" userId="213e45b8a479442b" providerId="LiveId" clId="{464149D3-95DE-448A-BFE1-A0D8B9969414}" dt="2025-03-13T02:10:28.988" v="5663" actId="14100"/>
          <ac:spMkLst>
            <pc:docMk/>
            <pc:sldMk cId="1033917250" sldId="656"/>
            <ac:spMk id="7" creationId="{A337FFF1-EF14-479F-8E26-B08D4DB73DB7}"/>
          </ac:spMkLst>
        </pc:spChg>
        <pc:spChg chg="mod">
          <ac:chgData name="John Hu" userId="213e45b8a479442b" providerId="LiveId" clId="{464149D3-95DE-448A-BFE1-A0D8B9969414}" dt="2025-03-13T02:08:19.176" v="5658" actId="207"/>
          <ac:spMkLst>
            <pc:docMk/>
            <pc:sldMk cId="1033917250" sldId="656"/>
            <ac:spMk id="17" creationId="{9DC99B3F-1D3E-42B0-9274-792046E0928E}"/>
          </ac:spMkLst>
        </pc:spChg>
        <pc:picChg chg="del">
          <ac:chgData name="John Hu" userId="213e45b8a479442b" providerId="LiveId" clId="{464149D3-95DE-448A-BFE1-A0D8B9969414}" dt="2025-03-13T02:06:46.586" v="5639" actId="478"/>
          <ac:picMkLst>
            <pc:docMk/>
            <pc:sldMk cId="1033917250" sldId="656"/>
            <ac:picMk id="5" creationId="{9ABA4AC2-9BA7-496A-BD68-4D0AF45E0D90}"/>
          </ac:picMkLst>
        </pc:picChg>
        <pc:picChg chg="add mod">
          <ac:chgData name="John Hu" userId="213e45b8a479442b" providerId="LiveId" clId="{464149D3-95DE-448A-BFE1-A0D8B9969414}" dt="2025-03-13T02:06:59.610" v="5643" actId="1440"/>
          <ac:picMkLst>
            <pc:docMk/>
            <pc:sldMk cId="1033917250" sldId="656"/>
            <ac:picMk id="13" creationId="{A62A93BC-EBBF-48CA-9385-8093F3E03B5B}"/>
          </ac:picMkLst>
        </pc:picChg>
        <pc:cxnChg chg="mod">
          <ac:chgData name="John Hu" userId="213e45b8a479442b" providerId="LiveId" clId="{464149D3-95DE-448A-BFE1-A0D8B9969414}" dt="2025-03-13T02:08:12.248" v="5656" actId="1582"/>
          <ac:cxnSpMkLst>
            <pc:docMk/>
            <pc:sldMk cId="1033917250" sldId="656"/>
            <ac:cxnSpMk id="4" creationId="{18F88EF8-F4A9-4402-8ABB-0FA1F63ACED9}"/>
          </ac:cxnSpMkLst>
        </pc:cxnChg>
        <pc:cxnChg chg="mod ord">
          <ac:chgData name="John Hu" userId="213e45b8a479442b" providerId="LiveId" clId="{464149D3-95DE-448A-BFE1-A0D8B9969414}" dt="2025-03-13T02:08:06.765" v="5655" actId="1582"/>
          <ac:cxnSpMkLst>
            <pc:docMk/>
            <pc:sldMk cId="1033917250" sldId="656"/>
            <ac:cxnSpMk id="10" creationId="{4EFFA8EE-E24B-4F31-8AD8-52A82C719E06}"/>
          </ac:cxnSpMkLst>
        </pc:cxnChg>
      </pc:sldChg>
      <pc:sldChg chg="addSp delSp modSp add mod">
        <pc:chgData name="John Hu" userId="213e45b8a479442b" providerId="LiveId" clId="{464149D3-95DE-448A-BFE1-A0D8B9969414}" dt="2025-03-13T06:06:08.164" v="6141" actId="20577"/>
        <pc:sldMkLst>
          <pc:docMk/>
          <pc:sldMk cId="2956053056" sldId="657"/>
        </pc:sldMkLst>
        <pc:spChg chg="del">
          <ac:chgData name="John Hu" userId="213e45b8a479442b" providerId="LiveId" clId="{464149D3-95DE-448A-BFE1-A0D8B9969414}" dt="2025-03-13T02:34:00.965" v="5679" actId="478"/>
          <ac:spMkLst>
            <pc:docMk/>
            <pc:sldMk cId="2956053056" sldId="657"/>
            <ac:spMk id="6" creationId="{49A246C1-72F4-40B9-B531-E75A856A7862}"/>
          </ac:spMkLst>
        </pc:spChg>
        <pc:spChg chg="del">
          <ac:chgData name="John Hu" userId="213e45b8a479442b" providerId="LiveId" clId="{464149D3-95DE-448A-BFE1-A0D8B9969414}" dt="2025-03-13T02:34:00.965" v="5679" actId="478"/>
          <ac:spMkLst>
            <pc:docMk/>
            <pc:sldMk cId="2956053056" sldId="657"/>
            <ac:spMk id="7" creationId="{A337FFF1-EF14-479F-8E26-B08D4DB73DB7}"/>
          </ac:spMkLst>
        </pc:spChg>
        <pc:spChg chg="mod">
          <ac:chgData name="John Hu" userId="213e45b8a479442b" providerId="LiveId" clId="{464149D3-95DE-448A-BFE1-A0D8B9969414}" dt="2025-03-13T05:32:34.696" v="5847" actId="20577"/>
          <ac:spMkLst>
            <pc:docMk/>
            <pc:sldMk cId="2956053056" sldId="657"/>
            <ac:spMk id="8" creationId="{36177B38-43AB-4398-968B-448F8F0E5F49}"/>
          </ac:spMkLst>
        </pc:spChg>
        <pc:spChg chg="add del mod">
          <ac:chgData name="John Hu" userId="213e45b8a479442b" providerId="LiveId" clId="{464149D3-95DE-448A-BFE1-A0D8B9969414}" dt="2025-03-13T02:45:00.994" v="5683" actId="22"/>
          <ac:spMkLst>
            <pc:docMk/>
            <pc:sldMk cId="2956053056" sldId="657"/>
            <ac:spMk id="11" creationId="{CACFA12D-AADA-4789-BCEC-271124446395}"/>
          </ac:spMkLst>
        </pc:spChg>
        <pc:spChg chg="add del mod">
          <ac:chgData name="John Hu" userId="213e45b8a479442b" providerId="LiveId" clId="{464149D3-95DE-448A-BFE1-A0D8B9969414}" dt="2025-03-13T06:02:57.711" v="6039" actId="478"/>
          <ac:spMkLst>
            <pc:docMk/>
            <pc:sldMk cId="2956053056" sldId="657"/>
            <ac:spMk id="12" creationId="{D3388FE2-D552-4A7E-BCA4-503F69AA5C72}"/>
          </ac:spMkLst>
        </pc:spChg>
        <pc:spChg chg="add del mod">
          <ac:chgData name="John Hu" userId="213e45b8a479442b" providerId="LiveId" clId="{464149D3-95DE-448A-BFE1-A0D8B9969414}" dt="2025-03-13T06:01:38.746" v="6010"/>
          <ac:spMkLst>
            <pc:docMk/>
            <pc:sldMk cId="2956053056" sldId="657"/>
            <ac:spMk id="14" creationId="{98124EC1-744A-4814-9AFB-1861A61B9ADB}"/>
          </ac:spMkLst>
        </pc:spChg>
        <pc:spChg chg="add mod">
          <ac:chgData name="John Hu" userId="213e45b8a479442b" providerId="LiveId" clId="{464149D3-95DE-448A-BFE1-A0D8B9969414}" dt="2025-03-13T06:03:31.110" v="6062" actId="14100"/>
          <ac:spMkLst>
            <pc:docMk/>
            <pc:sldMk cId="2956053056" sldId="657"/>
            <ac:spMk id="15" creationId="{F16052B1-57E4-46B0-9F5F-B1B2B08753ED}"/>
          </ac:spMkLst>
        </pc:spChg>
        <pc:spChg chg="add del mod">
          <ac:chgData name="John Hu" userId="213e45b8a479442b" providerId="LiveId" clId="{464149D3-95DE-448A-BFE1-A0D8B9969414}" dt="2025-03-13T06:02:07.713" v="6017"/>
          <ac:spMkLst>
            <pc:docMk/>
            <pc:sldMk cId="2956053056" sldId="657"/>
            <ac:spMk id="16" creationId="{0304726E-0B02-4151-ACAB-FA83CFF439E8}"/>
          </ac:spMkLst>
        </pc:spChg>
        <pc:spChg chg="del">
          <ac:chgData name="John Hu" userId="213e45b8a479442b" providerId="LiveId" clId="{464149D3-95DE-448A-BFE1-A0D8B9969414}" dt="2025-03-13T02:34:00.965" v="5679" actId="478"/>
          <ac:spMkLst>
            <pc:docMk/>
            <pc:sldMk cId="2956053056" sldId="657"/>
            <ac:spMk id="17" creationId="{9DC99B3F-1D3E-42B0-9274-792046E0928E}"/>
          </ac:spMkLst>
        </pc:spChg>
        <pc:spChg chg="add mod">
          <ac:chgData name="John Hu" userId="213e45b8a479442b" providerId="LiveId" clId="{464149D3-95DE-448A-BFE1-A0D8B9969414}" dt="2025-03-13T06:06:08.164" v="6141" actId="20577"/>
          <ac:spMkLst>
            <pc:docMk/>
            <pc:sldMk cId="2956053056" sldId="657"/>
            <ac:spMk id="18" creationId="{335F3339-98C8-4563-8F0E-535611D499DF}"/>
          </ac:spMkLst>
        </pc:spChg>
        <pc:spChg chg="add del">
          <ac:chgData name="John Hu" userId="213e45b8a479442b" providerId="LiveId" clId="{464149D3-95DE-448A-BFE1-A0D8B9969414}" dt="2025-03-13T06:03:38.858" v="6064" actId="22"/>
          <ac:spMkLst>
            <pc:docMk/>
            <pc:sldMk cId="2956053056" sldId="657"/>
            <ac:spMk id="19" creationId="{4FA8F977-DD1B-457E-B243-00425DED16E3}"/>
          </ac:spMkLst>
        </pc:spChg>
        <pc:picChg chg="del">
          <ac:chgData name="John Hu" userId="213e45b8a479442b" providerId="LiveId" clId="{464149D3-95DE-448A-BFE1-A0D8B9969414}" dt="2025-03-13T02:34:00.965" v="5679" actId="478"/>
          <ac:picMkLst>
            <pc:docMk/>
            <pc:sldMk cId="2956053056" sldId="657"/>
            <ac:picMk id="13" creationId="{A62A93BC-EBBF-48CA-9385-8093F3E03B5B}"/>
          </ac:picMkLst>
        </pc:picChg>
        <pc:picChg chg="add mod">
          <ac:chgData name="John Hu" userId="213e45b8a479442b" providerId="LiveId" clId="{464149D3-95DE-448A-BFE1-A0D8B9969414}" dt="2025-03-13T06:03:45.557" v="6069" actId="1440"/>
          <ac:picMkLst>
            <pc:docMk/>
            <pc:sldMk cId="2956053056" sldId="657"/>
            <ac:picMk id="20" creationId="{846292CC-157A-4563-AC21-C582768D5AC9}"/>
          </ac:picMkLst>
        </pc:picChg>
        <pc:cxnChg chg="del">
          <ac:chgData name="John Hu" userId="213e45b8a479442b" providerId="LiveId" clId="{464149D3-95DE-448A-BFE1-A0D8B9969414}" dt="2025-03-13T02:34:00.965" v="5679" actId="478"/>
          <ac:cxnSpMkLst>
            <pc:docMk/>
            <pc:sldMk cId="2956053056" sldId="657"/>
            <ac:cxnSpMk id="4" creationId="{18F88EF8-F4A9-4402-8ABB-0FA1F63ACED9}"/>
          </ac:cxnSpMkLst>
        </pc:cxnChg>
        <pc:cxnChg chg="del">
          <ac:chgData name="John Hu" userId="213e45b8a479442b" providerId="LiveId" clId="{464149D3-95DE-448A-BFE1-A0D8B9969414}" dt="2025-03-13T02:34:00.965" v="5679" actId="478"/>
          <ac:cxnSpMkLst>
            <pc:docMk/>
            <pc:sldMk cId="2956053056" sldId="657"/>
            <ac:cxnSpMk id="10" creationId="{4EFFA8EE-E24B-4F31-8AD8-52A82C719E06}"/>
          </ac:cxnSpMkLst>
        </pc:cxnChg>
      </pc:sldChg>
      <pc:sldChg chg="addSp delSp modSp add mod">
        <pc:chgData name="John Hu" userId="213e45b8a479442b" providerId="LiveId" clId="{464149D3-95DE-448A-BFE1-A0D8B9969414}" dt="2025-03-13T06:49:52.770" v="6170" actId="1076"/>
        <pc:sldMkLst>
          <pc:docMk/>
          <pc:sldMk cId="229139173" sldId="658"/>
        </pc:sldMkLst>
        <pc:spChg chg="add del">
          <ac:chgData name="John Hu" userId="213e45b8a479442b" providerId="LiveId" clId="{464149D3-95DE-448A-BFE1-A0D8B9969414}" dt="2025-03-13T06:05:32.475" v="6127"/>
          <ac:spMkLst>
            <pc:docMk/>
            <pc:sldMk cId="229139173" sldId="658"/>
            <ac:spMk id="3" creationId="{FAEF7D33-84B2-4EE4-B1FA-6010A10FBCAF}"/>
          </ac:spMkLst>
        </pc:spChg>
        <pc:spChg chg="add del">
          <ac:chgData name="John Hu" userId="213e45b8a479442b" providerId="LiveId" clId="{464149D3-95DE-448A-BFE1-A0D8B9969414}" dt="2025-03-13T06:05:49.583" v="6132"/>
          <ac:spMkLst>
            <pc:docMk/>
            <pc:sldMk cId="229139173" sldId="658"/>
            <ac:spMk id="4" creationId="{B456FB23-7B76-4A6C-944C-7502772F53A3}"/>
          </ac:spMkLst>
        </pc:spChg>
        <pc:spChg chg="add mod">
          <ac:chgData name="John Hu" userId="213e45b8a479442b" providerId="LiveId" clId="{464149D3-95DE-448A-BFE1-A0D8B9969414}" dt="2025-03-13T06:06:45.487" v="6152" actId="207"/>
          <ac:spMkLst>
            <pc:docMk/>
            <pc:sldMk cId="229139173" sldId="658"/>
            <ac:spMk id="5" creationId="{56331933-6713-4891-9F9F-5A9D0FDD4637}"/>
          </ac:spMkLst>
        </pc:spChg>
        <pc:spChg chg="mod">
          <ac:chgData name="John Hu" userId="213e45b8a479442b" providerId="LiveId" clId="{464149D3-95DE-448A-BFE1-A0D8B9969414}" dt="2025-03-13T05:32:46.381" v="5870" actId="20577"/>
          <ac:spMkLst>
            <pc:docMk/>
            <pc:sldMk cId="229139173" sldId="658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13T06:49:31.089" v="6166" actId="6549"/>
          <ac:spMkLst>
            <pc:docMk/>
            <pc:sldMk cId="229139173" sldId="658"/>
            <ac:spMk id="9" creationId="{D9A8FC80-482B-4FED-8314-8C478EEE7430}"/>
          </ac:spMkLst>
        </pc:spChg>
        <pc:spChg chg="del mod">
          <ac:chgData name="John Hu" userId="213e45b8a479442b" providerId="LiveId" clId="{464149D3-95DE-448A-BFE1-A0D8B9969414}" dt="2025-03-13T06:04:13.748" v="6071" actId="478"/>
          <ac:spMkLst>
            <pc:docMk/>
            <pc:sldMk cId="229139173" sldId="658"/>
            <ac:spMk id="12" creationId="{D3388FE2-D552-4A7E-BCA4-503F69AA5C72}"/>
          </ac:spMkLst>
        </pc:spChg>
        <pc:picChg chg="add mod">
          <ac:chgData name="John Hu" userId="213e45b8a479442b" providerId="LiveId" clId="{464149D3-95DE-448A-BFE1-A0D8B9969414}" dt="2025-03-13T06:49:52.770" v="6170" actId="1076"/>
          <ac:picMkLst>
            <pc:docMk/>
            <pc:sldMk cId="229139173" sldId="658"/>
            <ac:picMk id="7" creationId="{821F1E8E-BBD0-4E09-B313-292B76C7680D}"/>
          </ac:picMkLst>
        </pc:picChg>
      </pc:sldChg>
      <pc:sldChg chg="addSp delSp modSp add mod">
        <pc:chgData name="John Hu" userId="213e45b8a479442b" providerId="LiveId" clId="{464149D3-95DE-448A-BFE1-A0D8B9969414}" dt="2025-03-13T07:47:50.994" v="7329" actId="12"/>
        <pc:sldMkLst>
          <pc:docMk/>
          <pc:sldMk cId="3284171094" sldId="659"/>
        </pc:sldMkLst>
        <pc:spChg chg="mod">
          <ac:chgData name="John Hu" userId="213e45b8a479442b" providerId="LiveId" clId="{464149D3-95DE-448A-BFE1-A0D8B9969414}" dt="2025-03-13T07:17:12.165" v="6458" actId="20577"/>
          <ac:spMkLst>
            <pc:docMk/>
            <pc:sldMk cId="3284171094" sldId="659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13T07:47:50.994" v="7329" actId="12"/>
          <ac:spMkLst>
            <pc:docMk/>
            <pc:sldMk cId="3284171094" sldId="659"/>
            <ac:spMk id="12" creationId="{D3388FE2-D552-4A7E-BCA4-503F69AA5C72}"/>
          </ac:spMkLst>
        </pc:spChg>
        <pc:picChg chg="add del">
          <ac:chgData name="John Hu" userId="213e45b8a479442b" providerId="LiveId" clId="{464149D3-95DE-448A-BFE1-A0D8B9969414}" dt="2025-03-13T07:17:15.211" v="6459" actId="478"/>
          <ac:picMkLst>
            <pc:docMk/>
            <pc:sldMk cId="3284171094" sldId="659"/>
            <ac:picMk id="4" creationId="{A666BBD2-11D1-468C-B21F-1CCE3E660BD5}"/>
          </ac:picMkLst>
        </pc:picChg>
      </pc:sldChg>
      <pc:sldChg chg="addSp delSp modSp add mod">
        <pc:chgData name="John Hu" userId="213e45b8a479442b" providerId="LiveId" clId="{464149D3-95DE-448A-BFE1-A0D8B9969414}" dt="2025-03-19T01:25:38.195" v="7977" actId="113"/>
        <pc:sldMkLst>
          <pc:docMk/>
          <pc:sldMk cId="633065844" sldId="660"/>
        </pc:sldMkLst>
        <pc:spChg chg="add del">
          <ac:chgData name="John Hu" userId="213e45b8a479442b" providerId="LiveId" clId="{464149D3-95DE-448A-BFE1-A0D8B9969414}" dt="2025-03-13T07:08:19.890" v="6202"/>
          <ac:spMkLst>
            <pc:docMk/>
            <pc:sldMk cId="633065844" sldId="660"/>
            <ac:spMk id="3" creationId="{D36EE824-9BE3-4B64-AB30-25FF3D70042E}"/>
          </ac:spMkLst>
        </pc:spChg>
        <pc:spChg chg="mod">
          <ac:chgData name="John Hu" userId="213e45b8a479442b" providerId="LiveId" clId="{464149D3-95DE-448A-BFE1-A0D8B9969414}" dt="2025-03-19T01:24:53.592" v="7971" actId="14100"/>
          <ac:spMkLst>
            <pc:docMk/>
            <pc:sldMk cId="633065844" sldId="660"/>
            <ac:spMk id="5" creationId="{56331933-6713-4891-9F9F-5A9D0FDD4637}"/>
          </ac:spMkLst>
        </pc:spChg>
        <pc:spChg chg="mod">
          <ac:chgData name="John Hu" userId="213e45b8a479442b" providerId="LiveId" clId="{464149D3-95DE-448A-BFE1-A0D8B9969414}" dt="2025-03-13T07:07:08.847" v="6172"/>
          <ac:spMkLst>
            <pc:docMk/>
            <pc:sldMk cId="633065844" sldId="660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19T01:25:38.195" v="7977" actId="113"/>
          <ac:spMkLst>
            <pc:docMk/>
            <pc:sldMk cId="633065844" sldId="660"/>
            <ac:spMk id="9" creationId="{D9A8FC80-482B-4FED-8314-8C478EEE7430}"/>
          </ac:spMkLst>
        </pc:spChg>
        <pc:graphicFrameChg chg="add mod modGraphic">
          <ac:chgData name="John Hu" userId="213e45b8a479442b" providerId="LiveId" clId="{464149D3-95DE-448A-BFE1-A0D8B9969414}" dt="2025-03-19T01:25:24.722" v="7975" actId="113"/>
          <ac:graphicFrameMkLst>
            <pc:docMk/>
            <pc:sldMk cId="633065844" sldId="660"/>
            <ac:graphicFrameMk id="3" creationId="{C1B10702-DE49-45C9-AE6D-0E4C02C50BD7}"/>
          </ac:graphicFrameMkLst>
        </pc:graphicFrameChg>
        <pc:picChg chg="add mod">
          <ac:chgData name="John Hu" userId="213e45b8a479442b" providerId="LiveId" clId="{464149D3-95DE-448A-BFE1-A0D8B9969414}" dt="2025-03-13T07:16:00.938" v="6420" actId="1076"/>
          <ac:picMkLst>
            <pc:docMk/>
            <pc:sldMk cId="633065844" sldId="660"/>
            <ac:picMk id="6" creationId="{84D78A37-8FD9-485F-AA69-39E45665CA27}"/>
          </ac:picMkLst>
        </pc:picChg>
        <pc:picChg chg="del">
          <ac:chgData name="John Hu" userId="213e45b8a479442b" providerId="LiveId" clId="{464149D3-95DE-448A-BFE1-A0D8B9969414}" dt="2025-03-13T07:15:54.776" v="6415" actId="478"/>
          <ac:picMkLst>
            <pc:docMk/>
            <pc:sldMk cId="633065844" sldId="660"/>
            <ac:picMk id="7" creationId="{821F1E8E-BBD0-4E09-B313-292B76C7680D}"/>
          </ac:picMkLst>
        </pc:picChg>
      </pc:sldChg>
      <pc:sldChg chg="delSp modSp add del mod">
        <pc:chgData name="John Hu" userId="213e45b8a479442b" providerId="LiveId" clId="{464149D3-95DE-448A-BFE1-A0D8B9969414}" dt="2025-03-13T07:46:36.514" v="7318" actId="47"/>
        <pc:sldMkLst>
          <pc:docMk/>
          <pc:sldMk cId="838575871" sldId="661"/>
        </pc:sldMkLst>
        <pc:spChg chg="del">
          <ac:chgData name="John Hu" userId="213e45b8a479442b" providerId="LiveId" clId="{464149D3-95DE-448A-BFE1-A0D8B9969414}" dt="2025-03-13T07:21:16.216" v="6727" actId="478"/>
          <ac:spMkLst>
            <pc:docMk/>
            <pc:sldMk cId="838575871" sldId="661"/>
            <ac:spMk id="5" creationId="{56331933-6713-4891-9F9F-5A9D0FDD4637}"/>
          </ac:spMkLst>
        </pc:spChg>
        <pc:spChg chg="mod">
          <ac:chgData name="John Hu" userId="213e45b8a479442b" providerId="LiveId" clId="{464149D3-95DE-448A-BFE1-A0D8B9969414}" dt="2025-03-13T07:21:13.180" v="6726" actId="20577"/>
          <ac:spMkLst>
            <pc:docMk/>
            <pc:sldMk cId="838575871" sldId="661"/>
            <ac:spMk id="8" creationId="{36177B38-43AB-4398-968B-448F8F0E5F49}"/>
          </ac:spMkLst>
        </pc:spChg>
      </pc:sldChg>
      <pc:sldChg chg="addSp delSp modSp add del mod ord">
        <pc:chgData name="John Hu" userId="213e45b8a479442b" providerId="LiveId" clId="{464149D3-95DE-448A-BFE1-A0D8B9969414}" dt="2025-03-13T07:46:47.752" v="7321" actId="403"/>
        <pc:sldMkLst>
          <pc:docMk/>
          <pc:sldMk cId="1331771505" sldId="662"/>
        </pc:sldMkLst>
        <pc:spChg chg="add mod">
          <ac:chgData name="John Hu" userId="213e45b8a479442b" providerId="LiveId" clId="{464149D3-95DE-448A-BFE1-A0D8B9969414}" dt="2025-03-13T07:43:41.872" v="7144" actId="1076"/>
          <ac:spMkLst>
            <pc:docMk/>
            <pc:sldMk cId="1331771505" sldId="662"/>
            <ac:spMk id="3" creationId="{DA885161-3DC9-4B31-81EC-A0B7D994769A}"/>
          </ac:spMkLst>
        </pc:spChg>
        <pc:spChg chg="add mod">
          <ac:chgData name="John Hu" userId="213e45b8a479442b" providerId="LiveId" clId="{464149D3-95DE-448A-BFE1-A0D8B9969414}" dt="2025-03-13T07:43:47.183" v="7147" actId="5793"/>
          <ac:spMkLst>
            <pc:docMk/>
            <pc:sldMk cId="1331771505" sldId="662"/>
            <ac:spMk id="7" creationId="{AE7B1F46-7400-4E01-94CD-52CA174DD3D5}"/>
          </ac:spMkLst>
        </pc:spChg>
        <pc:spChg chg="mod">
          <ac:chgData name="John Hu" userId="213e45b8a479442b" providerId="LiveId" clId="{464149D3-95DE-448A-BFE1-A0D8B9969414}" dt="2025-03-13T07:23:56.140" v="6764" actId="20577"/>
          <ac:spMkLst>
            <pc:docMk/>
            <pc:sldMk cId="1331771505" sldId="662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13T07:46:47.752" v="7321" actId="403"/>
          <ac:spMkLst>
            <pc:docMk/>
            <pc:sldMk cId="1331771505" sldId="662"/>
            <ac:spMk id="9" creationId="{6940D41A-7B7C-4093-AF10-D4D6A2AA15AD}"/>
          </ac:spMkLst>
        </pc:spChg>
        <pc:spChg chg="add mod">
          <ac:chgData name="John Hu" userId="213e45b8a479442b" providerId="LiveId" clId="{464149D3-95DE-448A-BFE1-A0D8B9969414}" dt="2025-03-13T07:43:43.600" v="7145" actId="1076"/>
          <ac:spMkLst>
            <pc:docMk/>
            <pc:sldMk cId="1331771505" sldId="662"/>
            <ac:spMk id="10" creationId="{6B713FA3-0E38-4724-95E4-14B7939E4EB6}"/>
          </ac:spMkLst>
        </pc:spChg>
        <pc:spChg chg="add mod">
          <ac:chgData name="John Hu" userId="213e45b8a479442b" providerId="LiveId" clId="{464149D3-95DE-448A-BFE1-A0D8B9969414}" dt="2025-03-13T07:45:26.716" v="7317" actId="20577"/>
          <ac:spMkLst>
            <pc:docMk/>
            <pc:sldMk cId="1331771505" sldId="662"/>
            <ac:spMk id="14" creationId="{C85CC363-71D1-4B7D-866F-0657CBB6BC1C}"/>
          </ac:spMkLst>
        </pc:spChg>
        <pc:spChg chg="del mod">
          <ac:chgData name="John Hu" userId="213e45b8a479442b" providerId="LiveId" clId="{464149D3-95DE-448A-BFE1-A0D8B9969414}" dt="2025-03-13T07:39:59.551" v="7109" actId="478"/>
          <ac:spMkLst>
            <pc:docMk/>
            <pc:sldMk cId="1331771505" sldId="662"/>
            <ac:spMk id="15" creationId="{F16052B1-57E4-46B0-9F5F-B1B2B08753ED}"/>
          </ac:spMkLst>
        </pc:spChg>
        <pc:spChg chg="del mod">
          <ac:chgData name="John Hu" userId="213e45b8a479442b" providerId="LiveId" clId="{464149D3-95DE-448A-BFE1-A0D8B9969414}" dt="2025-03-13T07:39:57.567" v="7108" actId="478"/>
          <ac:spMkLst>
            <pc:docMk/>
            <pc:sldMk cId="1331771505" sldId="662"/>
            <ac:spMk id="18" creationId="{335F3339-98C8-4563-8F0E-535611D499DF}"/>
          </ac:spMkLst>
        </pc:spChg>
        <pc:picChg chg="add del mod">
          <ac:chgData name="John Hu" userId="213e45b8a479442b" providerId="LiveId" clId="{464149D3-95DE-448A-BFE1-A0D8B9969414}" dt="2025-03-13T07:46:43.891" v="7320" actId="478"/>
          <ac:picMkLst>
            <pc:docMk/>
            <pc:sldMk cId="1331771505" sldId="662"/>
            <ac:picMk id="16" creationId="{1037D8B5-3BEC-4324-8D8E-8CD157F1C624}"/>
          </ac:picMkLst>
        </pc:picChg>
        <pc:picChg chg="del mod">
          <ac:chgData name="John Hu" userId="213e45b8a479442b" providerId="LiveId" clId="{464149D3-95DE-448A-BFE1-A0D8B9969414}" dt="2025-03-13T07:40:03.868" v="7112" actId="478"/>
          <ac:picMkLst>
            <pc:docMk/>
            <pc:sldMk cId="1331771505" sldId="662"/>
            <ac:picMk id="20" creationId="{846292CC-157A-4563-AC21-C582768D5AC9}"/>
          </ac:picMkLst>
        </pc:picChg>
        <pc:cxnChg chg="add mod">
          <ac:chgData name="John Hu" userId="213e45b8a479442b" providerId="LiveId" clId="{464149D3-95DE-448A-BFE1-A0D8B9969414}" dt="2025-03-13T07:45:01.283" v="7297" actId="13822"/>
          <ac:cxnSpMkLst>
            <pc:docMk/>
            <pc:sldMk cId="1331771505" sldId="662"/>
            <ac:cxnSpMk id="5" creationId="{A476F154-889A-418A-BA9C-BB090B91318C}"/>
          </ac:cxnSpMkLst>
        </pc:cxnChg>
      </pc:sldChg>
      <pc:sldChg chg="addSp delSp modSp add mod">
        <pc:chgData name="John Hu" userId="213e45b8a479442b" providerId="LiveId" clId="{464149D3-95DE-448A-BFE1-A0D8B9969414}" dt="2025-03-19T01:10:38.141" v="7846" actId="14100"/>
        <pc:sldMkLst>
          <pc:docMk/>
          <pc:sldMk cId="3052481175" sldId="663"/>
        </pc:sldMkLst>
        <pc:spChg chg="add mod">
          <ac:chgData name="John Hu" userId="213e45b8a479442b" providerId="LiveId" clId="{464149D3-95DE-448A-BFE1-A0D8B9969414}" dt="2025-03-17T02:34:10.626" v="7386" actId="13822"/>
          <ac:spMkLst>
            <pc:docMk/>
            <pc:sldMk cId="3052481175" sldId="663"/>
            <ac:spMk id="3" creationId="{741A0208-9BA0-41FF-B290-B53D03037C37}"/>
          </ac:spMkLst>
        </pc:spChg>
        <pc:spChg chg="add mod">
          <ac:chgData name="John Hu" userId="213e45b8a479442b" providerId="LiveId" clId="{464149D3-95DE-448A-BFE1-A0D8B9969414}" dt="2025-03-17T02:34:26.508" v="7393" actId="14100"/>
          <ac:spMkLst>
            <pc:docMk/>
            <pc:sldMk cId="3052481175" sldId="663"/>
            <ac:spMk id="6" creationId="{E12EC4B5-5135-4ABA-8830-51F03B3E8656}"/>
          </ac:spMkLst>
        </pc:spChg>
        <pc:spChg chg="add mod">
          <ac:chgData name="John Hu" userId="213e45b8a479442b" providerId="LiveId" clId="{464149D3-95DE-448A-BFE1-A0D8B9969414}" dt="2025-03-17T02:34:40.076" v="7400" actId="14100"/>
          <ac:spMkLst>
            <pc:docMk/>
            <pc:sldMk cId="3052481175" sldId="663"/>
            <ac:spMk id="7" creationId="{606083FB-1BA8-40DF-803D-C852E4F26A30}"/>
          </ac:spMkLst>
        </pc:spChg>
        <pc:spChg chg="add mod">
          <ac:chgData name="John Hu" userId="213e45b8a479442b" providerId="LiveId" clId="{464149D3-95DE-448A-BFE1-A0D8B9969414}" dt="2025-03-17T02:34:37.812" v="7399" actId="14100"/>
          <ac:spMkLst>
            <pc:docMk/>
            <pc:sldMk cId="3052481175" sldId="663"/>
            <ac:spMk id="9" creationId="{A7CE8519-4A48-4657-B884-CFDA06AAFEC6}"/>
          </ac:spMkLst>
        </pc:spChg>
        <pc:spChg chg="add del mod">
          <ac:chgData name="John Hu" userId="213e45b8a479442b" providerId="LiveId" clId="{464149D3-95DE-448A-BFE1-A0D8B9969414}" dt="2025-03-17T02:55:22.167" v="7820" actId="478"/>
          <ac:spMkLst>
            <pc:docMk/>
            <pc:sldMk cId="3052481175" sldId="663"/>
            <ac:spMk id="10" creationId="{08043407-D51A-4143-9CCE-5056E5846299}"/>
          </ac:spMkLst>
        </pc:spChg>
        <pc:spChg chg="add mod">
          <ac:chgData name="John Hu" userId="213e45b8a479442b" providerId="LiveId" clId="{464149D3-95DE-448A-BFE1-A0D8B9969414}" dt="2025-03-17T02:35:17.449" v="7458" actId="1076"/>
          <ac:spMkLst>
            <pc:docMk/>
            <pc:sldMk cId="3052481175" sldId="663"/>
            <ac:spMk id="11" creationId="{875AA4D8-B5ED-4997-A1DF-8327749509DC}"/>
          </ac:spMkLst>
        </pc:spChg>
        <pc:spChg chg="mod">
          <ac:chgData name="John Hu" userId="213e45b8a479442b" providerId="LiveId" clId="{464149D3-95DE-448A-BFE1-A0D8B9969414}" dt="2025-03-17T02:33:49.202" v="7383" actId="6549"/>
          <ac:spMkLst>
            <pc:docMk/>
            <pc:sldMk cId="3052481175" sldId="663"/>
            <ac:spMk id="12" creationId="{D3388FE2-D552-4A7E-BCA4-503F69AA5C72}"/>
          </ac:spMkLst>
        </pc:spChg>
        <pc:spChg chg="add mod">
          <ac:chgData name="John Hu" userId="213e45b8a479442b" providerId="LiveId" clId="{464149D3-95DE-448A-BFE1-A0D8B9969414}" dt="2025-03-17T02:35:21.955" v="7467" actId="20577"/>
          <ac:spMkLst>
            <pc:docMk/>
            <pc:sldMk cId="3052481175" sldId="663"/>
            <ac:spMk id="13" creationId="{13058F37-50BA-42D1-9EC7-D8833C4692FA}"/>
          </ac:spMkLst>
        </pc:spChg>
        <pc:spChg chg="add mod">
          <ac:chgData name="John Hu" userId="213e45b8a479442b" providerId="LiveId" clId="{464149D3-95DE-448A-BFE1-A0D8B9969414}" dt="2025-03-17T02:35:32.081" v="7479" actId="1076"/>
          <ac:spMkLst>
            <pc:docMk/>
            <pc:sldMk cId="3052481175" sldId="663"/>
            <ac:spMk id="14" creationId="{DC40991A-F24F-4A3A-8B39-BECC6048D282}"/>
          </ac:spMkLst>
        </pc:spChg>
        <pc:spChg chg="add mod">
          <ac:chgData name="John Hu" userId="213e45b8a479442b" providerId="LiveId" clId="{464149D3-95DE-448A-BFE1-A0D8B9969414}" dt="2025-03-19T01:10:38.141" v="7846" actId="14100"/>
          <ac:spMkLst>
            <pc:docMk/>
            <pc:sldMk cId="3052481175" sldId="663"/>
            <ac:spMk id="15" creationId="{0981AB06-C75D-4551-855A-8C43C959B2F7}"/>
          </ac:spMkLst>
        </pc:spChg>
        <pc:spChg chg="add del mod">
          <ac:chgData name="John Hu" userId="213e45b8a479442b" providerId="LiveId" clId="{464149D3-95DE-448A-BFE1-A0D8B9969414}" dt="2025-03-17T02:38:11.011" v="7681" actId="478"/>
          <ac:spMkLst>
            <pc:docMk/>
            <pc:sldMk cId="3052481175" sldId="663"/>
            <ac:spMk id="15" creationId="{867961A2-7200-4FC3-B98A-815B76D54427}"/>
          </ac:spMkLst>
        </pc:spChg>
        <pc:spChg chg="add del mod">
          <ac:chgData name="John Hu" userId="213e45b8a479442b" providerId="LiveId" clId="{464149D3-95DE-448A-BFE1-A0D8B9969414}" dt="2025-03-17T02:38:11.011" v="7681" actId="478"/>
          <ac:spMkLst>
            <pc:docMk/>
            <pc:sldMk cId="3052481175" sldId="663"/>
            <ac:spMk id="16" creationId="{50FADAB3-20A6-4A49-BE14-2352802026E0}"/>
          </ac:spMkLst>
        </pc:spChg>
        <pc:spChg chg="add del mod">
          <ac:chgData name="John Hu" userId="213e45b8a479442b" providerId="LiveId" clId="{464149D3-95DE-448A-BFE1-A0D8B9969414}" dt="2025-03-17T02:38:11.011" v="7681" actId="478"/>
          <ac:spMkLst>
            <pc:docMk/>
            <pc:sldMk cId="3052481175" sldId="663"/>
            <ac:spMk id="17" creationId="{95E32CB7-9B38-489E-AD6C-97767645425C}"/>
          </ac:spMkLst>
        </pc:spChg>
        <pc:spChg chg="add mod">
          <ac:chgData name="John Hu" userId="213e45b8a479442b" providerId="LiveId" clId="{464149D3-95DE-448A-BFE1-A0D8B9969414}" dt="2025-03-17T02:55:10.964" v="7819" actId="1076"/>
          <ac:spMkLst>
            <pc:docMk/>
            <pc:sldMk cId="3052481175" sldId="663"/>
            <ac:spMk id="18" creationId="{43BF8576-7EE7-44E1-93BC-45C4A08BC567}"/>
          </ac:spMkLst>
        </pc:spChg>
      </pc:sldChg>
      <pc:sldChg chg="addSp modSp add mod ord">
        <pc:chgData name="John Hu" userId="213e45b8a479442b" providerId="LiveId" clId="{464149D3-95DE-448A-BFE1-A0D8B9969414}" dt="2025-03-17T02:55:41.923" v="7823" actId="207"/>
        <pc:sldMkLst>
          <pc:docMk/>
          <pc:sldMk cId="4279093945" sldId="664"/>
        </pc:sldMkLst>
        <pc:spChg chg="add mod">
          <ac:chgData name="John Hu" userId="213e45b8a479442b" providerId="LiveId" clId="{464149D3-95DE-448A-BFE1-A0D8B9969414}" dt="2025-03-17T02:55:32.072" v="7821" actId="207"/>
          <ac:spMkLst>
            <pc:docMk/>
            <pc:sldMk cId="4279093945" sldId="664"/>
            <ac:spMk id="18" creationId="{78789465-31C7-43AF-AE81-342DB4865B4C}"/>
          </ac:spMkLst>
        </pc:spChg>
        <pc:spChg chg="add mod">
          <ac:chgData name="John Hu" userId="213e45b8a479442b" providerId="LiveId" clId="{464149D3-95DE-448A-BFE1-A0D8B9969414}" dt="2025-03-17T02:55:41.923" v="7823" actId="207"/>
          <ac:spMkLst>
            <pc:docMk/>
            <pc:sldMk cId="4279093945" sldId="664"/>
            <ac:spMk id="19" creationId="{6ED9660C-9C94-47FB-A3F3-104337E44FB3}"/>
          </ac:spMkLst>
        </pc:spChg>
        <pc:spChg chg="add mod">
          <ac:chgData name="John Hu" userId="213e45b8a479442b" providerId="LiveId" clId="{464149D3-95DE-448A-BFE1-A0D8B9969414}" dt="2025-03-17T02:55:37.823" v="7822" actId="207"/>
          <ac:spMkLst>
            <pc:docMk/>
            <pc:sldMk cId="4279093945" sldId="664"/>
            <ac:spMk id="20" creationId="{1E0BE7A2-31A0-4CC6-B6B7-92E1857ECAA3}"/>
          </ac:spMkLst>
        </pc:spChg>
      </pc:sldChg>
      <pc:sldChg chg="addSp delSp modSp add mod">
        <pc:chgData name="John Hu" userId="213e45b8a479442b" providerId="LiveId" clId="{464149D3-95DE-448A-BFE1-A0D8B9969414}" dt="2025-03-19T01:20:40.071" v="7937" actId="1076"/>
        <pc:sldMkLst>
          <pc:docMk/>
          <pc:sldMk cId="849343049" sldId="665"/>
        </pc:sldMkLst>
        <pc:spChg chg="mod">
          <ac:chgData name="John Hu" userId="213e45b8a479442b" providerId="LiveId" clId="{464149D3-95DE-448A-BFE1-A0D8B9969414}" dt="2025-03-19T01:20:40.071" v="7937" actId="1076"/>
          <ac:spMkLst>
            <pc:docMk/>
            <pc:sldMk cId="849343049" sldId="665"/>
            <ac:spMk id="15" creationId="{0981AB06-C75D-4551-855A-8C43C959B2F7}"/>
          </ac:spMkLst>
        </pc:spChg>
        <pc:spChg chg="add del mod">
          <ac:chgData name="John Hu" userId="213e45b8a479442b" providerId="LiveId" clId="{464149D3-95DE-448A-BFE1-A0D8B9969414}" dt="2025-03-19T01:17:48.634" v="7896"/>
          <ac:spMkLst>
            <pc:docMk/>
            <pc:sldMk cId="849343049" sldId="665"/>
            <ac:spMk id="16" creationId="{BA43D8A6-4801-4E62-90BC-4B7E055DEB85}"/>
          </ac:spMkLst>
        </pc:spChg>
        <pc:spChg chg="add mod">
          <ac:chgData name="John Hu" userId="213e45b8a479442b" providerId="LiveId" clId="{464149D3-95DE-448A-BFE1-A0D8B9969414}" dt="2025-03-19T01:20:32.736" v="7935" actId="20577"/>
          <ac:spMkLst>
            <pc:docMk/>
            <pc:sldMk cId="849343049" sldId="665"/>
            <ac:spMk id="17" creationId="{8FE8FB02-6D3C-493D-B10D-2B3239E4CDF8}"/>
          </ac:spMkLst>
        </pc:spChg>
        <pc:spChg chg="mod">
          <ac:chgData name="John Hu" userId="213e45b8a479442b" providerId="LiveId" clId="{464149D3-95DE-448A-BFE1-A0D8B9969414}" dt="2025-03-19T01:20:36.548" v="7936" actId="1076"/>
          <ac:spMkLst>
            <pc:docMk/>
            <pc:sldMk cId="849343049" sldId="665"/>
            <ac:spMk id="18" creationId="{43BF8576-7EE7-44E1-93BC-45C4A08BC567}"/>
          </ac:spMkLst>
        </pc:spChg>
      </pc:sldChg>
      <pc:sldChg chg="add del">
        <pc:chgData name="John Hu" userId="213e45b8a479442b" providerId="LiveId" clId="{464149D3-95DE-448A-BFE1-A0D8B9969414}" dt="2025-03-19T01:17:57.662" v="7897" actId="47"/>
        <pc:sldMkLst>
          <pc:docMk/>
          <pc:sldMk cId="2117687856" sldId="666"/>
        </pc:sldMkLst>
      </pc:sldChg>
      <pc:sldChg chg="addSp delSp modSp add mod modAnim">
        <pc:chgData name="John Hu" userId="213e45b8a479442b" providerId="LiveId" clId="{464149D3-95DE-448A-BFE1-A0D8B9969414}" dt="2025-03-20T02:42:09.759" v="8251" actId="1076"/>
        <pc:sldMkLst>
          <pc:docMk/>
          <pc:sldMk cId="3871604934" sldId="666"/>
        </pc:sldMkLst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3" creationId="{741A0208-9BA0-41FF-B290-B53D03037C37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6" creationId="{E12EC4B5-5135-4ABA-8830-51F03B3E8656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7" creationId="{606083FB-1BA8-40DF-803D-C852E4F26A30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9" creationId="{A7CE8519-4A48-4657-B884-CFDA06AAFEC6}"/>
          </ac:spMkLst>
        </pc:spChg>
        <pc:spChg chg="add mod">
          <ac:chgData name="John Hu" userId="213e45b8a479442b" providerId="LiveId" clId="{464149D3-95DE-448A-BFE1-A0D8B9969414}" dt="2025-03-20T02:38:10.479" v="8178" actId="1076"/>
          <ac:spMkLst>
            <pc:docMk/>
            <pc:sldMk cId="3871604934" sldId="666"/>
            <ac:spMk id="10" creationId="{089052F9-5A54-4B6A-8F6A-C4E1DB032318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11" creationId="{875AA4D8-B5ED-4997-A1DF-8327749509DC}"/>
          </ac:spMkLst>
        </pc:spChg>
        <pc:spChg chg="mod">
          <ac:chgData name="John Hu" userId="213e45b8a479442b" providerId="LiveId" clId="{464149D3-95DE-448A-BFE1-A0D8B9969414}" dt="2025-03-19T07:06:13.444" v="7985" actId="20577"/>
          <ac:spMkLst>
            <pc:docMk/>
            <pc:sldMk cId="3871604934" sldId="666"/>
            <ac:spMk id="12" creationId="{D3388FE2-D552-4A7E-BCA4-503F69AA5C72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13" creationId="{13058F37-50BA-42D1-9EC7-D8833C4692FA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14" creationId="{DC40991A-F24F-4A3A-8B39-BECC6048D282}"/>
          </ac:spMkLst>
        </pc:spChg>
        <pc:spChg chg="add del mod">
          <ac:chgData name="John Hu" userId="213e45b8a479442b" providerId="LiveId" clId="{464149D3-95DE-448A-BFE1-A0D8B9969414}" dt="2025-03-20T02:36:40.627" v="8090" actId="14100"/>
          <ac:spMkLst>
            <pc:docMk/>
            <pc:sldMk cId="3871604934" sldId="666"/>
            <ac:spMk id="17" creationId="{8FE8FB02-6D3C-493D-B10D-2B3239E4CDF8}"/>
          </ac:spMkLst>
        </pc:spChg>
        <pc:spChg chg="mod">
          <ac:chgData name="John Hu" userId="213e45b8a479442b" providerId="LiveId" clId="{464149D3-95DE-448A-BFE1-A0D8B9969414}" dt="2025-03-20T02:35:52.191" v="8069" actId="403"/>
          <ac:spMkLst>
            <pc:docMk/>
            <pc:sldMk cId="3871604934" sldId="666"/>
            <ac:spMk id="18" creationId="{43BF8576-7EE7-44E1-93BC-45C4A08BC567}"/>
          </ac:spMkLst>
        </pc:spChg>
        <pc:spChg chg="add mod">
          <ac:chgData name="John Hu" userId="213e45b8a479442b" providerId="LiveId" clId="{464149D3-95DE-448A-BFE1-A0D8B9969414}" dt="2025-03-20T02:36:43.144" v="8091" actId="14100"/>
          <ac:spMkLst>
            <pc:docMk/>
            <pc:sldMk cId="3871604934" sldId="666"/>
            <ac:spMk id="19" creationId="{D27FFF2B-3240-4141-8250-2E850D61114B}"/>
          </ac:spMkLst>
        </pc:spChg>
        <pc:spChg chg="add mod">
          <ac:chgData name="John Hu" userId="213e45b8a479442b" providerId="LiveId" clId="{464149D3-95DE-448A-BFE1-A0D8B9969414}" dt="2025-03-20T02:36:46.267" v="8093" actId="1035"/>
          <ac:spMkLst>
            <pc:docMk/>
            <pc:sldMk cId="3871604934" sldId="666"/>
            <ac:spMk id="20" creationId="{7A36C87C-14B4-4E96-B302-34638FFA52AB}"/>
          </ac:spMkLst>
        </pc:spChg>
        <pc:spChg chg="add mod">
          <ac:chgData name="John Hu" userId="213e45b8a479442b" providerId="LiveId" clId="{464149D3-95DE-448A-BFE1-A0D8B9969414}" dt="2025-03-20T02:36:57.528" v="8103" actId="1037"/>
          <ac:spMkLst>
            <pc:docMk/>
            <pc:sldMk cId="3871604934" sldId="666"/>
            <ac:spMk id="21" creationId="{80D1D963-98B5-4F5C-89BA-C864976AC01A}"/>
          </ac:spMkLst>
        </pc:spChg>
        <pc:picChg chg="add del mod">
          <ac:chgData name="John Hu" userId="213e45b8a479442b" providerId="LiveId" clId="{464149D3-95DE-448A-BFE1-A0D8B9969414}" dt="2025-03-20T02:42:06.359" v="8249" actId="478"/>
          <ac:picMkLst>
            <pc:docMk/>
            <pc:sldMk cId="3871604934" sldId="666"/>
            <ac:picMk id="5" creationId="{478002E4-071A-4132-BECB-C36877FC9DD8}"/>
          </ac:picMkLst>
        </pc:picChg>
        <pc:picChg chg="add mod">
          <ac:chgData name="John Hu" userId="213e45b8a479442b" providerId="LiveId" clId="{464149D3-95DE-448A-BFE1-A0D8B9969414}" dt="2025-03-20T02:42:09.759" v="8251" actId="1076"/>
          <ac:picMkLst>
            <pc:docMk/>
            <pc:sldMk cId="3871604934" sldId="666"/>
            <ac:picMk id="22" creationId="{9AAE4679-A28C-48FF-A48E-059E48F373DC}"/>
          </ac:picMkLst>
        </pc:picChg>
      </pc:sldChg>
      <pc:sldChg chg="addSp delSp modSp add mod">
        <pc:chgData name="John Hu" userId="213e45b8a479442b" providerId="LiveId" clId="{464149D3-95DE-448A-BFE1-A0D8B9969414}" dt="2025-03-20T02:59:07.292" v="8526" actId="1076"/>
        <pc:sldMkLst>
          <pc:docMk/>
          <pc:sldMk cId="287309431" sldId="667"/>
        </pc:sldMkLst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3" creationId="{741A0208-9BA0-41FF-B290-B53D03037C37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6" creationId="{E12EC4B5-5135-4ABA-8830-51F03B3E8656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7" creationId="{606083FB-1BA8-40DF-803D-C852E4F26A30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9" creationId="{A7CE8519-4A48-4657-B884-CFDA06AAFEC6}"/>
          </ac:spMkLst>
        </pc:spChg>
        <pc:spChg chg="add mod">
          <ac:chgData name="John Hu" userId="213e45b8a479442b" providerId="LiveId" clId="{464149D3-95DE-448A-BFE1-A0D8B9969414}" dt="2025-03-20T02:55:47.501" v="8273" actId="1076"/>
          <ac:spMkLst>
            <pc:docMk/>
            <pc:sldMk cId="287309431" sldId="667"/>
            <ac:spMk id="10" creationId="{CA8C8317-6B94-4E6C-9D63-DC90B9DD9755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11" creationId="{875AA4D8-B5ED-4997-A1DF-8327749509DC}"/>
          </ac:spMkLst>
        </pc:spChg>
        <pc:spChg chg="mod">
          <ac:chgData name="John Hu" userId="213e45b8a479442b" providerId="LiveId" clId="{464149D3-95DE-448A-BFE1-A0D8B9969414}" dt="2025-03-20T02:57:43.800" v="8375" actId="14100"/>
          <ac:spMkLst>
            <pc:docMk/>
            <pc:sldMk cId="287309431" sldId="667"/>
            <ac:spMk id="12" creationId="{D3388FE2-D552-4A7E-BCA4-503F69AA5C72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13" creationId="{13058F37-50BA-42D1-9EC7-D8833C4692FA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14" creationId="{DC40991A-F24F-4A3A-8B39-BECC6048D282}"/>
          </ac:spMkLst>
        </pc:spChg>
        <pc:spChg chg="del">
          <ac:chgData name="John Hu" userId="213e45b8a479442b" providerId="LiveId" clId="{464149D3-95DE-448A-BFE1-A0D8B9969414}" dt="2025-03-20T02:38:43.091" v="8184" actId="478"/>
          <ac:spMkLst>
            <pc:docMk/>
            <pc:sldMk cId="287309431" sldId="667"/>
            <ac:spMk id="15" creationId="{0981AB06-C75D-4551-855A-8C43C959B2F7}"/>
          </ac:spMkLst>
        </pc:spChg>
        <pc:spChg chg="mod">
          <ac:chgData name="John Hu" userId="213e45b8a479442b" providerId="LiveId" clId="{464149D3-95DE-448A-BFE1-A0D8B9969414}" dt="2025-03-20T02:57:18.950" v="8373" actId="6549"/>
          <ac:spMkLst>
            <pc:docMk/>
            <pc:sldMk cId="287309431" sldId="667"/>
            <ac:spMk id="17" creationId="{8FE8FB02-6D3C-493D-B10D-2B3239E4CDF8}"/>
          </ac:spMkLst>
        </pc:spChg>
        <pc:spChg chg="mod">
          <ac:chgData name="John Hu" userId="213e45b8a479442b" providerId="LiveId" clId="{464149D3-95DE-448A-BFE1-A0D8B9969414}" dt="2025-03-20T02:57:00.029" v="8369" actId="113"/>
          <ac:spMkLst>
            <pc:docMk/>
            <pc:sldMk cId="287309431" sldId="667"/>
            <ac:spMk id="18" creationId="{43BF8576-7EE7-44E1-93BC-45C4A08BC567}"/>
          </ac:spMkLst>
        </pc:spChg>
        <pc:spChg chg="add mod">
          <ac:chgData name="John Hu" userId="213e45b8a479442b" providerId="LiveId" clId="{464149D3-95DE-448A-BFE1-A0D8B9969414}" dt="2025-03-20T02:57:12.944" v="8371" actId="207"/>
          <ac:spMkLst>
            <pc:docMk/>
            <pc:sldMk cId="287309431" sldId="667"/>
            <ac:spMk id="19" creationId="{ABBD0BFA-EC8B-4A87-BBE0-2FD8164C1691}"/>
          </ac:spMkLst>
        </pc:spChg>
        <pc:spChg chg="add mod">
          <ac:chgData name="John Hu" userId="213e45b8a479442b" providerId="LiveId" clId="{464149D3-95DE-448A-BFE1-A0D8B9969414}" dt="2025-03-20T02:58:11.079" v="8445" actId="1076"/>
          <ac:spMkLst>
            <pc:docMk/>
            <pc:sldMk cId="287309431" sldId="667"/>
            <ac:spMk id="20" creationId="{966AFBE2-E41E-40E3-B994-7ACB0AE1F3BB}"/>
          </ac:spMkLst>
        </pc:spChg>
        <pc:spChg chg="add mod">
          <ac:chgData name="John Hu" userId="213e45b8a479442b" providerId="LiveId" clId="{464149D3-95DE-448A-BFE1-A0D8B9969414}" dt="2025-03-20T02:58:52.337" v="8520" actId="1076"/>
          <ac:spMkLst>
            <pc:docMk/>
            <pc:sldMk cId="287309431" sldId="667"/>
            <ac:spMk id="21" creationId="{ADC285FB-E77F-4D85-A6FC-5100A57F66DD}"/>
          </ac:spMkLst>
        </pc:spChg>
        <pc:spChg chg="add mod">
          <ac:chgData name="John Hu" userId="213e45b8a479442b" providerId="LiveId" clId="{464149D3-95DE-448A-BFE1-A0D8B9969414}" dt="2025-03-20T02:59:07.292" v="8526" actId="1076"/>
          <ac:spMkLst>
            <pc:docMk/>
            <pc:sldMk cId="287309431" sldId="667"/>
            <ac:spMk id="22" creationId="{8F1C79A4-9ADD-4A05-B4CA-E69EBE65342F}"/>
          </ac:spMkLst>
        </pc:spChg>
        <pc:spChg chg="add mod">
          <ac:chgData name="John Hu" userId="213e45b8a479442b" providerId="LiveId" clId="{464149D3-95DE-448A-BFE1-A0D8B9969414}" dt="2025-03-20T02:58:59.057" v="8523" actId="6549"/>
          <ac:spMkLst>
            <pc:docMk/>
            <pc:sldMk cId="287309431" sldId="667"/>
            <ac:spMk id="23" creationId="{754CCBFB-1AEB-4C5A-AFA5-D0CA2E259A43}"/>
          </ac:spMkLst>
        </pc:spChg>
        <pc:picChg chg="add del mod">
          <ac:chgData name="John Hu" userId="213e45b8a479442b" providerId="LiveId" clId="{464149D3-95DE-448A-BFE1-A0D8B9969414}" dt="2025-03-20T02:54:52.184" v="8253" actId="478"/>
          <ac:picMkLst>
            <pc:docMk/>
            <pc:sldMk cId="287309431" sldId="667"/>
            <ac:picMk id="5" creationId="{A993AC5E-8F0B-44EA-88B1-9A5A8C16D948}"/>
          </ac:picMkLst>
        </pc:picChg>
        <pc:picChg chg="add del mod">
          <ac:chgData name="John Hu" userId="213e45b8a479442b" providerId="LiveId" clId="{464149D3-95DE-448A-BFE1-A0D8B9969414}" dt="2025-03-20T02:42:01.881" v="8246" actId="478"/>
          <ac:picMkLst>
            <pc:docMk/>
            <pc:sldMk cId="287309431" sldId="667"/>
            <ac:picMk id="16" creationId="{2FA98C25-C899-4AEF-932E-FD515FDBA4C0}"/>
          </ac:picMkLst>
        </pc:picChg>
      </pc:sldChg>
      <pc:sldChg chg="addSp delSp modSp add mod">
        <pc:chgData name="John Hu" userId="213e45b8a479442b" providerId="LiveId" clId="{464149D3-95DE-448A-BFE1-A0D8B9969414}" dt="2025-03-20T06:13:39.775" v="8900" actId="1076"/>
        <pc:sldMkLst>
          <pc:docMk/>
          <pc:sldMk cId="2796879028" sldId="668"/>
        </pc:sldMkLst>
        <pc:spChg chg="mod">
          <ac:chgData name="John Hu" userId="213e45b8a479442b" providerId="LiveId" clId="{464149D3-95DE-448A-BFE1-A0D8B9969414}" dt="2025-03-20T02:59:43.504" v="8554" actId="20577"/>
          <ac:spMkLst>
            <pc:docMk/>
            <pc:sldMk cId="2796879028" sldId="668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20T06:11:19.629" v="8735"/>
          <ac:spMkLst>
            <pc:docMk/>
            <pc:sldMk cId="2796879028" sldId="668"/>
            <ac:spMk id="8" creationId="{36177B38-43AB-4398-968B-448F8F0E5F49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10" creationId="{CA8C8317-6B94-4E6C-9D63-DC90B9DD9755}"/>
          </ac:spMkLst>
        </pc:spChg>
        <pc:spChg chg="del mod">
          <ac:chgData name="John Hu" userId="213e45b8a479442b" providerId="LiveId" clId="{464149D3-95DE-448A-BFE1-A0D8B9969414}" dt="2025-03-20T06:13:27.831" v="8896" actId="478"/>
          <ac:spMkLst>
            <pc:docMk/>
            <pc:sldMk cId="2796879028" sldId="668"/>
            <ac:spMk id="12" creationId="{D3388FE2-D552-4A7E-BCA4-503F69AA5C72}"/>
          </ac:spMkLst>
        </pc:spChg>
        <pc:spChg chg="add del mod">
          <ac:chgData name="John Hu" userId="213e45b8a479442b" providerId="LiveId" clId="{464149D3-95DE-448A-BFE1-A0D8B9969414}" dt="2025-03-20T06:13:29.433" v="8897" actId="478"/>
          <ac:spMkLst>
            <pc:docMk/>
            <pc:sldMk cId="2796879028" sldId="668"/>
            <ac:spMk id="14" creationId="{B8F25B40-E7AF-4155-B4B6-4D437E8A3CA2}"/>
          </ac:spMkLst>
        </pc:spChg>
        <pc:spChg chg="add mod">
          <ac:chgData name="John Hu" userId="213e45b8a479442b" providerId="LiveId" clId="{464149D3-95DE-448A-BFE1-A0D8B9969414}" dt="2025-03-20T06:12:40.955" v="8890" actId="1076"/>
          <ac:spMkLst>
            <pc:docMk/>
            <pc:sldMk cId="2796879028" sldId="668"/>
            <ac:spMk id="15" creationId="{105FDC84-6345-484D-AF92-17AB004B1808}"/>
          </ac:spMkLst>
        </pc:spChg>
        <pc:spChg chg="add mod">
          <ac:chgData name="John Hu" userId="213e45b8a479442b" providerId="LiveId" clId="{464149D3-95DE-448A-BFE1-A0D8B9969414}" dt="2025-03-20T06:13:39.775" v="8900" actId="1076"/>
          <ac:spMkLst>
            <pc:docMk/>
            <pc:sldMk cId="2796879028" sldId="668"/>
            <ac:spMk id="16" creationId="{F4BC51DF-FE13-42C8-92E2-BCFEEE58D1D9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17" creationId="{8FE8FB02-6D3C-493D-B10D-2B3239E4CDF8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18" creationId="{43BF8576-7EE7-44E1-93BC-45C4A08BC567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19" creationId="{ABBD0BFA-EC8B-4A87-BBE0-2FD8164C1691}"/>
          </ac:spMkLst>
        </pc:spChg>
        <pc:spChg chg="del">
          <ac:chgData name="John Hu" userId="213e45b8a479442b" providerId="LiveId" clId="{464149D3-95DE-448A-BFE1-A0D8B9969414}" dt="2025-03-20T04:48:32.276" v="8584" actId="478"/>
          <ac:spMkLst>
            <pc:docMk/>
            <pc:sldMk cId="2796879028" sldId="668"/>
            <ac:spMk id="20" creationId="{966AFBE2-E41E-40E3-B994-7ACB0AE1F3BB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21" creationId="{ADC285FB-E77F-4D85-A6FC-5100A57F66DD}"/>
          </ac:spMkLst>
        </pc:spChg>
        <pc:spChg chg="del mod">
          <ac:chgData name="John Hu" userId="213e45b8a479442b" providerId="LiveId" clId="{464149D3-95DE-448A-BFE1-A0D8B9969414}" dt="2025-03-20T06:13:27.831" v="8896" actId="478"/>
          <ac:spMkLst>
            <pc:docMk/>
            <pc:sldMk cId="2796879028" sldId="668"/>
            <ac:spMk id="22" creationId="{8F1C79A4-9ADD-4A05-B4CA-E69EBE65342F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23" creationId="{754CCBFB-1AEB-4C5A-AFA5-D0CA2E259A43}"/>
          </ac:spMkLst>
        </pc:spChg>
      </pc:sldChg>
      <pc:sldChg chg="addSp delSp modSp add del mod">
        <pc:chgData name="John Hu" userId="213e45b8a479442b" providerId="LiveId" clId="{464149D3-95DE-448A-BFE1-A0D8B9969414}" dt="2025-03-30T07:09:03.991" v="13735" actId="47"/>
        <pc:sldMkLst>
          <pc:docMk/>
          <pc:sldMk cId="1780159724" sldId="669"/>
        </pc:sldMkLst>
        <pc:spChg chg="mod">
          <ac:chgData name="John Hu" userId="213e45b8a479442b" providerId="LiveId" clId="{464149D3-95DE-448A-BFE1-A0D8B9969414}" dt="2025-03-20T06:23:50.861" v="8952" actId="20577"/>
          <ac:spMkLst>
            <pc:docMk/>
            <pc:sldMk cId="1780159724" sldId="669"/>
            <ac:spMk id="2" creationId="{5888EE31-F44C-4034-8407-4C756F65702C}"/>
          </ac:spMkLst>
        </pc:spChg>
        <pc:spChg chg="add del">
          <ac:chgData name="John Hu" userId="213e45b8a479442b" providerId="LiveId" clId="{464149D3-95DE-448A-BFE1-A0D8B9969414}" dt="2025-03-20T06:13:24.382" v="8895" actId="478"/>
          <ac:spMkLst>
            <pc:docMk/>
            <pc:sldMk cId="1780159724" sldId="669"/>
            <ac:spMk id="12" creationId="{D3388FE2-D552-4A7E-BCA4-503F69AA5C72}"/>
          </ac:spMkLst>
        </pc:spChg>
      </pc:sldChg>
      <pc:sldChg chg="addSp delSp modSp add mod">
        <pc:chgData name="John Hu" userId="213e45b8a479442b" providerId="LiveId" clId="{464149D3-95DE-448A-BFE1-A0D8B9969414}" dt="2025-03-24T06:54:29.765" v="9569"/>
        <pc:sldMkLst>
          <pc:docMk/>
          <pc:sldMk cId="1521201735" sldId="670"/>
        </pc:sldMkLst>
        <pc:spChg chg="mod">
          <ac:chgData name="John Hu" userId="213e45b8a479442b" providerId="LiveId" clId="{464149D3-95DE-448A-BFE1-A0D8B9969414}" dt="2025-03-24T06:54:29.765" v="9569"/>
          <ac:spMkLst>
            <pc:docMk/>
            <pc:sldMk cId="1521201735" sldId="670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20T06:24:32.915" v="8966"/>
          <ac:spMkLst>
            <pc:docMk/>
            <pc:sldMk cId="1521201735" sldId="670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20T07:11:13.302" v="9101" actId="1076"/>
          <ac:spMkLst>
            <pc:docMk/>
            <pc:sldMk cId="1521201735" sldId="670"/>
            <ac:spMk id="10" creationId="{FFDB2899-00E2-47AC-B3F2-78E9F0E21053}"/>
          </ac:spMkLst>
        </pc:spChg>
        <pc:spChg chg="del">
          <ac:chgData name="John Hu" userId="213e45b8a479442b" providerId="LiveId" clId="{464149D3-95DE-448A-BFE1-A0D8B9969414}" dt="2025-03-20T06:26:26.667" v="9004" actId="478"/>
          <ac:spMkLst>
            <pc:docMk/>
            <pc:sldMk cId="1521201735" sldId="670"/>
            <ac:spMk id="12" creationId="{D3388FE2-D552-4A7E-BCA4-503F69AA5C72}"/>
          </ac:spMkLst>
        </pc:spChg>
        <pc:spChg chg="add del mod">
          <ac:chgData name="John Hu" userId="213e45b8a479442b" providerId="LiveId" clId="{464149D3-95DE-448A-BFE1-A0D8B9969414}" dt="2025-03-20T07:14:19.028" v="9298" actId="478"/>
          <ac:spMkLst>
            <pc:docMk/>
            <pc:sldMk cId="1521201735" sldId="670"/>
            <ac:spMk id="13" creationId="{C07359C3-15D1-44C8-A0CA-13C90476F8E3}"/>
          </ac:spMkLst>
        </pc:spChg>
        <pc:spChg chg="del">
          <ac:chgData name="John Hu" userId="213e45b8a479442b" providerId="LiveId" clId="{464149D3-95DE-448A-BFE1-A0D8B9969414}" dt="2025-03-20T07:14:29.101" v="9301" actId="478"/>
          <ac:spMkLst>
            <pc:docMk/>
            <pc:sldMk cId="1521201735" sldId="670"/>
            <ac:spMk id="14" creationId="{B8F25B40-E7AF-4155-B4B6-4D437E8A3CA2}"/>
          </ac:spMkLst>
        </pc:spChg>
        <pc:spChg chg="mod">
          <ac:chgData name="John Hu" userId="213e45b8a479442b" providerId="LiveId" clId="{464149D3-95DE-448A-BFE1-A0D8B9969414}" dt="2025-03-20T06:25:58.410" v="9003" actId="6549"/>
          <ac:spMkLst>
            <pc:docMk/>
            <pc:sldMk cId="1521201735" sldId="670"/>
            <ac:spMk id="15" creationId="{105FDC84-6345-484D-AF92-17AB004B1808}"/>
          </ac:spMkLst>
        </pc:spChg>
        <pc:spChg chg="del">
          <ac:chgData name="John Hu" userId="213e45b8a479442b" providerId="LiveId" clId="{464149D3-95DE-448A-BFE1-A0D8B9969414}" dt="2025-03-20T06:26:31.693" v="9006" actId="478"/>
          <ac:spMkLst>
            <pc:docMk/>
            <pc:sldMk cId="1521201735" sldId="670"/>
            <ac:spMk id="16" creationId="{F4BC51DF-FE13-42C8-92E2-BCFEEE58D1D9}"/>
          </ac:spMkLst>
        </pc:spChg>
        <pc:spChg chg="add mod">
          <ac:chgData name="John Hu" userId="213e45b8a479442b" providerId="LiveId" clId="{464149D3-95DE-448A-BFE1-A0D8B9969414}" dt="2025-03-20T07:12:40.214" v="9241" actId="20577"/>
          <ac:spMkLst>
            <pc:docMk/>
            <pc:sldMk cId="1521201735" sldId="670"/>
            <ac:spMk id="17" creationId="{836EC58A-08BC-48D7-9A8E-7BE58DE01F2E}"/>
          </ac:spMkLst>
        </pc:spChg>
        <pc:spChg chg="add mod">
          <ac:chgData name="John Hu" userId="213e45b8a479442b" providerId="LiveId" clId="{464149D3-95DE-448A-BFE1-A0D8B9969414}" dt="2025-03-20T07:14:23.565" v="9300" actId="207"/>
          <ac:spMkLst>
            <pc:docMk/>
            <pc:sldMk cId="1521201735" sldId="670"/>
            <ac:spMk id="18" creationId="{391AB3BB-1882-4164-B3D4-5ED1D3641932}"/>
          </ac:spMkLst>
        </pc:spChg>
        <pc:spChg chg="add mod">
          <ac:chgData name="John Hu" userId="213e45b8a479442b" providerId="LiveId" clId="{464149D3-95DE-448A-BFE1-A0D8B9969414}" dt="2025-03-20T07:12:47.389" v="9248" actId="21"/>
          <ac:spMkLst>
            <pc:docMk/>
            <pc:sldMk cId="1521201735" sldId="670"/>
            <ac:spMk id="19" creationId="{B5A7F37D-B68C-4290-823A-5A9F7E8CB69E}"/>
          </ac:spMkLst>
        </pc:spChg>
        <pc:spChg chg="add mod">
          <ac:chgData name="John Hu" userId="213e45b8a479442b" providerId="LiveId" clId="{464149D3-95DE-448A-BFE1-A0D8B9969414}" dt="2025-03-20T07:14:09.200" v="9294" actId="113"/>
          <ac:spMkLst>
            <pc:docMk/>
            <pc:sldMk cId="1521201735" sldId="670"/>
            <ac:spMk id="20" creationId="{FA6AE8D9-68E9-402E-9ED3-9745459DB02A}"/>
          </ac:spMkLst>
        </pc:spChg>
        <pc:spChg chg="del">
          <ac:chgData name="John Hu" userId="213e45b8a479442b" providerId="LiveId" clId="{464149D3-95DE-448A-BFE1-A0D8B9969414}" dt="2025-03-20T06:26:29.093" v="9005" actId="478"/>
          <ac:spMkLst>
            <pc:docMk/>
            <pc:sldMk cId="1521201735" sldId="670"/>
            <ac:spMk id="22" creationId="{8F1C79A4-9ADD-4A05-B4CA-E69EBE65342F}"/>
          </ac:spMkLst>
        </pc:spChg>
        <pc:spChg chg="add mod">
          <ac:chgData name="John Hu" userId="213e45b8a479442b" providerId="LiveId" clId="{464149D3-95DE-448A-BFE1-A0D8B9969414}" dt="2025-03-20T07:14:39.805" v="9302" actId="1076"/>
          <ac:spMkLst>
            <pc:docMk/>
            <pc:sldMk cId="1521201735" sldId="670"/>
            <ac:spMk id="23" creationId="{120E451B-626B-4661-964E-2E47BD070A11}"/>
          </ac:spMkLst>
        </pc:spChg>
        <pc:spChg chg="add mod">
          <ac:chgData name="John Hu" userId="213e45b8a479442b" providerId="LiveId" clId="{464149D3-95DE-448A-BFE1-A0D8B9969414}" dt="2025-03-20T07:14:41.628" v="9303" actId="1076"/>
          <ac:spMkLst>
            <pc:docMk/>
            <pc:sldMk cId="1521201735" sldId="670"/>
            <ac:spMk id="24" creationId="{1E6FC881-DDA6-460E-80F3-E330A9B6AD85}"/>
          </ac:spMkLst>
        </pc:spChg>
        <pc:spChg chg="add mod">
          <ac:chgData name="John Hu" userId="213e45b8a479442b" providerId="LiveId" clId="{464149D3-95DE-448A-BFE1-A0D8B9969414}" dt="2025-03-20T07:15:27.770" v="9381" actId="1076"/>
          <ac:spMkLst>
            <pc:docMk/>
            <pc:sldMk cId="1521201735" sldId="670"/>
            <ac:spMk id="25" creationId="{8C5A7042-68B4-4D9C-8E5F-33D7A6F7063F}"/>
          </ac:spMkLst>
        </pc:spChg>
      </pc:sldChg>
      <pc:sldChg chg="addSp delSp modSp add mod modTransition modAnim">
        <pc:chgData name="John Hu" userId="213e45b8a479442b" providerId="LiveId" clId="{464149D3-95DE-448A-BFE1-A0D8B9969414}" dt="2025-03-25T07:35:16.875" v="10211" actId="1076"/>
        <pc:sldMkLst>
          <pc:docMk/>
          <pc:sldMk cId="3129887683" sldId="671"/>
        </pc:sldMkLst>
        <pc:spChg chg="mod">
          <ac:chgData name="John Hu" userId="213e45b8a479442b" providerId="LiveId" clId="{464149D3-95DE-448A-BFE1-A0D8B9969414}" dt="2025-03-24T06:54:29.765" v="9569"/>
          <ac:spMkLst>
            <pc:docMk/>
            <pc:sldMk cId="3129887683" sldId="671"/>
            <ac:spMk id="2" creationId="{5888EE31-F44C-4034-8407-4C756F65702C}"/>
          </ac:spMkLst>
        </pc:spChg>
        <pc:spChg chg="add mod">
          <ac:chgData name="John Hu" userId="213e45b8a479442b" providerId="LiveId" clId="{464149D3-95DE-448A-BFE1-A0D8B9969414}" dt="2025-03-20T07:17:16.866" v="9503" actId="164"/>
          <ac:spMkLst>
            <pc:docMk/>
            <pc:sldMk cId="3129887683" sldId="671"/>
            <ac:spMk id="5" creationId="{C6512704-D2BF-4DCC-AE2C-7EB99738EF5F}"/>
          </ac:spMkLst>
        </pc:spChg>
        <pc:spChg chg="mod">
          <ac:chgData name="John Hu" userId="213e45b8a479442b" providerId="LiveId" clId="{464149D3-95DE-448A-BFE1-A0D8B9969414}" dt="2025-03-20T07:16:36.394" v="9495" actId="113"/>
          <ac:spMkLst>
            <pc:docMk/>
            <pc:sldMk cId="3129887683" sldId="671"/>
            <ac:spMk id="10" creationId="{FFDB2899-00E2-47AC-B3F2-78E9F0E21053}"/>
          </ac:spMkLst>
        </pc:spChg>
        <pc:spChg chg="add mod">
          <ac:chgData name="John Hu" userId="213e45b8a479442b" providerId="LiveId" clId="{464149D3-95DE-448A-BFE1-A0D8B9969414}" dt="2025-03-20T07:17:16.866" v="9503" actId="164"/>
          <ac:spMkLst>
            <pc:docMk/>
            <pc:sldMk cId="3129887683" sldId="671"/>
            <ac:spMk id="14" creationId="{B585688B-1E95-4994-A78C-0DD08485FA22}"/>
          </ac:spMkLst>
        </pc:spChg>
        <pc:spChg chg="mod">
          <ac:chgData name="John Hu" userId="213e45b8a479442b" providerId="LiveId" clId="{464149D3-95DE-448A-BFE1-A0D8B9969414}" dt="2025-03-20T07:15:57.065" v="9411" actId="20577"/>
          <ac:spMkLst>
            <pc:docMk/>
            <pc:sldMk cId="3129887683" sldId="671"/>
            <ac:spMk id="15" creationId="{105FDC84-6345-484D-AF92-17AB004B1808}"/>
          </ac:spMkLst>
        </pc:spChg>
        <pc:spChg chg="add mod">
          <ac:chgData name="John Hu" userId="213e45b8a479442b" providerId="LiveId" clId="{464149D3-95DE-448A-BFE1-A0D8B9969414}" dt="2025-03-20T07:17:39.951" v="9512" actId="164"/>
          <ac:spMkLst>
            <pc:docMk/>
            <pc:sldMk cId="3129887683" sldId="671"/>
            <ac:spMk id="16" creationId="{0939C49F-9A92-43FB-B0AD-5095A6FCD985}"/>
          </ac:spMkLst>
        </pc:spChg>
        <pc:spChg chg="add mod">
          <ac:chgData name="John Hu" userId="213e45b8a479442b" providerId="LiveId" clId="{464149D3-95DE-448A-BFE1-A0D8B9969414}" dt="2025-03-25T07:35:16.875" v="10211" actId="1076"/>
          <ac:spMkLst>
            <pc:docMk/>
            <pc:sldMk cId="3129887683" sldId="671"/>
            <ac:spMk id="17" creationId="{30C631FF-E899-46F4-A512-C4240B1A3B6E}"/>
          </ac:spMkLst>
        </pc:spChg>
        <pc:spChg chg="del">
          <ac:chgData name="John Hu" userId="213e45b8a479442b" providerId="LiveId" clId="{464149D3-95DE-448A-BFE1-A0D8B9969414}" dt="2025-03-20T07:16:02.700" v="9412" actId="478"/>
          <ac:spMkLst>
            <pc:docMk/>
            <pc:sldMk cId="3129887683" sldId="671"/>
            <ac:spMk id="17" creationId="{836EC58A-08BC-48D7-9A8E-7BE58DE01F2E}"/>
          </ac:spMkLst>
        </pc:spChg>
        <pc:spChg chg="del">
          <ac:chgData name="John Hu" userId="213e45b8a479442b" providerId="LiveId" clId="{464149D3-95DE-448A-BFE1-A0D8B9969414}" dt="2025-03-20T07:16:05.101" v="9413" actId="478"/>
          <ac:spMkLst>
            <pc:docMk/>
            <pc:sldMk cId="3129887683" sldId="671"/>
            <ac:spMk id="18" creationId="{391AB3BB-1882-4164-B3D4-5ED1D3641932}"/>
          </ac:spMkLst>
        </pc:spChg>
        <pc:spChg chg="del">
          <ac:chgData name="John Hu" userId="213e45b8a479442b" providerId="LiveId" clId="{464149D3-95DE-448A-BFE1-A0D8B9969414}" dt="2025-03-20T07:16:02.700" v="9412" actId="478"/>
          <ac:spMkLst>
            <pc:docMk/>
            <pc:sldMk cId="3129887683" sldId="671"/>
            <ac:spMk id="19" creationId="{B5A7F37D-B68C-4290-823A-5A9F7E8CB69E}"/>
          </ac:spMkLst>
        </pc:spChg>
        <pc:spChg chg="del">
          <ac:chgData name="John Hu" userId="213e45b8a479442b" providerId="LiveId" clId="{464149D3-95DE-448A-BFE1-A0D8B9969414}" dt="2025-03-20T07:16:05.101" v="9413" actId="478"/>
          <ac:spMkLst>
            <pc:docMk/>
            <pc:sldMk cId="3129887683" sldId="671"/>
            <ac:spMk id="20" creationId="{FA6AE8D9-68E9-402E-9ED3-9745459DB02A}"/>
          </ac:spMkLst>
        </pc:spChg>
        <pc:spChg chg="add mod">
          <ac:chgData name="John Hu" userId="213e45b8a479442b" providerId="LiveId" clId="{464149D3-95DE-448A-BFE1-A0D8B9969414}" dt="2025-03-20T07:17:39.951" v="9512" actId="164"/>
          <ac:spMkLst>
            <pc:docMk/>
            <pc:sldMk cId="3129887683" sldId="671"/>
            <ac:spMk id="21" creationId="{0437ECED-28CC-45D4-83CA-10B3A895F07B}"/>
          </ac:spMkLst>
        </pc:spChg>
        <pc:spChg chg="add mod">
          <ac:chgData name="John Hu" userId="213e45b8a479442b" providerId="LiveId" clId="{464149D3-95DE-448A-BFE1-A0D8B9969414}" dt="2025-03-25T07:35:04.912" v="10207" actId="21"/>
          <ac:spMkLst>
            <pc:docMk/>
            <pc:sldMk cId="3129887683" sldId="671"/>
            <ac:spMk id="22" creationId="{FC0E2E1E-25C5-473D-A1B9-FC7E5CD057AB}"/>
          </ac:spMkLst>
        </pc:spChg>
        <pc:spChg chg="del">
          <ac:chgData name="John Hu" userId="213e45b8a479442b" providerId="LiveId" clId="{464149D3-95DE-448A-BFE1-A0D8B9969414}" dt="2025-03-20T07:16:02.700" v="9412" actId="478"/>
          <ac:spMkLst>
            <pc:docMk/>
            <pc:sldMk cId="3129887683" sldId="671"/>
            <ac:spMk id="23" creationId="{120E451B-626B-4661-964E-2E47BD070A11}"/>
          </ac:spMkLst>
        </pc:spChg>
        <pc:spChg chg="del">
          <ac:chgData name="John Hu" userId="213e45b8a479442b" providerId="LiveId" clId="{464149D3-95DE-448A-BFE1-A0D8B9969414}" dt="2025-03-20T07:16:05.101" v="9413" actId="478"/>
          <ac:spMkLst>
            <pc:docMk/>
            <pc:sldMk cId="3129887683" sldId="671"/>
            <ac:spMk id="24" creationId="{1E6FC881-DDA6-460E-80F3-E330A9B6AD85}"/>
          </ac:spMkLst>
        </pc:spChg>
        <pc:spChg chg="del">
          <ac:chgData name="John Hu" userId="213e45b8a479442b" providerId="LiveId" clId="{464149D3-95DE-448A-BFE1-A0D8B9969414}" dt="2025-03-20T07:16:33.385" v="9493" actId="478"/>
          <ac:spMkLst>
            <pc:docMk/>
            <pc:sldMk cId="3129887683" sldId="671"/>
            <ac:spMk id="25" creationId="{8C5A7042-68B4-4D9C-8E5F-33D7A6F7063F}"/>
          </ac:spMkLst>
        </pc:spChg>
        <pc:grpChg chg="add mod">
          <ac:chgData name="John Hu" userId="213e45b8a479442b" providerId="LiveId" clId="{464149D3-95DE-448A-BFE1-A0D8B9969414}" dt="2025-03-20T07:17:16.866" v="9503" actId="164"/>
          <ac:grpSpMkLst>
            <pc:docMk/>
            <pc:sldMk cId="3129887683" sldId="671"/>
            <ac:grpSpMk id="6" creationId="{6708CBCE-1853-4595-8A03-A0A0D087B380}"/>
          </ac:grpSpMkLst>
        </pc:grpChg>
        <pc:grpChg chg="add mod">
          <ac:chgData name="John Hu" userId="213e45b8a479442b" providerId="LiveId" clId="{464149D3-95DE-448A-BFE1-A0D8B9969414}" dt="2025-03-20T07:17:39.951" v="9512" actId="164"/>
          <ac:grpSpMkLst>
            <pc:docMk/>
            <pc:sldMk cId="3129887683" sldId="671"/>
            <ac:grpSpMk id="7" creationId="{315115CF-8D11-4555-A606-564E88BC341F}"/>
          </ac:grpSpMkLst>
        </pc:grpChg>
      </pc:sldChg>
      <pc:sldChg chg="addSp delSp modSp add mod delAnim">
        <pc:chgData name="John Hu" userId="213e45b8a479442b" providerId="LiveId" clId="{464149D3-95DE-448A-BFE1-A0D8B9969414}" dt="2025-03-25T08:55:02.944" v="10384" actId="207"/>
        <pc:sldMkLst>
          <pc:docMk/>
          <pc:sldMk cId="2109838976" sldId="672"/>
        </pc:sldMkLst>
        <pc:spChg chg="mod">
          <ac:chgData name="John Hu" userId="213e45b8a479442b" providerId="LiveId" clId="{464149D3-95DE-448A-BFE1-A0D8B9969414}" dt="2025-03-24T06:54:10.415" v="9568" actId="6549"/>
          <ac:spMkLst>
            <pc:docMk/>
            <pc:sldMk cId="2109838976" sldId="672"/>
            <ac:spMk id="2" creationId="{5888EE31-F44C-4034-8407-4C756F65702C}"/>
          </ac:spMkLst>
        </pc:spChg>
        <pc:spChg chg="add del">
          <ac:chgData name="John Hu" userId="213e45b8a479442b" providerId="LiveId" clId="{464149D3-95DE-448A-BFE1-A0D8B9969414}" dt="2025-03-25T07:25:56.936" v="9734"/>
          <ac:spMkLst>
            <pc:docMk/>
            <pc:sldMk cId="2109838976" sldId="672"/>
            <ac:spMk id="3" creationId="{99CC3DCD-9095-4219-ADC3-6448262FC3AB}"/>
          </ac:spMkLst>
        </pc:spChg>
        <pc:spChg chg="add del">
          <ac:chgData name="John Hu" userId="213e45b8a479442b" providerId="LiveId" clId="{464149D3-95DE-448A-BFE1-A0D8B9969414}" dt="2025-03-25T07:26:02.130" v="9739"/>
          <ac:spMkLst>
            <pc:docMk/>
            <pc:sldMk cId="2109838976" sldId="672"/>
            <ac:spMk id="4" creationId="{58012908-6432-4783-885A-266790B580DB}"/>
          </ac:spMkLst>
        </pc:spChg>
        <pc:spChg chg="add mod">
          <ac:chgData name="John Hu" userId="213e45b8a479442b" providerId="LiveId" clId="{464149D3-95DE-448A-BFE1-A0D8B9969414}" dt="2025-03-25T07:30:10.251" v="9755" actId="1076"/>
          <ac:spMkLst>
            <pc:docMk/>
            <pc:sldMk cId="2109838976" sldId="672"/>
            <ac:spMk id="5" creationId="{948EE239-8931-43E8-8B12-817D0DA8AD02}"/>
          </ac:spMkLst>
        </pc:spChg>
        <pc:spChg chg="add mod">
          <ac:chgData name="John Hu" userId="213e45b8a479442b" providerId="LiveId" clId="{464149D3-95DE-448A-BFE1-A0D8B9969414}" dt="2025-03-25T07:30:12.089" v="9756" actId="1076"/>
          <ac:spMkLst>
            <pc:docMk/>
            <pc:sldMk cId="2109838976" sldId="672"/>
            <ac:spMk id="6" creationId="{F4765E08-B1F8-4C64-B6FC-DA76F3BB1C66}"/>
          </ac:spMkLst>
        </pc:spChg>
        <pc:spChg chg="mod">
          <ac:chgData name="John Hu" userId="213e45b8a479442b" providerId="LiveId" clId="{464149D3-95DE-448A-BFE1-A0D8B9969414}" dt="2025-03-21T07:24:31.116" v="9552" actId="20577"/>
          <ac:spMkLst>
            <pc:docMk/>
            <pc:sldMk cId="2109838976" sldId="672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25T07:48:15.193" v="10380" actId="2711"/>
          <ac:spMkLst>
            <pc:docMk/>
            <pc:sldMk cId="2109838976" sldId="672"/>
            <ac:spMk id="10" creationId="{13676677-3008-435B-85BF-A7540439E7BF}"/>
          </ac:spMkLst>
        </pc:spChg>
        <pc:spChg chg="del">
          <ac:chgData name="John Hu" userId="213e45b8a479442b" providerId="LiveId" clId="{464149D3-95DE-448A-BFE1-A0D8B9969414}" dt="2025-03-25T01:19:17.568" v="9570" actId="478"/>
          <ac:spMkLst>
            <pc:docMk/>
            <pc:sldMk cId="2109838976" sldId="672"/>
            <ac:spMk id="10" creationId="{FFDB2899-00E2-47AC-B3F2-78E9F0E21053}"/>
          </ac:spMkLst>
        </pc:spChg>
        <pc:spChg chg="add mod">
          <ac:chgData name="John Hu" userId="213e45b8a479442b" providerId="LiveId" clId="{464149D3-95DE-448A-BFE1-A0D8B9969414}" dt="2025-03-25T07:35:26.255" v="10220" actId="20577"/>
          <ac:spMkLst>
            <pc:docMk/>
            <pc:sldMk cId="2109838976" sldId="672"/>
            <ac:spMk id="11" creationId="{A669649B-AB37-4244-B003-B052A162633F}"/>
          </ac:spMkLst>
        </pc:spChg>
        <pc:spChg chg="add mod">
          <ac:chgData name="John Hu" userId="213e45b8a479442b" providerId="LiveId" clId="{464149D3-95DE-448A-BFE1-A0D8B9969414}" dt="2025-03-25T08:55:02.944" v="10384" actId="207"/>
          <ac:spMkLst>
            <pc:docMk/>
            <pc:sldMk cId="2109838976" sldId="672"/>
            <ac:spMk id="12" creationId="{D83F348D-E3E3-4308-AFE6-97F618857562}"/>
          </ac:spMkLst>
        </pc:spChg>
        <pc:spChg chg="mod">
          <ac:chgData name="John Hu" userId="213e45b8a479442b" providerId="LiveId" clId="{464149D3-95DE-448A-BFE1-A0D8B9969414}" dt="2025-03-25T01:19:20.931" v="9571" actId="1076"/>
          <ac:spMkLst>
            <pc:docMk/>
            <pc:sldMk cId="2109838976" sldId="672"/>
            <ac:spMk id="15" creationId="{105FDC84-6345-484D-AF92-17AB004B1808}"/>
          </ac:spMkLst>
        </pc:spChg>
        <pc:spChg chg="del">
          <ac:chgData name="John Hu" userId="213e45b8a479442b" providerId="LiveId" clId="{464149D3-95DE-448A-BFE1-A0D8B9969414}" dt="2025-03-25T01:19:23.060" v="9572" actId="478"/>
          <ac:spMkLst>
            <pc:docMk/>
            <pc:sldMk cId="2109838976" sldId="672"/>
            <ac:spMk id="22" creationId="{FC0E2E1E-25C5-473D-A1B9-FC7E5CD057AB}"/>
          </ac:spMkLst>
        </pc:spChg>
        <pc:grpChg chg="del">
          <ac:chgData name="John Hu" userId="213e45b8a479442b" providerId="LiveId" clId="{464149D3-95DE-448A-BFE1-A0D8B9969414}" dt="2025-03-25T01:19:23.060" v="9572" actId="478"/>
          <ac:grpSpMkLst>
            <pc:docMk/>
            <pc:sldMk cId="2109838976" sldId="672"/>
            <ac:grpSpMk id="6" creationId="{6708CBCE-1853-4595-8A03-A0A0D087B380}"/>
          </ac:grpSpMkLst>
        </pc:grpChg>
        <pc:grpChg chg="del">
          <ac:chgData name="John Hu" userId="213e45b8a479442b" providerId="LiveId" clId="{464149D3-95DE-448A-BFE1-A0D8B9969414}" dt="2025-03-25T01:19:23.060" v="9572" actId="478"/>
          <ac:grpSpMkLst>
            <pc:docMk/>
            <pc:sldMk cId="2109838976" sldId="672"/>
            <ac:grpSpMk id="7" creationId="{315115CF-8D11-4555-A606-564E88BC341F}"/>
          </ac:grpSpMkLst>
        </pc:grpChg>
      </pc:sldChg>
      <pc:sldChg chg="addSp delSp modSp add mod">
        <pc:chgData name="John Hu" userId="213e45b8a479442b" providerId="LiveId" clId="{464149D3-95DE-448A-BFE1-A0D8B9969414}" dt="2025-03-26T08:48:06.855" v="11921" actId="20577"/>
        <pc:sldMkLst>
          <pc:docMk/>
          <pc:sldMk cId="3273944349" sldId="673"/>
        </pc:sldMkLst>
        <pc:spChg chg="add mod">
          <ac:chgData name="John Hu" userId="213e45b8a479442b" providerId="LiveId" clId="{464149D3-95DE-448A-BFE1-A0D8B9969414}" dt="2025-03-26T08:38:14.926" v="11156" actId="20577"/>
          <ac:spMkLst>
            <pc:docMk/>
            <pc:sldMk cId="3273944349" sldId="673"/>
            <ac:spMk id="5" creationId="{A9F10263-610C-4998-B5F3-3444A53D115B}"/>
          </ac:spMkLst>
        </pc:spChg>
        <pc:spChg chg="add mod">
          <ac:chgData name="John Hu" userId="213e45b8a479442b" providerId="LiveId" clId="{464149D3-95DE-448A-BFE1-A0D8B9969414}" dt="2025-03-26T08:41:12.738" v="11237" actId="20577"/>
          <ac:spMkLst>
            <pc:docMk/>
            <pc:sldMk cId="3273944349" sldId="673"/>
            <ac:spMk id="6" creationId="{620DB6AB-5AE3-429F-87A4-32A4F21B9506}"/>
          </ac:spMkLst>
        </pc:spChg>
        <pc:spChg chg="add del mod">
          <ac:chgData name="John Hu" userId="213e45b8a479442b" providerId="LiveId" clId="{464149D3-95DE-448A-BFE1-A0D8B9969414}" dt="2025-03-26T08:38:21.665" v="11157" actId="478"/>
          <ac:spMkLst>
            <pc:docMk/>
            <pc:sldMk cId="3273944349" sldId="673"/>
            <ac:spMk id="7" creationId="{A9199AF5-4631-42C6-8466-9F2194294307}"/>
          </ac:spMkLst>
        </pc:spChg>
        <pc:spChg chg="mod">
          <ac:chgData name="John Hu" userId="213e45b8a479442b" providerId="LiveId" clId="{464149D3-95DE-448A-BFE1-A0D8B9969414}" dt="2025-03-25T01:19:29.692" v="9579" actId="20577"/>
          <ac:spMkLst>
            <pc:docMk/>
            <pc:sldMk cId="3273944349" sldId="673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26T08:48:06.855" v="11921" actId="20577"/>
          <ac:spMkLst>
            <pc:docMk/>
            <pc:sldMk cId="3273944349" sldId="673"/>
            <ac:spMk id="9" creationId="{F3B9D754-BCB3-47CE-83E8-ACE8CD559ECB}"/>
          </ac:spMkLst>
        </pc:spChg>
        <pc:spChg chg="add mod">
          <ac:chgData name="John Hu" userId="213e45b8a479442b" providerId="LiveId" clId="{464149D3-95DE-448A-BFE1-A0D8B9969414}" dt="2025-03-26T08:45:26.773" v="11636" actId="20577"/>
          <ac:spMkLst>
            <pc:docMk/>
            <pc:sldMk cId="3273944349" sldId="673"/>
            <ac:spMk id="10" creationId="{75455FCB-3E32-45C7-A3A1-B7CD8EA925E9}"/>
          </ac:spMkLst>
        </pc:spChg>
        <pc:spChg chg="add mod">
          <ac:chgData name="John Hu" userId="213e45b8a479442b" providerId="LiveId" clId="{464149D3-95DE-448A-BFE1-A0D8B9969414}" dt="2025-03-26T08:45:51.594" v="11687" actId="20577"/>
          <ac:spMkLst>
            <pc:docMk/>
            <pc:sldMk cId="3273944349" sldId="673"/>
            <ac:spMk id="11" creationId="{0F70173F-BDC1-402F-966F-B6CADDC05B73}"/>
          </ac:spMkLst>
        </pc:spChg>
      </pc:sldChg>
      <pc:sldChg chg="addSp delSp modSp add mod">
        <pc:chgData name="John Hu" userId="213e45b8a479442b" providerId="LiveId" clId="{464149D3-95DE-448A-BFE1-A0D8B9969414}" dt="2025-03-27T06:04:42.325" v="11969" actId="1076"/>
        <pc:sldMkLst>
          <pc:docMk/>
          <pc:sldMk cId="3058383526" sldId="674"/>
        </pc:sldMkLst>
        <pc:spChg chg="del">
          <ac:chgData name="John Hu" userId="213e45b8a479442b" providerId="LiveId" clId="{464149D3-95DE-448A-BFE1-A0D8B9969414}" dt="2025-03-25T08:55:33.009" v="10386" actId="478"/>
          <ac:spMkLst>
            <pc:docMk/>
            <pc:sldMk cId="3058383526" sldId="674"/>
            <ac:spMk id="5" creationId="{948EE239-8931-43E8-8B12-817D0DA8AD02}"/>
          </ac:spMkLst>
        </pc:spChg>
        <pc:spChg chg="del">
          <ac:chgData name="John Hu" userId="213e45b8a479442b" providerId="LiveId" clId="{464149D3-95DE-448A-BFE1-A0D8B9969414}" dt="2025-03-25T08:55:34.898" v="10387" actId="478"/>
          <ac:spMkLst>
            <pc:docMk/>
            <pc:sldMk cId="3058383526" sldId="674"/>
            <ac:spMk id="6" creationId="{F4765E08-B1F8-4C64-B6FC-DA76F3BB1C66}"/>
          </ac:spMkLst>
        </pc:spChg>
        <pc:spChg chg="del">
          <ac:chgData name="John Hu" userId="213e45b8a479442b" providerId="LiveId" clId="{464149D3-95DE-448A-BFE1-A0D8B9969414}" dt="2025-03-25T08:55:37.031" v="10388" actId="478"/>
          <ac:spMkLst>
            <pc:docMk/>
            <pc:sldMk cId="3058383526" sldId="674"/>
            <ac:spMk id="10" creationId="{13676677-3008-435B-85BF-A7540439E7BF}"/>
          </ac:spMkLst>
        </pc:spChg>
        <pc:spChg chg="del">
          <ac:chgData name="John Hu" userId="213e45b8a479442b" providerId="LiveId" clId="{464149D3-95DE-448A-BFE1-A0D8B9969414}" dt="2025-03-25T08:55:33.009" v="10386" actId="478"/>
          <ac:spMkLst>
            <pc:docMk/>
            <pc:sldMk cId="3058383526" sldId="674"/>
            <ac:spMk id="11" creationId="{A669649B-AB37-4244-B003-B052A162633F}"/>
          </ac:spMkLst>
        </pc:spChg>
        <pc:spChg chg="del">
          <ac:chgData name="John Hu" userId="213e45b8a479442b" providerId="LiveId" clId="{464149D3-95DE-448A-BFE1-A0D8B9969414}" dt="2025-03-25T08:55:33.009" v="10386" actId="478"/>
          <ac:spMkLst>
            <pc:docMk/>
            <pc:sldMk cId="3058383526" sldId="674"/>
            <ac:spMk id="12" creationId="{D83F348D-E3E3-4308-AFE6-97F618857562}"/>
          </ac:spMkLst>
        </pc:spChg>
        <pc:spChg chg="add del mod">
          <ac:chgData name="John Hu" userId="213e45b8a479442b" providerId="LiveId" clId="{464149D3-95DE-448A-BFE1-A0D8B9969414}" dt="2025-03-27T06:03:26.219" v="11922" actId="478"/>
          <ac:spMkLst>
            <pc:docMk/>
            <pc:sldMk cId="3058383526" sldId="674"/>
            <ac:spMk id="13" creationId="{6D92B0CB-4A95-475C-815E-675283842822}"/>
          </ac:spMkLst>
        </pc:spChg>
        <pc:spChg chg="add mod">
          <ac:chgData name="John Hu" userId="213e45b8a479442b" providerId="LiveId" clId="{464149D3-95DE-448A-BFE1-A0D8B9969414}" dt="2025-03-27T06:04:42.325" v="11969" actId="1076"/>
          <ac:spMkLst>
            <pc:docMk/>
            <pc:sldMk cId="3058383526" sldId="674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4:39.580" v="11968" actId="478"/>
          <ac:spMkLst>
            <pc:docMk/>
            <pc:sldMk cId="3058383526" sldId="674"/>
            <ac:spMk id="15" creationId="{105FDC84-6345-484D-AF92-17AB004B1808}"/>
          </ac:spMkLst>
        </pc:spChg>
      </pc:sldChg>
      <pc:sldChg chg="addSp delSp modSp add mod">
        <pc:chgData name="John Hu" userId="213e45b8a479442b" providerId="LiveId" clId="{464149D3-95DE-448A-BFE1-A0D8B9969414}" dt="2025-03-27T06:05:32.553" v="11976"/>
        <pc:sldMkLst>
          <pc:docMk/>
          <pc:sldMk cId="1354848801" sldId="675"/>
        </pc:sldMkLst>
        <pc:spChg chg="add mod">
          <ac:chgData name="John Hu" userId="213e45b8a479442b" providerId="LiveId" clId="{464149D3-95DE-448A-BFE1-A0D8B9969414}" dt="2025-03-25T09:01:59.785" v="11035" actId="1076"/>
          <ac:spMkLst>
            <pc:docMk/>
            <pc:sldMk cId="1354848801" sldId="675"/>
            <ac:spMk id="7" creationId="{098E2A48-303C-4174-B7F9-B7DF985E5A28}"/>
          </ac:spMkLst>
        </pc:spChg>
        <pc:spChg chg="add mod">
          <ac:chgData name="John Hu" userId="213e45b8a479442b" providerId="LiveId" clId="{464149D3-95DE-448A-BFE1-A0D8B9969414}" dt="2025-03-25T09:01:56.668" v="11034" actId="404"/>
          <ac:spMkLst>
            <pc:docMk/>
            <pc:sldMk cId="1354848801" sldId="675"/>
            <ac:spMk id="9" creationId="{7876FDCB-7A9E-4210-9FBC-9D2C62E9E35B}"/>
          </ac:spMkLst>
        </pc:spChg>
        <pc:spChg chg="add mod">
          <ac:chgData name="John Hu" userId="213e45b8a479442b" providerId="LiveId" clId="{464149D3-95DE-448A-BFE1-A0D8B9969414}" dt="2025-03-25T09:02:01.509" v="11036" actId="1076"/>
          <ac:spMkLst>
            <pc:docMk/>
            <pc:sldMk cId="1354848801" sldId="675"/>
            <ac:spMk id="10" creationId="{3AEED486-FA99-4A18-8EA1-DF88CA263366}"/>
          </ac:spMkLst>
        </pc:spChg>
        <pc:spChg chg="add del mod">
          <ac:chgData name="John Hu" userId="213e45b8a479442b" providerId="LiveId" clId="{464149D3-95DE-448A-BFE1-A0D8B9969414}" dt="2025-03-25T09:01:13.441" v="10983" actId="1076"/>
          <ac:spMkLst>
            <pc:docMk/>
            <pc:sldMk cId="1354848801" sldId="675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05:32.553" v="11976"/>
          <ac:spMkLst>
            <pc:docMk/>
            <pc:sldMk cId="1354848801" sldId="675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4:52.128" v="11971" actId="478"/>
          <ac:spMkLst>
            <pc:docMk/>
            <pc:sldMk cId="1354848801" sldId="675"/>
            <ac:spMk id="15" creationId="{105FDC84-6345-484D-AF92-17AB004B1808}"/>
          </ac:spMkLst>
        </pc:spChg>
      </pc:sldChg>
      <pc:sldChg chg="addSp delSp modSp add mod">
        <pc:chgData name="John Hu" userId="213e45b8a479442b" providerId="LiveId" clId="{464149D3-95DE-448A-BFE1-A0D8B9969414}" dt="2025-03-27T06:05:53.363" v="11985" actId="6549"/>
        <pc:sldMkLst>
          <pc:docMk/>
          <pc:sldMk cId="416985441" sldId="676"/>
        </pc:sldMkLst>
        <pc:spChg chg="add mod">
          <ac:chgData name="John Hu" userId="213e45b8a479442b" providerId="LiveId" clId="{464149D3-95DE-448A-BFE1-A0D8B9969414}" dt="2025-03-25T09:10:18.201" v="11070" actId="1076"/>
          <ac:spMkLst>
            <pc:docMk/>
            <pc:sldMk cId="416985441" sldId="676"/>
            <ac:spMk id="7" creationId="{59CAC5ED-38CA-4EE6-BB41-D1B3E36F5A94}"/>
          </ac:spMkLst>
        </pc:spChg>
        <pc:spChg chg="add mod">
          <ac:chgData name="John Hu" userId="213e45b8a479442b" providerId="LiveId" clId="{464149D3-95DE-448A-BFE1-A0D8B9969414}" dt="2025-03-25T09:10:16.279" v="11069" actId="1076"/>
          <ac:spMkLst>
            <pc:docMk/>
            <pc:sldMk cId="416985441" sldId="676"/>
            <ac:spMk id="9" creationId="{386F0AE6-EBB9-44DE-94FC-C297AD856D24}"/>
          </ac:spMkLst>
        </pc:spChg>
        <pc:spChg chg="add mod">
          <ac:chgData name="John Hu" userId="213e45b8a479442b" providerId="LiveId" clId="{464149D3-95DE-448A-BFE1-A0D8B9969414}" dt="2025-03-25T09:10:50.288" v="11084" actId="207"/>
          <ac:spMkLst>
            <pc:docMk/>
            <pc:sldMk cId="416985441" sldId="676"/>
            <ac:spMk id="10" creationId="{92403847-867E-4C53-A00E-E6635ECD06F5}"/>
          </ac:spMkLst>
        </pc:spChg>
        <pc:spChg chg="mod">
          <ac:chgData name="John Hu" userId="213e45b8a479442b" providerId="LiveId" clId="{464149D3-95DE-448A-BFE1-A0D8B9969414}" dt="2025-03-25T09:10:14.032" v="11068" actId="1076"/>
          <ac:spMkLst>
            <pc:docMk/>
            <pc:sldMk cId="416985441" sldId="676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05:53.363" v="11985" actId="6549"/>
          <ac:spMkLst>
            <pc:docMk/>
            <pc:sldMk cId="416985441" sldId="676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5:45.314" v="11978" actId="478"/>
          <ac:spMkLst>
            <pc:docMk/>
            <pc:sldMk cId="416985441" sldId="676"/>
            <ac:spMk id="15" creationId="{105FDC84-6345-484D-AF92-17AB004B1808}"/>
          </ac:spMkLst>
        </pc:spChg>
      </pc:sldChg>
      <pc:sldChg chg="delSp modSp add mod">
        <pc:chgData name="John Hu" userId="213e45b8a479442b" providerId="LiveId" clId="{464149D3-95DE-448A-BFE1-A0D8B9969414}" dt="2025-03-27T06:06:40.118" v="12004" actId="207"/>
        <pc:sldMkLst>
          <pc:docMk/>
          <pc:sldMk cId="3685027716" sldId="677"/>
        </pc:sldMkLst>
        <pc:spChg chg="mod">
          <ac:chgData name="John Hu" userId="213e45b8a479442b" providerId="LiveId" clId="{464149D3-95DE-448A-BFE1-A0D8B9969414}" dt="2025-03-26T08:15:11.347" v="11101" actId="1076"/>
          <ac:spMkLst>
            <pc:docMk/>
            <pc:sldMk cId="3685027716" sldId="677"/>
            <ac:spMk id="7" creationId="{59CAC5ED-38CA-4EE6-BB41-D1B3E36F5A94}"/>
          </ac:spMkLst>
        </pc:spChg>
        <pc:spChg chg="mod">
          <ac:chgData name="John Hu" userId="213e45b8a479442b" providerId="LiveId" clId="{464149D3-95DE-448A-BFE1-A0D8B9969414}" dt="2025-03-26T08:15:13.593" v="11102" actId="14100"/>
          <ac:spMkLst>
            <pc:docMk/>
            <pc:sldMk cId="3685027716" sldId="677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26T08:15:43.864" v="11108" actId="1076"/>
          <ac:spMkLst>
            <pc:docMk/>
            <pc:sldMk cId="3685027716" sldId="677"/>
            <ac:spMk id="9" creationId="{386F0AE6-EBB9-44DE-94FC-C297AD856D24}"/>
          </ac:spMkLst>
        </pc:spChg>
        <pc:spChg chg="mod">
          <ac:chgData name="John Hu" userId="213e45b8a479442b" providerId="LiveId" clId="{464149D3-95DE-448A-BFE1-A0D8B9969414}" dt="2025-03-26T08:15:39.646" v="11107" actId="1076"/>
          <ac:spMkLst>
            <pc:docMk/>
            <pc:sldMk cId="3685027716" sldId="677"/>
            <ac:spMk id="10" creationId="{92403847-867E-4C53-A00E-E6635ECD06F5}"/>
          </ac:spMkLst>
        </pc:spChg>
        <pc:spChg chg="mod">
          <ac:chgData name="John Hu" userId="213e45b8a479442b" providerId="LiveId" clId="{464149D3-95DE-448A-BFE1-A0D8B9969414}" dt="2025-03-26T08:15:46.965" v="11109" actId="1076"/>
          <ac:spMkLst>
            <pc:docMk/>
            <pc:sldMk cId="3685027716" sldId="677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06:40.118" v="12004" actId="207"/>
          <ac:spMkLst>
            <pc:docMk/>
            <pc:sldMk cId="3685027716" sldId="677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6:19.474" v="11998" actId="478"/>
          <ac:spMkLst>
            <pc:docMk/>
            <pc:sldMk cId="3685027716" sldId="677"/>
            <ac:spMk id="15" creationId="{105FDC84-6345-484D-AF92-17AB004B1808}"/>
          </ac:spMkLst>
        </pc:spChg>
      </pc:sldChg>
      <pc:sldChg chg="delSp modSp add mod">
        <pc:chgData name="John Hu" userId="213e45b8a479442b" providerId="LiveId" clId="{464149D3-95DE-448A-BFE1-A0D8B9969414}" dt="2025-03-27T06:07:14.926" v="12005" actId="1076"/>
        <pc:sldMkLst>
          <pc:docMk/>
          <pc:sldMk cId="2291909740" sldId="678"/>
        </pc:sldMkLst>
        <pc:spChg chg="mod">
          <ac:chgData name="John Hu" userId="213e45b8a479442b" providerId="LiveId" clId="{464149D3-95DE-448A-BFE1-A0D8B9969414}" dt="2025-03-26T08:16:34.009" v="11117" actId="14100"/>
          <ac:spMkLst>
            <pc:docMk/>
            <pc:sldMk cId="2291909740" sldId="678"/>
            <ac:spMk id="10" creationId="{92403847-867E-4C53-A00E-E6635ECD06F5}"/>
          </ac:spMkLst>
        </pc:spChg>
        <pc:spChg chg="mod">
          <ac:chgData name="John Hu" userId="213e45b8a479442b" providerId="LiveId" clId="{464149D3-95DE-448A-BFE1-A0D8B9969414}" dt="2025-03-26T08:16:41.664" v="11120" actId="207"/>
          <ac:spMkLst>
            <pc:docMk/>
            <pc:sldMk cId="2291909740" sldId="678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07:14.926" v="12005" actId="1076"/>
          <ac:spMkLst>
            <pc:docMk/>
            <pc:sldMk cId="2291909740" sldId="678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6:28.586" v="12001" actId="478"/>
          <ac:spMkLst>
            <pc:docMk/>
            <pc:sldMk cId="2291909740" sldId="678"/>
            <ac:spMk id="15" creationId="{105FDC84-6345-484D-AF92-17AB004B1808}"/>
          </ac:spMkLst>
        </pc:spChg>
      </pc:sldChg>
      <pc:sldChg chg="delSp modSp add mod ord">
        <pc:chgData name="John Hu" userId="213e45b8a479442b" providerId="LiveId" clId="{464149D3-95DE-448A-BFE1-A0D8B9969414}" dt="2025-03-30T07:16:42.092" v="14027"/>
        <pc:sldMkLst>
          <pc:docMk/>
          <pc:sldMk cId="3640079802" sldId="679"/>
        </pc:sldMkLst>
        <pc:spChg chg="mod">
          <ac:chgData name="John Hu" userId="213e45b8a479442b" providerId="LiveId" clId="{464149D3-95DE-448A-BFE1-A0D8B9969414}" dt="2025-03-27T06:15:37.760" v="12139" actId="6549"/>
          <ac:spMkLst>
            <pc:docMk/>
            <pc:sldMk cId="3640079802" sldId="679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29T02:58:35.388" v="13308" actId="207"/>
          <ac:spMkLst>
            <pc:docMk/>
            <pc:sldMk cId="3640079802" sldId="679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30T07:09:40.412" v="13769" actId="14100"/>
          <ac:spMkLst>
            <pc:docMk/>
            <pc:sldMk cId="3640079802" sldId="679"/>
            <ac:spMk id="8" creationId="{36177B38-43AB-4398-968B-448F8F0E5F49}"/>
          </ac:spMkLst>
        </pc:spChg>
        <pc:spChg chg="del mod">
          <ac:chgData name="John Hu" userId="213e45b8a479442b" providerId="LiveId" clId="{464149D3-95DE-448A-BFE1-A0D8B9969414}" dt="2025-03-29T02:57:13.870" v="13262" actId="478"/>
          <ac:spMkLst>
            <pc:docMk/>
            <pc:sldMk cId="3640079802" sldId="679"/>
            <ac:spMk id="9" creationId="{7876FDCB-7A9E-4210-9FBC-9D2C62E9E35B}"/>
          </ac:spMkLst>
        </pc:spChg>
        <pc:spChg chg="del mod">
          <ac:chgData name="John Hu" userId="213e45b8a479442b" providerId="LiveId" clId="{464149D3-95DE-448A-BFE1-A0D8B9969414}" dt="2025-03-29T02:57:13.870" v="13262" actId="478"/>
          <ac:spMkLst>
            <pc:docMk/>
            <pc:sldMk cId="3640079802" sldId="679"/>
            <ac:spMk id="10" creationId="{3AEED486-FA99-4A18-8EA1-DF88CA263366}"/>
          </ac:spMkLst>
        </pc:spChg>
        <pc:spChg chg="del mod">
          <ac:chgData name="John Hu" userId="213e45b8a479442b" providerId="LiveId" clId="{464149D3-95DE-448A-BFE1-A0D8B9969414}" dt="2025-03-29T02:57:13.870" v="13262" actId="478"/>
          <ac:spMkLst>
            <pc:docMk/>
            <pc:sldMk cId="3640079802" sldId="679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8T02:45:17.146" v="12185" actId="14100"/>
          <ac:spMkLst>
            <pc:docMk/>
            <pc:sldMk cId="3640079802" sldId="679"/>
            <ac:spMk id="14" creationId="{4F296092-AA43-47F9-AD4A-B947C824F423}"/>
          </ac:spMkLst>
        </pc:spChg>
        <pc:spChg chg="mod">
          <ac:chgData name="John Hu" userId="213e45b8a479442b" providerId="LiveId" clId="{464149D3-95DE-448A-BFE1-A0D8B9969414}" dt="2025-03-28T02:43:41.324" v="12176" actId="14100"/>
          <ac:spMkLst>
            <pc:docMk/>
            <pc:sldMk cId="3640079802" sldId="679"/>
            <ac:spMk id="15" creationId="{105FDC84-6345-484D-AF92-17AB004B1808}"/>
          </ac:spMkLst>
        </pc:spChg>
      </pc:sldChg>
      <pc:sldChg chg="delSp modSp add del mod">
        <pc:chgData name="John Hu" userId="213e45b8a479442b" providerId="LiveId" clId="{464149D3-95DE-448A-BFE1-A0D8B9969414}" dt="2025-03-26T08:47:59.762" v="11910" actId="47"/>
        <pc:sldMkLst>
          <pc:docMk/>
          <pc:sldMk cId="957106993" sldId="680"/>
        </pc:sldMkLst>
        <pc:spChg chg="mod">
          <ac:chgData name="John Hu" userId="213e45b8a479442b" providerId="LiveId" clId="{464149D3-95DE-448A-BFE1-A0D8B9969414}" dt="2025-03-26T08:47:37.662" v="11907" actId="20577"/>
          <ac:spMkLst>
            <pc:docMk/>
            <pc:sldMk cId="957106993" sldId="680"/>
            <ac:spMk id="5" creationId="{A9F10263-610C-4998-B5F3-3444A53D115B}"/>
          </ac:spMkLst>
        </pc:spChg>
        <pc:spChg chg="del">
          <ac:chgData name="John Hu" userId="213e45b8a479442b" providerId="LiveId" clId="{464149D3-95DE-448A-BFE1-A0D8B9969414}" dt="2025-03-26T08:47:44.508" v="11909" actId="478"/>
          <ac:spMkLst>
            <pc:docMk/>
            <pc:sldMk cId="957106993" sldId="680"/>
            <ac:spMk id="9" creationId="{F3B9D754-BCB3-47CE-83E8-ACE8CD559ECB}"/>
          </ac:spMkLst>
        </pc:spChg>
        <pc:spChg chg="del">
          <ac:chgData name="John Hu" userId="213e45b8a479442b" providerId="LiveId" clId="{464149D3-95DE-448A-BFE1-A0D8B9969414}" dt="2025-03-26T08:47:40.433" v="11908" actId="478"/>
          <ac:spMkLst>
            <pc:docMk/>
            <pc:sldMk cId="957106993" sldId="680"/>
            <ac:spMk id="10" creationId="{75455FCB-3E32-45C7-A3A1-B7CD8EA925E9}"/>
          </ac:spMkLst>
        </pc:spChg>
        <pc:spChg chg="del">
          <ac:chgData name="John Hu" userId="213e45b8a479442b" providerId="LiveId" clId="{464149D3-95DE-448A-BFE1-A0D8B9969414}" dt="2025-03-26T08:47:40.433" v="11908" actId="478"/>
          <ac:spMkLst>
            <pc:docMk/>
            <pc:sldMk cId="957106993" sldId="680"/>
            <ac:spMk id="11" creationId="{0F70173F-BDC1-402F-966F-B6CADDC05B73}"/>
          </ac:spMkLst>
        </pc:spChg>
      </pc:sldChg>
      <pc:sldChg chg="addSp delSp modSp add mod ord">
        <pc:chgData name="John Hu" userId="213e45b8a479442b" providerId="LiveId" clId="{464149D3-95DE-448A-BFE1-A0D8B9969414}" dt="2025-03-28T02:42:52.036" v="12173"/>
        <pc:sldMkLst>
          <pc:docMk/>
          <pc:sldMk cId="2446991010" sldId="680"/>
        </pc:sldMkLst>
        <pc:spChg chg="mod">
          <ac:chgData name="John Hu" userId="213e45b8a479442b" providerId="LiveId" clId="{464149D3-95DE-448A-BFE1-A0D8B9969414}" dt="2025-03-27T06:12:09.725" v="12112"/>
          <ac:spMkLst>
            <pc:docMk/>
            <pc:sldMk cId="2446991010" sldId="680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28T02:42:52.036" v="12173"/>
          <ac:spMkLst>
            <pc:docMk/>
            <pc:sldMk cId="2446991010" sldId="680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27T06:11:38.024" v="12101" actId="1076"/>
          <ac:spMkLst>
            <pc:docMk/>
            <pc:sldMk cId="2446991010" sldId="680"/>
            <ac:spMk id="9" creationId="{7876FDCB-7A9E-4210-9FBC-9D2C62E9E35B}"/>
          </ac:spMkLst>
        </pc:spChg>
        <pc:spChg chg="mod">
          <ac:chgData name="John Hu" userId="213e45b8a479442b" providerId="LiveId" clId="{464149D3-95DE-448A-BFE1-A0D8B9969414}" dt="2025-03-27T06:15:05.579" v="12126" actId="1076"/>
          <ac:spMkLst>
            <pc:docMk/>
            <pc:sldMk cId="2446991010" sldId="680"/>
            <ac:spMk id="10" creationId="{3AEED486-FA99-4A18-8EA1-DF88CA263366}"/>
          </ac:spMkLst>
        </pc:spChg>
        <pc:spChg chg="add mod">
          <ac:chgData name="John Hu" userId="213e45b8a479442b" providerId="LiveId" clId="{464149D3-95DE-448A-BFE1-A0D8B9969414}" dt="2025-03-27T06:14:34.037" v="12123" actId="207"/>
          <ac:spMkLst>
            <pc:docMk/>
            <pc:sldMk cId="2446991010" sldId="680"/>
            <ac:spMk id="11" creationId="{CC51BC5B-B4E2-4C69-9631-E5B04B2D43E0}"/>
          </ac:spMkLst>
        </pc:spChg>
        <pc:spChg chg="mod">
          <ac:chgData name="John Hu" userId="213e45b8a479442b" providerId="LiveId" clId="{464149D3-95DE-448A-BFE1-A0D8B9969414}" dt="2025-03-27T06:15:11.701" v="12137" actId="14100"/>
          <ac:spMkLst>
            <pc:docMk/>
            <pc:sldMk cId="2446991010" sldId="680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11:54.092" v="12108" actId="1076"/>
          <ac:spMkLst>
            <pc:docMk/>
            <pc:sldMk cId="2446991010" sldId="680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11:49.467" v="12104" actId="478"/>
          <ac:spMkLst>
            <pc:docMk/>
            <pc:sldMk cId="2446991010" sldId="680"/>
            <ac:spMk id="15" creationId="{105FDC84-6345-484D-AF92-17AB004B1808}"/>
          </ac:spMkLst>
        </pc:spChg>
      </pc:sldChg>
      <pc:sldChg chg="delSp modSp add mod">
        <pc:chgData name="John Hu" userId="213e45b8a479442b" providerId="LiveId" clId="{464149D3-95DE-448A-BFE1-A0D8B9969414}" dt="2025-03-28T06:30:35.081" v="12478" actId="207"/>
        <pc:sldMkLst>
          <pc:docMk/>
          <pc:sldMk cId="3713776978" sldId="681"/>
        </pc:sldMkLst>
        <pc:spChg chg="mod">
          <ac:chgData name="John Hu" userId="213e45b8a479442b" providerId="LiveId" clId="{464149D3-95DE-448A-BFE1-A0D8B9969414}" dt="2025-03-28T06:30:35.081" v="12478" actId="207"/>
          <ac:spMkLst>
            <pc:docMk/>
            <pc:sldMk cId="3713776978" sldId="681"/>
            <ac:spMk id="7" creationId="{098E2A48-303C-4174-B7F9-B7DF985E5A28}"/>
          </ac:spMkLst>
        </pc:spChg>
        <pc:spChg chg="del mod">
          <ac:chgData name="John Hu" userId="213e45b8a479442b" providerId="LiveId" clId="{464149D3-95DE-448A-BFE1-A0D8B9969414}" dt="2025-03-28T02:55:49.525" v="12254" actId="478"/>
          <ac:spMkLst>
            <pc:docMk/>
            <pc:sldMk cId="3713776978" sldId="681"/>
            <ac:spMk id="9" creationId="{7876FDCB-7A9E-4210-9FBC-9D2C62E9E35B}"/>
          </ac:spMkLst>
        </pc:spChg>
        <pc:spChg chg="del">
          <ac:chgData name="John Hu" userId="213e45b8a479442b" providerId="LiveId" clId="{464149D3-95DE-448A-BFE1-A0D8B9969414}" dt="2025-03-28T02:55:58.612" v="12263" actId="478"/>
          <ac:spMkLst>
            <pc:docMk/>
            <pc:sldMk cId="3713776978" sldId="681"/>
            <ac:spMk id="10" creationId="{3AEED486-FA99-4A18-8EA1-DF88CA263366}"/>
          </ac:spMkLst>
        </pc:spChg>
        <pc:spChg chg="del mod">
          <ac:chgData name="John Hu" userId="213e45b8a479442b" providerId="LiveId" clId="{464149D3-95DE-448A-BFE1-A0D8B9969414}" dt="2025-03-28T02:55:46.100" v="12252" actId="478"/>
          <ac:spMkLst>
            <pc:docMk/>
            <pc:sldMk cId="3713776978" sldId="681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8T06:30:27.411" v="12476" actId="20577"/>
          <ac:spMkLst>
            <pc:docMk/>
            <pc:sldMk cId="3713776978" sldId="681"/>
            <ac:spMk id="14" creationId="{4F296092-AA43-47F9-AD4A-B947C824F423}"/>
          </ac:spMkLst>
        </pc:spChg>
      </pc:sldChg>
      <pc:sldChg chg="modSp add mod ord">
        <pc:chgData name="John Hu" userId="213e45b8a479442b" providerId="LiveId" clId="{464149D3-95DE-448A-BFE1-A0D8B9969414}" dt="2025-03-30T02:59:38.518" v="13524" actId="20577"/>
        <pc:sldMkLst>
          <pc:docMk/>
          <pc:sldMk cId="2955019095" sldId="682"/>
        </pc:sldMkLst>
        <pc:spChg chg="mod">
          <ac:chgData name="John Hu" userId="213e45b8a479442b" providerId="LiveId" clId="{464149D3-95DE-448A-BFE1-A0D8B9969414}" dt="2025-03-30T02:59:38.518" v="13524" actId="20577"/>
          <ac:spMkLst>
            <pc:docMk/>
            <pc:sldMk cId="2955019095" sldId="682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28T07:08:48.422" v="12562" actId="20577"/>
          <ac:spMkLst>
            <pc:docMk/>
            <pc:sldMk cId="2955019095" sldId="682"/>
            <ac:spMk id="14" creationId="{4F296092-AA43-47F9-AD4A-B947C824F423}"/>
          </ac:spMkLst>
        </pc:spChg>
      </pc:sldChg>
      <pc:sldChg chg="modSp add mod">
        <pc:chgData name="John Hu" userId="213e45b8a479442b" providerId="LiveId" clId="{464149D3-95DE-448A-BFE1-A0D8B9969414}" dt="2025-03-28T08:13:35.677" v="12768" actId="207"/>
        <pc:sldMkLst>
          <pc:docMk/>
          <pc:sldMk cId="2206702487" sldId="683"/>
        </pc:sldMkLst>
        <pc:spChg chg="mod">
          <ac:chgData name="John Hu" userId="213e45b8a479442b" providerId="LiveId" clId="{464149D3-95DE-448A-BFE1-A0D8B9969414}" dt="2025-03-28T08:13:35.677" v="12768" actId="207"/>
          <ac:spMkLst>
            <pc:docMk/>
            <pc:sldMk cId="2206702487" sldId="683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28T06:30:58.474" v="12495" actId="20577"/>
          <ac:spMkLst>
            <pc:docMk/>
            <pc:sldMk cId="2206702487" sldId="683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464149D3-95DE-448A-BFE1-A0D8B9969414}" dt="2025-03-30T03:59:46.553" v="13673" actId="20577"/>
        <pc:sldMkLst>
          <pc:docMk/>
          <pc:sldMk cId="3595609592" sldId="684"/>
        </pc:sldMkLst>
        <pc:spChg chg="mod">
          <ac:chgData name="John Hu" userId="213e45b8a479442b" providerId="LiveId" clId="{464149D3-95DE-448A-BFE1-A0D8B9969414}" dt="2025-03-29T02:41:57.449" v="12770"/>
          <ac:spMkLst>
            <pc:docMk/>
            <pc:sldMk cId="3595609592" sldId="684"/>
            <ac:spMk id="2" creationId="{5888EE31-F44C-4034-8407-4C756F65702C}"/>
          </ac:spMkLst>
        </pc:spChg>
        <pc:spChg chg="del">
          <ac:chgData name="John Hu" userId="213e45b8a479442b" providerId="LiveId" clId="{464149D3-95DE-448A-BFE1-A0D8B9969414}" dt="2025-03-29T02:43:52.682" v="13103" actId="478"/>
          <ac:spMkLst>
            <pc:docMk/>
            <pc:sldMk cId="3595609592" sldId="684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29T02:42:05.052" v="12771"/>
          <ac:spMkLst>
            <pc:docMk/>
            <pc:sldMk cId="3595609592" sldId="684"/>
            <ac:spMk id="8" creationId="{36177B38-43AB-4398-968B-448F8F0E5F49}"/>
          </ac:spMkLst>
        </pc:spChg>
        <pc:spChg chg="del">
          <ac:chgData name="John Hu" userId="213e45b8a479442b" providerId="LiveId" clId="{464149D3-95DE-448A-BFE1-A0D8B9969414}" dt="2025-03-29T02:43:52.682" v="13103" actId="478"/>
          <ac:spMkLst>
            <pc:docMk/>
            <pc:sldMk cId="3595609592" sldId="684"/>
            <ac:spMk id="9" creationId="{7876FDCB-7A9E-4210-9FBC-9D2C62E9E35B}"/>
          </ac:spMkLst>
        </pc:spChg>
        <pc:spChg chg="del">
          <ac:chgData name="John Hu" userId="213e45b8a479442b" providerId="LiveId" clId="{464149D3-95DE-448A-BFE1-A0D8B9969414}" dt="2025-03-29T02:43:52.682" v="13103" actId="478"/>
          <ac:spMkLst>
            <pc:docMk/>
            <pc:sldMk cId="3595609592" sldId="684"/>
            <ac:spMk id="10" creationId="{3AEED486-FA99-4A18-8EA1-DF88CA263366}"/>
          </ac:spMkLst>
        </pc:spChg>
        <pc:spChg chg="del">
          <ac:chgData name="John Hu" userId="213e45b8a479442b" providerId="LiveId" clId="{464149D3-95DE-448A-BFE1-A0D8B9969414}" dt="2025-03-29T02:43:52.682" v="13103" actId="478"/>
          <ac:spMkLst>
            <pc:docMk/>
            <pc:sldMk cId="3595609592" sldId="684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30T03:59:46.553" v="13673" actId="20577"/>
          <ac:spMkLst>
            <pc:docMk/>
            <pc:sldMk cId="3595609592" sldId="684"/>
            <ac:spMk id="14" creationId="{4F296092-AA43-47F9-AD4A-B947C824F423}"/>
          </ac:spMkLst>
        </pc:spChg>
        <pc:picChg chg="add del mod">
          <ac:chgData name="John Hu" userId="213e45b8a479442b" providerId="LiveId" clId="{464149D3-95DE-448A-BFE1-A0D8B9969414}" dt="2025-03-29T02:53:55.686" v="13121" actId="478"/>
          <ac:picMkLst>
            <pc:docMk/>
            <pc:sldMk cId="3595609592" sldId="684"/>
            <ac:picMk id="4" creationId="{56302DFC-AE6E-4277-A6AA-919C76DA90C7}"/>
          </ac:picMkLst>
        </pc:picChg>
        <pc:picChg chg="add del mod">
          <ac:chgData name="John Hu" userId="213e45b8a479442b" providerId="LiveId" clId="{464149D3-95DE-448A-BFE1-A0D8B9969414}" dt="2025-03-29T02:52:57.107" v="13109" actId="478"/>
          <ac:picMkLst>
            <pc:docMk/>
            <pc:sldMk cId="3595609592" sldId="684"/>
            <ac:picMk id="6" creationId="{D7CF2F40-0AC9-4484-990B-0A1E18135FDA}"/>
          </ac:picMkLst>
        </pc:picChg>
        <pc:picChg chg="add del mod">
          <ac:chgData name="John Hu" userId="213e45b8a479442b" providerId="LiveId" clId="{464149D3-95DE-448A-BFE1-A0D8B9969414}" dt="2025-03-29T02:53:00.197" v="13112" actId="478"/>
          <ac:picMkLst>
            <pc:docMk/>
            <pc:sldMk cId="3595609592" sldId="684"/>
            <ac:picMk id="12" creationId="{38EC57D2-CE03-4174-9BF8-B198F08E5B77}"/>
          </ac:picMkLst>
        </pc:picChg>
        <pc:picChg chg="add mod">
          <ac:chgData name="John Hu" userId="213e45b8a479442b" providerId="LiveId" clId="{464149D3-95DE-448A-BFE1-A0D8B9969414}" dt="2025-03-29T02:53:36.666" v="13118" actId="1076"/>
          <ac:picMkLst>
            <pc:docMk/>
            <pc:sldMk cId="3595609592" sldId="684"/>
            <ac:picMk id="16" creationId="{C62345CE-9852-41CE-A95A-E386DCB44F1E}"/>
          </ac:picMkLst>
        </pc:picChg>
        <pc:picChg chg="add mod">
          <ac:chgData name="John Hu" userId="213e45b8a479442b" providerId="LiveId" clId="{464149D3-95DE-448A-BFE1-A0D8B9969414}" dt="2025-03-29T02:54:00.845" v="13123" actId="14100"/>
          <ac:picMkLst>
            <pc:docMk/>
            <pc:sldMk cId="3595609592" sldId="684"/>
            <ac:picMk id="18" creationId="{21BF4BDB-9C58-4978-97D1-76E8DD5D0B6C}"/>
          </ac:picMkLst>
        </pc:picChg>
      </pc:sldChg>
      <pc:sldChg chg="addSp delSp modSp add mod">
        <pc:chgData name="John Hu" userId="213e45b8a479442b" providerId="LiveId" clId="{464149D3-95DE-448A-BFE1-A0D8B9969414}" dt="2025-03-29T03:10:43.872" v="13314" actId="20577"/>
        <pc:sldMkLst>
          <pc:docMk/>
          <pc:sldMk cId="777960044" sldId="685"/>
        </pc:sldMkLst>
        <pc:spChg chg="add mod">
          <ac:chgData name="John Hu" userId="213e45b8a479442b" providerId="LiveId" clId="{464149D3-95DE-448A-BFE1-A0D8B9969414}" dt="2025-03-29T02:59:29.751" v="13309" actId="207"/>
          <ac:spMkLst>
            <pc:docMk/>
            <pc:sldMk cId="777960044" sldId="685"/>
            <ac:spMk id="7" creationId="{ED54B18D-B3DC-48AD-9FD5-F00BBAEF7AE2}"/>
          </ac:spMkLst>
        </pc:spChg>
        <pc:spChg chg="mod">
          <ac:chgData name="John Hu" userId="213e45b8a479442b" providerId="LiveId" clId="{464149D3-95DE-448A-BFE1-A0D8B9969414}" dt="2025-03-29T03:10:43.872" v="13314" actId="20577"/>
          <ac:spMkLst>
            <pc:docMk/>
            <pc:sldMk cId="777960044" sldId="685"/>
            <ac:spMk id="14" creationId="{4F296092-AA43-47F9-AD4A-B947C824F423}"/>
          </ac:spMkLst>
        </pc:spChg>
        <pc:picChg chg="del">
          <ac:chgData name="John Hu" userId="213e45b8a479442b" providerId="LiveId" clId="{464149D3-95DE-448A-BFE1-A0D8B9969414}" dt="2025-03-29T02:55:20.031" v="13202" actId="478"/>
          <ac:picMkLst>
            <pc:docMk/>
            <pc:sldMk cId="777960044" sldId="685"/>
            <ac:picMk id="16" creationId="{C62345CE-9852-41CE-A95A-E386DCB44F1E}"/>
          </ac:picMkLst>
        </pc:picChg>
        <pc:picChg chg="del">
          <ac:chgData name="John Hu" userId="213e45b8a479442b" providerId="LiveId" clId="{464149D3-95DE-448A-BFE1-A0D8B9969414}" dt="2025-03-29T02:55:18.545" v="13201" actId="478"/>
          <ac:picMkLst>
            <pc:docMk/>
            <pc:sldMk cId="777960044" sldId="685"/>
            <ac:picMk id="18" creationId="{21BF4BDB-9C58-4978-97D1-76E8DD5D0B6C}"/>
          </ac:picMkLst>
        </pc:picChg>
      </pc:sldChg>
      <pc:sldChg chg="addSp modSp add mod">
        <pc:chgData name="John Hu" userId="213e45b8a479442b" providerId="LiveId" clId="{464149D3-95DE-448A-BFE1-A0D8B9969414}" dt="2025-03-30T03:56:51.017" v="13532" actId="20577"/>
        <pc:sldMkLst>
          <pc:docMk/>
          <pc:sldMk cId="1813746906" sldId="686"/>
        </pc:sldMkLst>
        <pc:spChg chg="mod">
          <ac:chgData name="John Hu" userId="213e45b8a479442b" providerId="LiveId" clId="{464149D3-95DE-448A-BFE1-A0D8B9969414}" dt="2025-03-30T03:56:51.017" v="13532" actId="20577"/>
          <ac:spMkLst>
            <pc:docMk/>
            <pc:sldMk cId="1813746906" sldId="686"/>
            <ac:spMk id="7" creationId="{ED54B18D-B3DC-48AD-9FD5-F00BBAEF7AE2}"/>
          </ac:spMkLst>
        </pc:spChg>
        <pc:spChg chg="add mod">
          <ac:chgData name="John Hu" userId="213e45b8a479442b" providerId="LiveId" clId="{464149D3-95DE-448A-BFE1-A0D8B9969414}" dt="2025-03-29T03:12:21.867" v="13409" actId="14100"/>
          <ac:spMkLst>
            <pc:docMk/>
            <pc:sldMk cId="1813746906" sldId="686"/>
            <ac:spMk id="9" creationId="{C0E28133-522F-4787-A0D5-128A45D0846D}"/>
          </ac:spMkLst>
        </pc:spChg>
        <pc:spChg chg="add mod">
          <ac:chgData name="John Hu" userId="213e45b8a479442b" providerId="LiveId" clId="{464149D3-95DE-448A-BFE1-A0D8B9969414}" dt="2025-03-29T03:12:41.907" v="13463" actId="20577"/>
          <ac:spMkLst>
            <pc:docMk/>
            <pc:sldMk cId="1813746906" sldId="686"/>
            <ac:spMk id="10" creationId="{0D9F29A9-792D-4011-9406-73F48D863EBF}"/>
          </ac:spMkLst>
        </pc:spChg>
        <pc:spChg chg="mod">
          <ac:chgData name="John Hu" userId="213e45b8a479442b" providerId="LiveId" clId="{464149D3-95DE-448A-BFE1-A0D8B9969414}" dt="2025-03-29T03:12:14.092" v="13405" actId="21"/>
          <ac:spMkLst>
            <pc:docMk/>
            <pc:sldMk cId="1813746906" sldId="686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464149D3-95DE-448A-BFE1-A0D8B9969414}" dt="2025-03-30T03:58:37.632" v="13615" actId="1076"/>
        <pc:sldMkLst>
          <pc:docMk/>
          <pc:sldMk cId="3911317964" sldId="687"/>
        </pc:sldMkLst>
        <pc:spChg chg="mod">
          <ac:chgData name="John Hu" userId="213e45b8a479442b" providerId="LiveId" clId="{464149D3-95DE-448A-BFE1-A0D8B9969414}" dt="2025-03-29T03:15:07.001" v="13507" actId="207"/>
          <ac:spMkLst>
            <pc:docMk/>
            <pc:sldMk cId="3911317964" sldId="687"/>
            <ac:spMk id="7" creationId="{ED54B18D-B3DC-48AD-9FD5-F00BBAEF7AE2}"/>
          </ac:spMkLst>
        </pc:spChg>
        <pc:spChg chg="del">
          <ac:chgData name="John Hu" userId="213e45b8a479442b" providerId="LiveId" clId="{464149D3-95DE-448A-BFE1-A0D8B9969414}" dt="2025-03-29T03:13:33.641" v="13467" actId="478"/>
          <ac:spMkLst>
            <pc:docMk/>
            <pc:sldMk cId="3911317964" sldId="687"/>
            <ac:spMk id="9" creationId="{C0E28133-522F-4787-A0D5-128A45D0846D}"/>
          </ac:spMkLst>
        </pc:spChg>
        <pc:spChg chg="del">
          <ac:chgData name="John Hu" userId="213e45b8a479442b" providerId="LiveId" clId="{464149D3-95DE-448A-BFE1-A0D8B9969414}" dt="2025-03-29T03:13:35.898" v="13468" actId="478"/>
          <ac:spMkLst>
            <pc:docMk/>
            <pc:sldMk cId="3911317964" sldId="687"/>
            <ac:spMk id="10" creationId="{0D9F29A9-792D-4011-9406-73F48D863EBF}"/>
          </ac:spMkLst>
        </pc:spChg>
        <pc:spChg chg="add del">
          <ac:chgData name="John Hu" userId="213e45b8a479442b" providerId="LiveId" clId="{464149D3-95DE-448A-BFE1-A0D8B9969414}" dt="2025-03-29T03:14:06.069" v="13483" actId="22"/>
          <ac:spMkLst>
            <pc:docMk/>
            <pc:sldMk cId="3911317964" sldId="687"/>
            <ac:spMk id="11" creationId="{48E747DD-0EF1-4CCD-B1A6-5264CAA80404}"/>
          </ac:spMkLst>
        </pc:spChg>
        <pc:spChg chg="add mod">
          <ac:chgData name="John Hu" userId="213e45b8a479442b" providerId="LiveId" clId="{464149D3-95DE-448A-BFE1-A0D8B9969414}" dt="2025-03-30T03:58:37.632" v="13615" actId="1076"/>
          <ac:spMkLst>
            <pc:docMk/>
            <pc:sldMk cId="3911317964" sldId="687"/>
            <ac:spMk id="12" creationId="{09816958-B944-441F-AB9B-DBC178B0608A}"/>
          </ac:spMkLst>
        </pc:spChg>
      </pc:sldChg>
      <pc:sldChg chg="addSp delSp modSp add mod">
        <pc:chgData name="John Hu" userId="213e45b8a479442b" providerId="LiveId" clId="{464149D3-95DE-448A-BFE1-A0D8B9969414}" dt="2025-03-30T04:34:59.082" v="13726" actId="207"/>
        <pc:sldMkLst>
          <pc:docMk/>
          <pc:sldMk cId="2826608020" sldId="688"/>
        </pc:sldMkLst>
        <pc:spChg chg="del mod">
          <ac:chgData name="John Hu" userId="213e45b8a479442b" providerId="LiveId" clId="{464149D3-95DE-448A-BFE1-A0D8B9969414}" dt="2025-03-30T03:58:59.242" v="13633" actId="478"/>
          <ac:spMkLst>
            <pc:docMk/>
            <pc:sldMk cId="2826608020" sldId="688"/>
            <ac:spMk id="7" creationId="{ED54B18D-B3DC-48AD-9FD5-F00BBAEF7AE2}"/>
          </ac:spMkLst>
        </pc:spChg>
        <pc:spChg chg="add mod">
          <ac:chgData name="John Hu" userId="213e45b8a479442b" providerId="LiveId" clId="{464149D3-95DE-448A-BFE1-A0D8B9969414}" dt="2025-03-30T04:34:52.888" v="13725" actId="20577"/>
          <ac:spMkLst>
            <pc:docMk/>
            <pc:sldMk cId="2826608020" sldId="688"/>
            <ac:spMk id="9" creationId="{EB620A0F-32E2-4096-B8B2-CEC7BFB9DA34}"/>
          </ac:spMkLst>
        </pc:spChg>
        <pc:spChg chg="mod">
          <ac:chgData name="John Hu" userId="213e45b8a479442b" providerId="LiveId" clId="{464149D3-95DE-448A-BFE1-A0D8B9969414}" dt="2025-03-30T04:34:59.082" v="13726" actId="207"/>
          <ac:spMkLst>
            <pc:docMk/>
            <pc:sldMk cId="2826608020" sldId="688"/>
            <ac:spMk id="12" creationId="{09816958-B944-441F-AB9B-DBC178B0608A}"/>
          </ac:spMkLst>
        </pc:spChg>
        <pc:spChg chg="mod">
          <ac:chgData name="John Hu" userId="213e45b8a479442b" providerId="LiveId" clId="{464149D3-95DE-448A-BFE1-A0D8B9969414}" dt="2025-03-30T03:58:55.530" v="13631" actId="20577"/>
          <ac:spMkLst>
            <pc:docMk/>
            <pc:sldMk cId="2826608020" sldId="688"/>
            <ac:spMk id="14" creationId="{4F296092-AA43-47F9-AD4A-B947C824F423}"/>
          </ac:spMkLst>
        </pc:spChg>
      </pc:sldChg>
      <pc:sldChg chg="addSp modSp add mod">
        <pc:chgData name="John Hu" userId="213e45b8a479442b" providerId="LiveId" clId="{464149D3-95DE-448A-BFE1-A0D8B9969414}" dt="2025-03-30T04:35:06.319" v="13728" actId="207"/>
        <pc:sldMkLst>
          <pc:docMk/>
          <pc:sldMk cId="2379571271" sldId="689"/>
        </pc:sldMkLst>
        <pc:spChg chg="add mod">
          <ac:chgData name="John Hu" userId="213e45b8a479442b" providerId="LiveId" clId="{464149D3-95DE-448A-BFE1-A0D8B9969414}" dt="2025-03-30T04:33:07.058" v="13698" actId="207"/>
          <ac:spMkLst>
            <pc:docMk/>
            <pc:sldMk cId="2379571271" sldId="689"/>
            <ac:spMk id="6" creationId="{EFFF0140-48F4-433F-AF1F-E70927670C44}"/>
          </ac:spMkLst>
        </pc:spChg>
        <pc:spChg chg="mod">
          <ac:chgData name="John Hu" userId="213e45b8a479442b" providerId="LiveId" clId="{464149D3-95DE-448A-BFE1-A0D8B9969414}" dt="2025-03-30T04:35:06.319" v="13728" actId="207"/>
          <ac:spMkLst>
            <pc:docMk/>
            <pc:sldMk cId="2379571271" sldId="689"/>
            <ac:spMk id="12" creationId="{09816958-B944-441F-AB9B-DBC178B0608A}"/>
          </ac:spMkLst>
        </pc:spChg>
        <pc:spChg chg="mod">
          <ac:chgData name="John Hu" userId="213e45b8a479442b" providerId="LiveId" clId="{464149D3-95DE-448A-BFE1-A0D8B9969414}" dt="2025-03-30T03:59:56.328" v="13685" actId="20577"/>
          <ac:spMkLst>
            <pc:docMk/>
            <pc:sldMk cId="2379571271" sldId="689"/>
            <ac:spMk id="14" creationId="{4F296092-AA43-47F9-AD4A-B947C824F423}"/>
          </ac:spMkLst>
        </pc:spChg>
      </pc:sldChg>
      <pc:sldChg chg="modSp add mod">
        <pc:chgData name="John Hu" userId="213e45b8a479442b" providerId="LiveId" clId="{464149D3-95DE-448A-BFE1-A0D8B9969414}" dt="2025-03-30T07:18:11.869" v="14037" actId="207"/>
        <pc:sldMkLst>
          <pc:docMk/>
          <pc:sldMk cId="399089851" sldId="690"/>
        </pc:sldMkLst>
        <pc:spChg chg="mod">
          <ac:chgData name="John Hu" userId="213e45b8a479442b" providerId="LiveId" clId="{464149D3-95DE-448A-BFE1-A0D8B9969414}" dt="2025-03-30T07:18:04.345" v="14036" actId="207"/>
          <ac:spMkLst>
            <pc:docMk/>
            <pc:sldMk cId="399089851" sldId="690"/>
            <ac:spMk id="6" creationId="{EFFF0140-48F4-433F-AF1F-E70927670C44}"/>
          </ac:spMkLst>
        </pc:spChg>
        <pc:spChg chg="mod">
          <ac:chgData name="John Hu" userId="213e45b8a479442b" providerId="LiveId" clId="{464149D3-95DE-448A-BFE1-A0D8B9969414}" dt="2025-03-30T07:18:11.869" v="14037" actId="207"/>
          <ac:spMkLst>
            <pc:docMk/>
            <pc:sldMk cId="399089851" sldId="690"/>
            <ac:spMk id="12" creationId="{09816958-B944-441F-AB9B-DBC178B0608A}"/>
          </ac:spMkLst>
        </pc:spChg>
        <pc:spChg chg="mod">
          <ac:chgData name="John Hu" userId="213e45b8a479442b" providerId="LiveId" clId="{464149D3-95DE-448A-BFE1-A0D8B9969414}" dt="2025-03-30T04:33:59.751" v="13719" actId="20577"/>
          <ac:spMkLst>
            <pc:docMk/>
            <pc:sldMk cId="399089851" sldId="690"/>
            <ac:spMk id="14" creationId="{4F296092-AA43-47F9-AD4A-B947C824F423}"/>
          </ac:spMkLst>
        </pc:spChg>
      </pc:sldChg>
      <pc:sldChg chg="delSp modSp add mod">
        <pc:chgData name="John Hu" userId="213e45b8a479442b" providerId="LiveId" clId="{464149D3-95DE-448A-BFE1-A0D8B9969414}" dt="2025-03-30T07:16:54.127" v="14028" actId="2711"/>
        <pc:sldMkLst>
          <pc:docMk/>
          <pc:sldMk cId="4222146045" sldId="691"/>
        </pc:sldMkLst>
        <pc:spChg chg="mod">
          <ac:chgData name="John Hu" userId="213e45b8a479442b" providerId="LiveId" clId="{464149D3-95DE-448A-BFE1-A0D8B9969414}" dt="2025-03-30T07:16:30.526" v="14025" actId="1076"/>
          <ac:spMkLst>
            <pc:docMk/>
            <pc:sldMk cId="4222146045" sldId="691"/>
            <ac:spMk id="7" creationId="{098E2A48-303C-4174-B7F9-B7DF985E5A28}"/>
          </ac:spMkLst>
        </pc:spChg>
        <pc:spChg chg="del">
          <ac:chgData name="John Hu" userId="213e45b8a479442b" providerId="LiveId" clId="{464149D3-95DE-448A-BFE1-A0D8B9969414}" dt="2025-03-30T07:10:01.893" v="13779" actId="478"/>
          <ac:spMkLst>
            <pc:docMk/>
            <pc:sldMk cId="4222146045" sldId="691"/>
            <ac:spMk id="14" creationId="{4F296092-AA43-47F9-AD4A-B947C824F423}"/>
          </ac:spMkLst>
        </pc:spChg>
        <pc:spChg chg="mod">
          <ac:chgData name="John Hu" userId="213e45b8a479442b" providerId="LiveId" clId="{464149D3-95DE-448A-BFE1-A0D8B9969414}" dt="2025-03-30T07:16:54.127" v="14028" actId="2711"/>
          <ac:spMkLst>
            <pc:docMk/>
            <pc:sldMk cId="4222146045" sldId="691"/>
            <ac:spMk id="15" creationId="{105FDC84-6345-484D-AF92-17AB004B1808}"/>
          </ac:spMkLst>
        </pc:spChg>
      </pc:sldChg>
    </pc:docChg>
  </pc:docChgLst>
  <pc:docChgLst>
    <pc:chgData name="John Hu" userId="213e45b8a479442b" providerId="LiveId" clId="{1775D885-1829-46F2-95B6-4E859E112F02}"/>
    <pc:docChg chg="undo custSel addSld modSld sldOrd">
      <pc:chgData name="John Hu" userId="213e45b8a479442b" providerId="LiveId" clId="{1775D885-1829-46F2-95B6-4E859E112F02}" dt="2025-09-03T11:46:47.586" v="2979" actId="20577"/>
      <pc:docMkLst>
        <pc:docMk/>
      </pc:docMkLst>
      <pc:sldChg chg="modSp mod modNotesTx">
        <pc:chgData name="John Hu" userId="213e45b8a479442b" providerId="LiveId" clId="{1775D885-1829-46F2-95B6-4E859E112F02}" dt="2025-08-07T13:08:02.593" v="311"/>
        <pc:sldMkLst>
          <pc:docMk/>
          <pc:sldMk cId="1102328016" sldId="624"/>
        </pc:sldMkLst>
        <pc:spChg chg="mod">
          <ac:chgData name="John Hu" userId="213e45b8a479442b" providerId="LiveId" clId="{1775D885-1829-46F2-95B6-4E859E112F02}" dt="2025-08-07T13:07:25.711" v="310"/>
          <ac:spMkLst>
            <pc:docMk/>
            <pc:sldMk cId="1102328016" sldId="624"/>
            <ac:spMk id="3" creationId="{FC3DE994-F8E6-4715-916B-9859E1A19738}"/>
          </ac:spMkLst>
        </pc:spChg>
      </pc:sldChg>
      <pc:sldChg chg="modSp mod">
        <pc:chgData name="John Hu" userId="213e45b8a479442b" providerId="LiveId" clId="{1775D885-1829-46F2-95B6-4E859E112F02}" dt="2025-08-07T12:55:54.373" v="284" actId="20577"/>
        <pc:sldMkLst>
          <pc:docMk/>
          <pc:sldMk cId="3161691511" sldId="641"/>
        </pc:sldMkLst>
        <pc:spChg chg="mod">
          <ac:chgData name="John Hu" userId="213e45b8a479442b" providerId="LiveId" clId="{1775D885-1829-46F2-95B6-4E859E112F02}" dt="2025-08-07T12:55:54.373" v="284" actId="20577"/>
          <ac:spMkLst>
            <pc:docMk/>
            <pc:sldMk cId="3161691511" sldId="641"/>
            <ac:spMk id="3" creationId="{FC3DE994-F8E6-4715-916B-9859E1A19738}"/>
          </ac:spMkLst>
        </pc:spChg>
      </pc:sldChg>
      <pc:sldChg chg="modSp mod">
        <pc:chgData name="John Hu" userId="213e45b8a479442b" providerId="LiveId" clId="{1775D885-1829-46F2-95B6-4E859E112F02}" dt="2025-08-18T08:38:08.483" v="2135" actId="6549"/>
        <pc:sldMkLst>
          <pc:docMk/>
          <pc:sldMk cId="3634169676" sldId="644"/>
        </pc:sldMkLst>
        <pc:spChg chg="mod">
          <ac:chgData name="John Hu" userId="213e45b8a479442b" providerId="LiveId" clId="{1775D885-1829-46F2-95B6-4E859E112F02}" dt="2025-08-18T08:38:08.483" v="2135" actId="6549"/>
          <ac:spMkLst>
            <pc:docMk/>
            <pc:sldMk cId="3634169676" sldId="644"/>
            <ac:spMk id="16" creationId="{782B5878-338E-46C8-ACA0-5EDC7C892951}"/>
          </ac:spMkLst>
        </pc:spChg>
      </pc:sldChg>
      <pc:sldChg chg="modSp mod ord">
        <pc:chgData name="John Hu" userId="213e45b8a479442b" providerId="LiveId" clId="{1775D885-1829-46F2-95B6-4E859E112F02}" dt="2025-08-18T10:38:15.902" v="2141" actId="20577"/>
        <pc:sldMkLst>
          <pc:docMk/>
          <pc:sldMk cId="996827761" sldId="645"/>
        </pc:sldMkLst>
        <pc:spChg chg="mod">
          <ac:chgData name="John Hu" userId="213e45b8a479442b" providerId="LiveId" clId="{1775D885-1829-46F2-95B6-4E859E112F02}" dt="2025-08-18T10:38:15.902" v="2141" actId="20577"/>
          <ac:spMkLst>
            <pc:docMk/>
            <pc:sldMk cId="996827761" sldId="645"/>
            <ac:spMk id="13" creationId="{112B5ECF-1E46-4E7A-8499-0526CFBE0D9B}"/>
          </ac:spMkLst>
        </pc:spChg>
      </pc:sldChg>
      <pc:sldChg chg="modSp mod">
        <pc:chgData name="John Hu" userId="213e45b8a479442b" providerId="LiveId" clId="{1775D885-1829-46F2-95B6-4E859E112F02}" dt="2025-08-18T10:38:13" v="2139" actId="20577"/>
        <pc:sldMkLst>
          <pc:docMk/>
          <pc:sldMk cId="3867182455" sldId="646"/>
        </pc:sldMkLst>
        <pc:spChg chg="mod">
          <ac:chgData name="John Hu" userId="213e45b8a479442b" providerId="LiveId" clId="{1775D885-1829-46F2-95B6-4E859E112F02}" dt="2025-08-18T10:38:13" v="2139" actId="20577"/>
          <ac:spMkLst>
            <pc:docMk/>
            <pc:sldMk cId="3867182455" sldId="646"/>
            <ac:spMk id="13" creationId="{112B5ECF-1E46-4E7A-8499-0526CFBE0D9B}"/>
          </ac:spMkLst>
        </pc:spChg>
      </pc:sldChg>
      <pc:sldChg chg="addSp delSp modSp mod">
        <pc:chgData name="John Hu" userId="213e45b8a479442b" providerId="LiveId" clId="{1775D885-1829-46F2-95B6-4E859E112F02}" dt="2025-08-21T01:37:42.935" v="2145" actId="22"/>
        <pc:sldMkLst>
          <pc:docMk/>
          <pc:sldMk cId="3623049503" sldId="654"/>
        </pc:sldMkLst>
        <pc:spChg chg="add del">
          <ac:chgData name="John Hu" userId="213e45b8a479442b" providerId="LiveId" clId="{1775D885-1829-46F2-95B6-4E859E112F02}" dt="2025-08-21T01:37:42.935" v="2145" actId="22"/>
          <ac:spMkLst>
            <pc:docMk/>
            <pc:sldMk cId="3623049503" sldId="654"/>
            <ac:spMk id="4" creationId="{42361B89-549D-DD79-E4A9-EB667BC7F0F9}"/>
          </ac:spMkLst>
        </pc:spChg>
        <pc:spChg chg="mod">
          <ac:chgData name="John Hu" userId="213e45b8a479442b" providerId="LiveId" clId="{1775D885-1829-46F2-95B6-4E859E112F02}" dt="2025-08-21T01:37:41.737" v="2144" actId="6549"/>
          <ac:spMkLst>
            <pc:docMk/>
            <pc:sldMk cId="3623049503" sldId="654"/>
            <ac:spMk id="6" creationId="{49A246C1-72F4-40B9-B531-E75A856A7862}"/>
          </ac:spMkLst>
        </pc:spChg>
      </pc:sldChg>
      <pc:sldChg chg="modSp mod">
        <pc:chgData name="John Hu" userId="213e45b8a479442b" providerId="LiveId" clId="{1775D885-1829-46F2-95B6-4E859E112F02}" dt="2025-08-29T02:24:20.440" v="2180" actId="20577"/>
        <pc:sldMkLst>
          <pc:docMk/>
          <pc:sldMk cId="3129887683" sldId="671"/>
        </pc:sldMkLst>
        <pc:spChg chg="mod">
          <ac:chgData name="John Hu" userId="213e45b8a479442b" providerId="LiveId" clId="{1775D885-1829-46F2-95B6-4E859E112F02}" dt="2025-08-29T02:24:20.440" v="2180" actId="20577"/>
          <ac:spMkLst>
            <pc:docMk/>
            <pc:sldMk cId="3129887683" sldId="671"/>
            <ac:spMk id="14" creationId="{B585688B-1E95-4994-A78C-0DD08485FA22}"/>
          </ac:spMkLst>
        </pc:spChg>
        <pc:spChg chg="mod">
          <ac:chgData name="John Hu" userId="213e45b8a479442b" providerId="LiveId" clId="{1775D885-1829-46F2-95B6-4E859E112F02}" dt="2025-08-29T02:24:14.194" v="2176" actId="6549"/>
          <ac:spMkLst>
            <pc:docMk/>
            <pc:sldMk cId="3129887683" sldId="671"/>
            <ac:spMk id="16" creationId="{0939C49F-9A92-43FB-B0AD-5095A6FCD985}"/>
          </ac:spMkLst>
        </pc:spChg>
      </pc:sldChg>
      <pc:sldChg chg="modSp mod">
        <pc:chgData name="John Hu" userId="213e45b8a479442b" providerId="LiveId" clId="{1775D885-1829-46F2-95B6-4E859E112F02}" dt="2025-08-29T02:25:49.386" v="2185" actId="20577"/>
        <pc:sldMkLst>
          <pc:docMk/>
          <pc:sldMk cId="2109838976" sldId="672"/>
        </pc:sldMkLst>
        <pc:spChg chg="mod">
          <ac:chgData name="John Hu" userId="213e45b8a479442b" providerId="LiveId" clId="{1775D885-1829-46F2-95B6-4E859E112F02}" dt="2025-08-29T02:25:49.386" v="2185" actId="20577"/>
          <ac:spMkLst>
            <pc:docMk/>
            <pc:sldMk cId="2109838976" sldId="672"/>
            <ac:spMk id="2" creationId="{5888EE31-F44C-4034-8407-4C756F65702C}"/>
          </ac:spMkLst>
        </pc:spChg>
      </pc:sldChg>
      <pc:sldChg chg="modSp mod ord">
        <pc:chgData name="John Hu" userId="213e45b8a479442b" providerId="LiveId" clId="{1775D885-1829-46F2-95B6-4E859E112F02}" dt="2025-08-29T02:25:43.694" v="2183" actId="20577"/>
        <pc:sldMkLst>
          <pc:docMk/>
          <pc:sldMk cId="3273944349" sldId="673"/>
        </pc:sldMkLst>
        <pc:spChg chg="mod">
          <ac:chgData name="John Hu" userId="213e45b8a479442b" providerId="LiveId" clId="{1775D885-1829-46F2-95B6-4E859E112F02}" dt="2025-08-29T02:25:43.694" v="2183" actId="20577"/>
          <ac:spMkLst>
            <pc:docMk/>
            <pc:sldMk cId="3273944349" sldId="673"/>
            <ac:spMk id="2" creationId="{5888EE31-F44C-4034-8407-4C756F65702C}"/>
          </ac:spMkLst>
        </pc:spChg>
      </pc:sldChg>
      <pc:sldChg chg="modSp mod">
        <pc:chgData name="John Hu" userId="213e45b8a479442b" providerId="LiveId" clId="{1775D885-1829-46F2-95B6-4E859E112F02}" dt="2025-08-29T02:25:51.763" v="2186" actId="20577"/>
        <pc:sldMkLst>
          <pc:docMk/>
          <pc:sldMk cId="3058383526" sldId="674"/>
        </pc:sldMkLst>
        <pc:spChg chg="mod">
          <ac:chgData name="John Hu" userId="213e45b8a479442b" providerId="LiveId" clId="{1775D885-1829-46F2-95B6-4E859E112F02}" dt="2025-08-29T02:25:51.763" v="2186" actId="20577"/>
          <ac:spMkLst>
            <pc:docMk/>
            <pc:sldMk cId="3058383526" sldId="674"/>
            <ac:spMk id="2" creationId="{5888EE31-F44C-4034-8407-4C756F65702C}"/>
          </ac:spMkLst>
        </pc:spChg>
      </pc:sldChg>
      <pc:sldChg chg="modSp mod">
        <pc:chgData name="John Hu" userId="213e45b8a479442b" providerId="LiveId" clId="{1775D885-1829-46F2-95B6-4E859E112F02}" dt="2025-08-29T02:28:59.687" v="2195" actId="1076"/>
        <pc:sldMkLst>
          <pc:docMk/>
          <pc:sldMk cId="1354848801" sldId="675"/>
        </pc:sldMkLst>
        <pc:spChg chg="mod">
          <ac:chgData name="John Hu" userId="213e45b8a479442b" providerId="LiveId" clId="{1775D885-1829-46F2-95B6-4E859E112F02}" dt="2025-08-29T02:25:54.100" v="2187" actId="20577"/>
          <ac:spMkLst>
            <pc:docMk/>
            <pc:sldMk cId="1354848801" sldId="675"/>
            <ac:spMk id="2" creationId="{5888EE31-F44C-4034-8407-4C756F65702C}"/>
          </ac:spMkLst>
        </pc:spChg>
        <pc:spChg chg="mod">
          <ac:chgData name="John Hu" userId="213e45b8a479442b" providerId="LiveId" clId="{1775D885-1829-46F2-95B6-4E859E112F02}" dt="2025-08-29T02:28:59.687" v="2195" actId="1076"/>
          <ac:spMkLst>
            <pc:docMk/>
            <pc:sldMk cId="1354848801" sldId="675"/>
            <ac:spMk id="9" creationId="{7876FDCB-7A9E-4210-9FBC-9D2C62E9E35B}"/>
          </ac:spMkLst>
        </pc:spChg>
      </pc:sldChg>
      <pc:sldChg chg="modSp mod">
        <pc:chgData name="John Hu" userId="213e45b8a479442b" providerId="LiveId" clId="{1775D885-1829-46F2-95B6-4E859E112F02}" dt="2025-08-29T02:25:57.436" v="2188" actId="20577"/>
        <pc:sldMkLst>
          <pc:docMk/>
          <pc:sldMk cId="416985441" sldId="676"/>
        </pc:sldMkLst>
        <pc:spChg chg="mod">
          <ac:chgData name="John Hu" userId="213e45b8a479442b" providerId="LiveId" clId="{1775D885-1829-46F2-95B6-4E859E112F02}" dt="2025-08-29T02:25:57.436" v="2188" actId="20577"/>
          <ac:spMkLst>
            <pc:docMk/>
            <pc:sldMk cId="416985441" sldId="676"/>
            <ac:spMk id="2" creationId="{5888EE31-F44C-4034-8407-4C756F65702C}"/>
          </ac:spMkLst>
        </pc:spChg>
      </pc:sldChg>
      <pc:sldChg chg="modSp mod">
        <pc:chgData name="John Hu" userId="213e45b8a479442b" providerId="LiveId" clId="{1775D885-1829-46F2-95B6-4E859E112F02}" dt="2025-08-29T02:26:00.182" v="2189" actId="20577"/>
        <pc:sldMkLst>
          <pc:docMk/>
          <pc:sldMk cId="2291909740" sldId="678"/>
        </pc:sldMkLst>
        <pc:spChg chg="mod">
          <ac:chgData name="John Hu" userId="213e45b8a479442b" providerId="LiveId" clId="{1775D885-1829-46F2-95B6-4E859E112F02}" dt="2025-08-29T02:26:00.182" v="2189" actId="20577"/>
          <ac:spMkLst>
            <pc:docMk/>
            <pc:sldMk cId="2291909740" sldId="678"/>
            <ac:spMk id="2" creationId="{5888EE31-F44C-4034-8407-4C756F65702C}"/>
          </ac:spMkLst>
        </pc:spChg>
      </pc:sldChg>
      <pc:sldChg chg="modSp mod ord modAnim">
        <pc:chgData name="John Hu" userId="213e45b8a479442b" providerId="LiveId" clId="{1775D885-1829-46F2-95B6-4E859E112F02}" dt="2025-08-29T02:28:48.199" v="2194"/>
        <pc:sldMkLst>
          <pc:docMk/>
          <pc:sldMk cId="2446991010" sldId="680"/>
        </pc:sldMkLst>
        <pc:spChg chg="mod">
          <ac:chgData name="John Hu" userId="213e45b8a479442b" providerId="LiveId" clId="{1775D885-1829-46F2-95B6-4E859E112F02}" dt="2025-08-29T02:25:46.568" v="2184" actId="20577"/>
          <ac:spMkLst>
            <pc:docMk/>
            <pc:sldMk cId="2446991010" sldId="680"/>
            <ac:spMk id="2" creationId="{5888EE31-F44C-4034-8407-4C756F65702C}"/>
          </ac:spMkLst>
        </pc:spChg>
        <pc:spChg chg="mod">
          <ac:chgData name="John Hu" userId="213e45b8a479442b" providerId="LiveId" clId="{1775D885-1829-46F2-95B6-4E859E112F02}" dt="2025-08-29T02:28:26.575" v="2192" actId="1076"/>
          <ac:spMkLst>
            <pc:docMk/>
            <pc:sldMk cId="2446991010" sldId="680"/>
            <ac:spMk id="10" creationId="{3AEED486-FA99-4A18-8EA1-DF88CA263366}"/>
          </ac:spMkLst>
        </pc:spChg>
        <pc:spChg chg="mod">
          <ac:chgData name="John Hu" userId="213e45b8a479442b" providerId="LiveId" clId="{1775D885-1829-46F2-95B6-4E859E112F02}" dt="2025-08-29T02:28:16.035" v="2191" actId="1076"/>
          <ac:spMkLst>
            <pc:docMk/>
            <pc:sldMk cId="2446991010" sldId="680"/>
            <ac:spMk id="11" creationId="{CC51BC5B-B4E2-4C69-9631-E5B04B2D43E0}"/>
          </ac:spMkLst>
        </pc:spChg>
      </pc:sldChg>
      <pc:sldChg chg="addSp delSp modSp add mod">
        <pc:chgData name="John Hu" userId="213e45b8a479442b" providerId="LiveId" clId="{1775D885-1829-46F2-95B6-4E859E112F02}" dt="2025-08-14T12:17:57.071" v="557" actId="1076"/>
        <pc:sldMkLst>
          <pc:docMk/>
          <pc:sldMk cId="3374905779" sldId="712"/>
        </pc:sldMkLst>
        <pc:spChg chg="del">
          <ac:chgData name="John Hu" userId="213e45b8a479442b" providerId="LiveId" clId="{1775D885-1829-46F2-95B6-4E859E112F02}" dt="2025-08-14T12:17:52.404" v="555" actId="478"/>
          <ac:spMkLst>
            <pc:docMk/>
            <pc:sldMk cId="3374905779" sldId="712"/>
            <ac:spMk id="3" creationId="{1201FAFC-7332-44EB-9FE2-AFA35ACF1A0C}"/>
          </ac:spMkLst>
        </pc:spChg>
        <pc:spChg chg="mod">
          <ac:chgData name="John Hu" userId="213e45b8a479442b" providerId="LiveId" clId="{1775D885-1829-46F2-95B6-4E859E112F02}" dt="2025-08-14T12:16:03.548" v="340" actId="20577"/>
          <ac:spMkLst>
            <pc:docMk/>
            <pc:sldMk cId="3374905779" sldId="712"/>
            <ac:spMk id="8" creationId="{36177B38-43AB-4398-968B-448F8F0E5F49}"/>
          </ac:spMkLst>
        </pc:spChg>
        <pc:spChg chg="del">
          <ac:chgData name="John Hu" userId="213e45b8a479442b" providerId="LiveId" clId="{1775D885-1829-46F2-95B6-4E859E112F02}" dt="2025-08-14T12:17:52.404" v="555" actId="478"/>
          <ac:spMkLst>
            <pc:docMk/>
            <pc:sldMk cId="3374905779" sldId="712"/>
            <ac:spMk id="11" creationId="{A7E6C50A-360C-4DBF-87FA-D80440311530}"/>
          </ac:spMkLst>
        </pc:spChg>
        <pc:spChg chg="del">
          <ac:chgData name="John Hu" userId="213e45b8a479442b" providerId="LiveId" clId="{1775D885-1829-46F2-95B6-4E859E112F02}" dt="2025-08-14T12:17:52.404" v="555" actId="478"/>
          <ac:spMkLst>
            <pc:docMk/>
            <pc:sldMk cId="3374905779" sldId="712"/>
            <ac:spMk id="12" creationId="{23766176-6835-4C44-A826-3622145A2272}"/>
          </ac:spMkLst>
        </pc:spChg>
        <pc:spChg chg="mod">
          <ac:chgData name="John Hu" userId="213e45b8a479442b" providerId="LiveId" clId="{1775D885-1829-46F2-95B6-4E859E112F02}" dt="2025-08-14T12:17:49.779" v="554" actId="20577"/>
          <ac:spMkLst>
            <pc:docMk/>
            <pc:sldMk cId="3374905779" sldId="712"/>
            <ac:spMk id="13" creationId="{112B5ECF-1E46-4E7A-8499-0526CFBE0D9B}"/>
          </ac:spMkLst>
        </pc:spChg>
        <pc:spChg chg="del">
          <ac:chgData name="John Hu" userId="213e45b8a479442b" providerId="LiveId" clId="{1775D885-1829-46F2-95B6-4E859E112F02}" dt="2025-08-14T12:17:52.404" v="555" actId="478"/>
          <ac:spMkLst>
            <pc:docMk/>
            <pc:sldMk cId="3374905779" sldId="712"/>
            <ac:spMk id="14" creationId="{B4B32F27-2D5F-48BF-B7A6-877CC9CD72D9}"/>
          </ac:spMkLst>
        </pc:spChg>
        <pc:spChg chg="del">
          <ac:chgData name="John Hu" userId="213e45b8a479442b" providerId="LiveId" clId="{1775D885-1829-46F2-95B6-4E859E112F02}" dt="2025-08-14T12:17:52.404" v="555" actId="478"/>
          <ac:spMkLst>
            <pc:docMk/>
            <pc:sldMk cId="3374905779" sldId="712"/>
            <ac:spMk id="16" creationId="{782B5878-338E-46C8-ACA0-5EDC7C892951}"/>
          </ac:spMkLst>
        </pc:spChg>
        <pc:graphicFrameChg chg="add mod">
          <ac:chgData name="John Hu" userId="213e45b8a479442b" providerId="LiveId" clId="{1775D885-1829-46F2-95B6-4E859E112F02}" dt="2025-08-14T12:17:57.071" v="557" actId="1076"/>
          <ac:graphicFrameMkLst>
            <pc:docMk/>
            <pc:sldMk cId="3374905779" sldId="712"/>
            <ac:graphicFrameMk id="4" creationId="{2C886CFD-61FB-CB41-B7DF-02BE72591E5A}"/>
          </ac:graphicFrameMkLst>
        </pc:graphicFrameChg>
      </pc:sldChg>
      <pc:sldChg chg="addSp delSp modSp add mod">
        <pc:chgData name="John Hu" userId="213e45b8a479442b" providerId="LiveId" clId="{1775D885-1829-46F2-95B6-4E859E112F02}" dt="2025-08-14T12:38:44.013" v="1418" actId="20577"/>
        <pc:sldMkLst>
          <pc:docMk/>
          <pc:sldMk cId="709784539" sldId="713"/>
        </pc:sldMkLst>
        <pc:spChg chg="add del mod">
          <ac:chgData name="John Hu" userId="213e45b8a479442b" providerId="LiveId" clId="{1775D885-1829-46F2-95B6-4E859E112F02}" dt="2025-08-14T12:19:02.021" v="564" actId="478"/>
          <ac:spMkLst>
            <pc:docMk/>
            <pc:sldMk cId="709784539" sldId="713"/>
            <ac:spMk id="5" creationId="{784680C3-773E-59E3-DB0E-18BA6B7A7A53}"/>
          </ac:spMkLst>
        </pc:spChg>
        <pc:spChg chg="add mod">
          <ac:chgData name="John Hu" userId="213e45b8a479442b" providerId="LiveId" clId="{1775D885-1829-46F2-95B6-4E859E112F02}" dt="2025-08-14T12:38:32.523" v="1386" actId="1076"/>
          <ac:spMkLst>
            <pc:docMk/>
            <pc:sldMk cId="709784539" sldId="713"/>
            <ac:spMk id="6" creationId="{18A99CDE-140B-1AA0-4344-1D275668E6EE}"/>
          </ac:spMkLst>
        </pc:spChg>
        <pc:spChg chg="add mod">
          <ac:chgData name="John Hu" userId="213e45b8a479442b" providerId="LiveId" clId="{1775D885-1829-46F2-95B6-4E859E112F02}" dt="2025-08-14T12:38:34.207" v="1387" actId="1076"/>
          <ac:spMkLst>
            <pc:docMk/>
            <pc:sldMk cId="709784539" sldId="713"/>
            <ac:spMk id="7" creationId="{AD669043-7DD1-9019-03F6-107D6D4A35E1}"/>
          </ac:spMkLst>
        </pc:spChg>
        <pc:spChg chg="add mod">
          <ac:chgData name="John Hu" userId="213e45b8a479442b" providerId="LiveId" clId="{1775D885-1829-46F2-95B6-4E859E112F02}" dt="2025-08-14T12:36:08.077" v="1032" actId="1076"/>
          <ac:spMkLst>
            <pc:docMk/>
            <pc:sldMk cId="709784539" sldId="713"/>
            <ac:spMk id="9" creationId="{B001DBB5-E925-1F78-1D06-74688435FBFC}"/>
          </ac:spMkLst>
        </pc:spChg>
        <pc:spChg chg="add del mod">
          <ac:chgData name="John Hu" userId="213e45b8a479442b" providerId="LiveId" clId="{1775D885-1829-46F2-95B6-4E859E112F02}" dt="2025-08-14T12:35:54.791" v="1028" actId="478"/>
          <ac:spMkLst>
            <pc:docMk/>
            <pc:sldMk cId="709784539" sldId="713"/>
            <ac:spMk id="10" creationId="{982C4BE6-65B6-D796-5890-B8F12E5A34C6}"/>
          </ac:spMkLst>
        </pc:spChg>
        <pc:spChg chg="add mod">
          <ac:chgData name="John Hu" userId="213e45b8a479442b" providerId="LiveId" clId="{1775D885-1829-46F2-95B6-4E859E112F02}" dt="2025-08-14T12:38:44.013" v="1418" actId="20577"/>
          <ac:spMkLst>
            <pc:docMk/>
            <pc:sldMk cId="709784539" sldId="713"/>
            <ac:spMk id="11" creationId="{9EFEB9A4-D679-6863-E02E-6976CA432339}"/>
          </ac:spMkLst>
        </pc:spChg>
        <pc:spChg chg="mod">
          <ac:chgData name="John Hu" userId="213e45b8a479442b" providerId="LiveId" clId="{1775D885-1829-46F2-95B6-4E859E112F02}" dt="2025-08-14T12:19:13.874" v="580" actId="20577"/>
          <ac:spMkLst>
            <pc:docMk/>
            <pc:sldMk cId="709784539" sldId="713"/>
            <ac:spMk id="13" creationId="{112B5ECF-1E46-4E7A-8499-0526CFBE0D9B}"/>
          </ac:spMkLst>
        </pc:spChg>
        <pc:graphicFrameChg chg="del">
          <ac:chgData name="John Hu" userId="213e45b8a479442b" providerId="LiveId" clId="{1775D885-1829-46F2-95B6-4E859E112F02}" dt="2025-08-14T12:18:50.178" v="559" actId="478"/>
          <ac:graphicFrameMkLst>
            <pc:docMk/>
            <pc:sldMk cId="709784539" sldId="713"/>
            <ac:graphicFrameMk id="4" creationId="{2C886CFD-61FB-CB41-B7DF-02BE72591E5A}"/>
          </ac:graphicFrameMkLst>
        </pc:graphicFrameChg>
      </pc:sldChg>
      <pc:sldChg chg="addSp delSp modSp add mod">
        <pc:chgData name="John Hu" userId="213e45b8a479442b" providerId="LiveId" clId="{1775D885-1829-46F2-95B6-4E859E112F02}" dt="2025-08-15T08:06:48.431" v="2062" actId="113"/>
        <pc:sldMkLst>
          <pc:docMk/>
          <pc:sldMk cId="3286531221" sldId="714"/>
        </pc:sldMkLst>
        <pc:spChg chg="del">
          <ac:chgData name="John Hu" userId="213e45b8a479442b" providerId="LiveId" clId="{1775D885-1829-46F2-95B6-4E859E112F02}" dt="2025-08-15T08:04:01.761" v="1945" actId="478"/>
          <ac:spMkLst>
            <pc:docMk/>
            <pc:sldMk cId="3286531221" sldId="714"/>
            <ac:spMk id="3" creationId="{1201FAFC-7332-44EB-9FE2-AFA35ACF1A0C}"/>
          </ac:spMkLst>
        </pc:spChg>
        <pc:spChg chg="add mod">
          <ac:chgData name="John Hu" userId="213e45b8a479442b" providerId="LiveId" clId="{1775D885-1829-46F2-95B6-4E859E112F02}" dt="2025-08-15T08:06:48.431" v="2062" actId="113"/>
          <ac:spMkLst>
            <pc:docMk/>
            <pc:sldMk cId="3286531221" sldId="714"/>
            <ac:spMk id="5" creationId="{83E64B6B-11AB-7D99-C28D-32DEC446E44F}"/>
          </ac:spMkLst>
        </pc:spChg>
        <pc:spChg chg="del mod">
          <ac:chgData name="John Hu" userId="213e45b8a479442b" providerId="LiveId" clId="{1775D885-1829-46F2-95B6-4E859E112F02}" dt="2025-08-15T08:04:01.761" v="1945" actId="478"/>
          <ac:spMkLst>
            <pc:docMk/>
            <pc:sldMk cId="3286531221" sldId="714"/>
            <ac:spMk id="11" creationId="{A7E6C50A-360C-4DBF-87FA-D80440311530}"/>
          </ac:spMkLst>
        </pc:spChg>
        <pc:spChg chg="del">
          <ac:chgData name="John Hu" userId="213e45b8a479442b" providerId="LiveId" clId="{1775D885-1829-46F2-95B6-4E859E112F02}" dt="2025-08-15T08:04:01.761" v="1945" actId="478"/>
          <ac:spMkLst>
            <pc:docMk/>
            <pc:sldMk cId="3286531221" sldId="714"/>
            <ac:spMk id="12" creationId="{23766176-6835-4C44-A826-3622145A2272}"/>
          </ac:spMkLst>
        </pc:spChg>
        <pc:spChg chg="mod">
          <ac:chgData name="John Hu" userId="213e45b8a479442b" providerId="LiveId" clId="{1775D885-1829-46F2-95B6-4E859E112F02}" dt="2025-08-15T08:01:48.800" v="1456" actId="20577"/>
          <ac:spMkLst>
            <pc:docMk/>
            <pc:sldMk cId="3286531221" sldId="714"/>
            <ac:spMk id="13" creationId="{112B5ECF-1E46-4E7A-8499-0526CFBE0D9B}"/>
          </ac:spMkLst>
        </pc:spChg>
        <pc:spChg chg="del">
          <ac:chgData name="John Hu" userId="213e45b8a479442b" providerId="LiveId" clId="{1775D885-1829-46F2-95B6-4E859E112F02}" dt="2025-08-15T08:04:01.761" v="1945" actId="478"/>
          <ac:spMkLst>
            <pc:docMk/>
            <pc:sldMk cId="3286531221" sldId="714"/>
            <ac:spMk id="14" creationId="{B4B32F27-2D5F-48BF-B7A6-877CC9CD72D9}"/>
          </ac:spMkLst>
        </pc:spChg>
        <pc:spChg chg="mod">
          <ac:chgData name="John Hu" userId="213e45b8a479442b" providerId="LiveId" clId="{1775D885-1829-46F2-95B6-4E859E112F02}" dt="2025-08-15T08:05:11.564" v="2052" actId="20577"/>
          <ac:spMkLst>
            <pc:docMk/>
            <pc:sldMk cId="3286531221" sldId="714"/>
            <ac:spMk id="16" creationId="{782B5878-338E-46C8-ACA0-5EDC7C892951}"/>
          </ac:spMkLst>
        </pc:spChg>
      </pc:sldChg>
      <pc:sldChg chg="modSp mod">
        <pc:chgData name="John Hu" userId="213e45b8a479442b" providerId="LiveId" clId="{1775D885-1829-46F2-95B6-4E859E112F02}" dt="2025-09-03T09:04:31.310" v="2263" actId="207"/>
        <pc:sldMkLst>
          <pc:docMk/>
          <pc:sldMk cId="3299990608" sldId="715"/>
        </pc:sldMkLst>
        <pc:spChg chg="mod">
          <ac:chgData name="John Hu" userId="213e45b8a479442b" providerId="LiveId" clId="{1775D885-1829-46F2-95B6-4E859E112F02}" dt="2025-09-03T09:04:31.310" v="2263" actId="207"/>
          <ac:spMkLst>
            <pc:docMk/>
            <pc:sldMk cId="3299990608" sldId="715"/>
            <ac:spMk id="12" creationId="{4D503925-F610-4070-A5FB-A04EF6C494E2}"/>
          </ac:spMkLst>
        </pc:spChg>
        <pc:spChg chg="mod">
          <ac:chgData name="John Hu" userId="213e45b8a479442b" providerId="LiveId" clId="{1775D885-1829-46F2-95B6-4E859E112F02}" dt="2025-09-03T09:04:22.305" v="2260" actId="20577"/>
          <ac:spMkLst>
            <pc:docMk/>
            <pc:sldMk cId="3299990608" sldId="715"/>
            <ac:spMk id="17" creationId="{AC8F0BFB-7983-4042-9832-43FE059809B5}"/>
          </ac:spMkLst>
        </pc:spChg>
      </pc:sldChg>
      <pc:sldChg chg="addSp delSp modSp mod modNotesTx">
        <pc:chgData name="John Hu" userId="213e45b8a479442b" providerId="LiveId" clId="{1775D885-1829-46F2-95B6-4E859E112F02}" dt="2025-09-03T09:07:50.617" v="2320" actId="1076"/>
        <pc:sldMkLst>
          <pc:docMk/>
          <pc:sldMk cId="2289642241" sldId="716"/>
        </pc:sldMkLst>
        <pc:spChg chg="mod">
          <ac:chgData name="John Hu" userId="213e45b8a479442b" providerId="LiveId" clId="{1775D885-1829-46F2-95B6-4E859E112F02}" dt="2025-09-03T08:53:47.091" v="2201" actId="20577"/>
          <ac:spMkLst>
            <pc:docMk/>
            <pc:sldMk cId="2289642241" sldId="716"/>
            <ac:spMk id="7" creationId="{7367365C-F4C3-4519-A516-0FFA1FC40A77}"/>
          </ac:spMkLst>
        </pc:spChg>
        <pc:spChg chg="mod">
          <ac:chgData name="John Hu" userId="213e45b8a479442b" providerId="LiveId" clId="{1775D885-1829-46F2-95B6-4E859E112F02}" dt="2025-09-03T09:07:46.478" v="2319" actId="6549"/>
          <ac:spMkLst>
            <pc:docMk/>
            <pc:sldMk cId="2289642241" sldId="716"/>
            <ac:spMk id="12" creationId="{4D503925-F610-4070-A5FB-A04EF6C494E2}"/>
          </ac:spMkLst>
        </pc:spChg>
        <pc:spChg chg="mod">
          <ac:chgData name="John Hu" userId="213e45b8a479442b" providerId="LiveId" clId="{1775D885-1829-46F2-95B6-4E859E112F02}" dt="2025-09-03T09:07:50.617" v="2320" actId="1076"/>
          <ac:spMkLst>
            <pc:docMk/>
            <pc:sldMk cId="2289642241" sldId="716"/>
            <ac:spMk id="13" creationId="{9229088D-2A5B-40C4-BE50-75DC46A47940}"/>
          </ac:spMkLst>
        </pc:spChg>
        <pc:spChg chg="mod">
          <ac:chgData name="John Hu" userId="213e45b8a479442b" providerId="LiveId" clId="{1775D885-1829-46F2-95B6-4E859E112F02}" dt="2025-09-03T09:03:59.194" v="2238" actId="20577"/>
          <ac:spMkLst>
            <pc:docMk/>
            <pc:sldMk cId="2289642241" sldId="716"/>
            <ac:spMk id="17" creationId="{AC8F0BFB-7983-4042-9832-43FE059809B5}"/>
          </ac:spMkLst>
        </pc:spChg>
        <pc:picChg chg="add mod">
          <ac:chgData name="John Hu" userId="213e45b8a479442b" providerId="LiveId" clId="{1775D885-1829-46F2-95B6-4E859E112F02}" dt="2025-09-03T09:06:10.757" v="2312" actId="1076"/>
          <ac:picMkLst>
            <pc:docMk/>
            <pc:sldMk cId="2289642241" sldId="716"/>
            <ac:picMk id="4" creationId="{491F5B35-4015-64D4-06BA-558766EB0549}"/>
          </ac:picMkLst>
        </pc:picChg>
        <pc:picChg chg="add del">
          <ac:chgData name="John Hu" userId="213e45b8a479442b" providerId="LiveId" clId="{1775D885-1829-46F2-95B6-4E859E112F02}" dt="2025-09-03T09:06:06.383" v="2308" actId="478"/>
          <ac:picMkLst>
            <pc:docMk/>
            <pc:sldMk cId="2289642241" sldId="716"/>
            <ac:picMk id="6" creationId="{DD67EC94-28B1-43F3-B11D-8C90C0D2EBDE}"/>
          </ac:picMkLst>
        </pc:picChg>
      </pc:sldChg>
      <pc:sldChg chg="addSp delSp modSp add mod modNotesTx">
        <pc:chgData name="John Hu" userId="213e45b8a479442b" providerId="LiveId" clId="{1775D885-1829-46F2-95B6-4E859E112F02}" dt="2025-09-03T11:13:14.725" v="2537" actId="1076"/>
        <pc:sldMkLst>
          <pc:docMk/>
          <pc:sldMk cId="1970431132" sldId="717"/>
        </pc:sldMkLst>
        <pc:spChg chg="add del mod">
          <ac:chgData name="John Hu" userId="213e45b8a479442b" providerId="LiveId" clId="{1775D885-1829-46F2-95B6-4E859E112F02}" dt="2025-09-03T09:40:52.402" v="2480" actId="478"/>
          <ac:spMkLst>
            <pc:docMk/>
            <pc:sldMk cId="1970431132" sldId="717"/>
            <ac:spMk id="6" creationId="{40ED105D-ED7C-D8A9-A3D4-955AE7617B87}"/>
          </ac:spMkLst>
        </pc:spChg>
        <pc:spChg chg="mod">
          <ac:chgData name="John Hu" userId="213e45b8a479442b" providerId="LiveId" clId="{1775D885-1829-46F2-95B6-4E859E112F02}" dt="2025-09-03T11:13:06.629" v="2534" actId="14100"/>
          <ac:spMkLst>
            <pc:docMk/>
            <pc:sldMk cId="1970431132" sldId="717"/>
            <ac:spMk id="7" creationId="{7367365C-F4C3-4519-A516-0FFA1FC40A77}"/>
          </ac:spMkLst>
        </pc:spChg>
        <pc:spChg chg="mod">
          <ac:chgData name="John Hu" userId="213e45b8a479442b" providerId="LiveId" clId="{1775D885-1829-46F2-95B6-4E859E112F02}" dt="2025-09-03T09:37:27.612" v="2445" actId="1076"/>
          <ac:spMkLst>
            <pc:docMk/>
            <pc:sldMk cId="1970431132" sldId="717"/>
            <ac:spMk id="12" creationId="{4D503925-F610-4070-A5FB-A04EF6C494E2}"/>
          </ac:spMkLst>
        </pc:spChg>
        <pc:spChg chg="mod">
          <ac:chgData name="John Hu" userId="213e45b8a479442b" providerId="LiveId" clId="{1775D885-1829-46F2-95B6-4E859E112F02}" dt="2025-09-03T09:08:18.019" v="2346" actId="20577"/>
          <ac:spMkLst>
            <pc:docMk/>
            <pc:sldMk cId="1970431132" sldId="717"/>
            <ac:spMk id="13" creationId="{9229088D-2A5B-40C4-BE50-75DC46A47940}"/>
          </ac:spMkLst>
        </pc:spChg>
        <pc:spChg chg="mod">
          <ac:chgData name="John Hu" userId="213e45b8a479442b" providerId="LiveId" clId="{1775D885-1829-46F2-95B6-4E859E112F02}" dt="2025-09-03T09:37:25.146" v="2443" actId="14100"/>
          <ac:spMkLst>
            <pc:docMk/>
            <pc:sldMk cId="1970431132" sldId="717"/>
            <ac:spMk id="14" creationId="{0CE173B3-297C-485C-A444-3E3DA8F5F783}"/>
          </ac:spMkLst>
        </pc:spChg>
        <pc:spChg chg="mod">
          <ac:chgData name="John Hu" userId="213e45b8a479442b" providerId="LiveId" clId="{1775D885-1829-46F2-95B6-4E859E112F02}" dt="2025-09-03T09:40:54.921" v="2481" actId="6549"/>
          <ac:spMkLst>
            <pc:docMk/>
            <pc:sldMk cId="1970431132" sldId="717"/>
            <ac:spMk id="15" creationId="{E5083C0B-AA45-4E28-A4D4-ED6171101B28}"/>
          </ac:spMkLst>
        </pc:spChg>
        <pc:spChg chg="mod">
          <ac:chgData name="John Hu" userId="213e45b8a479442b" providerId="LiveId" clId="{1775D885-1829-46F2-95B6-4E859E112F02}" dt="2025-09-03T09:08:28.702" v="2352" actId="14100"/>
          <ac:spMkLst>
            <pc:docMk/>
            <pc:sldMk cId="1970431132" sldId="717"/>
            <ac:spMk id="17" creationId="{AC8F0BFB-7983-4042-9832-43FE059809B5}"/>
          </ac:spMkLst>
        </pc:spChg>
        <pc:spChg chg="mod">
          <ac:chgData name="John Hu" userId="213e45b8a479442b" providerId="LiveId" clId="{1775D885-1829-46F2-95B6-4E859E112F02}" dt="2025-09-03T09:37:30.069" v="2446" actId="1076"/>
          <ac:spMkLst>
            <pc:docMk/>
            <pc:sldMk cId="1970431132" sldId="717"/>
            <ac:spMk id="18" creationId="{45355647-280B-455B-9B6A-81093C0425A0}"/>
          </ac:spMkLst>
        </pc:spChg>
        <pc:picChg chg="del">
          <ac:chgData name="John Hu" userId="213e45b8a479442b" providerId="LiveId" clId="{1775D885-1829-46F2-95B6-4E859E112F02}" dt="2025-09-03T09:13:19.286" v="2436" actId="478"/>
          <ac:picMkLst>
            <pc:docMk/>
            <pc:sldMk cId="1970431132" sldId="717"/>
            <ac:picMk id="4" creationId="{491F5B35-4015-64D4-06BA-558766EB0549}"/>
          </ac:picMkLst>
        </pc:picChg>
        <pc:picChg chg="add del mod">
          <ac:chgData name="John Hu" userId="213e45b8a479442b" providerId="LiveId" clId="{1775D885-1829-46F2-95B6-4E859E112F02}" dt="2025-09-03T11:12:03.634" v="2529" actId="478"/>
          <ac:picMkLst>
            <pc:docMk/>
            <pc:sldMk cId="1970431132" sldId="717"/>
            <ac:picMk id="5" creationId="{107316A6-291B-7118-40EB-80360D11B795}"/>
          </ac:picMkLst>
        </pc:picChg>
        <pc:picChg chg="add mod">
          <ac:chgData name="John Hu" userId="213e45b8a479442b" providerId="LiveId" clId="{1775D885-1829-46F2-95B6-4E859E112F02}" dt="2025-09-03T11:13:14.725" v="2537" actId="1076"/>
          <ac:picMkLst>
            <pc:docMk/>
            <pc:sldMk cId="1970431132" sldId="717"/>
            <ac:picMk id="10" creationId="{6F7F9655-E174-E99C-980F-AE410A387BD7}"/>
          </ac:picMkLst>
        </pc:picChg>
      </pc:sldChg>
      <pc:sldChg chg="addSp delSp modSp add mod ord modNotesTx">
        <pc:chgData name="John Hu" userId="213e45b8a479442b" providerId="LiveId" clId="{1775D885-1829-46F2-95B6-4E859E112F02}" dt="2025-09-03T11:46:47.586" v="2979" actId="20577"/>
        <pc:sldMkLst>
          <pc:docMk/>
          <pc:sldMk cId="2172778284" sldId="718"/>
        </pc:sldMkLst>
        <pc:spChg chg="add mod">
          <ac:chgData name="John Hu" userId="213e45b8a479442b" providerId="LiveId" clId="{1775D885-1829-46F2-95B6-4E859E112F02}" dt="2025-09-03T11:46:15.138" v="2962" actId="1076"/>
          <ac:spMkLst>
            <pc:docMk/>
            <pc:sldMk cId="2172778284" sldId="718"/>
            <ac:spMk id="4" creationId="{9EF21A42-84F0-0820-79F6-517C49571B83}"/>
          </ac:spMkLst>
        </pc:spChg>
        <pc:spChg chg="add del mod">
          <ac:chgData name="John Hu" userId="213e45b8a479442b" providerId="LiveId" clId="{1775D885-1829-46F2-95B6-4E859E112F02}" dt="2025-09-03T11:34:18.961" v="2650" actId="478"/>
          <ac:spMkLst>
            <pc:docMk/>
            <pc:sldMk cId="2172778284" sldId="718"/>
            <ac:spMk id="6" creationId="{F3960F55-A0F0-ED5C-19A6-971F9AF5BE91}"/>
          </ac:spMkLst>
        </pc:spChg>
        <pc:spChg chg="mod">
          <ac:chgData name="John Hu" userId="213e45b8a479442b" providerId="LiveId" clId="{1775D885-1829-46F2-95B6-4E859E112F02}" dt="2025-09-03T11:46:47.586" v="2979" actId="20577"/>
          <ac:spMkLst>
            <pc:docMk/>
            <pc:sldMk cId="2172778284" sldId="718"/>
            <ac:spMk id="7" creationId="{7367365C-F4C3-4519-A516-0FFA1FC40A77}"/>
          </ac:spMkLst>
        </pc:spChg>
        <pc:spChg chg="add mod">
          <ac:chgData name="John Hu" userId="213e45b8a479442b" providerId="LiveId" clId="{1775D885-1829-46F2-95B6-4E859E112F02}" dt="2025-09-03T11:45:49.173" v="2960" actId="20577"/>
          <ac:spMkLst>
            <pc:docMk/>
            <pc:sldMk cId="2172778284" sldId="718"/>
            <ac:spMk id="9" creationId="{E6B4B104-69CE-EAE2-5F6D-1DCCD0470E7C}"/>
          </ac:spMkLst>
        </pc:spChg>
        <pc:spChg chg="mod">
          <ac:chgData name="John Hu" userId="213e45b8a479442b" providerId="LiveId" clId="{1775D885-1829-46F2-95B6-4E859E112F02}" dt="2025-09-03T10:55:58.565" v="2513" actId="20577"/>
          <ac:spMkLst>
            <pc:docMk/>
            <pc:sldMk cId="2172778284" sldId="718"/>
            <ac:spMk id="12" creationId="{4D503925-F610-4070-A5FB-A04EF6C494E2}"/>
          </ac:spMkLst>
        </pc:spChg>
        <pc:spChg chg="mod">
          <ac:chgData name="John Hu" userId="213e45b8a479442b" providerId="LiveId" clId="{1775D885-1829-46F2-95B6-4E859E112F02}" dt="2025-09-03T11:39:18.273" v="2952" actId="1035"/>
          <ac:spMkLst>
            <pc:docMk/>
            <pc:sldMk cId="2172778284" sldId="718"/>
            <ac:spMk id="13" creationId="{9229088D-2A5B-40C4-BE50-75DC46A47940}"/>
          </ac:spMkLst>
        </pc:spChg>
        <pc:spChg chg="del">
          <ac:chgData name="John Hu" userId="213e45b8a479442b" providerId="LiveId" clId="{1775D885-1829-46F2-95B6-4E859E112F02}" dt="2025-09-03T11:23:32.260" v="2540" actId="478"/>
          <ac:spMkLst>
            <pc:docMk/>
            <pc:sldMk cId="2172778284" sldId="718"/>
            <ac:spMk id="14" creationId="{0CE173B3-297C-485C-A444-3E3DA8F5F783}"/>
          </ac:spMkLst>
        </pc:spChg>
        <pc:spChg chg="mod">
          <ac:chgData name="John Hu" userId="213e45b8a479442b" providerId="LiveId" clId="{1775D885-1829-46F2-95B6-4E859E112F02}" dt="2025-09-03T11:37:20.094" v="2784" actId="1076"/>
          <ac:spMkLst>
            <pc:docMk/>
            <pc:sldMk cId="2172778284" sldId="718"/>
            <ac:spMk id="15" creationId="{E5083C0B-AA45-4E28-A4D4-ED6171101B28}"/>
          </ac:spMkLst>
        </pc:spChg>
        <pc:spChg chg="del">
          <ac:chgData name="John Hu" userId="213e45b8a479442b" providerId="LiveId" clId="{1775D885-1829-46F2-95B6-4E859E112F02}" dt="2025-09-03T11:23:35.071" v="2541" actId="478"/>
          <ac:spMkLst>
            <pc:docMk/>
            <pc:sldMk cId="2172778284" sldId="718"/>
            <ac:spMk id="17" creationId="{AC8F0BFB-7983-4042-9832-43FE059809B5}"/>
          </ac:spMkLst>
        </pc:spChg>
        <pc:spChg chg="mod">
          <ac:chgData name="John Hu" userId="213e45b8a479442b" providerId="LiveId" clId="{1775D885-1829-46F2-95B6-4E859E112F02}" dt="2025-09-03T11:37:21.697" v="2785" actId="1076"/>
          <ac:spMkLst>
            <pc:docMk/>
            <pc:sldMk cId="2172778284" sldId="718"/>
            <ac:spMk id="18" creationId="{45355647-280B-455B-9B6A-81093C0425A0}"/>
          </ac:spMkLst>
        </pc:spChg>
        <pc:picChg chg="del">
          <ac:chgData name="John Hu" userId="213e45b8a479442b" providerId="LiveId" clId="{1775D885-1829-46F2-95B6-4E859E112F02}" dt="2025-09-03T11:24:47.290" v="2586" actId="478"/>
          <ac:picMkLst>
            <pc:docMk/>
            <pc:sldMk cId="2172778284" sldId="718"/>
            <ac:picMk id="5" creationId="{107316A6-291B-7118-40EB-80360D11B795}"/>
          </ac:picMkLst>
        </pc:picChg>
      </pc:sldChg>
    </pc:docChg>
  </pc:docChgLst>
  <pc:docChgLst>
    <pc:chgData name="John Hu" userId="213e45b8a479442b" providerId="LiveId" clId="{F8284473-A6A8-42D0-B117-71A9B2DB66A7}"/>
    <pc:docChg chg="undo custSel addSld delSld modSld sldOrd">
      <pc:chgData name="John Hu" userId="213e45b8a479442b" providerId="LiveId" clId="{F8284473-A6A8-42D0-B117-71A9B2DB66A7}" dt="2025-06-10T13:47:31.533" v="4106" actId="113"/>
      <pc:docMkLst>
        <pc:docMk/>
      </pc:docMkLst>
      <pc:sldChg chg="modSp mod">
        <pc:chgData name="John Hu" userId="213e45b8a479442b" providerId="LiveId" clId="{F8284473-A6A8-42D0-B117-71A9B2DB66A7}" dt="2025-06-07T11:35:47.370" v="471" actId="14100"/>
        <pc:sldMkLst>
          <pc:docMk/>
          <pc:sldMk cId="1475978079" sldId="423"/>
        </pc:sldMkLst>
        <pc:spChg chg="mod">
          <ac:chgData name="John Hu" userId="213e45b8a479442b" providerId="LiveId" clId="{F8284473-A6A8-42D0-B117-71A9B2DB66A7}" dt="2025-06-07T11:35:47.370" v="471" actId="14100"/>
          <ac:spMkLst>
            <pc:docMk/>
            <pc:sldMk cId="1475978079" sldId="423"/>
            <ac:spMk id="2" creationId="{5888EE31-F44C-4034-8407-4C756F65702C}"/>
          </ac:spMkLst>
        </pc:spChg>
      </pc:sldChg>
      <pc:sldChg chg="addSp delSp modSp mod">
        <pc:chgData name="John Hu" userId="213e45b8a479442b" providerId="LiveId" clId="{F8284473-A6A8-42D0-B117-71A9B2DB66A7}" dt="2025-06-07T11:35:59.182" v="472"/>
        <pc:sldMkLst>
          <pc:docMk/>
          <pc:sldMk cId="2256634334" sldId="427"/>
        </pc:sldMkLst>
        <pc:spChg chg="mod">
          <ac:chgData name="John Hu" userId="213e45b8a479442b" providerId="LiveId" clId="{F8284473-A6A8-42D0-B117-71A9B2DB66A7}" dt="2025-06-07T11:35:59.182" v="472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John Hu" userId="213e45b8a479442b" providerId="LiveId" clId="{F8284473-A6A8-42D0-B117-71A9B2DB66A7}" dt="2025-06-07T11:25:16.760" v="173" actId="6549"/>
          <ac:spMkLst>
            <pc:docMk/>
            <pc:sldMk cId="2256634334" sldId="427"/>
            <ac:spMk id="3" creationId="{30F0AC51-4500-404D-B030-4FE49D08C651}"/>
          </ac:spMkLst>
        </pc:spChg>
        <pc:spChg chg="mod">
          <ac:chgData name="John Hu" userId="213e45b8a479442b" providerId="LiveId" clId="{F8284473-A6A8-42D0-B117-71A9B2DB66A7}" dt="2025-06-07T11:28:01.447" v="381" actId="20577"/>
          <ac:spMkLst>
            <pc:docMk/>
            <pc:sldMk cId="2256634334" sldId="427"/>
            <ac:spMk id="4" creationId="{D5373E77-AFF8-4BD6-8E08-6B50A2AE86B2}"/>
          </ac:spMkLst>
        </pc:spChg>
        <pc:spChg chg="mod">
          <ac:chgData name="John Hu" userId="213e45b8a479442b" providerId="LiveId" clId="{F8284473-A6A8-42D0-B117-71A9B2DB66A7}" dt="2025-06-07T11:34:42.318" v="459" actId="20577"/>
          <ac:spMkLst>
            <pc:docMk/>
            <pc:sldMk cId="2256634334" sldId="427"/>
            <ac:spMk id="5" creationId="{1D1DB04B-4013-4417-8672-E23B01AD4889}"/>
          </ac:spMkLst>
        </pc:spChg>
        <pc:spChg chg="mod">
          <ac:chgData name="John Hu" userId="213e45b8a479442b" providerId="LiveId" clId="{F8284473-A6A8-42D0-B117-71A9B2DB66A7}" dt="2025-06-07T11:28:03.660" v="383" actId="20577"/>
          <ac:spMkLst>
            <pc:docMk/>
            <pc:sldMk cId="2256634334" sldId="427"/>
            <ac:spMk id="6" creationId="{981A77B7-054B-4C3E-AA9B-8611E9DFB4A3}"/>
          </ac:spMkLst>
        </pc:spChg>
        <pc:spChg chg="add mod">
          <ac:chgData name="John Hu" userId="213e45b8a479442b" providerId="LiveId" clId="{F8284473-A6A8-42D0-B117-71A9B2DB66A7}" dt="2025-06-07T11:24:56.012" v="142" actId="571"/>
          <ac:spMkLst>
            <pc:docMk/>
            <pc:sldMk cId="2256634334" sldId="427"/>
            <ac:spMk id="7" creationId="{144C4CC6-A919-F013-619B-9773A769786A}"/>
          </ac:spMkLst>
        </pc:spChg>
        <pc:spChg chg="mod">
          <ac:chgData name="John Hu" userId="213e45b8a479442b" providerId="LiveId" clId="{F8284473-A6A8-42D0-B117-71A9B2DB66A7}" dt="2025-06-07T11:29:14.664" v="436" actId="20577"/>
          <ac:spMkLst>
            <pc:docMk/>
            <pc:sldMk cId="2256634334" sldId="427"/>
            <ac:spMk id="8" creationId="{36177B38-43AB-4398-968B-448F8F0E5F49}"/>
          </ac:spMkLst>
        </pc:spChg>
        <pc:spChg chg="add del">
          <ac:chgData name="John Hu" userId="213e45b8a479442b" providerId="LiveId" clId="{F8284473-A6A8-42D0-B117-71A9B2DB66A7}" dt="2025-06-07T10:55:28.775" v="3" actId="478"/>
          <ac:spMkLst>
            <pc:docMk/>
            <pc:sldMk cId="2256634334" sldId="427"/>
            <ac:spMk id="9" creationId="{2235D401-6F86-4AD7-BC98-10715AF4F499}"/>
          </ac:spMkLst>
        </pc:spChg>
        <pc:spChg chg="add del">
          <ac:chgData name="John Hu" userId="213e45b8a479442b" providerId="LiveId" clId="{F8284473-A6A8-42D0-B117-71A9B2DB66A7}" dt="2025-06-07T10:55:28.775" v="3" actId="478"/>
          <ac:spMkLst>
            <pc:docMk/>
            <pc:sldMk cId="2256634334" sldId="427"/>
            <ac:spMk id="10" creationId="{0E3E8F9B-9D6D-46CD-83EE-97636F129C56}"/>
          </ac:spMkLst>
        </pc:spChg>
        <pc:spChg chg="del">
          <ac:chgData name="John Hu" userId="213e45b8a479442b" providerId="LiveId" clId="{F8284473-A6A8-42D0-B117-71A9B2DB66A7}" dt="2025-06-07T10:55:34.523" v="4" actId="478"/>
          <ac:spMkLst>
            <pc:docMk/>
            <pc:sldMk cId="2256634334" sldId="427"/>
            <ac:spMk id="11" creationId="{16735619-D462-4E1C-9B15-E77B3698FEA4}"/>
          </ac:spMkLst>
        </pc:spChg>
        <pc:spChg chg="add mod">
          <ac:chgData name="John Hu" userId="213e45b8a479442b" providerId="LiveId" clId="{F8284473-A6A8-42D0-B117-71A9B2DB66A7}" dt="2025-06-07T11:24:56.012" v="142" actId="571"/>
          <ac:spMkLst>
            <pc:docMk/>
            <pc:sldMk cId="2256634334" sldId="427"/>
            <ac:spMk id="12" creationId="{E56BDCDD-114B-250A-2AA7-1EF05BB96E7A}"/>
          </ac:spMkLst>
        </pc:spChg>
        <pc:spChg chg="add mod">
          <ac:chgData name="John Hu" userId="213e45b8a479442b" providerId="LiveId" clId="{F8284473-A6A8-42D0-B117-71A9B2DB66A7}" dt="2025-06-07T11:24:56.012" v="142" actId="571"/>
          <ac:spMkLst>
            <pc:docMk/>
            <pc:sldMk cId="2256634334" sldId="427"/>
            <ac:spMk id="13" creationId="{027347D6-3135-313B-808E-0D8F7BBF81E6}"/>
          </ac:spMkLst>
        </pc:spChg>
        <pc:spChg chg="add mod">
          <ac:chgData name="John Hu" userId="213e45b8a479442b" providerId="LiveId" clId="{F8284473-A6A8-42D0-B117-71A9B2DB66A7}" dt="2025-06-07T11:28:29.445" v="416" actId="20577"/>
          <ac:spMkLst>
            <pc:docMk/>
            <pc:sldMk cId="2256634334" sldId="427"/>
            <ac:spMk id="14" creationId="{B4D91DDB-E4C5-AB4B-66D6-9FA4F739CF80}"/>
          </ac:spMkLst>
        </pc:spChg>
        <pc:spChg chg="add mod">
          <ac:chgData name="John Hu" userId="213e45b8a479442b" providerId="LiveId" clId="{F8284473-A6A8-42D0-B117-71A9B2DB66A7}" dt="2025-06-07T11:28:27.402" v="415" actId="20577"/>
          <ac:spMkLst>
            <pc:docMk/>
            <pc:sldMk cId="2256634334" sldId="427"/>
            <ac:spMk id="15" creationId="{B10B0D4B-383F-06C5-025D-69783042CB77}"/>
          </ac:spMkLst>
        </pc:spChg>
      </pc:sldChg>
      <pc:sldChg chg="modSp mod">
        <pc:chgData name="John Hu" userId="213e45b8a479442b" providerId="LiveId" clId="{F8284473-A6A8-42D0-B117-71A9B2DB66A7}" dt="2025-06-07T11:25:49.652" v="218"/>
        <pc:sldMkLst>
          <pc:docMk/>
          <pc:sldMk cId="2378383801" sldId="429"/>
        </pc:sldMkLst>
        <pc:spChg chg="mod">
          <ac:chgData name="John Hu" userId="213e45b8a479442b" providerId="LiveId" clId="{F8284473-A6A8-42D0-B117-71A9B2DB66A7}" dt="2025-06-07T11:25:49.652" v="218"/>
          <ac:spMkLst>
            <pc:docMk/>
            <pc:sldMk cId="2378383801" sldId="429"/>
            <ac:spMk id="2" creationId="{5888EE31-F44C-4034-8407-4C756F65702C}"/>
          </ac:spMkLst>
        </pc:spChg>
      </pc:sldChg>
      <pc:sldChg chg="modSp mod">
        <pc:chgData name="John Hu" userId="213e45b8a479442b" providerId="LiveId" clId="{F8284473-A6A8-42D0-B117-71A9B2DB66A7}" dt="2025-06-07T11:25:51.668" v="219"/>
        <pc:sldMkLst>
          <pc:docMk/>
          <pc:sldMk cId="3144623804" sldId="579"/>
        </pc:sldMkLst>
        <pc:spChg chg="mod">
          <ac:chgData name="John Hu" userId="213e45b8a479442b" providerId="LiveId" clId="{F8284473-A6A8-42D0-B117-71A9B2DB66A7}" dt="2025-06-07T11:25:51.668" v="219"/>
          <ac:spMkLst>
            <pc:docMk/>
            <pc:sldMk cId="3144623804" sldId="579"/>
            <ac:spMk id="2" creationId="{5888EE31-F44C-4034-8407-4C756F65702C}"/>
          </ac:spMkLst>
        </pc:spChg>
      </pc:sldChg>
      <pc:sldChg chg="modSp mod">
        <pc:chgData name="John Hu" userId="213e45b8a479442b" providerId="LiveId" clId="{F8284473-A6A8-42D0-B117-71A9B2DB66A7}" dt="2025-06-07T11:26:03.262" v="224"/>
        <pc:sldMkLst>
          <pc:docMk/>
          <pc:sldMk cId="65379693" sldId="586"/>
        </pc:sldMkLst>
        <pc:spChg chg="mod">
          <ac:chgData name="John Hu" userId="213e45b8a479442b" providerId="LiveId" clId="{F8284473-A6A8-42D0-B117-71A9B2DB66A7}" dt="2025-06-07T11:26:03.262" v="224"/>
          <ac:spMkLst>
            <pc:docMk/>
            <pc:sldMk cId="65379693" sldId="586"/>
            <ac:spMk id="2" creationId="{5888EE31-F44C-4034-8407-4C756F65702C}"/>
          </ac:spMkLst>
        </pc:spChg>
      </pc:sldChg>
      <pc:sldChg chg="modSp mod">
        <pc:chgData name="John Hu" userId="213e45b8a479442b" providerId="LiveId" clId="{F8284473-A6A8-42D0-B117-71A9B2DB66A7}" dt="2025-06-07T11:26:05.241" v="225"/>
        <pc:sldMkLst>
          <pc:docMk/>
          <pc:sldMk cId="1102328016" sldId="624"/>
        </pc:sldMkLst>
        <pc:spChg chg="mod">
          <ac:chgData name="John Hu" userId="213e45b8a479442b" providerId="LiveId" clId="{F8284473-A6A8-42D0-B117-71A9B2DB66A7}" dt="2025-06-07T11:26:05.241" v="225"/>
          <ac:spMkLst>
            <pc:docMk/>
            <pc:sldMk cId="1102328016" sldId="624"/>
            <ac:spMk id="2" creationId="{5888EE31-F44C-4034-8407-4C756F65702C}"/>
          </ac:spMkLst>
        </pc:spChg>
      </pc:sldChg>
      <pc:sldChg chg="modSp mod">
        <pc:chgData name="John Hu" userId="213e45b8a479442b" providerId="LiveId" clId="{F8284473-A6A8-42D0-B117-71A9B2DB66A7}" dt="2025-06-07T11:25:58.340" v="222"/>
        <pc:sldMkLst>
          <pc:docMk/>
          <pc:sldMk cId="4244302907" sldId="637"/>
        </pc:sldMkLst>
        <pc:spChg chg="mod">
          <ac:chgData name="John Hu" userId="213e45b8a479442b" providerId="LiveId" clId="{F8284473-A6A8-42D0-B117-71A9B2DB66A7}" dt="2025-06-07T11:25:58.340" v="222"/>
          <ac:spMkLst>
            <pc:docMk/>
            <pc:sldMk cId="4244302907" sldId="637"/>
            <ac:spMk id="2" creationId="{5888EE31-F44C-4034-8407-4C756F65702C}"/>
          </ac:spMkLst>
        </pc:spChg>
      </pc:sldChg>
      <pc:sldChg chg="modSp mod">
        <pc:chgData name="John Hu" userId="213e45b8a479442b" providerId="LiveId" clId="{F8284473-A6A8-42D0-B117-71A9B2DB66A7}" dt="2025-06-07T11:25:54.398" v="220"/>
        <pc:sldMkLst>
          <pc:docMk/>
          <pc:sldMk cId="701864374" sldId="638"/>
        </pc:sldMkLst>
        <pc:spChg chg="mod">
          <ac:chgData name="John Hu" userId="213e45b8a479442b" providerId="LiveId" clId="{F8284473-A6A8-42D0-B117-71A9B2DB66A7}" dt="2025-06-07T11:25:54.398" v="220"/>
          <ac:spMkLst>
            <pc:docMk/>
            <pc:sldMk cId="701864374" sldId="638"/>
            <ac:spMk id="2" creationId="{5888EE31-F44C-4034-8407-4C756F65702C}"/>
          </ac:spMkLst>
        </pc:spChg>
      </pc:sldChg>
      <pc:sldChg chg="modSp mod">
        <pc:chgData name="John Hu" userId="213e45b8a479442b" providerId="LiveId" clId="{F8284473-A6A8-42D0-B117-71A9B2DB66A7}" dt="2025-06-07T11:25:56.772" v="221"/>
        <pc:sldMkLst>
          <pc:docMk/>
          <pc:sldMk cId="1774578108" sldId="639"/>
        </pc:sldMkLst>
        <pc:spChg chg="mod">
          <ac:chgData name="John Hu" userId="213e45b8a479442b" providerId="LiveId" clId="{F8284473-A6A8-42D0-B117-71A9B2DB66A7}" dt="2025-06-07T11:25:56.772" v="221"/>
          <ac:spMkLst>
            <pc:docMk/>
            <pc:sldMk cId="1774578108" sldId="639"/>
            <ac:spMk id="2" creationId="{5888EE31-F44C-4034-8407-4C756F65702C}"/>
          </ac:spMkLst>
        </pc:spChg>
      </pc:sldChg>
      <pc:sldChg chg="modSp mod">
        <pc:chgData name="John Hu" userId="213e45b8a479442b" providerId="LiveId" clId="{F8284473-A6A8-42D0-B117-71A9B2DB66A7}" dt="2025-06-09T14:56:42.741" v="2957" actId="113"/>
        <pc:sldMkLst>
          <pc:docMk/>
          <pc:sldMk cId="56935045" sldId="640"/>
        </pc:sldMkLst>
        <pc:spChg chg="mod">
          <ac:chgData name="John Hu" userId="213e45b8a479442b" providerId="LiveId" clId="{F8284473-A6A8-42D0-B117-71A9B2DB66A7}" dt="2025-06-07T11:26:00.237" v="223"/>
          <ac:spMkLst>
            <pc:docMk/>
            <pc:sldMk cId="56935045" sldId="640"/>
            <ac:spMk id="2" creationId="{5888EE31-F44C-4034-8407-4C756F65702C}"/>
          </ac:spMkLst>
        </pc:spChg>
        <pc:spChg chg="mod">
          <ac:chgData name="John Hu" userId="213e45b8a479442b" providerId="LiveId" clId="{F8284473-A6A8-42D0-B117-71A9B2DB66A7}" dt="2025-06-09T14:56:42.741" v="2957" actId="113"/>
          <ac:spMkLst>
            <pc:docMk/>
            <pc:sldMk cId="56935045" sldId="640"/>
            <ac:spMk id="9" creationId="{AB6EECAE-2C4A-4D70-8846-A3838F676264}"/>
          </ac:spMkLst>
        </pc:spChg>
      </pc:sldChg>
      <pc:sldChg chg="modSp mod">
        <pc:chgData name="John Hu" userId="213e45b8a479442b" providerId="LiveId" clId="{F8284473-A6A8-42D0-B117-71A9B2DB66A7}" dt="2025-06-10T13:47:31.533" v="4106" actId="113"/>
        <pc:sldMkLst>
          <pc:docMk/>
          <pc:sldMk cId="3634169676" sldId="644"/>
        </pc:sldMkLst>
        <pc:spChg chg="mod">
          <ac:chgData name="John Hu" userId="213e45b8a479442b" providerId="LiveId" clId="{F8284473-A6A8-42D0-B117-71A9B2DB66A7}" dt="2025-06-10T13:47:31.533" v="4106" actId="113"/>
          <ac:spMkLst>
            <pc:docMk/>
            <pc:sldMk cId="3634169676" sldId="644"/>
            <ac:spMk id="16" creationId="{782B5878-338E-46C8-ACA0-5EDC7C892951}"/>
          </ac:spMkLst>
        </pc:spChg>
      </pc:sldChg>
      <pc:sldChg chg="modSp mod">
        <pc:chgData name="John Hu" userId="213e45b8a479442b" providerId="LiveId" clId="{F8284473-A6A8-42D0-B117-71A9B2DB66A7}" dt="2025-06-09T14:31:00.462" v="2314" actId="1076"/>
        <pc:sldMkLst>
          <pc:docMk/>
          <pc:sldMk cId="1354848801" sldId="675"/>
        </pc:sldMkLst>
        <pc:spChg chg="mod">
          <ac:chgData name="John Hu" userId="213e45b8a479442b" providerId="LiveId" clId="{F8284473-A6A8-42D0-B117-71A9B2DB66A7}" dt="2025-06-09T14:31:00.462" v="2314" actId="1076"/>
          <ac:spMkLst>
            <pc:docMk/>
            <pc:sldMk cId="1354848801" sldId="675"/>
            <ac:spMk id="7" creationId="{098E2A48-303C-4174-B7F9-B7DF985E5A28}"/>
          </ac:spMkLst>
        </pc:spChg>
        <pc:spChg chg="mod">
          <ac:chgData name="John Hu" userId="213e45b8a479442b" providerId="LiveId" clId="{F8284473-A6A8-42D0-B117-71A9B2DB66A7}" dt="2025-06-09T14:31:00.462" v="2314" actId="1076"/>
          <ac:spMkLst>
            <pc:docMk/>
            <pc:sldMk cId="1354848801" sldId="675"/>
            <ac:spMk id="9" creationId="{7876FDCB-7A9E-4210-9FBC-9D2C62E9E35B}"/>
          </ac:spMkLst>
        </pc:spChg>
        <pc:spChg chg="mod">
          <ac:chgData name="John Hu" userId="213e45b8a479442b" providerId="LiveId" clId="{F8284473-A6A8-42D0-B117-71A9B2DB66A7}" dt="2025-06-09T14:31:00.462" v="2314" actId="1076"/>
          <ac:spMkLst>
            <pc:docMk/>
            <pc:sldMk cId="1354848801" sldId="675"/>
            <ac:spMk id="10" creationId="{3AEED486-FA99-4A18-8EA1-DF88CA263366}"/>
          </ac:spMkLst>
        </pc:spChg>
        <pc:spChg chg="mod">
          <ac:chgData name="John Hu" userId="213e45b8a479442b" providerId="LiveId" clId="{F8284473-A6A8-42D0-B117-71A9B2DB66A7}" dt="2025-06-09T14:31:00.462" v="2314" actId="1076"/>
          <ac:spMkLst>
            <pc:docMk/>
            <pc:sldMk cId="1354848801" sldId="675"/>
            <ac:spMk id="13" creationId="{6D92B0CB-4A95-475C-815E-675283842822}"/>
          </ac:spMkLst>
        </pc:spChg>
        <pc:spChg chg="mod">
          <ac:chgData name="John Hu" userId="213e45b8a479442b" providerId="LiveId" clId="{F8284473-A6A8-42D0-B117-71A9B2DB66A7}" dt="2025-06-09T14:30:51.225" v="2313" actId="20577"/>
          <ac:spMkLst>
            <pc:docMk/>
            <pc:sldMk cId="1354848801" sldId="675"/>
            <ac:spMk id="14" creationId="{4F296092-AA43-47F9-AD4A-B947C824F423}"/>
          </ac:spMkLst>
        </pc:spChg>
      </pc:sldChg>
      <pc:sldChg chg="modSp mod">
        <pc:chgData name="John Hu" userId="213e45b8a479442b" providerId="LiveId" clId="{F8284473-A6A8-42D0-B117-71A9B2DB66A7}" dt="2025-06-09T14:30:19.906" v="2290" actId="1076"/>
        <pc:sldMkLst>
          <pc:docMk/>
          <pc:sldMk cId="3685027716" sldId="677"/>
        </pc:sldMkLst>
        <pc:spChg chg="mod">
          <ac:chgData name="John Hu" userId="213e45b8a479442b" providerId="LiveId" clId="{F8284473-A6A8-42D0-B117-71A9B2DB66A7}" dt="2025-06-09T14:30:19.906" v="2290" actId="1076"/>
          <ac:spMkLst>
            <pc:docMk/>
            <pc:sldMk cId="3685027716" sldId="677"/>
            <ac:spMk id="7" creationId="{59CAC5ED-38CA-4EE6-BB41-D1B3E36F5A94}"/>
          </ac:spMkLst>
        </pc:spChg>
        <pc:spChg chg="mod">
          <ac:chgData name="John Hu" userId="213e45b8a479442b" providerId="LiveId" clId="{F8284473-A6A8-42D0-B117-71A9B2DB66A7}" dt="2025-06-09T14:30:19.906" v="2290" actId="1076"/>
          <ac:spMkLst>
            <pc:docMk/>
            <pc:sldMk cId="3685027716" sldId="677"/>
            <ac:spMk id="9" creationId="{386F0AE6-EBB9-44DE-94FC-C297AD856D24}"/>
          </ac:spMkLst>
        </pc:spChg>
        <pc:spChg chg="mod">
          <ac:chgData name="John Hu" userId="213e45b8a479442b" providerId="LiveId" clId="{F8284473-A6A8-42D0-B117-71A9B2DB66A7}" dt="2025-06-09T14:30:19.906" v="2290" actId="1076"/>
          <ac:spMkLst>
            <pc:docMk/>
            <pc:sldMk cId="3685027716" sldId="677"/>
            <ac:spMk id="10" creationId="{92403847-867E-4C53-A00E-E6635ECD06F5}"/>
          </ac:spMkLst>
        </pc:spChg>
        <pc:spChg chg="mod">
          <ac:chgData name="John Hu" userId="213e45b8a479442b" providerId="LiveId" clId="{F8284473-A6A8-42D0-B117-71A9B2DB66A7}" dt="2025-06-09T14:30:19.906" v="2290" actId="1076"/>
          <ac:spMkLst>
            <pc:docMk/>
            <pc:sldMk cId="3685027716" sldId="677"/>
            <ac:spMk id="13" creationId="{6D92B0CB-4A95-475C-815E-675283842822}"/>
          </ac:spMkLst>
        </pc:spChg>
        <pc:spChg chg="mod">
          <ac:chgData name="John Hu" userId="213e45b8a479442b" providerId="LiveId" clId="{F8284473-A6A8-42D0-B117-71A9B2DB66A7}" dt="2025-06-09T14:29:35.252" v="2282" actId="20577"/>
          <ac:spMkLst>
            <pc:docMk/>
            <pc:sldMk cId="3685027716" sldId="677"/>
            <ac:spMk id="14" creationId="{4F296092-AA43-47F9-AD4A-B947C824F423}"/>
          </ac:spMkLst>
        </pc:spChg>
      </pc:sldChg>
      <pc:sldChg chg="modSp mod">
        <pc:chgData name="John Hu" userId="213e45b8a479442b" providerId="LiveId" clId="{F8284473-A6A8-42D0-B117-71A9B2DB66A7}" dt="2025-06-09T14:30:07.194" v="2289" actId="1076"/>
        <pc:sldMkLst>
          <pc:docMk/>
          <pc:sldMk cId="2291909740" sldId="678"/>
        </pc:sldMkLst>
        <pc:spChg chg="mod">
          <ac:chgData name="John Hu" userId="213e45b8a479442b" providerId="LiveId" clId="{F8284473-A6A8-42D0-B117-71A9B2DB66A7}" dt="2025-06-09T14:30:07.194" v="2289" actId="1076"/>
          <ac:spMkLst>
            <pc:docMk/>
            <pc:sldMk cId="2291909740" sldId="678"/>
            <ac:spMk id="7" creationId="{59CAC5ED-38CA-4EE6-BB41-D1B3E36F5A94}"/>
          </ac:spMkLst>
        </pc:spChg>
        <pc:spChg chg="mod">
          <ac:chgData name="John Hu" userId="213e45b8a479442b" providerId="LiveId" clId="{F8284473-A6A8-42D0-B117-71A9B2DB66A7}" dt="2025-06-09T14:30:07.194" v="2289" actId="1076"/>
          <ac:spMkLst>
            <pc:docMk/>
            <pc:sldMk cId="2291909740" sldId="678"/>
            <ac:spMk id="9" creationId="{386F0AE6-EBB9-44DE-94FC-C297AD856D24}"/>
          </ac:spMkLst>
        </pc:spChg>
        <pc:spChg chg="mod">
          <ac:chgData name="John Hu" userId="213e45b8a479442b" providerId="LiveId" clId="{F8284473-A6A8-42D0-B117-71A9B2DB66A7}" dt="2025-06-09T14:30:07.194" v="2289" actId="1076"/>
          <ac:spMkLst>
            <pc:docMk/>
            <pc:sldMk cId="2291909740" sldId="678"/>
            <ac:spMk id="10" creationId="{92403847-867E-4C53-A00E-E6635ECD06F5}"/>
          </ac:spMkLst>
        </pc:spChg>
        <pc:spChg chg="mod">
          <ac:chgData name="John Hu" userId="213e45b8a479442b" providerId="LiveId" clId="{F8284473-A6A8-42D0-B117-71A9B2DB66A7}" dt="2025-06-09T14:30:07.194" v="2289" actId="1076"/>
          <ac:spMkLst>
            <pc:docMk/>
            <pc:sldMk cId="2291909740" sldId="678"/>
            <ac:spMk id="13" creationId="{6D92B0CB-4A95-475C-815E-675283842822}"/>
          </ac:spMkLst>
        </pc:spChg>
        <pc:spChg chg="mod">
          <ac:chgData name="John Hu" userId="213e45b8a479442b" providerId="LiveId" clId="{F8284473-A6A8-42D0-B117-71A9B2DB66A7}" dt="2025-06-09T14:29:42.150" v="2288" actId="20577"/>
          <ac:spMkLst>
            <pc:docMk/>
            <pc:sldMk cId="2291909740" sldId="678"/>
            <ac:spMk id="14" creationId="{4F296092-AA43-47F9-AD4A-B947C824F423}"/>
          </ac:spMkLst>
        </pc:spChg>
      </pc:sldChg>
      <pc:sldChg chg="addSp modSp mod">
        <pc:chgData name="John Hu" userId="213e45b8a479442b" providerId="LiveId" clId="{F8284473-A6A8-42D0-B117-71A9B2DB66A7}" dt="2025-06-07T11:29:30.628" v="440" actId="20577"/>
        <pc:sldMkLst>
          <pc:docMk/>
          <pc:sldMk cId="630978856" sldId="692"/>
        </pc:sldMkLst>
        <pc:spChg chg="mod">
          <ac:chgData name="John Hu" userId="213e45b8a479442b" providerId="LiveId" clId="{F8284473-A6A8-42D0-B117-71A9B2DB66A7}" dt="2025-06-07T11:29:30.628" v="440" actId="20577"/>
          <ac:spMkLst>
            <pc:docMk/>
            <pc:sldMk cId="630978856" sldId="692"/>
            <ac:spMk id="2" creationId="{5888EE31-F44C-4034-8407-4C756F65702C}"/>
          </ac:spMkLst>
        </pc:spChg>
        <pc:spChg chg="add mod">
          <ac:chgData name="John Hu" userId="213e45b8a479442b" providerId="LiveId" clId="{F8284473-A6A8-42D0-B117-71A9B2DB66A7}" dt="2025-06-07T11:25:43.105" v="217" actId="20577"/>
          <ac:spMkLst>
            <pc:docMk/>
            <pc:sldMk cId="630978856" sldId="692"/>
            <ac:spMk id="4" creationId="{AEA97F2E-78B9-643E-7F9E-EC7767F69572}"/>
          </ac:spMkLst>
        </pc:spChg>
      </pc:sldChg>
      <pc:sldChg chg="add">
        <pc:chgData name="John Hu" userId="213e45b8a479442b" providerId="LiveId" clId="{F8284473-A6A8-42D0-B117-71A9B2DB66A7}" dt="2025-06-07T11:29:07.992" v="423"/>
        <pc:sldMkLst>
          <pc:docMk/>
          <pc:sldMk cId="3124368917" sldId="693"/>
        </pc:sldMkLst>
      </pc:sldChg>
      <pc:sldChg chg="add del">
        <pc:chgData name="John Hu" userId="213e45b8a479442b" providerId="LiveId" clId="{F8284473-A6A8-42D0-B117-71A9B2DB66A7}" dt="2025-06-07T11:29:06.793" v="422"/>
        <pc:sldMkLst>
          <pc:docMk/>
          <pc:sldMk cId="3373783642" sldId="693"/>
        </pc:sldMkLst>
      </pc:sldChg>
      <pc:sldChg chg="modSp mod">
        <pc:chgData name="John Hu" userId="213e45b8a479442b" providerId="LiveId" clId="{F8284473-A6A8-42D0-B117-71A9B2DB66A7}" dt="2025-06-09T14:24:25.913" v="2121" actId="20577"/>
        <pc:sldMkLst>
          <pc:docMk/>
          <pc:sldMk cId="2527104085" sldId="694"/>
        </pc:sldMkLst>
        <pc:spChg chg="mod">
          <ac:chgData name="John Hu" userId="213e45b8a479442b" providerId="LiveId" clId="{F8284473-A6A8-42D0-B117-71A9B2DB66A7}" dt="2025-06-09T14:24:25.913" v="2121" actId="20577"/>
          <ac:spMkLst>
            <pc:docMk/>
            <pc:sldMk cId="2527104085" sldId="694"/>
            <ac:spMk id="2" creationId="{5888EE31-F44C-4034-8407-4C756F65702C}"/>
          </ac:spMkLst>
        </pc:spChg>
      </pc:sldChg>
      <pc:sldChg chg="addSp delSp modSp mod modAnim">
        <pc:chgData name="John Hu" userId="213e45b8a479442b" providerId="LiveId" clId="{F8284473-A6A8-42D0-B117-71A9B2DB66A7}" dt="2025-06-09T14:48:01.709" v="2633" actId="20577"/>
        <pc:sldMkLst>
          <pc:docMk/>
          <pc:sldMk cId="720782872" sldId="698"/>
        </pc:sldMkLst>
        <pc:spChg chg="mod">
          <ac:chgData name="John Hu" userId="213e45b8a479442b" providerId="LiveId" clId="{F8284473-A6A8-42D0-B117-71A9B2DB66A7}" dt="2025-06-09T12:03:29.795" v="1505" actId="20577"/>
          <ac:spMkLst>
            <pc:docMk/>
            <pc:sldMk cId="720782872" sldId="698"/>
            <ac:spMk id="2" creationId="{5888EE31-F44C-4034-8407-4C756F65702C}"/>
          </ac:spMkLst>
        </pc:spChg>
        <pc:spChg chg="add del mod">
          <ac:chgData name="John Hu" userId="213e45b8a479442b" providerId="LiveId" clId="{F8284473-A6A8-42D0-B117-71A9B2DB66A7}" dt="2025-06-09T14:40:53.312" v="2456" actId="478"/>
          <ac:spMkLst>
            <pc:docMk/>
            <pc:sldMk cId="720782872" sldId="698"/>
            <ac:spMk id="3" creationId="{D76F83DD-0559-3187-7F86-1B4C2983414C}"/>
          </ac:spMkLst>
        </pc:spChg>
        <pc:spChg chg="add del mod">
          <ac:chgData name="John Hu" userId="213e45b8a479442b" providerId="LiveId" clId="{F8284473-A6A8-42D0-B117-71A9B2DB66A7}" dt="2025-06-09T12:03:51.687" v="1508" actId="478"/>
          <ac:spMkLst>
            <pc:docMk/>
            <pc:sldMk cId="720782872" sldId="698"/>
            <ac:spMk id="4" creationId="{0958193C-4779-FC57-A70E-747A332A5CF4}"/>
          </ac:spMkLst>
        </pc:spChg>
        <pc:spChg chg="add mod">
          <ac:chgData name="John Hu" userId="213e45b8a479442b" providerId="LiveId" clId="{F8284473-A6A8-42D0-B117-71A9B2DB66A7}" dt="2025-06-09T14:41:25.994" v="2493" actId="6549"/>
          <ac:spMkLst>
            <pc:docMk/>
            <pc:sldMk cId="720782872" sldId="698"/>
            <ac:spMk id="5" creationId="{F5098300-30C2-B15C-ABCD-096E6AC6CD58}"/>
          </ac:spMkLst>
        </pc:spChg>
        <pc:spChg chg="add mod">
          <ac:chgData name="John Hu" userId="213e45b8a479442b" providerId="LiveId" clId="{F8284473-A6A8-42D0-B117-71A9B2DB66A7}" dt="2025-06-09T12:06:03.697" v="1672" actId="1076"/>
          <ac:spMkLst>
            <pc:docMk/>
            <pc:sldMk cId="720782872" sldId="698"/>
            <ac:spMk id="6" creationId="{67C5CF93-E827-4DEB-750B-AF04B9740CBF}"/>
          </ac:spMkLst>
        </pc:spChg>
        <pc:spChg chg="add mod">
          <ac:chgData name="John Hu" userId="213e45b8a479442b" providerId="LiveId" clId="{F8284473-A6A8-42D0-B117-71A9B2DB66A7}" dt="2025-06-09T12:14:58.267" v="2078" actId="1076"/>
          <ac:spMkLst>
            <pc:docMk/>
            <pc:sldMk cId="720782872" sldId="698"/>
            <ac:spMk id="7" creationId="{7D9EC98D-DE0C-D497-C5E6-7549C452B2CE}"/>
          </ac:spMkLst>
        </pc:spChg>
        <pc:spChg chg="mod">
          <ac:chgData name="John Hu" userId="213e45b8a479442b" providerId="LiveId" clId="{F8284473-A6A8-42D0-B117-71A9B2DB66A7}" dt="2025-06-09T11:49:44.786" v="506" actId="20577"/>
          <ac:spMkLst>
            <pc:docMk/>
            <pc:sldMk cId="720782872" sldId="698"/>
            <ac:spMk id="8" creationId="{36177B38-43AB-4398-968B-448F8F0E5F49}"/>
          </ac:spMkLst>
        </pc:spChg>
        <pc:spChg chg="add mod">
          <ac:chgData name="John Hu" userId="213e45b8a479442b" providerId="LiveId" clId="{F8284473-A6A8-42D0-B117-71A9B2DB66A7}" dt="2025-06-09T14:20:57.422" v="2089" actId="1076"/>
          <ac:spMkLst>
            <pc:docMk/>
            <pc:sldMk cId="720782872" sldId="698"/>
            <ac:spMk id="9" creationId="{67C5CF93-E827-4DEB-750B-AF04B9740CBF}"/>
          </ac:spMkLst>
        </pc:spChg>
        <pc:spChg chg="add mod">
          <ac:chgData name="John Hu" userId="213e45b8a479442b" providerId="LiveId" clId="{F8284473-A6A8-42D0-B117-71A9B2DB66A7}" dt="2025-06-09T14:48:01.709" v="2633" actId="20577"/>
          <ac:spMkLst>
            <pc:docMk/>
            <pc:sldMk cId="720782872" sldId="698"/>
            <ac:spMk id="10" creationId="{06C4D824-9A85-48EA-A97A-B7B603102450}"/>
          </ac:spMkLst>
        </pc:spChg>
        <pc:spChg chg="mod">
          <ac:chgData name="John Hu" userId="213e45b8a479442b" providerId="LiveId" clId="{F8284473-A6A8-42D0-B117-71A9B2DB66A7}" dt="2025-06-09T11:53:41.617" v="572" actId="20577"/>
          <ac:spMkLst>
            <pc:docMk/>
            <pc:sldMk cId="720782872" sldId="698"/>
            <ac:spMk id="13" creationId="{112B5ECF-1E46-4E7A-8499-0526CFBE0D9B}"/>
          </ac:spMkLst>
        </pc:spChg>
      </pc:sldChg>
      <pc:sldChg chg="modSp mod">
        <pc:chgData name="John Hu" userId="213e45b8a479442b" providerId="LiveId" clId="{F8284473-A6A8-42D0-B117-71A9B2DB66A7}" dt="2025-06-09T14:23:13.821" v="2098" actId="113"/>
        <pc:sldMkLst>
          <pc:docMk/>
          <pc:sldMk cId="213688358" sldId="701"/>
        </pc:sldMkLst>
        <pc:spChg chg="mod">
          <ac:chgData name="John Hu" userId="213e45b8a479442b" providerId="LiveId" clId="{F8284473-A6A8-42D0-B117-71A9B2DB66A7}" dt="2025-06-09T14:23:12.563" v="2097" actId="113"/>
          <ac:spMkLst>
            <pc:docMk/>
            <pc:sldMk cId="213688358" sldId="701"/>
            <ac:spMk id="18" creationId="{6B9A1115-3DB0-464E-9145-238E20772F9F}"/>
          </ac:spMkLst>
        </pc:spChg>
        <pc:spChg chg="mod">
          <ac:chgData name="John Hu" userId="213e45b8a479442b" providerId="LiveId" clId="{F8284473-A6A8-42D0-B117-71A9B2DB66A7}" dt="2025-06-09T14:23:13.821" v="2098" actId="113"/>
          <ac:spMkLst>
            <pc:docMk/>
            <pc:sldMk cId="213688358" sldId="701"/>
            <ac:spMk id="19" creationId="{4A110553-AC8F-4708-8784-EB69899197CC}"/>
          </ac:spMkLst>
        </pc:spChg>
      </pc:sldChg>
      <pc:sldChg chg="addSp modSp mod">
        <pc:chgData name="John Hu" userId="213e45b8a479442b" providerId="LiveId" clId="{F8284473-A6A8-42D0-B117-71A9B2DB66A7}" dt="2025-06-09T14:22:40.456" v="2094" actId="1076"/>
        <pc:sldMkLst>
          <pc:docMk/>
          <pc:sldMk cId="3888981226" sldId="702"/>
        </pc:sldMkLst>
        <pc:picChg chg="add mod">
          <ac:chgData name="John Hu" userId="213e45b8a479442b" providerId="LiveId" clId="{F8284473-A6A8-42D0-B117-71A9B2DB66A7}" dt="2025-06-09T14:22:40.456" v="2094" actId="1076"/>
          <ac:picMkLst>
            <pc:docMk/>
            <pc:sldMk cId="3888981226" sldId="702"/>
            <ac:picMk id="3" creationId="{895F8E15-C3E2-DCB2-D7AD-52751AD31758}"/>
          </ac:picMkLst>
        </pc:picChg>
      </pc:sldChg>
      <pc:sldChg chg="modSp mod">
        <pc:chgData name="John Hu" userId="213e45b8a479442b" providerId="LiveId" clId="{F8284473-A6A8-42D0-B117-71A9B2DB66A7}" dt="2025-06-09T14:23:53.783" v="2120" actId="20577"/>
        <pc:sldMkLst>
          <pc:docMk/>
          <pc:sldMk cId="2526454191" sldId="705"/>
        </pc:sldMkLst>
        <pc:spChg chg="mod">
          <ac:chgData name="John Hu" userId="213e45b8a479442b" providerId="LiveId" clId="{F8284473-A6A8-42D0-B117-71A9B2DB66A7}" dt="2025-06-09T14:23:46.304" v="2108" actId="20577"/>
          <ac:spMkLst>
            <pc:docMk/>
            <pc:sldMk cId="2526454191" sldId="705"/>
            <ac:spMk id="3" creationId="{30F0AC51-4500-404D-B030-4FE49D08C651}"/>
          </ac:spMkLst>
        </pc:spChg>
        <pc:spChg chg="mod">
          <ac:chgData name="John Hu" userId="213e45b8a479442b" providerId="LiveId" clId="{F8284473-A6A8-42D0-B117-71A9B2DB66A7}" dt="2025-06-09T14:23:53.783" v="2120" actId="20577"/>
          <ac:spMkLst>
            <pc:docMk/>
            <pc:sldMk cId="2526454191" sldId="705"/>
            <ac:spMk id="4" creationId="{AEA97F2E-78B9-643E-7F9E-EC7767F69572}"/>
          </ac:spMkLst>
        </pc:spChg>
      </pc:sldChg>
      <pc:sldChg chg="addSp delSp modSp add mod delAnim">
        <pc:chgData name="John Hu" userId="213e45b8a479442b" providerId="LiveId" clId="{F8284473-A6A8-42D0-B117-71A9B2DB66A7}" dt="2025-06-09T14:50:16.419" v="2719" actId="1037"/>
        <pc:sldMkLst>
          <pc:docMk/>
          <pc:sldMk cId="1443052510" sldId="706"/>
        </pc:sldMkLst>
        <pc:spChg chg="mod">
          <ac:chgData name="John Hu" userId="213e45b8a479442b" providerId="LiveId" clId="{F8284473-A6A8-42D0-B117-71A9B2DB66A7}" dt="2025-06-09T14:48:18.090" v="2643" actId="20577"/>
          <ac:spMkLst>
            <pc:docMk/>
            <pc:sldMk cId="1443052510" sldId="706"/>
            <ac:spMk id="3" creationId="{D76F83DD-0559-3187-7F86-1B4C2983414C}"/>
          </ac:spMkLst>
        </pc:spChg>
        <pc:spChg chg="add del mod">
          <ac:chgData name="John Hu" userId="213e45b8a479442b" providerId="LiveId" clId="{F8284473-A6A8-42D0-B117-71A9B2DB66A7}" dt="2025-06-09T12:11:32.160" v="2027" actId="478"/>
          <ac:spMkLst>
            <pc:docMk/>
            <pc:sldMk cId="1443052510" sldId="706"/>
            <ac:spMk id="4" creationId="{5E2BC412-164E-4F8E-E828-94AB08CB5057}"/>
          </ac:spMkLst>
        </pc:spChg>
        <pc:spChg chg="del">
          <ac:chgData name="John Hu" userId="213e45b8a479442b" providerId="LiveId" clId="{F8284473-A6A8-42D0-B117-71A9B2DB66A7}" dt="2025-06-09T12:09:30.783" v="1886" actId="478"/>
          <ac:spMkLst>
            <pc:docMk/>
            <pc:sldMk cId="1443052510" sldId="706"/>
            <ac:spMk id="5" creationId="{F5098300-30C2-B15C-ABCD-096E6AC6CD58}"/>
          </ac:spMkLst>
        </pc:spChg>
        <pc:spChg chg="add del mod">
          <ac:chgData name="John Hu" userId="213e45b8a479442b" providerId="LiveId" clId="{F8284473-A6A8-42D0-B117-71A9B2DB66A7}" dt="2025-06-09T12:11:47.301" v="2030" actId="21"/>
          <ac:spMkLst>
            <pc:docMk/>
            <pc:sldMk cId="1443052510" sldId="706"/>
            <ac:spMk id="6" creationId="{67C5CF93-E827-4DEB-750B-AF04B9740CBF}"/>
          </ac:spMkLst>
        </pc:spChg>
        <pc:spChg chg="del">
          <ac:chgData name="John Hu" userId="213e45b8a479442b" providerId="LiveId" clId="{F8284473-A6A8-42D0-B117-71A9B2DB66A7}" dt="2025-06-09T12:09:07.930" v="1847" actId="478"/>
          <ac:spMkLst>
            <pc:docMk/>
            <pc:sldMk cId="1443052510" sldId="706"/>
            <ac:spMk id="7" creationId="{7D9EC98D-DE0C-D497-C5E6-7549C452B2CE}"/>
          </ac:spMkLst>
        </pc:spChg>
        <pc:spChg chg="add mod">
          <ac:chgData name="John Hu" userId="213e45b8a479442b" providerId="LiveId" clId="{F8284473-A6A8-42D0-B117-71A9B2DB66A7}" dt="2025-06-09T14:49:36.505" v="2695" actId="14100"/>
          <ac:spMkLst>
            <pc:docMk/>
            <pc:sldMk cId="1443052510" sldId="706"/>
            <ac:spMk id="9" creationId="{E13796A0-2ED6-084A-79C8-57E9305B091A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11" creationId="{D946AD32-2386-B852-5719-1F070E7FE1F2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12" creationId="{EB225124-BC72-B7DB-D48D-751BD44CE3DB}"/>
          </ac:spMkLst>
        </pc:spChg>
        <pc:spChg chg="mod">
          <ac:chgData name="John Hu" userId="213e45b8a479442b" providerId="LiveId" clId="{F8284473-A6A8-42D0-B117-71A9B2DB66A7}" dt="2025-06-09T12:10:39.881" v="2018" actId="1076"/>
          <ac:spMkLst>
            <pc:docMk/>
            <pc:sldMk cId="1443052510" sldId="706"/>
            <ac:spMk id="13" creationId="{112B5ECF-1E46-4E7A-8499-0526CFBE0D9B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14" creationId="{F50A630F-3494-D6BE-0AC9-84F0BED5366D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15" creationId="{465D1F21-E774-2D5C-10BA-29709DE8AF86}"/>
          </ac:spMkLst>
        </pc:spChg>
        <pc:spChg chg="add del">
          <ac:chgData name="John Hu" userId="213e45b8a479442b" providerId="LiveId" clId="{F8284473-A6A8-42D0-B117-71A9B2DB66A7}" dt="2025-06-09T14:45:52.533" v="2580" actId="478"/>
          <ac:spMkLst>
            <pc:docMk/>
            <pc:sldMk cId="1443052510" sldId="706"/>
            <ac:spMk id="26" creationId="{32DD4C02-7CEE-9038-9FCB-6D36B32185B4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28" creationId="{A7C0A310-2207-F9F1-8068-C88B1EBC951F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30" creationId="{6CD0949C-50D0-BF0D-08A8-30C0E9AB02C6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33" creationId="{64EDE7E3-70D1-5222-A1FF-AA70EC1DCEFE}"/>
          </ac:spMkLst>
        </pc:spChg>
        <pc:spChg chg="add mod">
          <ac:chgData name="John Hu" userId="213e45b8a479442b" providerId="LiveId" clId="{F8284473-A6A8-42D0-B117-71A9B2DB66A7}" dt="2025-06-09T14:48:57.466" v="2670" actId="1037"/>
          <ac:spMkLst>
            <pc:docMk/>
            <pc:sldMk cId="1443052510" sldId="706"/>
            <ac:spMk id="34" creationId="{5D176873-00FB-2859-7ED5-F94478B4FF82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35" creationId="{8037435C-FB60-C2C6-05BF-5B362307A341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38" creationId="{51526791-ACEC-31D0-81A4-4BEE945F5D2B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47" creationId="{0A0B313B-BDEA-CE2B-D6CB-CD8A2CDA6D0C}"/>
          </ac:spMkLst>
        </pc:spChg>
        <pc:spChg chg="add del mod">
          <ac:chgData name="John Hu" userId="213e45b8a479442b" providerId="LiveId" clId="{F8284473-A6A8-42D0-B117-71A9B2DB66A7}" dt="2025-06-09T14:48:29.840" v="2646" actId="21"/>
          <ac:spMkLst>
            <pc:docMk/>
            <pc:sldMk cId="1443052510" sldId="706"/>
            <ac:spMk id="49" creationId="{3AEFE234-73B3-20EA-E2CF-E407319D8B05}"/>
          </ac:spMkLst>
        </pc:spChg>
        <pc:spChg chg="add mod">
          <ac:chgData name="John Hu" userId="213e45b8a479442b" providerId="LiveId" clId="{F8284473-A6A8-42D0-B117-71A9B2DB66A7}" dt="2025-06-09T14:48:47.167" v="2662" actId="164"/>
          <ac:spMkLst>
            <pc:docMk/>
            <pc:sldMk cId="1443052510" sldId="706"/>
            <ac:spMk id="51" creationId="{1097A5FD-9450-33FC-A85A-73DD7360C996}"/>
          </ac:spMkLst>
        </pc:spChg>
        <pc:spChg chg="add mod">
          <ac:chgData name="John Hu" userId="213e45b8a479442b" providerId="LiveId" clId="{F8284473-A6A8-42D0-B117-71A9B2DB66A7}" dt="2025-06-09T14:49:46.017" v="2709" actId="1076"/>
          <ac:spMkLst>
            <pc:docMk/>
            <pc:sldMk cId="1443052510" sldId="706"/>
            <ac:spMk id="54" creationId="{A37DF15F-4463-DEB6-E054-6CD1B248296B}"/>
          </ac:spMkLst>
        </pc:spChg>
        <pc:grpChg chg="add mod">
          <ac:chgData name="John Hu" userId="213e45b8a479442b" providerId="LiveId" clId="{F8284473-A6A8-42D0-B117-71A9B2DB66A7}" dt="2025-06-09T14:48:49.365" v="2663" actId="1076"/>
          <ac:grpSpMkLst>
            <pc:docMk/>
            <pc:sldMk cId="1443052510" sldId="706"/>
            <ac:grpSpMk id="52" creationId="{1ECD383D-236B-734B-B681-4794F3807E96}"/>
          </ac:grpSpMkLst>
        </pc:grpChg>
        <pc:cxnChg chg="add mod">
          <ac:chgData name="John Hu" userId="213e45b8a479442b" providerId="LiveId" clId="{F8284473-A6A8-42D0-B117-71A9B2DB66A7}" dt="2025-06-09T14:48:47.167" v="2662" actId="164"/>
          <ac:cxnSpMkLst>
            <pc:docMk/>
            <pc:sldMk cId="1443052510" sldId="706"/>
            <ac:cxnSpMk id="17" creationId="{B65F06AE-5F78-2B64-5DEF-131E7CF37F1A}"/>
          </ac:cxnSpMkLst>
        </pc:cxnChg>
        <pc:cxnChg chg="add mod">
          <ac:chgData name="John Hu" userId="213e45b8a479442b" providerId="LiveId" clId="{F8284473-A6A8-42D0-B117-71A9B2DB66A7}" dt="2025-06-09T14:50:16.419" v="2719" actId="1037"/>
          <ac:cxnSpMkLst>
            <pc:docMk/>
            <pc:sldMk cId="1443052510" sldId="706"/>
            <ac:cxnSpMk id="19" creationId="{DB042DD7-A94E-B78A-6ADA-F84CABF09529}"/>
          </ac:cxnSpMkLst>
        </pc:cxnChg>
        <pc:cxnChg chg="add mod">
          <ac:chgData name="John Hu" userId="213e45b8a479442b" providerId="LiveId" clId="{F8284473-A6A8-42D0-B117-71A9B2DB66A7}" dt="2025-06-09T14:48:47.167" v="2662" actId="164"/>
          <ac:cxnSpMkLst>
            <pc:docMk/>
            <pc:sldMk cId="1443052510" sldId="706"/>
            <ac:cxnSpMk id="21" creationId="{1544A28E-6C67-BBC0-1765-6F7ED24BC689}"/>
          </ac:cxnSpMkLst>
        </pc:cxnChg>
        <pc:cxnChg chg="add mod">
          <ac:chgData name="John Hu" userId="213e45b8a479442b" providerId="LiveId" clId="{F8284473-A6A8-42D0-B117-71A9B2DB66A7}" dt="2025-06-09T14:48:47.167" v="2662" actId="164"/>
          <ac:cxnSpMkLst>
            <pc:docMk/>
            <pc:sldMk cId="1443052510" sldId="706"/>
            <ac:cxnSpMk id="23" creationId="{674300BB-A550-D1AF-C66E-F605FAE0EFF4}"/>
          </ac:cxnSpMkLst>
        </pc:cxnChg>
        <pc:cxnChg chg="add mod">
          <ac:chgData name="John Hu" userId="213e45b8a479442b" providerId="LiveId" clId="{F8284473-A6A8-42D0-B117-71A9B2DB66A7}" dt="2025-06-09T14:48:47.167" v="2662" actId="164"/>
          <ac:cxnSpMkLst>
            <pc:docMk/>
            <pc:sldMk cId="1443052510" sldId="706"/>
            <ac:cxnSpMk id="24" creationId="{4B9E1EB1-2C25-D149-B3A4-216D275C1592}"/>
          </ac:cxnSpMkLst>
        </pc:cxnChg>
        <pc:cxnChg chg="add mod">
          <ac:chgData name="John Hu" userId="213e45b8a479442b" providerId="LiveId" clId="{F8284473-A6A8-42D0-B117-71A9B2DB66A7}" dt="2025-06-09T14:50:01.693" v="2714" actId="1037"/>
          <ac:cxnSpMkLst>
            <pc:docMk/>
            <pc:sldMk cId="1443052510" sldId="706"/>
            <ac:cxnSpMk id="31" creationId="{EB086B9A-DFB4-6920-410E-2703ACD8A387}"/>
          </ac:cxnSpMkLst>
        </pc:cxnChg>
        <pc:cxnChg chg="add mod">
          <ac:chgData name="John Hu" userId="213e45b8a479442b" providerId="LiveId" clId="{F8284473-A6A8-42D0-B117-71A9B2DB66A7}" dt="2025-06-09T14:50:12.521" v="2718" actId="1037"/>
          <ac:cxnSpMkLst>
            <pc:docMk/>
            <pc:sldMk cId="1443052510" sldId="706"/>
            <ac:cxnSpMk id="36" creationId="{960A4161-B0D0-B098-88E2-84AFE277E504}"/>
          </ac:cxnSpMkLst>
        </pc:cxnChg>
        <pc:cxnChg chg="add mod">
          <ac:chgData name="John Hu" userId="213e45b8a479442b" providerId="LiveId" clId="{F8284473-A6A8-42D0-B117-71A9B2DB66A7}" dt="2025-06-09T14:48:47.167" v="2662" actId="164"/>
          <ac:cxnSpMkLst>
            <pc:docMk/>
            <pc:sldMk cId="1443052510" sldId="706"/>
            <ac:cxnSpMk id="37" creationId="{F5B4E25C-D8E6-CE64-3729-254F21F0949B}"/>
          </ac:cxnSpMkLst>
        </pc:cxnChg>
        <pc:cxnChg chg="add mod">
          <ac:chgData name="John Hu" userId="213e45b8a479442b" providerId="LiveId" clId="{F8284473-A6A8-42D0-B117-71A9B2DB66A7}" dt="2025-06-09T14:48:47.167" v="2662" actId="164"/>
          <ac:cxnSpMkLst>
            <pc:docMk/>
            <pc:sldMk cId="1443052510" sldId="706"/>
            <ac:cxnSpMk id="39" creationId="{3F6250E2-01E5-316D-D840-6F296AC3B77A}"/>
          </ac:cxnSpMkLst>
        </pc:cxnChg>
        <pc:cxnChg chg="add mod">
          <ac:chgData name="John Hu" userId="213e45b8a479442b" providerId="LiveId" clId="{F8284473-A6A8-42D0-B117-71A9B2DB66A7}" dt="2025-06-09T14:48:47.167" v="2662" actId="164"/>
          <ac:cxnSpMkLst>
            <pc:docMk/>
            <pc:sldMk cId="1443052510" sldId="706"/>
            <ac:cxnSpMk id="46" creationId="{39010AC7-5AB6-7926-EE4B-1F1885152894}"/>
          </ac:cxnSpMkLst>
        </pc:cxnChg>
        <pc:cxnChg chg="add mod">
          <ac:chgData name="John Hu" userId="213e45b8a479442b" providerId="LiveId" clId="{F8284473-A6A8-42D0-B117-71A9B2DB66A7}" dt="2025-06-09T14:48:47.167" v="2662" actId="164"/>
          <ac:cxnSpMkLst>
            <pc:docMk/>
            <pc:sldMk cId="1443052510" sldId="706"/>
            <ac:cxnSpMk id="50" creationId="{8A29F386-AFB1-F8DE-9F2F-8FF5C7AF74D5}"/>
          </ac:cxnSpMkLst>
        </pc:cxnChg>
      </pc:sldChg>
      <pc:sldChg chg="addSp delSp modSp add mod">
        <pc:chgData name="John Hu" userId="213e45b8a479442b" providerId="LiveId" clId="{F8284473-A6A8-42D0-B117-71A9B2DB66A7}" dt="2025-06-09T15:21:41.764" v="4093" actId="20577"/>
        <pc:sldMkLst>
          <pc:docMk/>
          <pc:sldMk cId="1804080505" sldId="707"/>
        </pc:sldMkLst>
        <pc:spChg chg="del">
          <ac:chgData name="John Hu" userId="213e45b8a479442b" providerId="LiveId" clId="{F8284473-A6A8-42D0-B117-71A9B2DB66A7}" dt="2025-06-09T15:17:22.889" v="3928" actId="478"/>
          <ac:spMkLst>
            <pc:docMk/>
            <pc:sldMk cId="1804080505" sldId="707"/>
            <ac:spMk id="3" creationId="{D76F83DD-0559-3187-7F86-1B4C2983414C}"/>
          </ac:spMkLst>
        </pc:spChg>
        <pc:spChg chg="add mod">
          <ac:chgData name="John Hu" userId="213e45b8a479442b" providerId="LiveId" clId="{F8284473-A6A8-42D0-B117-71A9B2DB66A7}" dt="2025-06-09T15:19:40.703" v="3985" actId="1076"/>
          <ac:spMkLst>
            <pc:docMk/>
            <pc:sldMk cId="1804080505" sldId="707"/>
            <ac:spMk id="5" creationId="{93193417-CE3E-3FA4-FB24-347E038FD5D0}"/>
          </ac:spMkLst>
        </pc:spChg>
        <pc:spChg chg="add mod">
          <ac:chgData name="John Hu" userId="213e45b8a479442b" providerId="LiveId" clId="{F8284473-A6A8-42D0-B117-71A9B2DB66A7}" dt="2025-06-09T15:20:22.173" v="4081" actId="1076"/>
          <ac:spMkLst>
            <pc:docMk/>
            <pc:sldMk cId="1804080505" sldId="707"/>
            <ac:spMk id="6" creationId="{8CE9990D-9877-8B92-C579-ED0E4F151364}"/>
          </ac:spMkLst>
        </pc:spChg>
        <pc:spChg chg="mod">
          <ac:chgData name="John Hu" userId="213e45b8a479442b" providerId="LiveId" clId="{F8284473-A6A8-42D0-B117-71A9B2DB66A7}" dt="2025-06-09T15:21:41.764" v="4093" actId="20577"/>
          <ac:spMkLst>
            <pc:docMk/>
            <pc:sldMk cId="1804080505" sldId="707"/>
            <ac:spMk id="8" creationId="{36177B38-43AB-4398-968B-448F8F0E5F49}"/>
          </ac:spMkLst>
        </pc:spChg>
        <pc:spChg chg="del">
          <ac:chgData name="John Hu" userId="213e45b8a479442b" providerId="LiveId" clId="{F8284473-A6A8-42D0-B117-71A9B2DB66A7}" dt="2025-06-09T15:17:22.889" v="3928" actId="478"/>
          <ac:spMkLst>
            <pc:docMk/>
            <pc:sldMk cId="1804080505" sldId="707"/>
            <ac:spMk id="13" creationId="{112B5ECF-1E46-4E7A-8499-0526CFBE0D9B}"/>
          </ac:spMkLst>
        </pc:spChg>
        <pc:picChg chg="add mod">
          <ac:chgData name="John Hu" userId="213e45b8a479442b" providerId="LiveId" clId="{F8284473-A6A8-42D0-B117-71A9B2DB66A7}" dt="2025-06-09T15:19:43.034" v="3986" actId="1076"/>
          <ac:picMkLst>
            <pc:docMk/>
            <pc:sldMk cId="1804080505" sldId="707"/>
            <ac:picMk id="2050" creationId="{9C1E51D7-5B3F-24B9-7E57-3CA52F70A2B6}"/>
          </ac:picMkLst>
        </pc:picChg>
      </pc:sldChg>
      <pc:sldChg chg="addSp delSp modSp add del mod">
        <pc:chgData name="John Hu" userId="213e45b8a479442b" providerId="LiveId" clId="{F8284473-A6A8-42D0-B117-71A9B2DB66A7}" dt="2025-06-09T15:16:12.959" v="3914" actId="47"/>
        <pc:sldMkLst>
          <pc:docMk/>
          <pc:sldMk cId="514355248" sldId="708"/>
        </pc:sldMkLst>
        <pc:spChg chg="add del">
          <ac:chgData name="John Hu" userId="213e45b8a479442b" providerId="LiveId" clId="{F8284473-A6A8-42D0-B117-71A9B2DB66A7}" dt="2025-06-09T14:57:36.203" v="2960" actId="22"/>
          <ac:spMkLst>
            <pc:docMk/>
            <pc:sldMk cId="514355248" sldId="708"/>
            <ac:spMk id="5" creationId="{032B537A-3D47-FFF3-B668-55ACDDE5E505}"/>
          </ac:spMkLst>
        </pc:spChg>
        <pc:spChg chg="mod">
          <ac:chgData name="John Hu" userId="213e45b8a479442b" providerId="LiveId" clId="{F8284473-A6A8-42D0-B117-71A9B2DB66A7}" dt="2025-06-09T14:54:13.601" v="2732" actId="20577"/>
          <ac:spMkLst>
            <pc:docMk/>
            <pc:sldMk cId="514355248" sldId="708"/>
            <ac:spMk id="8" creationId="{36177B38-43AB-4398-968B-448F8F0E5F49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11" creationId="{D946AD32-2386-B852-5719-1F070E7FE1F2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12" creationId="{EB225124-BC72-B7DB-D48D-751BD44CE3DB}"/>
          </ac:spMkLst>
        </pc:spChg>
        <pc:spChg chg="mod">
          <ac:chgData name="John Hu" userId="213e45b8a479442b" providerId="LiveId" clId="{F8284473-A6A8-42D0-B117-71A9B2DB66A7}" dt="2025-06-09T14:57:39.516" v="2961" actId="14100"/>
          <ac:spMkLst>
            <pc:docMk/>
            <pc:sldMk cId="514355248" sldId="708"/>
            <ac:spMk id="13" creationId="{112B5ECF-1E46-4E7A-8499-0526CFBE0D9B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14" creationId="{F50A630F-3494-D6BE-0AC9-84F0BED5366D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15" creationId="{465D1F21-E774-2D5C-10BA-29709DE8AF86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28" creationId="{A7C0A310-2207-F9F1-8068-C88B1EBC951F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30" creationId="{6CD0949C-50D0-BF0D-08A8-30C0E9AB02C6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33" creationId="{64EDE7E3-70D1-5222-A1FF-AA70EC1DCEFE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34" creationId="{5D176873-00FB-2859-7ED5-F94478B4FF82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35" creationId="{8037435C-FB60-C2C6-05BF-5B362307A341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38" creationId="{51526791-ACEC-31D0-81A4-4BEE945F5D2B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47" creationId="{0A0B313B-BDEA-CE2B-D6CB-CD8A2CDA6D0C}"/>
          </ac:spMkLst>
        </pc:spChg>
        <pc:spChg chg="mod">
          <ac:chgData name="John Hu" userId="213e45b8a479442b" providerId="LiveId" clId="{F8284473-A6A8-42D0-B117-71A9B2DB66A7}" dt="2025-06-09T14:57:41.459" v="2962" actId="113"/>
          <ac:spMkLst>
            <pc:docMk/>
            <pc:sldMk cId="514355248" sldId="708"/>
            <ac:spMk id="51" creationId="{1097A5FD-9450-33FC-A85A-73DD7360C996}"/>
          </ac:spMkLst>
        </pc:spChg>
        <pc:grpChg chg="mod">
          <ac:chgData name="John Hu" userId="213e45b8a479442b" providerId="LiveId" clId="{F8284473-A6A8-42D0-B117-71A9B2DB66A7}" dt="2025-06-09T14:57:51.235" v="2963" actId="1076"/>
          <ac:grpSpMkLst>
            <pc:docMk/>
            <pc:sldMk cId="514355248" sldId="708"/>
            <ac:grpSpMk id="52" creationId="{1ECD383D-236B-734B-B681-4794F3807E96}"/>
          </ac:grpSpMkLst>
        </pc:grpChg>
      </pc:sldChg>
      <pc:sldChg chg="addSp delSp modSp add mod ord">
        <pc:chgData name="John Hu" userId="213e45b8a479442b" providerId="LiveId" clId="{F8284473-A6A8-42D0-B117-71A9B2DB66A7}" dt="2025-06-09T15:09:46.492" v="3552" actId="1076"/>
        <pc:sldMkLst>
          <pc:docMk/>
          <pc:sldMk cId="111844650" sldId="709"/>
        </pc:sldMkLst>
        <pc:spChg chg="del">
          <ac:chgData name="John Hu" userId="213e45b8a479442b" providerId="LiveId" clId="{F8284473-A6A8-42D0-B117-71A9B2DB66A7}" dt="2025-06-09T14:54:20.929" v="2734" actId="478"/>
          <ac:spMkLst>
            <pc:docMk/>
            <pc:sldMk cId="111844650" sldId="709"/>
            <ac:spMk id="3" creationId="{D76F83DD-0559-3187-7F86-1B4C2983414C}"/>
          </ac:spMkLst>
        </pc:spChg>
        <pc:spChg chg="add mod">
          <ac:chgData name="John Hu" userId="213e45b8a479442b" providerId="LiveId" clId="{F8284473-A6A8-42D0-B117-71A9B2DB66A7}" dt="2025-06-09T15:09:35.649" v="3551" actId="1076"/>
          <ac:spMkLst>
            <pc:docMk/>
            <pc:sldMk cId="111844650" sldId="709"/>
            <ac:spMk id="5" creationId="{A2CCB415-A106-32CD-7AD2-CFFB3CC4D643}"/>
          </ac:spMkLst>
        </pc:spChg>
        <pc:spChg chg="add">
          <ac:chgData name="John Hu" userId="213e45b8a479442b" providerId="LiveId" clId="{F8284473-A6A8-42D0-B117-71A9B2DB66A7}" dt="2025-06-09T15:00:10.615" v="3117"/>
          <ac:spMkLst>
            <pc:docMk/>
            <pc:sldMk cId="111844650" sldId="709"/>
            <ac:spMk id="6" creationId="{A4E6BA75-A2E5-F000-8056-B5A586A214CB}"/>
          </ac:spMkLst>
        </pc:spChg>
        <pc:spChg chg="mod">
          <ac:chgData name="John Hu" userId="213e45b8a479442b" providerId="LiveId" clId="{F8284473-A6A8-42D0-B117-71A9B2DB66A7}" dt="2025-06-09T14:59:08.378" v="3022" actId="1076"/>
          <ac:spMkLst>
            <pc:docMk/>
            <pc:sldMk cId="111844650" sldId="709"/>
            <ac:spMk id="8" creationId="{36177B38-43AB-4398-968B-448F8F0E5F49}"/>
          </ac:spMkLst>
        </pc:spChg>
        <pc:spChg chg="del">
          <ac:chgData name="John Hu" userId="213e45b8a479442b" providerId="LiveId" clId="{F8284473-A6A8-42D0-B117-71A9B2DB66A7}" dt="2025-06-09T14:54:20.929" v="2734" actId="478"/>
          <ac:spMkLst>
            <pc:docMk/>
            <pc:sldMk cId="111844650" sldId="709"/>
            <ac:spMk id="9" creationId="{E13796A0-2ED6-084A-79C8-57E9305B091A}"/>
          </ac:spMkLst>
        </pc:spChg>
        <pc:spChg chg="add mod">
          <ac:chgData name="John Hu" userId="213e45b8a479442b" providerId="LiveId" clId="{F8284473-A6A8-42D0-B117-71A9B2DB66A7}" dt="2025-06-09T15:09:46.492" v="3552" actId="1076"/>
          <ac:spMkLst>
            <pc:docMk/>
            <pc:sldMk cId="111844650" sldId="709"/>
            <ac:spMk id="10" creationId="{795F409F-5889-49DC-7DC0-37EEBF5AC731}"/>
          </ac:spMkLst>
        </pc:spChg>
        <pc:spChg chg="del">
          <ac:chgData name="John Hu" userId="213e45b8a479442b" providerId="LiveId" clId="{F8284473-A6A8-42D0-B117-71A9B2DB66A7}" dt="2025-06-09T14:54:20.929" v="2734" actId="478"/>
          <ac:spMkLst>
            <pc:docMk/>
            <pc:sldMk cId="111844650" sldId="709"/>
            <ac:spMk id="13" creationId="{112B5ECF-1E46-4E7A-8499-0526CFBE0D9B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18" creationId="{2C1EEC90-8A3F-D735-7157-53BCC52541F3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20" creationId="{E77F8C48-159E-D9A5-1CAF-2E98FDDB8419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22" creationId="{9760652E-C2B7-2CA4-BBC0-F8A187B8AA8B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25" creationId="{E7AAFF3C-51A5-6624-3C82-B3DD80CA82D9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41" creationId="{32477E74-DADF-3CE6-5E06-074B1D2A4B8D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42" creationId="{EB5A0B35-7931-5E2E-A32E-21CE114A1B5D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44" creationId="{DDCE0A9B-F372-0143-5B4B-55880B496FAB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45" creationId="{F6B3EF93-B12A-D06C-180D-94A86BEDCDE8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48" creationId="{CE122262-9BD0-60BE-5880-BE38F27E8BAB}"/>
          </ac:spMkLst>
        </pc:spChg>
        <pc:spChg chg="del">
          <ac:chgData name="John Hu" userId="213e45b8a479442b" providerId="LiveId" clId="{F8284473-A6A8-42D0-B117-71A9B2DB66A7}" dt="2025-06-09T14:54:20.929" v="2734" actId="478"/>
          <ac:spMkLst>
            <pc:docMk/>
            <pc:sldMk cId="111844650" sldId="709"/>
            <ac:spMk id="54" creationId="{A37DF15F-4463-DEB6-E054-6CD1B248296B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55" creationId="{40AF4C7B-902A-69FC-BD52-36D2FD6BFA75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58" creationId="{78B3B2E3-D9AD-B99F-7AB8-7EE4AA0811B7}"/>
          </ac:spMkLst>
        </pc:spChg>
        <pc:spChg chg="mod">
          <ac:chgData name="John Hu" userId="213e45b8a479442b" providerId="LiveId" clId="{F8284473-A6A8-42D0-B117-71A9B2DB66A7}" dt="2025-06-09T15:05:49.227" v="3354"/>
          <ac:spMkLst>
            <pc:docMk/>
            <pc:sldMk cId="111844650" sldId="709"/>
            <ac:spMk id="60" creationId="{D9D290FF-AC93-967C-2707-ECB9BB4F8E33}"/>
          </ac:spMkLst>
        </pc:spChg>
        <pc:spChg chg="add mod">
          <ac:chgData name="John Hu" userId="213e45b8a479442b" providerId="LiveId" clId="{F8284473-A6A8-42D0-B117-71A9B2DB66A7}" dt="2025-06-09T15:06:31.698" v="3365" actId="14100"/>
          <ac:spMkLst>
            <pc:docMk/>
            <pc:sldMk cId="111844650" sldId="709"/>
            <ac:spMk id="61" creationId="{FF73D4E2-BB6A-849B-C805-D3297CC8772B}"/>
          </ac:spMkLst>
        </pc:spChg>
        <pc:grpChg chg="add mod">
          <ac:chgData name="John Hu" userId="213e45b8a479442b" providerId="LiveId" clId="{F8284473-A6A8-42D0-B117-71A9B2DB66A7}" dt="2025-06-09T15:05:52.870" v="3355" actId="1076"/>
          <ac:grpSpMkLst>
            <pc:docMk/>
            <pc:sldMk cId="111844650" sldId="709"/>
            <ac:grpSpMk id="16" creationId="{15BECD61-5EF9-E042-6844-F2A0D8D5925D}"/>
          </ac:grpSpMkLst>
        </pc:grpChg>
        <pc:grpChg chg="del">
          <ac:chgData name="John Hu" userId="213e45b8a479442b" providerId="LiveId" clId="{F8284473-A6A8-42D0-B117-71A9B2DB66A7}" dt="2025-06-09T14:54:20.929" v="2734" actId="478"/>
          <ac:grpSpMkLst>
            <pc:docMk/>
            <pc:sldMk cId="111844650" sldId="709"/>
            <ac:grpSpMk id="52" creationId="{1ECD383D-236B-734B-B681-4794F3807E96}"/>
          </ac:grpSpMkLst>
        </pc:grp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26" creationId="{420CE330-5A3C-0E53-542A-7F952550474C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27" creationId="{DC0536EC-CF05-50D9-BE1C-84C108C5D4DD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29" creationId="{A7C83D41-2012-49BE-C43B-295BB9FF4EFD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32" creationId="{2AD1B26E-EC25-3781-6BB2-316EA0E8E4C9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40" creationId="{83561376-8B37-3AA6-6FA6-098743BE2ECD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43" creationId="{80CEE6A0-D7DA-A551-7259-A9EBAAC56C5D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49" creationId="{E8FF073A-A413-8E03-15EE-6096A2E89C99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53" creationId="{E6612D52-6912-A059-48D0-4A9FD1CC2DBA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56" creationId="{5BA10D50-1795-0E0E-B2E4-727401B12E56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57" creationId="{3F314633-B101-4004-5A12-AD80F1C3F932}"/>
          </ac:cxnSpMkLst>
        </pc:cxnChg>
        <pc:cxnChg chg="mod">
          <ac:chgData name="John Hu" userId="213e45b8a479442b" providerId="LiveId" clId="{F8284473-A6A8-42D0-B117-71A9B2DB66A7}" dt="2025-06-09T15:05:49.227" v="3354"/>
          <ac:cxnSpMkLst>
            <pc:docMk/>
            <pc:sldMk cId="111844650" sldId="709"/>
            <ac:cxnSpMk id="59" creationId="{E36B1561-A234-58A4-BE28-9FD16B45DEC1}"/>
          </ac:cxnSpMkLst>
        </pc:cxnChg>
      </pc:sldChg>
      <pc:sldChg chg="delSp modSp add mod">
        <pc:chgData name="John Hu" userId="213e45b8a479442b" providerId="LiveId" clId="{F8284473-A6A8-42D0-B117-71A9B2DB66A7}" dt="2025-06-09T15:08:42.282" v="3523" actId="403"/>
        <pc:sldMkLst>
          <pc:docMk/>
          <pc:sldMk cId="1404137892" sldId="710"/>
        </pc:sldMkLst>
        <pc:spChg chg="mod">
          <ac:chgData name="John Hu" userId="213e45b8a479442b" providerId="LiveId" clId="{F8284473-A6A8-42D0-B117-71A9B2DB66A7}" dt="2025-06-09T15:08:42.282" v="3523" actId="403"/>
          <ac:spMkLst>
            <pc:docMk/>
            <pc:sldMk cId="1404137892" sldId="710"/>
            <ac:spMk id="5" creationId="{A2CCB415-A106-32CD-7AD2-CFFB3CC4D643}"/>
          </ac:spMkLst>
        </pc:spChg>
        <pc:spChg chg="mod">
          <ac:chgData name="John Hu" userId="213e45b8a479442b" providerId="LiveId" clId="{F8284473-A6A8-42D0-B117-71A9B2DB66A7}" dt="2025-06-09T15:08:33.656" v="3522" actId="1076"/>
          <ac:spMkLst>
            <pc:docMk/>
            <pc:sldMk cId="1404137892" sldId="710"/>
            <ac:spMk id="10" creationId="{795F409F-5889-49DC-7DC0-37EEBF5AC731}"/>
          </ac:spMkLst>
        </pc:spChg>
        <pc:spChg chg="del">
          <ac:chgData name="John Hu" userId="213e45b8a479442b" providerId="LiveId" clId="{F8284473-A6A8-42D0-B117-71A9B2DB66A7}" dt="2025-06-09T15:08:00.758" v="3490" actId="478"/>
          <ac:spMkLst>
            <pc:docMk/>
            <pc:sldMk cId="1404137892" sldId="710"/>
            <ac:spMk id="61" creationId="{FF73D4E2-BB6A-849B-C805-D3297CC8772B}"/>
          </ac:spMkLst>
        </pc:spChg>
        <pc:grpChg chg="del">
          <ac:chgData name="John Hu" userId="213e45b8a479442b" providerId="LiveId" clId="{F8284473-A6A8-42D0-B117-71A9B2DB66A7}" dt="2025-06-09T15:07:58.863" v="3489" actId="478"/>
          <ac:grpSpMkLst>
            <pc:docMk/>
            <pc:sldMk cId="1404137892" sldId="710"/>
            <ac:grpSpMk id="16" creationId="{15BECD61-5EF9-E042-6844-F2A0D8D5925D}"/>
          </ac:grpSpMkLst>
        </pc:grpChg>
      </pc:sldChg>
      <pc:sldChg chg="addSp modSp add mod">
        <pc:chgData name="John Hu" userId="213e45b8a479442b" providerId="LiveId" clId="{F8284473-A6A8-42D0-B117-71A9B2DB66A7}" dt="2025-06-09T15:22:40.849" v="4100" actId="13926"/>
        <pc:sldMkLst>
          <pc:docMk/>
          <pc:sldMk cId="483647218" sldId="711"/>
        </pc:sldMkLst>
        <pc:spChg chg="add mod">
          <ac:chgData name="John Hu" userId="213e45b8a479442b" providerId="LiveId" clId="{F8284473-A6A8-42D0-B117-71A9B2DB66A7}" dt="2025-06-09T15:17:08.524" v="3925" actId="1076"/>
          <ac:spMkLst>
            <pc:docMk/>
            <pc:sldMk cId="483647218" sldId="711"/>
            <ac:spMk id="3" creationId="{E609A8FF-6837-66DA-6570-F9F838801F79}"/>
          </ac:spMkLst>
        </pc:spChg>
        <pc:spChg chg="add mod">
          <ac:chgData name="John Hu" userId="213e45b8a479442b" providerId="LiveId" clId="{F8284473-A6A8-42D0-B117-71A9B2DB66A7}" dt="2025-06-09T15:17:08.524" v="3925" actId="1076"/>
          <ac:spMkLst>
            <pc:docMk/>
            <pc:sldMk cId="483647218" sldId="711"/>
            <ac:spMk id="4" creationId="{048A2F7C-62C9-CD57-043F-E4FBB52055F3}"/>
          </ac:spMkLst>
        </pc:spChg>
        <pc:spChg chg="mod">
          <ac:chgData name="John Hu" userId="213e45b8a479442b" providerId="LiveId" clId="{F8284473-A6A8-42D0-B117-71A9B2DB66A7}" dt="2025-06-09T15:10:52.352" v="3663" actId="20577"/>
          <ac:spMkLst>
            <pc:docMk/>
            <pc:sldMk cId="483647218" sldId="711"/>
            <ac:spMk id="5" creationId="{A2CCB415-A106-32CD-7AD2-CFFB3CC4D643}"/>
          </ac:spMkLst>
        </pc:spChg>
        <pc:spChg chg="add mod">
          <ac:chgData name="John Hu" userId="213e45b8a479442b" providerId="LiveId" clId="{F8284473-A6A8-42D0-B117-71A9B2DB66A7}" dt="2025-06-09T15:17:08.524" v="3925" actId="1076"/>
          <ac:spMkLst>
            <pc:docMk/>
            <pc:sldMk cId="483647218" sldId="711"/>
            <ac:spMk id="6" creationId="{9A858F31-F034-B002-9374-2D70D0FA8C91}"/>
          </ac:spMkLst>
        </pc:spChg>
        <pc:spChg chg="mod">
          <ac:chgData name="John Hu" userId="213e45b8a479442b" providerId="LiveId" clId="{F8284473-A6A8-42D0-B117-71A9B2DB66A7}" dt="2025-06-09T15:13:12.855" v="3682" actId="20577"/>
          <ac:spMkLst>
            <pc:docMk/>
            <pc:sldMk cId="483647218" sldId="711"/>
            <ac:spMk id="8" creationId="{36177B38-43AB-4398-968B-448F8F0E5F49}"/>
          </ac:spMkLst>
        </pc:spChg>
        <pc:spChg chg="mod">
          <ac:chgData name="John Hu" userId="213e45b8a479442b" providerId="LiveId" clId="{F8284473-A6A8-42D0-B117-71A9B2DB66A7}" dt="2025-06-09T15:22:40.849" v="4100" actId="13926"/>
          <ac:spMkLst>
            <pc:docMk/>
            <pc:sldMk cId="483647218" sldId="711"/>
            <ac:spMk id="10" creationId="{795F409F-5889-49DC-7DC0-37EEBF5AC731}"/>
          </ac:spMkLst>
        </pc:spChg>
      </pc:sldChg>
      <pc:sldChg chg="addSp delSp modSp add del mod">
        <pc:chgData name="John Hu" userId="213e45b8a479442b" providerId="LiveId" clId="{F8284473-A6A8-42D0-B117-71A9B2DB66A7}" dt="2025-06-09T15:17:16.818" v="3926" actId="47"/>
        <pc:sldMkLst>
          <pc:docMk/>
          <pc:sldMk cId="3254270332" sldId="712"/>
        </pc:sldMkLst>
        <pc:spChg chg="add del mod">
          <ac:chgData name="John Hu" userId="213e45b8a479442b" providerId="LiveId" clId="{F8284473-A6A8-42D0-B117-71A9B2DB66A7}" dt="2025-06-09T15:16:50.730" v="3923" actId="478"/>
          <ac:spMkLst>
            <pc:docMk/>
            <pc:sldMk cId="3254270332" sldId="712"/>
            <ac:spMk id="4" creationId="{DB08E0CD-E90C-0117-D388-B63AED692DAC}"/>
          </ac:spMkLst>
        </pc:spChg>
        <pc:spChg chg="mod">
          <ac:chgData name="John Hu" userId="213e45b8a479442b" providerId="LiveId" clId="{F8284473-A6A8-42D0-B117-71A9B2DB66A7}" dt="2025-06-09T15:15:01.201" v="3913" actId="20577"/>
          <ac:spMkLst>
            <pc:docMk/>
            <pc:sldMk cId="3254270332" sldId="712"/>
            <ac:spMk id="5" creationId="{A2CCB415-A106-32CD-7AD2-CFFB3CC4D643}"/>
          </ac:spMkLst>
        </pc:spChg>
        <pc:spChg chg="mod">
          <ac:chgData name="John Hu" userId="213e45b8a479442b" providerId="LiveId" clId="{F8284473-A6A8-42D0-B117-71A9B2DB66A7}" dt="2025-06-09T15:13:55.124" v="3779" actId="20577"/>
          <ac:spMkLst>
            <pc:docMk/>
            <pc:sldMk cId="3254270332" sldId="712"/>
            <ac:spMk id="8" creationId="{36177B38-43AB-4398-968B-448F8F0E5F49}"/>
          </ac:spMkLst>
        </pc:spChg>
        <pc:spChg chg="mod">
          <ac:chgData name="John Hu" userId="213e45b8a479442b" providerId="LiveId" clId="{F8284473-A6A8-42D0-B117-71A9B2DB66A7}" dt="2025-06-09T15:14:50.822" v="3912"/>
          <ac:spMkLst>
            <pc:docMk/>
            <pc:sldMk cId="3254270332" sldId="712"/>
            <ac:spMk id="10" creationId="{795F409F-5889-49DC-7DC0-37EEBF5AC731}"/>
          </ac:spMkLst>
        </pc:spChg>
      </pc:sldChg>
      <pc:sldChg chg="add del">
        <pc:chgData name="John Hu" userId="213e45b8a479442b" providerId="LiveId" clId="{F8284473-A6A8-42D0-B117-71A9B2DB66A7}" dt="2025-06-09T15:17:19.266" v="3927" actId="47"/>
        <pc:sldMkLst>
          <pc:docMk/>
          <pc:sldMk cId="3473806117" sldId="713"/>
        </pc:sldMkLst>
      </pc:sldChg>
    </pc:docChg>
  </pc:docChgLst>
  <pc:docChgLst>
    <pc:chgData userId="213e45b8a479442b" providerId="LiveId" clId="{280C0565-1D83-401F-857C-49A7F7ED5C3C}"/>
    <pc:docChg chg="undo redo custSel addSld delSld modSld sldOrd">
      <pc:chgData name="" userId="213e45b8a479442b" providerId="LiveId" clId="{280C0565-1D83-401F-857C-49A7F7ED5C3C}" dt="2024-03-17T07:06:52.218" v="15686" actId="20577"/>
      <pc:docMkLst>
        <pc:docMk/>
      </pc:docMkLst>
      <pc:sldChg chg="modSp">
        <pc:chgData name="" userId="213e45b8a479442b" providerId="LiveId" clId="{280C0565-1D83-401F-857C-49A7F7ED5C3C}" dt="2024-03-17T07:05:50.578" v="15682" actId="207"/>
        <pc:sldMkLst>
          <pc:docMk/>
          <pc:sldMk cId="1475978079" sldId="423"/>
        </pc:sldMkLst>
        <pc:spChg chg="mod">
          <ac:chgData name="" userId="213e45b8a479442b" providerId="LiveId" clId="{280C0565-1D83-401F-857C-49A7F7ED5C3C}" dt="2024-03-17T07:05:50.578" v="15682" actId="207"/>
          <ac:spMkLst>
            <pc:docMk/>
            <pc:sldMk cId="1475978079" sldId="423"/>
            <ac:spMk id="2" creationId="{5888EE31-F44C-4034-8407-4C756F65702C}"/>
          </ac:spMkLst>
        </pc:spChg>
      </pc:sldChg>
      <pc:sldChg chg="addSp modSp">
        <pc:chgData name="" userId="213e45b8a479442b" providerId="LiveId" clId="{280C0565-1D83-401F-857C-49A7F7ED5C3C}" dt="2024-03-17T07:06:52.218" v="15686" actId="20577"/>
        <pc:sldMkLst>
          <pc:docMk/>
          <pc:sldMk cId="2256634334" sldId="427"/>
        </pc:sldMkLst>
        <pc:spChg chg="mod">
          <ac:chgData name="" userId="213e45b8a479442b" providerId="LiveId" clId="{280C0565-1D83-401F-857C-49A7F7ED5C3C}" dt="2024-03-12T13:05:19.618" v="7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3" creationId="{30F0AC51-4500-404D-B030-4FE49D08C651}"/>
          </ac:spMkLst>
        </pc:spChg>
        <pc:spChg chg="add mod">
          <ac:chgData name="" userId="213e45b8a479442b" providerId="LiveId" clId="{280C0565-1D83-401F-857C-49A7F7ED5C3C}" dt="2024-03-17T07:06:52.218" v="15686" actId="20577"/>
          <ac:spMkLst>
            <pc:docMk/>
            <pc:sldMk cId="2256634334" sldId="427"/>
            <ac:spMk id="4" creationId="{D5373E77-AFF8-4BD6-8E08-6B50A2AE86B2}"/>
          </ac:spMkLst>
        </pc:spChg>
        <pc:spChg chg="add 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5" creationId="{1D1DB04B-4013-4417-8672-E23B01AD4889}"/>
          </ac:spMkLst>
        </pc:spChg>
        <pc:spChg chg="add mod">
          <ac:chgData name="" userId="213e45b8a479442b" providerId="LiveId" clId="{280C0565-1D83-401F-857C-49A7F7ED5C3C}" dt="2024-03-17T07:06:50.024" v="15685" actId="20577"/>
          <ac:spMkLst>
            <pc:docMk/>
            <pc:sldMk cId="2256634334" sldId="427"/>
            <ac:spMk id="6" creationId="{981A77B7-054B-4C3E-AA9B-8611E9DFB4A3}"/>
          </ac:spMkLst>
        </pc:spChg>
        <pc:spChg chg="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8" creationId="{36177B38-43AB-4398-968B-448F8F0E5F49}"/>
          </ac:spMkLst>
        </pc:spChg>
      </pc:sldChg>
      <pc:sldChg chg="addSp delSp modSp">
        <pc:chgData name="" userId="213e45b8a479442b" providerId="LiveId" clId="{280C0565-1D83-401F-857C-49A7F7ED5C3C}" dt="2024-03-15T11:48:24.514" v="7522" actId="1076"/>
        <pc:sldMkLst>
          <pc:docMk/>
          <pc:sldMk cId="2378383801" sldId="429"/>
        </pc:sldMkLst>
        <pc:spChg chg="mod">
          <ac:chgData name="" userId="213e45b8a479442b" providerId="LiveId" clId="{280C0565-1D83-401F-857C-49A7F7ED5C3C}" dt="2024-03-15T11:46:19.856" v="7394"/>
          <ac:spMkLst>
            <pc:docMk/>
            <pc:sldMk cId="2378383801" sldId="429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5T11:41:54.677" v="7211"/>
          <ac:spMkLst>
            <pc:docMk/>
            <pc:sldMk cId="2378383801" sldId="429"/>
            <ac:spMk id="4" creationId="{5ABAD502-D00E-4130-9182-24AC1C080ECA}"/>
          </ac:spMkLst>
        </pc:spChg>
        <pc:spChg chg="add del mod">
          <ac:chgData name="" userId="213e45b8a479442b" providerId="LiveId" clId="{280C0565-1D83-401F-857C-49A7F7ED5C3C}" dt="2024-03-15T11:42:33.162" v="7221"/>
          <ac:spMkLst>
            <pc:docMk/>
            <pc:sldMk cId="2378383801" sldId="429"/>
            <ac:spMk id="5" creationId="{E4DE8159-685A-4E6E-A3EC-7CE79C2C1887}"/>
          </ac:spMkLst>
        </pc:spChg>
        <pc:spChg chg="add del mod">
          <ac:chgData name="" userId="213e45b8a479442b" providerId="LiveId" clId="{280C0565-1D83-401F-857C-49A7F7ED5C3C}" dt="2024-03-15T11:46:42.809" v="7400" actId="478"/>
          <ac:spMkLst>
            <pc:docMk/>
            <pc:sldMk cId="2378383801" sldId="429"/>
            <ac:spMk id="6" creationId="{2598AC0D-3120-42E7-89AE-1C83F0806FB2}"/>
          </ac:spMkLst>
        </pc:spChg>
        <pc:spChg chg="add mod">
          <ac:chgData name="" userId="213e45b8a479442b" providerId="LiveId" clId="{280C0565-1D83-401F-857C-49A7F7ED5C3C}" dt="2024-03-15T11:48:24.514" v="7522" actId="1076"/>
          <ac:spMkLst>
            <pc:docMk/>
            <pc:sldMk cId="2378383801" sldId="429"/>
            <ac:spMk id="7" creationId="{39E314E7-1C9E-498E-A297-D3E756D9C4D6}"/>
          </ac:spMkLst>
        </pc:spChg>
        <pc:spChg chg="mod">
          <ac:chgData name="" userId="213e45b8a479442b" providerId="LiveId" clId="{280C0565-1D83-401F-857C-49A7F7ED5C3C}" dt="2024-03-12T13:05:40.940" v="13" actId="20577"/>
          <ac:spMkLst>
            <pc:docMk/>
            <pc:sldMk cId="2378383801" sldId="429"/>
            <ac:spMk id="8" creationId="{36177B38-43AB-4398-968B-448F8F0E5F49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3144623804" sldId="579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3144623804" sldId="579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2T13:14:40.399" v="297" actId="20577"/>
          <ac:spMkLst>
            <pc:docMk/>
            <pc:sldMk cId="3144623804" sldId="579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2T13:14:52.276" v="314" actId="20577"/>
          <ac:spMkLst>
            <pc:docMk/>
            <pc:sldMk cId="3144623804" sldId="579"/>
            <ac:spMk id="8" creationId="{36177B38-43AB-4398-968B-448F8F0E5F49}"/>
          </ac:spMkLst>
        </pc:spChg>
      </pc:sldChg>
      <pc:sldChg chg="modSp add">
        <pc:chgData name="" userId="213e45b8a479442b" providerId="LiveId" clId="{280C0565-1D83-401F-857C-49A7F7ED5C3C}" dt="2024-03-16T01:34:10.469" v="9771"/>
        <pc:sldMkLst>
          <pc:docMk/>
          <pc:sldMk cId="1927079519" sldId="584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1927079519" sldId="584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5:27:13.055" v="1064" actId="20577"/>
          <ac:spMkLst>
            <pc:docMk/>
            <pc:sldMk cId="1927079519" sldId="584"/>
            <ac:spMk id="3" creationId="{FC3DE994-F8E6-4715-916B-9859E1A19738}"/>
          </ac:spMkLst>
        </pc:spChg>
      </pc:sldChg>
      <pc:sldChg chg="addSp modSp add">
        <pc:chgData name="" userId="213e45b8a479442b" providerId="LiveId" clId="{280C0565-1D83-401F-857C-49A7F7ED5C3C}" dt="2024-03-16T01:34:10.469" v="9771"/>
        <pc:sldMkLst>
          <pc:docMk/>
          <pc:sldMk cId="4079032019" sldId="585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4079032019" sldId="585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5:47:40.301" v="1088" actId="20577"/>
          <ac:spMkLst>
            <pc:docMk/>
            <pc:sldMk cId="4079032019" sldId="585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4T05:28:11.245" v="1076" actId="403"/>
          <ac:spMkLst>
            <pc:docMk/>
            <pc:sldMk cId="4079032019" sldId="585"/>
            <ac:spMk id="4" creationId="{1190135C-93F7-45F8-9904-9390647D2E3E}"/>
          </ac:spMkLst>
        </pc:spChg>
        <pc:spChg chg="mod">
          <ac:chgData name="" userId="213e45b8a479442b" providerId="LiveId" clId="{280C0565-1D83-401F-857C-49A7F7ED5C3C}" dt="2024-03-12T13:23:24.845" v="452" actId="20577"/>
          <ac:spMkLst>
            <pc:docMk/>
            <pc:sldMk cId="4079032019" sldId="585"/>
            <ac:spMk id="8" creationId="{36177B38-43AB-4398-968B-448F8F0E5F49}"/>
          </ac:spMkLst>
        </pc:spChg>
        <pc:picChg chg="add mod">
          <ac:chgData name="" userId="213e45b8a479442b" providerId="LiveId" clId="{280C0565-1D83-401F-857C-49A7F7ED5C3C}" dt="2024-03-12T13:38:57.075" v="838" actId="1076"/>
          <ac:picMkLst>
            <pc:docMk/>
            <pc:sldMk cId="4079032019" sldId="585"/>
            <ac:picMk id="5" creationId="{1B77FC2A-49BC-4A2C-902E-E64DF68C8D7B}"/>
          </ac:picMkLst>
        </pc:picChg>
      </pc:sldChg>
      <pc:sldChg chg="addSp delSp modSp add">
        <pc:chgData name="" userId="213e45b8a479442b" providerId="LiveId" clId="{280C0565-1D83-401F-857C-49A7F7ED5C3C}" dt="2024-03-16T01:34:10.469" v="9771"/>
        <pc:sldMkLst>
          <pc:docMk/>
          <pc:sldMk cId="65379693" sldId="586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65379693" sldId="586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2T13:33:46.035" v="825"/>
          <ac:spMkLst>
            <pc:docMk/>
            <pc:sldMk cId="65379693" sldId="586"/>
            <ac:spMk id="3" creationId="{FC3DE994-F8E6-4715-916B-9859E1A19738}"/>
          </ac:spMkLst>
        </pc:spChg>
        <pc:picChg chg="add del mod">
          <ac:chgData name="" userId="213e45b8a479442b" providerId="LiveId" clId="{280C0565-1D83-401F-857C-49A7F7ED5C3C}" dt="2024-03-12T13:38:46.295" v="832"/>
          <ac:picMkLst>
            <pc:docMk/>
            <pc:sldMk cId="65379693" sldId="586"/>
            <ac:picMk id="4" creationId="{F821A0DD-CEFC-4A3E-97DF-66863CF9BFC0}"/>
          </ac:picMkLst>
        </pc:picChg>
        <pc:picChg chg="add mod">
          <ac:chgData name="" userId="213e45b8a479442b" providerId="LiveId" clId="{280C0565-1D83-401F-857C-49A7F7ED5C3C}" dt="2024-03-12T13:38:52.413" v="836" actId="1076"/>
          <ac:picMkLst>
            <pc:docMk/>
            <pc:sldMk cId="65379693" sldId="586"/>
            <ac:picMk id="5" creationId="{D6C67F4E-BF99-4F3C-A85F-EAC449302DEE}"/>
          </ac:picMkLst>
        </pc:picChg>
      </pc:sldChg>
      <pc:sldChg chg="delSp modSp add">
        <pc:chgData name="" userId="213e45b8a479442b" providerId="LiveId" clId="{280C0565-1D83-401F-857C-49A7F7ED5C3C}" dt="2024-03-16T01:34:10.469" v="9771"/>
        <pc:sldMkLst>
          <pc:docMk/>
          <pc:sldMk cId="4222155825" sldId="587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4222155825" sldId="58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2T13:39:51.540" v="954" actId="20577"/>
          <ac:spMkLst>
            <pc:docMk/>
            <pc:sldMk cId="4222155825" sldId="587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2T13:51:47.763" v="991" actId="20577"/>
          <ac:spMkLst>
            <pc:docMk/>
            <pc:sldMk cId="4222155825" sldId="587"/>
            <ac:spMk id="8" creationId="{36177B38-43AB-4398-968B-448F8F0E5F49}"/>
          </ac:spMkLst>
        </pc:spChg>
        <pc:picChg chg="del">
          <ac:chgData name="" userId="213e45b8a479442b" providerId="LiveId" clId="{280C0565-1D83-401F-857C-49A7F7ED5C3C}" dt="2024-03-12T13:39:41.338" v="925" actId="478"/>
          <ac:picMkLst>
            <pc:docMk/>
            <pc:sldMk cId="4222155825" sldId="587"/>
            <ac:picMk id="5" creationId="{D6C67F4E-BF99-4F3C-A85F-EAC449302DEE}"/>
          </ac:picMkLst>
        </pc:pic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3702347036" sldId="588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3702347036" sldId="588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6:20:29.753" v="1311" actId="13822"/>
          <ac:spMkLst>
            <pc:docMk/>
            <pc:sldMk cId="3702347036" sldId="588"/>
            <ac:spMk id="19" creationId="{B9BC1CEB-0C66-44F6-8026-8C5FF318866D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3251409822" sldId="589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3251409822" sldId="589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6:20:34.705" v="1312" actId="13822"/>
          <ac:spMkLst>
            <pc:docMk/>
            <pc:sldMk cId="3251409822" sldId="589"/>
            <ac:spMk id="19" creationId="{B9BC1CEB-0C66-44F6-8026-8C5FF318866D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2263791270" sldId="590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2263791270" sldId="590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6:20:41.247" v="1313" actId="13822"/>
          <ac:spMkLst>
            <pc:docMk/>
            <pc:sldMk cId="2263791270" sldId="590"/>
            <ac:spMk id="19" creationId="{B9BC1CEB-0C66-44F6-8026-8C5FF318866D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2560977653" sldId="591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2560977653" sldId="591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7:17:02.821" v="2587" actId="6549"/>
          <ac:spMkLst>
            <pc:docMk/>
            <pc:sldMk cId="2560977653" sldId="591"/>
            <ac:spMk id="7" creationId="{4E2E2802-182F-4EC3-BD38-AC893DE3659A}"/>
          </ac:spMkLst>
        </pc:spChg>
        <pc:spChg chg="mod">
          <ac:chgData name="" userId="213e45b8a479442b" providerId="LiveId" clId="{280C0565-1D83-401F-857C-49A7F7ED5C3C}" dt="2024-03-14T06:20:45.007" v="1314" actId="13822"/>
          <ac:spMkLst>
            <pc:docMk/>
            <pc:sldMk cId="2560977653" sldId="591"/>
            <ac:spMk id="19" creationId="{B9BC1CEB-0C66-44F6-8026-8C5FF318866D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3118514906" sldId="592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3118514906" sldId="592"/>
            <ac:spMk id="2" creationId="{5888EE31-F44C-4034-8407-4C756F65702C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3822434923" sldId="593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822434923" sldId="593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7:15:26.923" v="2546" actId="1035"/>
          <ac:spMkLst>
            <pc:docMk/>
            <pc:sldMk cId="3822434923" sldId="593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4T07:39:23.664" v="2955"/>
          <ac:spMkLst>
            <pc:docMk/>
            <pc:sldMk cId="3822434923" sldId="593"/>
            <ac:spMk id="5" creationId="{18E8F84B-4258-4E28-BF9D-7FA696E8123B}"/>
          </ac:spMkLst>
        </pc:spChg>
        <pc:spChg chg="del">
          <ac:chgData name="" userId="213e45b8a479442b" providerId="LiveId" clId="{280C0565-1D83-401F-857C-49A7F7ED5C3C}" dt="2024-03-14T06:15:08.965" v="1150" actId="478"/>
          <ac:spMkLst>
            <pc:docMk/>
            <pc:sldMk cId="3822434923" sldId="593"/>
            <ac:spMk id="7" creationId="{4E2E2802-182F-4EC3-BD38-AC893DE3659A}"/>
          </ac:spMkLst>
        </pc:spChg>
        <pc:spChg chg="mod">
          <ac:chgData name="" userId="213e45b8a479442b" providerId="LiveId" clId="{280C0565-1D83-401F-857C-49A7F7ED5C3C}" dt="2024-03-14T07:14:37.333" v="2516" actId="20577"/>
          <ac:spMkLst>
            <pc:docMk/>
            <pc:sldMk cId="3822434923" sldId="593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07:38:30.888" v="2953" actId="20577"/>
          <ac:spMkLst>
            <pc:docMk/>
            <pc:sldMk cId="3822434923" sldId="593"/>
            <ac:spMk id="10" creationId="{4D9CDC4E-E5FC-4827-898E-896C4F0AE55E}"/>
          </ac:spMkLst>
        </pc:spChg>
        <pc:spChg chg="del">
          <ac:chgData name="" userId="213e45b8a479442b" providerId="LiveId" clId="{280C0565-1D83-401F-857C-49A7F7ED5C3C}" dt="2024-03-14T06:11:18.745" v="1090" actId="478"/>
          <ac:spMkLst>
            <pc:docMk/>
            <pc:sldMk cId="3822434923" sldId="593"/>
            <ac:spMk id="11" creationId="{07CB944A-0B6B-4047-8187-6605ED279B62}"/>
          </ac:spMkLst>
        </pc:spChg>
        <pc:spChg chg="del">
          <ac:chgData name="" userId="213e45b8a479442b" providerId="LiveId" clId="{280C0565-1D83-401F-857C-49A7F7ED5C3C}" dt="2024-03-14T06:15:10.786" v="1151" actId="478"/>
          <ac:spMkLst>
            <pc:docMk/>
            <pc:sldMk cId="3822434923" sldId="593"/>
            <ac:spMk id="12" creationId="{B4455509-6222-448A-92CF-09446B07EB51}"/>
          </ac:spMkLst>
        </pc:spChg>
        <pc:spChg chg="add mod">
          <ac:chgData name="" userId="213e45b8a479442b" providerId="LiveId" clId="{280C0565-1D83-401F-857C-49A7F7ED5C3C}" dt="2024-03-14T07:15:18.568" v="2541" actId="571"/>
          <ac:spMkLst>
            <pc:docMk/>
            <pc:sldMk cId="3822434923" sldId="593"/>
            <ac:spMk id="13" creationId="{887573B6-C03E-4EAC-A21F-BABBBF20B322}"/>
          </ac:spMkLst>
        </pc:spChg>
        <pc:spChg chg="del">
          <ac:chgData name="" userId="213e45b8a479442b" providerId="LiveId" clId="{280C0565-1D83-401F-857C-49A7F7ED5C3C}" dt="2024-03-14T06:11:16.735" v="1089" actId="478"/>
          <ac:spMkLst>
            <pc:docMk/>
            <pc:sldMk cId="3822434923" sldId="593"/>
            <ac:spMk id="19" creationId="{B9BC1CEB-0C66-44F6-8026-8C5FF318866D}"/>
          </ac:spMkLst>
        </pc:spChg>
        <pc:picChg chg="add del mod">
          <ac:chgData name="" userId="213e45b8a479442b" providerId="LiveId" clId="{280C0565-1D83-401F-857C-49A7F7ED5C3C}" dt="2024-03-14T06:16:10.435" v="1153" actId="478"/>
          <ac:picMkLst>
            <pc:docMk/>
            <pc:sldMk cId="3822434923" sldId="593"/>
            <ac:picMk id="4" creationId="{4C0CFAAC-2BEC-42D8-9CD6-C08B4034F0C4}"/>
          </ac:picMkLst>
        </pc:picChg>
      </pc:sldChg>
      <pc:sldChg chg="addSp delSp modSp add modAnim">
        <pc:chgData name="" userId="213e45b8a479442b" providerId="LiveId" clId="{280C0565-1D83-401F-857C-49A7F7ED5C3C}" dt="2024-03-16T01:37:49.191" v="9858"/>
        <pc:sldMkLst>
          <pc:docMk/>
          <pc:sldMk cId="2102827251" sldId="594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102827251" sldId="594"/>
            <ac:spMk id="2" creationId="{5888EE31-F44C-4034-8407-4C756F65702C}"/>
          </ac:spMkLst>
        </pc:spChg>
        <pc:spChg chg="add mod">
          <ac:chgData name="" userId="213e45b8a479442b" providerId="LiveId" clId="{280C0565-1D83-401F-857C-49A7F7ED5C3C}" dt="2024-03-16T01:36:38.070" v="9825" actId="207"/>
          <ac:spMkLst>
            <pc:docMk/>
            <pc:sldMk cId="2102827251" sldId="594"/>
            <ac:spMk id="3" creationId="{03FFED80-128B-4C4C-B128-177C4644F495}"/>
          </ac:spMkLst>
        </pc:spChg>
        <pc:spChg chg="del">
          <ac:chgData name="" userId="213e45b8a479442b" providerId="LiveId" clId="{280C0565-1D83-401F-857C-49A7F7ED5C3C}" dt="2024-03-14T06:12:12.312" v="1148" actId="478"/>
          <ac:spMkLst>
            <pc:docMk/>
            <pc:sldMk cId="2102827251" sldId="594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6T01:01:15.563" v="8737" actId="478"/>
          <ac:spMkLst>
            <pc:docMk/>
            <pc:sldMk cId="2102827251" sldId="594"/>
            <ac:spMk id="7" creationId="{4E2E2802-182F-4EC3-BD38-AC893DE3659A}"/>
          </ac:spMkLst>
        </pc:spChg>
        <pc:spChg chg="mod">
          <ac:chgData name="" userId="213e45b8a479442b" providerId="LiveId" clId="{280C0565-1D83-401F-857C-49A7F7ED5C3C}" dt="2024-03-16T01:34:53.546" v="9777" actId="20577"/>
          <ac:spMkLst>
            <pc:docMk/>
            <pc:sldMk cId="2102827251" sldId="594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6T01:37:01.342" v="9840" actId="1035"/>
          <ac:spMkLst>
            <pc:docMk/>
            <pc:sldMk cId="2102827251" sldId="594"/>
            <ac:spMk id="10" creationId="{74E05309-2C53-4795-B08B-3646D26644A6}"/>
          </ac:spMkLst>
        </pc:spChg>
        <pc:spChg chg="add mod">
          <ac:chgData name="" userId="213e45b8a479442b" providerId="LiveId" clId="{280C0565-1D83-401F-857C-49A7F7ED5C3C}" dt="2024-03-16T01:37:31.711" v="9855" actId="14100"/>
          <ac:spMkLst>
            <pc:docMk/>
            <pc:sldMk cId="2102827251" sldId="594"/>
            <ac:spMk id="11" creationId="{BF34B16C-3A58-4701-8F05-58146B9DA3DB}"/>
          </ac:spMkLst>
        </pc:spChg>
        <pc:spChg chg="del">
          <ac:chgData name="" userId="213e45b8a479442b" providerId="LiveId" clId="{280C0565-1D83-401F-857C-49A7F7ED5C3C}" dt="2024-03-16T01:01:17.637" v="8738" actId="478"/>
          <ac:spMkLst>
            <pc:docMk/>
            <pc:sldMk cId="2102827251" sldId="594"/>
            <ac:spMk id="12" creationId="{B4455509-6222-448A-92CF-09446B07EB51}"/>
          </ac:spMkLst>
        </pc:spChg>
        <pc:picChg chg="mod">
          <ac:chgData name="" userId="213e45b8a479442b" providerId="LiveId" clId="{280C0565-1D83-401F-857C-49A7F7ED5C3C}" dt="2024-03-14T06:12:15.870" v="1149" actId="1076"/>
          <ac:picMkLst>
            <pc:docMk/>
            <pc:sldMk cId="2102827251" sldId="594"/>
            <ac:picMk id="4" creationId="{4C0CFAAC-2BEC-42D8-9CD6-C08B4034F0C4}"/>
          </ac:picMkLst>
        </pc:picChg>
        <pc:picChg chg="add mod">
          <ac:chgData name="" userId="213e45b8a479442b" providerId="LiveId" clId="{280C0565-1D83-401F-857C-49A7F7ED5C3C}" dt="2024-03-16T01:36:45.300" v="9827" actId="571"/>
          <ac:picMkLst>
            <pc:docMk/>
            <pc:sldMk cId="2102827251" sldId="594"/>
            <ac:picMk id="9" creationId="{21E56883-2DBE-4DC2-9D34-2A0B8382A31F}"/>
          </ac:picMkLst>
        </pc:picChg>
      </pc:sldChg>
      <pc:sldChg chg="addSp delSp modSp add">
        <pc:chgData name="" userId="213e45b8a479442b" providerId="LiveId" clId="{280C0565-1D83-401F-857C-49A7F7ED5C3C}" dt="2024-03-16T02:21:10.768" v="13031" actId="113"/>
        <pc:sldMkLst>
          <pc:docMk/>
          <pc:sldMk cId="3225204648" sldId="595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225204648" sldId="595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7:07:13.663" v="2100" actId="20577"/>
          <ac:spMkLst>
            <pc:docMk/>
            <pc:sldMk cId="3225204648" sldId="595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4T06:19:16.148" v="1280"/>
          <ac:spMkLst>
            <pc:docMk/>
            <pc:sldMk cId="3225204648" sldId="595"/>
            <ac:spMk id="4" creationId="{7C4F2EFF-55E6-4A9E-AF60-7CD386DD6D3A}"/>
          </ac:spMkLst>
        </pc:spChg>
        <pc:spChg chg="add mod">
          <ac:chgData name="" userId="213e45b8a479442b" providerId="LiveId" clId="{280C0565-1D83-401F-857C-49A7F7ED5C3C}" dt="2024-03-16T02:21:04.447" v="13028" actId="113"/>
          <ac:spMkLst>
            <pc:docMk/>
            <pc:sldMk cId="3225204648" sldId="595"/>
            <ac:spMk id="5" creationId="{60E21369-2BDB-47DB-A5F0-6BAA51555943}"/>
          </ac:spMkLst>
        </pc:spChg>
        <pc:spChg chg="add del">
          <ac:chgData name="" userId="213e45b8a479442b" providerId="LiveId" clId="{280C0565-1D83-401F-857C-49A7F7ED5C3C}" dt="2024-03-14T07:39:26.600" v="2957"/>
          <ac:spMkLst>
            <pc:docMk/>
            <pc:sldMk cId="3225204648" sldId="595"/>
            <ac:spMk id="6" creationId="{E65479F2-2C22-4F76-B40E-26EDD45D2C0B}"/>
          </ac:spMkLst>
        </pc:spChg>
        <pc:spChg chg="add mod">
          <ac:chgData name="" userId="213e45b8a479442b" providerId="LiveId" clId="{280C0565-1D83-401F-857C-49A7F7ED5C3C}" dt="2024-03-16T02:21:10.768" v="13031" actId="113"/>
          <ac:spMkLst>
            <pc:docMk/>
            <pc:sldMk cId="3225204648" sldId="595"/>
            <ac:spMk id="7" creationId="{F287D22F-9203-43F9-9E4B-E6DBFEC97DF7}"/>
          </ac:spMkLst>
        </pc:spChg>
        <pc:spChg chg="mod">
          <ac:chgData name="" userId="213e45b8a479442b" providerId="LiveId" clId="{280C0565-1D83-401F-857C-49A7F7ED5C3C}" dt="2024-03-14T07:20:26.062" v="2597"/>
          <ac:spMkLst>
            <pc:docMk/>
            <pc:sldMk cId="3225204648" sldId="595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07:41:34.907" v="3057" actId="20577"/>
          <ac:spMkLst>
            <pc:docMk/>
            <pc:sldMk cId="3225204648" sldId="595"/>
            <ac:spMk id="9" creationId="{6BDABA1E-07BB-4CCD-8DAE-519EAEE5A239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2162555080" sldId="596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162555080" sldId="596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6:59:10.704" v="1736" actId="6549"/>
          <ac:spMkLst>
            <pc:docMk/>
            <pc:sldMk cId="2162555080" sldId="596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06:59:03.742" v="1734" actId="478"/>
          <ac:spMkLst>
            <pc:docMk/>
            <pc:sldMk cId="2162555080" sldId="596"/>
            <ac:spMk id="5" creationId="{60E21369-2BDB-47DB-A5F0-6BAA51555943}"/>
          </ac:spMkLst>
        </pc:spChg>
        <pc:spChg chg="add mod">
          <ac:chgData name="" userId="213e45b8a479442b" providerId="LiveId" clId="{280C0565-1D83-401F-857C-49A7F7ED5C3C}" dt="2024-03-14T07:01:59.675" v="1862" actId="14100"/>
          <ac:spMkLst>
            <pc:docMk/>
            <pc:sldMk cId="2162555080" sldId="596"/>
            <ac:spMk id="6" creationId="{A9C04782-E931-4976-9EC0-4630617B1585}"/>
          </ac:spMkLst>
        </pc:spChg>
        <pc:spChg chg="del">
          <ac:chgData name="" userId="213e45b8a479442b" providerId="LiveId" clId="{280C0565-1D83-401F-857C-49A7F7ED5C3C}" dt="2024-03-14T06:59:03.742" v="1734" actId="478"/>
          <ac:spMkLst>
            <pc:docMk/>
            <pc:sldMk cId="2162555080" sldId="596"/>
            <ac:spMk id="7" creationId="{F287D22F-9203-43F9-9E4B-E6DBFEC97DF7}"/>
          </ac:spMkLst>
        </pc:spChg>
        <pc:spChg chg="mod">
          <ac:chgData name="" userId="213e45b8a479442b" providerId="LiveId" clId="{280C0565-1D83-401F-857C-49A7F7ED5C3C}" dt="2024-03-14T07:20:32.678" v="2599" actId="20577"/>
          <ac:spMkLst>
            <pc:docMk/>
            <pc:sldMk cId="2162555080" sldId="596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07:01:46.229" v="1860" actId="1076"/>
          <ac:spMkLst>
            <pc:docMk/>
            <pc:sldMk cId="2162555080" sldId="596"/>
            <ac:spMk id="9" creationId="{3B613436-B2EA-4847-9403-CAA2F3F013ED}"/>
          </ac:spMkLst>
        </pc:spChg>
        <pc:spChg chg="add del mod">
          <ac:chgData name="" userId="213e45b8a479442b" providerId="LiveId" clId="{280C0565-1D83-401F-857C-49A7F7ED5C3C}" dt="2024-03-14T07:00:19.847" v="1756"/>
          <ac:spMkLst>
            <pc:docMk/>
            <pc:sldMk cId="2162555080" sldId="596"/>
            <ac:spMk id="10" creationId="{6B75144B-42BB-400F-95D0-AFACA6A91731}"/>
          </ac:spMkLst>
        </pc:spChg>
        <pc:spChg chg="add mod">
          <ac:chgData name="" userId="213e45b8a479442b" providerId="LiveId" clId="{280C0565-1D83-401F-857C-49A7F7ED5C3C}" dt="2024-03-14T07:01:03.099" v="1849" actId="164"/>
          <ac:spMkLst>
            <pc:docMk/>
            <pc:sldMk cId="2162555080" sldId="596"/>
            <ac:spMk id="11" creationId="{5BB172A8-4DA5-4454-8AA0-100DD70287B5}"/>
          </ac:spMkLst>
        </pc:spChg>
        <pc:spChg chg="add">
          <ac:chgData name="" userId="213e45b8a479442b" providerId="LiveId" clId="{280C0565-1D83-401F-857C-49A7F7ED5C3C}" dt="2024-03-14T07:56:25.198" v="4122"/>
          <ac:spMkLst>
            <pc:docMk/>
            <pc:sldMk cId="2162555080" sldId="596"/>
            <ac:spMk id="15" creationId="{ABE84704-E151-47F8-9F08-6BFEA49D13AE}"/>
          </ac:spMkLst>
        </pc:spChg>
        <pc:grpChg chg="add mod">
          <ac:chgData name="" userId="213e45b8a479442b" providerId="LiveId" clId="{280C0565-1D83-401F-857C-49A7F7ED5C3C}" dt="2024-03-14T07:03:24.280" v="1922" actId="1076"/>
          <ac:grpSpMkLst>
            <pc:docMk/>
            <pc:sldMk cId="2162555080" sldId="596"/>
            <ac:grpSpMk id="12" creationId="{86DC73C8-CE65-4E34-B8D5-6F068F03C682}"/>
          </ac:grpSpMkLst>
        </pc:grpChg>
        <pc:picChg chg="add del mod">
          <ac:chgData name="" userId="213e45b8a479442b" providerId="LiveId" clId="{280C0565-1D83-401F-857C-49A7F7ED5C3C}" dt="2024-03-14T07:01:21.989" v="1851" actId="478"/>
          <ac:picMkLst>
            <pc:docMk/>
            <pc:sldMk cId="2162555080" sldId="596"/>
            <ac:picMk id="4" creationId="{ECBF5E38-F51B-4C05-AFBA-3234354EB54D}"/>
          </ac:picMkLst>
        </pc:picChg>
        <pc:picChg chg="add mod ord">
          <ac:chgData name="" userId="213e45b8a479442b" providerId="LiveId" clId="{280C0565-1D83-401F-857C-49A7F7ED5C3C}" dt="2024-03-14T07:01:35.356" v="1857" actId="1076"/>
          <ac:picMkLst>
            <pc:docMk/>
            <pc:sldMk cId="2162555080" sldId="596"/>
            <ac:picMk id="13" creationId="{97C44C47-5440-46AB-8C45-DDB619DBA880}"/>
          </ac:picMkLst>
        </pc:picChg>
        <pc:picChg chg="add mod">
          <ac:chgData name="" userId="213e45b8a479442b" providerId="LiveId" clId="{280C0565-1D83-401F-857C-49A7F7ED5C3C}" dt="2024-03-14T07:02:15.957" v="1866" actId="1076"/>
          <ac:picMkLst>
            <pc:docMk/>
            <pc:sldMk cId="2162555080" sldId="596"/>
            <ac:picMk id="14" creationId="{2E50F6DA-45EA-4398-9B46-8FBF5EA54F91}"/>
          </ac:picMkLst>
        </pc:pic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1604595205" sldId="597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1604595205" sldId="59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7:13:59.949" v="2499" actId="20577"/>
          <ac:spMkLst>
            <pc:docMk/>
            <pc:sldMk cId="1604595205" sldId="597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07:05:31.857" v="2016" actId="478"/>
          <ac:spMkLst>
            <pc:docMk/>
            <pc:sldMk cId="1604595205" sldId="597"/>
            <ac:spMk id="5" creationId="{60E21369-2BDB-47DB-A5F0-6BAA51555943}"/>
          </ac:spMkLst>
        </pc:spChg>
        <pc:spChg chg="del">
          <ac:chgData name="" userId="213e45b8a479442b" providerId="LiveId" clId="{280C0565-1D83-401F-857C-49A7F7ED5C3C}" dt="2024-03-14T07:05:33.854" v="2017" actId="478"/>
          <ac:spMkLst>
            <pc:docMk/>
            <pc:sldMk cId="1604595205" sldId="597"/>
            <ac:spMk id="7" creationId="{F287D22F-9203-43F9-9E4B-E6DBFEC97DF7}"/>
          </ac:spMkLst>
        </pc:spChg>
        <pc:spChg chg="mod">
          <ac:chgData name="" userId="213e45b8a479442b" providerId="LiveId" clId="{280C0565-1D83-401F-857C-49A7F7ED5C3C}" dt="2024-03-14T07:20:28.232" v="2598"/>
          <ac:spMkLst>
            <pc:docMk/>
            <pc:sldMk cId="1604595205" sldId="597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07:17:42.113" v="2588" actId="1076"/>
          <ac:spMkLst>
            <pc:docMk/>
            <pc:sldMk cId="1604595205" sldId="597"/>
            <ac:spMk id="9" creationId="{1BAF656E-A54D-4341-B4A3-BC88D101205C}"/>
          </ac:spMkLst>
        </pc:spChg>
        <pc:spChg chg="add del mod">
          <ac:chgData name="" userId="213e45b8a479442b" providerId="LiveId" clId="{280C0565-1D83-401F-857C-49A7F7ED5C3C}" dt="2024-03-14T07:11:43.288" v="2428" actId="478"/>
          <ac:spMkLst>
            <pc:docMk/>
            <pc:sldMk cId="1604595205" sldId="597"/>
            <ac:spMk id="10" creationId="{2A31530E-9F29-4B47-A596-7CE3E26FDC12}"/>
          </ac:spMkLst>
        </pc:spChg>
        <pc:spChg chg="add">
          <ac:chgData name="" userId="213e45b8a479442b" providerId="LiveId" clId="{280C0565-1D83-401F-857C-49A7F7ED5C3C}" dt="2024-03-14T07:56:23.890" v="4121"/>
          <ac:spMkLst>
            <pc:docMk/>
            <pc:sldMk cId="1604595205" sldId="597"/>
            <ac:spMk id="11" creationId="{8C67B6D3-0C29-4B86-B292-0E9B9462F601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79734776" sldId="598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79734776" sldId="598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14:57.155" v="5775" actId="113"/>
          <ac:spMkLst>
            <pc:docMk/>
            <pc:sldMk cId="79734776" sldId="598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4T07:46:53.080" v="3294" actId="1076"/>
          <ac:spMkLst>
            <pc:docMk/>
            <pc:sldMk cId="79734776" sldId="598"/>
            <ac:spMk id="4" creationId="{4C7F7837-49DF-41D6-BE54-55C7E0217558}"/>
          </ac:spMkLst>
        </pc:spChg>
        <pc:spChg chg="del">
          <ac:chgData name="" userId="213e45b8a479442b" providerId="LiveId" clId="{280C0565-1D83-401F-857C-49A7F7ED5C3C}" dt="2024-03-14T07:20:17.092" v="2596" actId="478"/>
          <ac:spMkLst>
            <pc:docMk/>
            <pc:sldMk cId="79734776" sldId="598"/>
            <ac:spMk id="6" creationId="{A9C04782-E931-4976-9EC0-4630617B1585}"/>
          </ac:spMkLst>
        </pc:spChg>
        <pc:spChg chg="mod">
          <ac:chgData name="" userId="213e45b8a479442b" providerId="LiveId" clId="{280C0565-1D83-401F-857C-49A7F7ED5C3C}" dt="2024-03-14T07:20:37.070" v="2600" actId="20577"/>
          <ac:spMkLst>
            <pc:docMk/>
            <pc:sldMk cId="79734776" sldId="598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12:15:32.732" v="5777" actId="2710"/>
          <ac:spMkLst>
            <pc:docMk/>
            <pc:sldMk cId="79734776" sldId="598"/>
            <ac:spMk id="15" creationId="{64A43E5F-5B30-4EF3-85B7-F6DE59014DCB}"/>
          </ac:spMkLst>
        </pc:spChg>
        <pc:grpChg chg="del">
          <ac:chgData name="" userId="213e45b8a479442b" providerId="LiveId" clId="{280C0565-1D83-401F-857C-49A7F7ED5C3C}" dt="2024-03-14T07:20:17.092" v="2596" actId="478"/>
          <ac:grpSpMkLst>
            <pc:docMk/>
            <pc:sldMk cId="79734776" sldId="598"/>
            <ac:grpSpMk id="12" creationId="{86DC73C8-CE65-4E34-B8D5-6F068F03C682}"/>
          </ac:grpSpMkLst>
        </pc:grpChg>
        <pc:picChg chg="del">
          <ac:chgData name="" userId="213e45b8a479442b" providerId="LiveId" clId="{280C0565-1D83-401F-857C-49A7F7ED5C3C}" dt="2024-03-14T07:20:14.485" v="2595" actId="478"/>
          <ac:picMkLst>
            <pc:docMk/>
            <pc:sldMk cId="79734776" sldId="598"/>
            <ac:picMk id="13" creationId="{97C44C47-5440-46AB-8C45-DDB619DBA880}"/>
          </ac:picMkLst>
        </pc:picChg>
        <pc:picChg chg="del">
          <ac:chgData name="" userId="213e45b8a479442b" providerId="LiveId" clId="{280C0565-1D83-401F-857C-49A7F7ED5C3C}" dt="2024-03-14T07:20:12.411" v="2594" actId="478"/>
          <ac:picMkLst>
            <pc:docMk/>
            <pc:sldMk cId="79734776" sldId="598"/>
            <ac:picMk id="14" creationId="{2E50F6DA-45EA-4398-9B46-8FBF5EA54F91}"/>
          </ac:picMkLst>
        </pc:picChg>
      </pc:sldChg>
      <pc:sldChg chg="delSp modSp add">
        <pc:chgData name="" userId="213e45b8a479442b" providerId="LiveId" clId="{280C0565-1D83-401F-857C-49A7F7ED5C3C}" dt="2024-03-16T01:34:44.676" v="9772"/>
        <pc:sldMkLst>
          <pc:docMk/>
          <pc:sldMk cId="595317696" sldId="599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595317696" sldId="599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4T07:56:32.856" v="4123" actId="478"/>
          <ac:spMkLst>
            <pc:docMk/>
            <pc:sldMk cId="595317696" sldId="599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4T08:01:57.480" v="4334" actId="20577"/>
          <ac:spMkLst>
            <pc:docMk/>
            <pc:sldMk cId="595317696" sldId="599"/>
            <ac:spMk id="5" creationId="{60E21369-2BDB-47DB-A5F0-6BAA51555943}"/>
          </ac:spMkLst>
        </pc:spChg>
        <pc:spChg chg="del">
          <ac:chgData name="" userId="213e45b8a479442b" providerId="LiveId" clId="{280C0565-1D83-401F-857C-49A7F7ED5C3C}" dt="2024-03-14T07:56:44.488" v="4126" actId="478"/>
          <ac:spMkLst>
            <pc:docMk/>
            <pc:sldMk cId="595317696" sldId="599"/>
            <ac:spMk id="7" creationId="{F287D22F-9203-43F9-9E4B-E6DBFEC97DF7}"/>
          </ac:spMkLst>
        </pc:spChg>
        <pc:spChg chg="mod">
          <ac:chgData name="" userId="213e45b8a479442b" providerId="LiveId" clId="{280C0565-1D83-401F-857C-49A7F7ED5C3C}" dt="2024-03-14T07:56:05.337" v="4120"/>
          <ac:spMkLst>
            <pc:docMk/>
            <pc:sldMk cId="595317696" sldId="599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08:02:16.606" v="4338" actId="20577"/>
          <ac:spMkLst>
            <pc:docMk/>
            <pc:sldMk cId="595317696" sldId="599"/>
            <ac:spMk id="9" creationId="{6BDABA1E-07BB-4CCD-8DAE-519EAEE5A239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1841239388" sldId="600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1841239388" sldId="600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04:31.630" v="5558" actId="6549"/>
          <ac:spMkLst>
            <pc:docMk/>
            <pc:sldMk cId="1841239388" sldId="600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4T12:21:25.645" v="5799"/>
          <ac:spMkLst>
            <pc:docMk/>
            <pc:sldMk cId="1841239388" sldId="600"/>
            <ac:spMk id="4" creationId="{4C7F7837-49DF-41D6-BE54-55C7E0217558}"/>
          </ac:spMkLst>
        </pc:spChg>
        <pc:spChg chg="mod">
          <ac:chgData name="" userId="213e45b8a479442b" providerId="LiveId" clId="{280C0565-1D83-401F-857C-49A7F7ED5C3C}" dt="2024-03-14T08:03:32.542" v="4361" actId="20577"/>
          <ac:spMkLst>
            <pc:docMk/>
            <pc:sldMk cId="1841239388" sldId="600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12:28:08.642" v="6061" actId="20577"/>
          <ac:spMkLst>
            <pc:docMk/>
            <pc:sldMk cId="1841239388" sldId="600"/>
            <ac:spMk id="15" creationId="{64A43E5F-5B30-4EF3-85B7-F6DE59014DCB}"/>
          </ac:spMkLst>
        </pc:spChg>
      </pc:sldChg>
      <pc:sldChg chg="delSp modSp add">
        <pc:chgData name="" userId="213e45b8a479442b" providerId="LiveId" clId="{280C0565-1D83-401F-857C-49A7F7ED5C3C}" dt="2024-03-16T01:34:44.676" v="9772"/>
        <pc:sldMkLst>
          <pc:docMk/>
          <pc:sldMk cId="1689180474" sldId="601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1689180474" sldId="601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14:49.785" v="5773" actId="207"/>
          <ac:spMkLst>
            <pc:docMk/>
            <pc:sldMk cId="1689180474" sldId="601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08:12:43.110" v="4953" actId="478"/>
          <ac:spMkLst>
            <pc:docMk/>
            <pc:sldMk cId="1689180474" sldId="601"/>
            <ac:spMk id="4" creationId="{4C7F7837-49DF-41D6-BE54-55C7E0217558}"/>
          </ac:spMkLst>
        </pc:spChg>
        <pc:spChg chg="mod">
          <ac:chgData name="" userId="213e45b8a479442b" providerId="LiveId" clId="{280C0565-1D83-401F-857C-49A7F7ED5C3C}" dt="2024-03-14T08:05:24.573" v="4566" actId="20577"/>
          <ac:spMkLst>
            <pc:docMk/>
            <pc:sldMk cId="1689180474" sldId="601"/>
            <ac:spMk id="8" creationId="{36177B38-43AB-4398-968B-448F8F0E5F49}"/>
          </ac:spMkLst>
        </pc:spChg>
        <pc:spChg chg="del mod">
          <ac:chgData name="" userId="213e45b8a479442b" providerId="LiveId" clId="{280C0565-1D83-401F-857C-49A7F7ED5C3C}" dt="2024-03-14T12:14:35.784" v="5768"/>
          <ac:spMkLst>
            <pc:docMk/>
            <pc:sldMk cId="1689180474" sldId="601"/>
            <ac:spMk id="15" creationId="{64A43E5F-5B30-4EF3-85B7-F6DE59014DCB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2402831192" sldId="602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402831192" sldId="602"/>
            <ac:spMk id="2" creationId="{5888EE31-F44C-4034-8407-4C756F65702C}"/>
          </ac:spMkLst>
        </pc:spChg>
        <pc:spChg chg="del mod">
          <ac:chgData name="" userId="213e45b8a479442b" providerId="LiveId" clId="{280C0565-1D83-401F-857C-49A7F7ED5C3C}" dt="2024-03-14T08:16:45.825" v="5245" actId="478"/>
          <ac:spMkLst>
            <pc:docMk/>
            <pc:sldMk cId="2402831192" sldId="602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08:16:48.732" v="5246" actId="478"/>
          <ac:spMkLst>
            <pc:docMk/>
            <pc:sldMk cId="2402831192" sldId="602"/>
            <ac:spMk id="4" creationId="{4C7F7837-49DF-41D6-BE54-55C7E0217558}"/>
          </ac:spMkLst>
        </pc:spChg>
        <pc:spChg chg="add mod">
          <ac:chgData name="" userId="213e45b8a479442b" providerId="LiveId" clId="{280C0565-1D83-401F-857C-49A7F7ED5C3C}" dt="2024-03-14T08:16:59.714" v="5251" actId="20577"/>
          <ac:spMkLst>
            <pc:docMk/>
            <pc:sldMk cId="2402831192" sldId="602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08:16:27.185" v="5242"/>
          <ac:spMkLst>
            <pc:docMk/>
            <pc:sldMk cId="2402831192" sldId="602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12:17:01.620" v="5790" actId="20577"/>
          <ac:spMkLst>
            <pc:docMk/>
            <pc:sldMk cId="2402831192" sldId="602"/>
            <ac:spMk id="15" creationId="{64A43E5F-5B30-4EF3-85B7-F6DE59014DCB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2778025755" sldId="603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778025755" sldId="603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07:15.442" v="5678" actId="20577"/>
          <ac:spMkLst>
            <pc:docMk/>
            <pc:sldMk cId="2778025755" sldId="603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4T12:15:22.391" v="5776" actId="2710"/>
          <ac:spMkLst>
            <pc:docMk/>
            <pc:sldMk cId="2778025755" sldId="603"/>
            <ac:spMk id="6" creationId="{2211650C-6EFF-4D1D-9A58-7EDFBB264C36}"/>
          </ac:spMkLst>
        </pc:spChg>
        <pc:spChg chg="del">
          <ac:chgData name="" userId="213e45b8a479442b" providerId="LiveId" clId="{280C0565-1D83-401F-857C-49A7F7ED5C3C}" dt="2024-03-14T12:05:20.161" v="5562" actId="478"/>
          <ac:spMkLst>
            <pc:docMk/>
            <pc:sldMk cId="2778025755" sldId="603"/>
            <ac:spMk id="15" creationId="{64A43E5F-5B30-4EF3-85B7-F6DE59014DCB}"/>
          </ac:spMkLst>
        </pc:spChg>
      </pc:sldChg>
      <pc:sldChg chg="addSp modSp add">
        <pc:chgData name="" userId="213e45b8a479442b" providerId="LiveId" clId="{280C0565-1D83-401F-857C-49A7F7ED5C3C}" dt="2024-03-16T01:34:44.676" v="9772"/>
        <pc:sldMkLst>
          <pc:docMk/>
          <pc:sldMk cId="738414285" sldId="604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738414285" sldId="604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26:32.091" v="6007" actId="20577"/>
          <ac:spMkLst>
            <pc:docMk/>
            <pc:sldMk cId="738414285" sldId="604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4T12:30:24.746" v="6122" actId="1076"/>
          <ac:spMkLst>
            <pc:docMk/>
            <pc:sldMk cId="738414285" sldId="604"/>
            <ac:spMk id="4" creationId="{F382FC27-9745-4307-85E4-29D61D9A9208}"/>
          </ac:spMkLst>
        </pc:spChg>
        <pc:spChg chg="add mod">
          <ac:chgData name="" userId="213e45b8a479442b" providerId="LiveId" clId="{280C0565-1D83-401F-857C-49A7F7ED5C3C}" dt="2024-03-14T12:30:47.057" v="6132" actId="1076"/>
          <ac:spMkLst>
            <pc:docMk/>
            <pc:sldMk cId="738414285" sldId="604"/>
            <ac:spMk id="6" creationId="{1C078BCC-4FB7-4017-A8FD-4639E62DEC64}"/>
          </ac:spMkLst>
        </pc:spChg>
        <pc:spChg chg="mod">
          <ac:chgData name="" userId="213e45b8a479442b" providerId="LiveId" clId="{280C0565-1D83-401F-857C-49A7F7ED5C3C}" dt="2024-03-14T12:30:16.619" v="6115" actId="6549"/>
          <ac:spMkLst>
            <pc:docMk/>
            <pc:sldMk cId="738414285" sldId="604"/>
            <ac:spMk id="15" creationId="{64A43E5F-5B30-4EF3-85B7-F6DE59014DCB}"/>
          </ac:spMkLst>
        </pc:spChg>
      </pc:sldChg>
      <pc:sldChg chg="delSp modSp add">
        <pc:chgData name="" userId="213e45b8a479442b" providerId="LiveId" clId="{280C0565-1D83-401F-857C-49A7F7ED5C3C}" dt="2024-03-16T01:34:44.676" v="9772"/>
        <pc:sldMkLst>
          <pc:docMk/>
          <pc:sldMk cId="3177763967" sldId="605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177763967" sldId="605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03:21.447" v="6851" actId="20577"/>
          <ac:spMkLst>
            <pc:docMk/>
            <pc:sldMk cId="3177763967" sldId="605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12:34:34.170" v="6388" actId="478"/>
          <ac:spMkLst>
            <pc:docMk/>
            <pc:sldMk cId="3177763967" sldId="605"/>
            <ac:spMk id="6" creationId="{2211650C-6EFF-4D1D-9A58-7EDFBB264C36}"/>
          </ac:spMkLst>
        </pc:spChg>
        <pc:spChg chg="mod">
          <ac:chgData name="" userId="213e45b8a479442b" providerId="LiveId" clId="{280C0565-1D83-401F-857C-49A7F7ED5C3C}" dt="2024-03-14T12:32:18.553" v="6167" actId="20577"/>
          <ac:spMkLst>
            <pc:docMk/>
            <pc:sldMk cId="3177763967" sldId="605"/>
            <ac:spMk id="8" creationId="{36177B38-43AB-4398-968B-448F8F0E5F49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3221543284" sldId="606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221543284" sldId="606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55:56.001" v="6393" actId="20577"/>
          <ac:spMkLst>
            <pc:docMk/>
            <pc:sldMk cId="3221543284" sldId="606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12:56:22.669" v="6398" actId="113"/>
          <ac:spMkLst>
            <pc:docMk/>
            <pc:sldMk cId="3221543284" sldId="606"/>
            <ac:spMk id="15" creationId="{64A43E5F-5B30-4EF3-85B7-F6DE59014DCB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2782518825" sldId="607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782518825" sldId="60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02:08.532" v="6778" actId="113"/>
          <ac:spMkLst>
            <pc:docMk/>
            <pc:sldMk cId="2782518825" sldId="607"/>
            <ac:spMk id="3" creationId="{FC3DE994-F8E6-4715-916B-9859E1A19738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3355725131" sldId="608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355725131" sldId="608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04:13.543" v="6858" actId="20577"/>
          <ac:spMkLst>
            <pc:docMk/>
            <pc:sldMk cId="3355725131" sldId="608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13:48:19.105" v="7086"/>
          <ac:spMkLst>
            <pc:docMk/>
            <pc:sldMk cId="3355725131" sldId="608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13:12:00.025" v="7070" actId="20577"/>
          <ac:spMkLst>
            <pc:docMk/>
            <pc:sldMk cId="3355725131" sldId="608"/>
            <ac:spMk id="15" creationId="{64A43E5F-5B30-4EF3-85B7-F6DE59014DCB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2456875464" sldId="609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456875464" sldId="609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48:21.162" v="7087"/>
          <ac:spMkLst>
            <pc:docMk/>
            <pc:sldMk cId="2456875464" sldId="609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13:46:52.187" v="7085"/>
          <ac:spMkLst>
            <pc:docMk/>
            <pc:sldMk cId="2456875464" sldId="609"/>
            <ac:spMk id="15" creationId="{64A43E5F-5B30-4EF3-85B7-F6DE59014DCB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682326670" sldId="611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682326670" sldId="611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53:45.926" v="7192" actId="20577"/>
          <ac:spMkLst>
            <pc:docMk/>
            <pc:sldMk cId="682326670" sldId="611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13:53:41.131" v="7188"/>
          <ac:spMkLst>
            <pc:docMk/>
            <pc:sldMk cId="682326670" sldId="611"/>
            <ac:spMk id="8" creationId="{36177B38-43AB-4398-968B-448F8F0E5F49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4176025167" sldId="612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4176025167" sldId="612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53:59.090" v="7197" actId="20577"/>
          <ac:spMkLst>
            <pc:docMk/>
            <pc:sldMk cId="4176025167" sldId="612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13:53:54.237" v="7193"/>
          <ac:spMkLst>
            <pc:docMk/>
            <pc:sldMk cId="4176025167" sldId="612"/>
            <ac:spMk id="8" creationId="{36177B38-43AB-4398-968B-448F8F0E5F49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417991510" sldId="613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417991510" sldId="613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51:13.674" v="7186" actId="20577"/>
          <ac:spMkLst>
            <pc:docMk/>
            <pc:sldMk cId="417991510" sldId="613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4T13:48:47.503" v="7090"/>
          <ac:spMkLst>
            <pc:docMk/>
            <pc:sldMk cId="417991510" sldId="613"/>
            <ac:spMk id="8" creationId="{36177B38-43AB-4398-968B-448F8F0E5F49}"/>
          </ac:spMkLst>
        </pc:spChg>
      </pc:sldChg>
      <pc:sldChg chg="modSp ord">
        <pc:chgData name="" userId="213e45b8a479442b" providerId="LiveId" clId="{280C0565-1D83-401F-857C-49A7F7ED5C3C}" dt="2024-03-16T01:34:44.676" v="9772"/>
        <pc:sldMkLst>
          <pc:docMk/>
          <pc:sldMk cId="3370103457" sldId="614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370103457" sldId="614"/>
            <ac:spMk id="2" creationId="{5888EE31-F44C-4034-8407-4C756F65702C}"/>
          </ac:spMkLst>
        </pc:spChg>
      </pc:sldChg>
      <pc:sldChg chg="modSp">
        <pc:chgData name="" userId="213e45b8a479442b" providerId="LiveId" clId="{280C0565-1D83-401F-857C-49A7F7ED5C3C}" dt="2024-03-16T01:34:44.676" v="9772"/>
        <pc:sldMkLst>
          <pc:docMk/>
          <pc:sldMk cId="3404091532" sldId="615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404091532" sldId="615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5T12:07:20.333" v="7533" actId="20577"/>
          <ac:spMkLst>
            <pc:docMk/>
            <pc:sldMk cId="3404091532" sldId="615"/>
            <ac:spMk id="10" creationId="{9C6296E6-A794-4A80-BB4E-0B46E3CFF61D}"/>
          </ac:spMkLst>
        </pc:spChg>
      </pc:sldChg>
      <pc:sldChg chg="addSp modSp add">
        <pc:chgData name="" userId="213e45b8a479442b" providerId="LiveId" clId="{280C0565-1D83-401F-857C-49A7F7ED5C3C}" dt="2024-03-16T01:34:44.676" v="9772"/>
        <pc:sldMkLst>
          <pc:docMk/>
          <pc:sldMk cId="2861786244" sldId="616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861786244" sldId="616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5T12:22:13.702" v="7753" actId="113"/>
          <ac:spMkLst>
            <pc:docMk/>
            <pc:sldMk cId="2861786244" sldId="616"/>
            <ac:spMk id="5" creationId="{D8143229-E431-4C34-958E-CD4130F5B982}"/>
          </ac:spMkLst>
        </pc:spChg>
        <pc:spChg chg="mod">
          <ac:chgData name="" userId="213e45b8a479442b" providerId="LiveId" clId="{280C0565-1D83-401F-857C-49A7F7ED5C3C}" dt="2024-03-15T12:08:24.142" v="7599" actId="14100"/>
          <ac:spMkLst>
            <pc:docMk/>
            <pc:sldMk cId="2861786244" sldId="616"/>
            <ac:spMk id="6" creationId="{F129E6B1-769D-4587-AFF6-EDD4A78458C0}"/>
          </ac:spMkLst>
        </pc:spChg>
        <pc:spChg chg="mod">
          <ac:chgData name="" userId="213e45b8a479442b" providerId="LiveId" clId="{280C0565-1D83-401F-857C-49A7F7ED5C3C}" dt="2024-03-15T12:07:42.247" v="7547" actId="6549"/>
          <ac:spMkLst>
            <pc:docMk/>
            <pc:sldMk cId="2861786244" sldId="616"/>
            <ac:spMk id="9" creationId="{2917175F-CAF6-46F0-9E16-ED22904F351D}"/>
          </ac:spMkLst>
        </pc:spChg>
        <pc:spChg chg="mod">
          <ac:chgData name="" userId="213e45b8a479442b" providerId="LiveId" clId="{280C0565-1D83-401F-857C-49A7F7ED5C3C}" dt="2024-03-15T12:23:26.170" v="7754" actId="1076"/>
          <ac:spMkLst>
            <pc:docMk/>
            <pc:sldMk cId="2861786244" sldId="616"/>
            <ac:spMk id="10" creationId="{9C6296E6-A794-4A80-BB4E-0B46E3CFF61D}"/>
          </ac:spMkLst>
        </pc:spChg>
        <pc:spChg chg="add mod">
          <ac:chgData name="" userId="213e45b8a479442b" providerId="LiveId" clId="{280C0565-1D83-401F-857C-49A7F7ED5C3C}" dt="2024-03-15T12:25:23.170" v="8028" actId="20577"/>
          <ac:spMkLst>
            <pc:docMk/>
            <pc:sldMk cId="2861786244" sldId="616"/>
            <ac:spMk id="11" creationId="{2BEBB1C8-F965-4BB9-8261-1BEEC33A54DB}"/>
          </ac:spMkLst>
        </pc:spChg>
      </pc:sldChg>
      <pc:sldChg chg="addSp delSp modSp add">
        <pc:chgData name="" userId="213e45b8a479442b" providerId="LiveId" clId="{280C0565-1D83-401F-857C-49A7F7ED5C3C}" dt="2024-03-15T12:20:06.528" v="7748" actId="20577"/>
        <pc:sldMkLst>
          <pc:docMk/>
          <pc:sldMk cId="164261366" sldId="617"/>
        </pc:sldMkLst>
        <pc:spChg chg="del">
          <ac:chgData name="" userId="213e45b8a479442b" providerId="LiveId" clId="{280C0565-1D83-401F-857C-49A7F7ED5C3C}" dt="2024-03-15T12:18:23.835" v="7601" actId="478"/>
          <ac:spMkLst>
            <pc:docMk/>
            <pc:sldMk cId="164261366" sldId="617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5T12:18:32.828" v="7604" actId="478"/>
          <ac:spMkLst>
            <pc:docMk/>
            <pc:sldMk cId="164261366" sldId="617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5T12:18:39.870" v="7608" actId="478"/>
          <ac:spMkLst>
            <pc:docMk/>
            <pc:sldMk cId="164261366" sldId="617"/>
            <ac:spMk id="5" creationId="{D8143229-E431-4C34-958E-CD4130F5B982}"/>
          </ac:spMkLst>
        </pc:spChg>
        <pc:spChg chg="del">
          <ac:chgData name="" userId="213e45b8a479442b" providerId="LiveId" clId="{280C0565-1D83-401F-857C-49A7F7ED5C3C}" dt="2024-03-15T12:18:36.023" v="7606" actId="478"/>
          <ac:spMkLst>
            <pc:docMk/>
            <pc:sldMk cId="164261366" sldId="617"/>
            <ac:spMk id="6" creationId="{F129E6B1-769D-4587-AFF6-EDD4A78458C0}"/>
          </ac:spMkLst>
        </pc:spChg>
        <pc:spChg chg="add mod">
          <ac:chgData name="" userId="213e45b8a479442b" providerId="LiveId" clId="{280C0565-1D83-401F-857C-49A7F7ED5C3C}" dt="2024-03-15T12:18:56.737" v="7632" actId="1076"/>
          <ac:spMkLst>
            <pc:docMk/>
            <pc:sldMk cId="164261366" sldId="617"/>
            <ac:spMk id="7" creationId="{30168437-79D3-4C96-BDCF-2AA002ECBFDD}"/>
          </ac:spMkLst>
        </pc:spChg>
        <pc:spChg chg="del mod">
          <ac:chgData name="" userId="213e45b8a479442b" providerId="LiveId" clId="{280C0565-1D83-401F-857C-49A7F7ED5C3C}" dt="2024-03-15T12:18:28.218" v="7603" actId="478"/>
          <ac:spMkLst>
            <pc:docMk/>
            <pc:sldMk cId="164261366" sldId="617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5T12:18:34.844" v="7605" actId="478"/>
          <ac:spMkLst>
            <pc:docMk/>
            <pc:sldMk cId="164261366" sldId="617"/>
            <ac:spMk id="9" creationId="{2917175F-CAF6-46F0-9E16-ED22904F351D}"/>
          </ac:spMkLst>
        </pc:spChg>
        <pc:spChg chg="del">
          <ac:chgData name="" userId="213e45b8a479442b" providerId="LiveId" clId="{280C0565-1D83-401F-857C-49A7F7ED5C3C}" dt="2024-03-15T12:18:42.548" v="7609" actId="478"/>
          <ac:spMkLst>
            <pc:docMk/>
            <pc:sldMk cId="164261366" sldId="617"/>
            <ac:spMk id="10" creationId="{9C6296E6-A794-4A80-BB4E-0B46E3CFF61D}"/>
          </ac:spMkLst>
        </pc:spChg>
        <pc:spChg chg="add mod">
          <ac:chgData name="" userId="213e45b8a479442b" providerId="LiveId" clId="{280C0565-1D83-401F-857C-49A7F7ED5C3C}" dt="2024-03-15T12:20:06.528" v="7748" actId="20577"/>
          <ac:spMkLst>
            <pc:docMk/>
            <pc:sldMk cId="164261366" sldId="617"/>
            <ac:spMk id="11" creationId="{18CB6FDE-891D-43DB-80C0-7BE9E7C5742D}"/>
          </ac:spMkLst>
        </pc:spChg>
      </pc:sldChg>
      <pc:sldChg chg="addSp modSp add">
        <pc:chgData name="" userId="213e45b8a479442b" providerId="LiveId" clId="{280C0565-1D83-401F-857C-49A7F7ED5C3C}" dt="2024-03-16T01:34:44.676" v="9772"/>
        <pc:sldMkLst>
          <pc:docMk/>
          <pc:sldMk cId="859501381" sldId="618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859501381" sldId="618"/>
            <ac:spMk id="2" creationId="{5888EE31-F44C-4034-8407-4C756F65702C}"/>
          </ac:spMkLst>
        </pc:spChg>
        <pc:spChg chg="add mod">
          <ac:chgData name="" userId="213e45b8a479442b" providerId="LiveId" clId="{280C0565-1D83-401F-857C-49A7F7ED5C3C}" dt="2024-03-15T12:46:01.724" v="8479" actId="14100"/>
          <ac:spMkLst>
            <pc:docMk/>
            <pc:sldMk cId="859501381" sldId="618"/>
            <ac:spMk id="6" creationId="{2CABFC05-E49C-45B7-95E5-A96C3607DCA7}"/>
          </ac:spMkLst>
        </pc:spChg>
        <pc:spChg chg="mod">
          <ac:chgData name="" userId="213e45b8a479442b" providerId="LiveId" clId="{280C0565-1D83-401F-857C-49A7F7ED5C3C}" dt="2024-03-15T12:39:02.328" v="8035" actId="20577"/>
          <ac:spMkLst>
            <pc:docMk/>
            <pc:sldMk cId="859501381" sldId="618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5T12:43:51.537" v="8265" actId="207"/>
          <ac:spMkLst>
            <pc:docMk/>
            <pc:sldMk cId="859501381" sldId="618"/>
            <ac:spMk id="15" creationId="{64A43E5F-5B30-4EF3-85B7-F6DE59014DCB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3181207034" sldId="619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181207034" sldId="619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5T13:37:10.194" v="8482" actId="14100"/>
          <ac:spMkLst>
            <pc:docMk/>
            <pc:sldMk cId="3181207034" sldId="619"/>
            <ac:spMk id="6" creationId="{2CABFC05-E49C-45B7-95E5-A96C3607DCA7}"/>
          </ac:spMkLst>
        </pc:spChg>
        <pc:spChg chg="mod">
          <ac:chgData name="" userId="213e45b8a479442b" providerId="LiveId" clId="{280C0565-1D83-401F-857C-49A7F7ED5C3C}" dt="2024-03-15T12:45:01.276" v="8281" actId="113"/>
          <ac:spMkLst>
            <pc:docMk/>
            <pc:sldMk cId="3181207034" sldId="619"/>
            <ac:spMk id="15" creationId="{64A43E5F-5B30-4EF3-85B7-F6DE59014DCB}"/>
          </ac:spMkLst>
        </pc:spChg>
      </pc:sldChg>
      <pc:sldChg chg="addSp delSp modSp add">
        <pc:chgData name="" userId="213e45b8a479442b" providerId="LiveId" clId="{280C0565-1D83-401F-857C-49A7F7ED5C3C}" dt="2024-03-16T01:04:26.493" v="8751" actId="14100"/>
        <pc:sldMkLst>
          <pc:docMk/>
          <pc:sldMk cId="4270708178" sldId="620"/>
        </pc:sldMkLst>
        <pc:spChg chg="mod">
          <ac:chgData name="" userId="213e45b8a479442b" providerId="LiveId" clId="{280C0565-1D83-401F-857C-49A7F7ED5C3C}" dt="2024-03-15T13:47:58.881" v="8498" actId="20577"/>
          <ac:spMkLst>
            <pc:docMk/>
            <pc:sldMk cId="4270708178" sldId="620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5T13:49:40.026" v="8519" actId="478"/>
          <ac:spMkLst>
            <pc:docMk/>
            <pc:sldMk cId="4270708178" sldId="620"/>
            <ac:spMk id="6" creationId="{2CABFC05-E49C-45B7-95E5-A96C3607DCA7}"/>
          </ac:spMkLst>
        </pc:spChg>
        <pc:spChg chg="add mod">
          <ac:chgData name="" userId="213e45b8a479442b" providerId="LiveId" clId="{280C0565-1D83-401F-857C-49A7F7ED5C3C}" dt="2024-03-16T01:04:13.048" v="8749" actId="1076"/>
          <ac:spMkLst>
            <pc:docMk/>
            <pc:sldMk cId="4270708178" sldId="620"/>
            <ac:spMk id="6" creationId="{5A02754F-9457-4B3C-9D2D-CC67AB992B22}"/>
          </ac:spMkLst>
        </pc:spChg>
        <pc:spChg chg="del">
          <ac:chgData name="" userId="213e45b8a479442b" providerId="LiveId" clId="{280C0565-1D83-401F-857C-49A7F7ED5C3C}" dt="2024-03-15T13:49:44.751" v="8521" actId="478"/>
          <ac:spMkLst>
            <pc:docMk/>
            <pc:sldMk cId="4270708178" sldId="620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5T13:52:40.073" v="8736" actId="20577"/>
          <ac:spMkLst>
            <pc:docMk/>
            <pc:sldMk cId="4270708178" sldId="620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5T13:49:42.502" v="8520" actId="478"/>
          <ac:spMkLst>
            <pc:docMk/>
            <pc:sldMk cId="4270708178" sldId="620"/>
            <ac:spMk id="15" creationId="{64A43E5F-5B30-4EF3-85B7-F6DE59014DCB}"/>
          </ac:spMkLst>
        </pc:spChg>
        <pc:picChg chg="add mod">
          <ac:chgData name="" userId="213e45b8a479442b" providerId="LiveId" clId="{280C0565-1D83-401F-857C-49A7F7ED5C3C}" dt="2024-03-16T01:04:26.493" v="8751" actId="14100"/>
          <ac:picMkLst>
            <pc:docMk/>
            <pc:sldMk cId="4270708178" sldId="620"/>
            <ac:picMk id="3" creationId="{C938777B-A121-41C3-9892-F756D8C21C23}"/>
          </ac:picMkLst>
        </pc:picChg>
        <pc:picChg chg="add del mod">
          <ac:chgData name="" userId="213e45b8a479442b" providerId="LiveId" clId="{280C0565-1D83-401F-857C-49A7F7ED5C3C}" dt="2024-03-16T01:04:16.932" v="8750" actId="478"/>
          <ac:picMkLst>
            <pc:docMk/>
            <pc:sldMk cId="4270708178" sldId="620"/>
            <ac:picMk id="1026" creationId="{CEA25638-A022-4272-BE0B-65267A043948}"/>
          </ac:picMkLst>
        </pc:picChg>
      </pc:sldChg>
      <pc:sldChg chg="modSp add">
        <pc:chgData name="" userId="213e45b8a479442b" providerId="LiveId" clId="{280C0565-1D83-401F-857C-49A7F7ED5C3C}" dt="2024-03-16T01:14:39.539" v="9171" actId="20577"/>
        <pc:sldMkLst>
          <pc:docMk/>
          <pc:sldMk cId="2397847887" sldId="621"/>
        </pc:sldMkLst>
        <pc:spChg chg="mod">
          <ac:chgData name="" userId="213e45b8a479442b" providerId="LiveId" clId="{280C0565-1D83-401F-857C-49A7F7ED5C3C}" dt="2024-03-16T01:09:36.803" v="8989" actId="20577"/>
          <ac:spMkLst>
            <pc:docMk/>
            <pc:sldMk cId="2397847887" sldId="621"/>
            <ac:spMk id="6" creationId="{5A02754F-9457-4B3C-9D2D-CC67AB992B22}"/>
          </ac:spMkLst>
        </pc:spChg>
        <pc:spChg chg="mod">
          <ac:chgData name="" userId="213e45b8a479442b" providerId="LiveId" clId="{280C0565-1D83-401F-857C-49A7F7ED5C3C}" dt="2024-03-16T01:14:39.539" v="9171" actId="20577"/>
          <ac:spMkLst>
            <pc:docMk/>
            <pc:sldMk cId="2397847887" sldId="621"/>
            <ac:spMk id="8" creationId="{36177B38-43AB-4398-968B-448F8F0E5F49}"/>
          </ac:spMkLst>
        </pc:spChg>
        <pc:picChg chg="mod">
          <ac:chgData name="" userId="213e45b8a479442b" providerId="LiveId" clId="{280C0565-1D83-401F-857C-49A7F7ED5C3C}" dt="2024-03-16T01:09:28.258" v="8981" actId="1076"/>
          <ac:picMkLst>
            <pc:docMk/>
            <pc:sldMk cId="2397847887" sldId="621"/>
            <ac:picMk id="3" creationId="{C938777B-A121-41C3-9892-F756D8C21C23}"/>
          </ac:picMkLst>
        </pc:picChg>
      </pc:sldChg>
      <pc:sldChg chg="addSp delSp modSp add">
        <pc:chgData name="" userId="213e45b8a479442b" providerId="LiveId" clId="{280C0565-1D83-401F-857C-49A7F7ED5C3C}" dt="2024-03-17T06:29:34.776" v="14511" actId="6549"/>
        <pc:sldMkLst>
          <pc:docMk/>
          <pc:sldMk cId="4262740222" sldId="622"/>
        </pc:sldMkLst>
        <pc:spChg chg="del">
          <ac:chgData name="" userId="213e45b8a479442b" providerId="LiveId" clId="{280C0565-1D83-401F-857C-49A7F7ED5C3C}" dt="2024-03-16T01:15:09.475" v="9200" actId="478"/>
          <ac:spMkLst>
            <pc:docMk/>
            <pc:sldMk cId="4262740222" sldId="622"/>
            <ac:spMk id="6" creationId="{5A02754F-9457-4B3C-9D2D-CC67AB992B22}"/>
          </ac:spMkLst>
        </pc:spChg>
        <pc:spChg chg="add mod">
          <ac:chgData name="" userId="213e45b8a479442b" providerId="LiveId" clId="{280C0565-1D83-401F-857C-49A7F7ED5C3C}" dt="2024-03-16T04:13:20.645" v="13115" actId="14100"/>
          <ac:spMkLst>
            <pc:docMk/>
            <pc:sldMk cId="4262740222" sldId="622"/>
            <ac:spMk id="7" creationId="{00F20A43-E836-4B04-ADCD-F6929B1383C6}"/>
          </ac:spMkLst>
        </pc:spChg>
        <pc:spChg chg="mod">
          <ac:chgData name="" userId="213e45b8a479442b" providerId="LiveId" clId="{280C0565-1D83-401F-857C-49A7F7ED5C3C}" dt="2024-03-16T04:18:19.346" v="13125" actId="12"/>
          <ac:spMkLst>
            <pc:docMk/>
            <pc:sldMk cId="4262740222" sldId="622"/>
            <ac:spMk id="8" creationId="{36177B38-43AB-4398-968B-448F8F0E5F49}"/>
          </ac:spMkLst>
        </pc:spChg>
        <pc:spChg chg="add del">
          <ac:chgData name="" userId="213e45b8a479442b" providerId="LiveId" clId="{280C0565-1D83-401F-857C-49A7F7ED5C3C}" dt="2024-03-16T01:20:45.594" v="9595"/>
          <ac:spMkLst>
            <pc:docMk/>
            <pc:sldMk cId="4262740222" sldId="622"/>
            <ac:spMk id="9" creationId="{4A1FA10F-7225-4520-87D7-806796E4A566}"/>
          </ac:spMkLst>
        </pc:spChg>
        <pc:spChg chg="add mod">
          <ac:chgData name="" userId="213e45b8a479442b" providerId="LiveId" clId="{280C0565-1D83-401F-857C-49A7F7ED5C3C}" dt="2024-03-17T06:29:34.776" v="14511" actId="6549"/>
          <ac:spMkLst>
            <pc:docMk/>
            <pc:sldMk cId="4262740222" sldId="622"/>
            <ac:spMk id="9" creationId="{7E863F7F-0340-409A-AFD0-BD8C6557A63C}"/>
          </ac:spMkLst>
        </pc:spChg>
        <pc:spChg chg="add mod">
          <ac:chgData name="" userId="213e45b8a479442b" providerId="LiveId" clId="{280C0565-1D83-401F-857C-49A7F7ED5C3C}" dt="2024-03-17T06:28:58.315" v="14453" actId="20577"/>
          <ac:spMkLst>
            <pc:docMk/>
            <pc:sldMk cId="4262740222" sldId="622"/>
            <ac:spMk id="10" creationId="{29482B24-9F19-43F3-977E-DC5A2EB3286F}"/>
          </ac:spMkLst>
        </pc:spChg>
        <pc:spChg chg="add mod">
          <ac:chgData name="" userId="213e45b8a479442b" providerId="LiveId" clId="{280C0565-1D83-401F-857C-49A7F7ED5C3C}" dt="2024-03-16T01:29:00.055" v="9723" actId="20577"/>
          <ac:spMkLst>
            <pc:docMk/>
            <pc:sldMk cId="4262740222" sldId="622"/>
            <ac:spMk id="11" creationId="{9CB23EDF-3DD3-4237-97C6-4FB039CCE3D9}"/>
          </ac:spMkLst>
        </pc:spChg>
        <pc:picChg chg="del">
          <ac:chgData name="" userId="213e45b8a479442b" providerId="LiveId" clId="{280C0565-1D83-401F-857C-49A7F7ED5C3C}" dt="2024-03-16T01:15:07.312" v="9199" actId="478"/>
          <ac:picMkLst>
            <pc:docMk/>
            <pc:sldMk cId="4262740222" sldId="622"/>
            <ac:picMk id="3" creationId="{C938777B-A121-41C3-9892-F756D8C21C23}"/>
          </ac:picMkLst>
        </pc:picChg>
      </pc:sldChg>
      <pc:sldChg chg="delSp modSp add">
        <pc:chgData name="" userId="213e45b8a479442b" providerId="LiveId" clId="{280C0565-1D83-401F-857C-49A7F7ED5C3C}" dt="2024-03-16T01:48:45.677" v="10897" actId="20577"/>
        <pc:sldMkLst>
          <pc:docMk/>
          <pc:sldMk cId="1102328016" sldId="624"/>
        </pc:sldMkLst>
        <pc:spChg chg="mod">
          <ac:chgData name="" userId="213e45b8a479442b" providerId="LiveId" clId="{280C0565-1D83-401F-857C-49A7F7ED5C3C}" dt="2024-03-16T01:48:45.677" v="10897" actId="20577"/>
          <ac:spMkLst>
            <pc:docMk/>
            <pc:sldMk cId="1102328016" sldId="624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6T01:35:25.926" v="9800" actId="20577"/>
          <ac:spMkLst>
            <pc:docMk/>
            <pc:sldMk cId="1102328016" sldId="624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6T01:35:54.697" v="9818" actId="478"/>
          <ac:spMkLst>
            <pc:docMk/>
            <pc:sldMk cId="1102328016" sldId="624"/>
            <ac:spMk id="10" creationId="{4D9CDC4E-E5FC-4827-898E-896C4F0AE55E}"/>
          </ac:spMkLst>
        </pc:spChg>
      </pc:sldChg>
      <pc:sldChg chg="addSp modSp add">
        <pc:chgData name="" userId="213e45b8a479442b" providerId="LiveId" clId="{280C0565-1D83-401F-857C-49A7F7ED5C3C}" dt="2024-03-16T01:58:35.239" v="11823" actId="1076"/>
        <pc:sldMkLst>
          <pc:docMk/>
          <pc:sldMk cId="4287735949" sldId="625"/>
        </pc:sldMkLst>
        <pc:spChg chg="mod">
          <ac:chgData name="" userId="213e45b8a479442b" providerId="LiveId" clId="{280C0565-1D83-401F-857C-49A7F7ED5C3C}" dt="2024-03-16T01:57:45.827" v="11814" actId="20577"/>
          <ac:spMkLst>
            <pc:docMk/>
            <pc:sldMk cId="4287735949" sldId="625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6T01:58:35.239" v="11823" actId="1076"/>
          <ac:spMkLst>
            <pc:docMk/>
            <pc:sldMk cId="4287735949" sldId="625"/>
            <ac:spMk id="4" creationId="{CFAB3442-F56F-4E4C-9B5F-C80CEC1F4C53}"/>
          </ac:spMkLst>
        </pc:spChg>
      </pc:sldChg>
      <pc:sldChg chg="modSp add">
        <pc:chgData name="" userId="213e45b8a479442b" providerId="LiveId" clId="{280C0565-1D83-401F-857C-49A7F7ED5C3C}" dt="2024-03-16T01:55:34.051" v="11641" actId="20577"/>
        <pc:sldMkLst>
          <pc:docMk/>
          <pc:sldMk cId="3398423999" sldId="626"/>
        </pc:sldMkLst>
        <pc:spChg chg="mod">
          <ac:chgData name="" userId="213e45b8a479442b" providerId="LiveId" clId="{280C0565-1D83-401F-857C-49A7F7ED5C3C}" dt="2024-03-16T01:55:34.051" v="11641" actId="20577"/>
          <ac:spMkLst>
            <pc:docMk/>
            <pc:sldMk cId="3398423999" sldId="626"/>
            <ac:spMk id="3" creationId="{FC3DE994-F8E6-4715-916B-9859E1A19738}"/>
          </ac:spMkLst>
        </pc:spChg>
      </pc:sldChg>
      <pc:sldChg chg="add">
        <pc:chgData name="" userId="213e45b8a479442b" providerId="LiveId" clId="{280C0565-1D83-401F-857C-49A7F7ED5C3C}" dt="2024-03-16T01:55:48.012" v="11642"/>
        <pc:sldMkLst>
          <pc:docMk/>
          <pc:sldMk cId="615297258" sldId="627"/>
        </pc:sldMkLst>
      </pc:sldChg>
      <pc:sldChg chg="add">
        <pc:chgData name="" userId="213e45b8a479442b" providerId="LiveId" clId="{280C0565-1D83-401F-857C-49A7F7ED5C3C}" dt="2024-03-16T01:58:42.918" v="11824"/>
        <pc:sldMkLst>
          <pc:docMk/>
          <pc:sldMk cId="3320655588" sldId="628"/>
        </pc:sldMkLst>
      </pc:sldChg>
      <pc:sldChg chg="addSp delSp modSp add modAnim">
        <pc:chgData name="" userId="213e45b8a479442b" providerId="LiveId" clId="{280C0565-1D83-401F-857C-49A7F7ED5C3C}" dt="2024-03-16T02:22:19.181" v="13050" actId="113"/>
        <pc:sldMkLst>
          <pc:docMk/>
          <pc:sldMk cId="3181779752" sldId="629"/>
        </pc:sldMkLst>
        <pc:spChg chg="mod">
          <ac:chgData name="" userId="213e45b8a479442b" providerId="LiveId" clId="{280C0565-1D83-401F-857C-49A7F7ED5C3C}" dt="2024-03-16T02:22:19.181" v="13050" actId="113"/>
          <ac:spMkLst>
            <pc:docMk/>
            <pc:sldMk cId="3181779752" sldId="629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6T01:59:22.052" v="11847" actId="478"/>
          <ac:spMkLst>
            <pc:docMk/>
            <pc:sldMk cId="3181779752" sldId="629"/>
            <ac:spMk id="4" creationId="{CFAB3442-F56F-4E4C-9B5F-C80CEC1F4C53}"/>
          </ac:spMkLst>
        </pc:spChg>
        <pc:spChg chg="add mod">
          <ac:chgData name="" userId="213e45b8a479442b" providerId="LiveId" clId="{280C0565-1D83-401F-857C-49A7F7ED5C3C}" dt="2024-03-16T02:21:40.912" v="13040" actId="113"/>
          <ac:spMkLst>
            <pc:docMk/>
            <pc:sldMk cId="3181779752" sldId="629"/>
            <ac:spMk id="6" creationId="{8E92DD04-D744-44AA-AF25-2D5444174CB9}"/>
          </ac:spMkLst>
        </pc:spChg>
        <pc:spChg chg="add mod">
          <ac:chgData name="" userId="213e45b8a479442b" providerId="LiveId" clId="{280C0565-1D83-401F-857C-49A7F7ED5C3C}" dt="2024-03-16T02:07:16.278" v="12090" actId="14100"/>
          <ac:spMkLst>
            <pc:docMk/>
            <pc:sldMk cId="3181779752" sldId="629"/>
            <ac:spMk id="7" creationId="{678D74DA-F8BA-4711-8D19-E37B62F51B66}"/>
          </ac:spMkLst>
        </pc:spChg>
        <pc:spChg chg="add mod">
          <ac:chgData name="" userId="213e45b8a479442b" providerId="LiveId" clId="{280C0565-1D83-401F-857C-49A7F7ED5C3C}" dt="2024-03-16T02:21:46.874" v="13043" actId="113"/>
          <ac:spMkLst>
            <pc:docMk/>
            <pc:sldMk cId="3181779752" sldId="629"/>
            <ac:spMk id="9" creationId="{318CACFB-B879-4748-8610-C5FC05275E59}"/>
          </ac:spMkLst>
        </pc:spChg>
        <pc:spChg chg="add mod">
          <ac:chgData name="" userId="213e45b8a479442b" providerId="LiveId" clId="{280C0565-1D83-401F-857C-49A7F7ED5C3C}" dt="2024-03-16T02:20:23.240" v="13024" actId="1076"/>
          <ac:spMkLst>
            <pc:docMk/>
            <pc:sldMk cId="3181779752" sldId="629"/>
            <ac:spMk id="10" creationId="{2D0DFE50-2FDF-4300-BC37-9DABD0843C51}"/>
          </ac:spMkLst>
        </pc:spChg>
      </pc:sldChg>
      <pc:sldChg chg="delSp modSp add">
        <pc:chgData name="" userId="213e45b8a479442b" providerId="LiveId" clId="{280C0565-1D83-401F-857C-49A7F7ED5C3C}" dt="2024-03-16T02:21:26.223" v="13034" actId="113"/>
        <pc:sldMkLst>
          <pc:docMk/>
          <pc:sldMk cId="829031420" sldId="630"/>
        </pc:sldMkLst>
        <pc:spChg chg="mod">
          <ac:chgData name="" userId="213e45b8a479442b" providerId="LiveId" clId="{280C0565-1D83-401F-857C-49A7F7ED5C3C}" dt="2024-03-16T02:12:55.362" v="12221" actId="6549"/>
          <ac:spMkLst>
            <pc:docMk/>
            <pc:sldMk cId="829031420" sldId="630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6T02:12:52.365" v="12220" actId="478"/>
          <ac:spMkLst>
            <pc:docMk/>
            <pc:sldMk cId="829031420" sldId="630"/>
            <ac:spMk id="6" creationId="{8E92DD04-D744-44AA-AF25-2D5444174CB9}"/>
          </ac:spMkLst>
        </pc:spChg>
        <pc:spChg chg="del">
          <ac:chgData name="" userId="213e45b8a479442b" providerId="LiveId" clId="{280C0565-1D83-401F-857C-49A7F7ED5C3C}" dt="2024-03-16T02:13:02.047" v="12223" actId="478"/>
          <ac:spMkLst>
            <pc:docMk/>
            <pc:sldMk cId="829031420" sldId="630"/>
            <ac:spMk id="7" creationId="{678D74DA-F8BA-4711-8D19-E37B62F51B66}"/>
          </ac:spMkLst>
        </pc:spChg>
        <pc:spChg chg="mod">
          <ac:chgData name="" userId="213e45b8a479442b" providerId="LiveId" clId="{280C0565-1D83-401F-857C-49A7F7ED5C3C}" dt="2024-03-16T02:21:26.223" v="13034" actId="113"/>
          <ac:spMkLst>
            <pc:docMk/>
            <pc:sldMk cId="829031420" sldId="630"/>
            <ac:spMk id="9" creationId="{318CACFB-B879-4748-8610-C5FC05275E59}"/>
          </ac:spMkLst>
        </pc:spChg>
      </pc:sldChg>
      <pc:sldChg chg="addSp delSp modSp add">
        <pc:chgData name="" userId="213e45b8a479442b" providerId="LiveId" clId="{280C0565-1D83-401F-857C-49A7F7ED5C3C}" dt="2024-03-17T06:29:40.305" v="14514" actId="20577"/>
        <pc:sldMkLst>
          <pc:docMk/>
          <pc:sldMk cId="1323392317" sldId="632"/>
        </pc:sldMkLst>
        <pc:spChg chg="add mod">
          <ac:chgData name="" userId="213e45b8a479442b" providerId="LiveId" clId="{280C0565-1D83-401F-857C-49A7F7ED5C3C}" dt="2024-03-17T06:29:40.305" v="14514" actId="20577"/>
          <ac:spMkLst>
            <pc:docMk/>
            <pc:sldMk cId="1323392317" sldId="632"/>
            <ac:spMk id="6" creationId="{A22A091C-5DA3-4D3B-B0E3-32AAA538A416}"/>
          </ac:spMkLst>
        </pc:spChg>
        <pc:spChg chg="del">
          <ac:chgData name="" userId="213e45b8a479442b" providerId="LiveId" clId="{280C0565-1D83-401F-857C-49A7F7ED5C3C}" dt="2024-03-16T12:50:16.308" v="13498" actId="478"/>
          <ac:spMkLst>
            <pc:docMk/>
            <pc:sldMk cId="1323392317" sldId="632"/>
            <ac:spMk id="7" creationId="{00F20A43-E836-4B04-ADCD-F6929B1383C6}"/>
          </ac:spMkLst>
        </pc:spChg>
        <pc:spChg chg="mod">
          <ac:chgData name="" userId="213e45b8a479442b" providerId="LiveId" clId="{280C0565-1D83-401F-857C-49A7F7ED5C3C}" dt="2024-03-16T15:00:24.878" v="13626" actId="20577"/>
          <ac:spMkLst>
            <pc:docMk/>
            <pc:sldMk cId="1323392317" sldId="632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6T15:02:44.100" v="13818" actId="20577"/>
          <ac:spMkLst>
            <pc:docMk/>
            <pc:sldMk cId="1323392317" sldId="632"/>
            <ac:spMk id="10" creationId="{29482B24-9F19-43F3-977E-DC5A2EB3286F}"/>
          </ac:spMkLst>
        </pc:spChg>
        <pc:spChg chg="mod">
          <ac:chgData name="" userId="213e45b8a479442b" providerId="LiveId" clId="{280C0565-1D83-401F-857C-49A7F7ED5C3C}" dt="2024-03-16T12:50:04.370" v="13495" actId="113"/>
          <ac:spMkLst>
            <pc:docMk/>
            <pc:sldMk cId="1323392317" sldId="632"/>
            <ac:spMk id="11" creationId="{9CB23EDF-3DD3-4237-97C6-4FB039CCE3D9}"/>
          </ac:spMkLst>
        </pc:spChg>
      </pc:sldChg>
      <pc:sldChg chg="addSp modSp add">
        <pc:chgData name="" userId="213e45b8a479442b" providerId="LiveId" clId="{280C0565-1D83-401F-857C-49A7F7ED5C3C}" dt="2024-03-17T06:29:53.282" v="14519" actId="20577"/>
        <pc:sldMkLst>
          <pc:docMk/>
          <pc:sldMk cId="156117477" sldId="633"/>
        </pc:sldMkLst>
        <pc:spChg chg="add mod">
          <ac:chgData name="" userId="213e45b8a479442b" providerId="LiveId" clId="{280C0565-1D83-401F-857C-49A7F7ED5C3C}" dt="2024-03-16T15:08:24.511" v="14113" actId="113"/>
          <ac:spMkLst>
            <pc:docMk/>
            <pc:sldMk cId="156117477" sldId="633"/>
            <ac:spMk id="6" creationId="{811D262C-A9FC-4AB7-B1C6-A9811113B331}"/>
          </ac:spMkLst>
        </pc:spChg>
        <pc:spChg chg="add mod">
          <ac:chgData name="" userId="213e45b8a479442b" providerId="LiveId" clId="{280C0565-1D83-401F-857C-49A7F7ED5C3C}" dt="2024-03-17T06:29:53.282" v="14519" actId="20577"/>
          <ac:spMkLst>
            <pc:docMk/>
            <pc:sldMk cId="156117477" sldId="633"/>
            <ac:spMk id="7" creationId="{7B20669E-4ACC-4B18-A347-E6326A51A796}"/>
          </ac:spMkLst>
        </pc:spChg>
        <pc:spChg chg="mod">
          <ac:chgData name="" userId="213e45b8a479442b" providerId="LiveId" clId="{280C0565-1D83-401F-857C-49A7F7ED5C3C}" dt="2024-03-16T15:02:08.397" v="13800" actId="20577"/>
          <ac:spMkLst>
            <pc:docMk/>
            <pc:sldMk cId="156117477" sldId="633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6T15:08:09.796" v="14109" actId="1076"/>
          <ac:spMkLst>
            <pc:docMk/>
            <pc:sldMk cId="156117477" sldId="633"/>
            <ac:spMk id="10" creationId="{29482B24-9F19-43F3-977E-DC5A2EB3286F}"/>
          </ac:spMkLst>
        </pc:spChg>
        <pc:spChg chg="mod">
          <ac:chgData name="" userId="213e45b8a479442b" providerId="LiveId" clId="{280C0565-1D83-401F-857C-49A7F7ED5C3C}" dt="2024-03-16T15:08:46.838" v="14118" actId="1076"/>
          <ac:spMkLst>
            <pc:docMk/>
            <pc:sldMk cId="156117477" sldId="633"/>
            <ac:spMk id="11" creationId="{9CB23EDF-3DD3-4237-97C6-4FB039CCE3D9}"/>
          </ac:spMkLst>
        </pc:spChg>
      </pc:sldChg>
      <pc:sldChg chg="addSp delSp modSp add">
        <pc:chgData name="" userId="213e45b8a479442b" providerId="LiveId" clId="{280C0565-1D83-401F-857C-49A7F7ED5C3C}" dt="2024-03-17T06:47:11.688" v="15030" actId="14100"/>
        <pc:sldMkLst>
          <pc:docMk/>
          <pc:sldMk cId="1668661885" sldId="634"/>
        </pc:sldMkLst>
        <pc:spChg chg="mod">
          <ac:chgData name="" userId="213e45b8a479442b" providerId="LiveId" clId="{280C0565-1D83-401F-857C-49A7F7ED5C3C}" dt="2024-03-17T06:47:08.979" v="15029" actId="14100"/>
          <ac:spMkLst>
            <pc:docMk/>
            <pc:sldMk cId="1668661885" sldId="634"/>
            <ac:spMk id="6" creationId="{811D262C-A9FC-4AB7-B1C6-A9811113B331}"/>
          </ac:spMkLst>
        </pc:spChg>
        <pc:spChg chg="add mod">
          <ac:chgData name="" userId="213e45b8a479442b" providerId="LiveId" clId="{280C0565-1D83-401F-857C-49A7F7ED5C3C}" dt="2024-03-17T06:47:06.460" v="15028" actId="1076"/>
          <ac:spMkLst>
            <pc:docMk/>
            <pc:sldMk cId="1668661885" sldId="634"/>
            <ac:spMk id="7" creationId="{F1D98D54-66A4-4355-A67E-A5D389F9424C}"/>
          </ac:spMkLst>
        </pc:spChg>
        <pc:spChg chg="mod">
          <ac:chgData name="" userId="213e45b8a479442b" providerId="LiveId" clId="{280C0565-1D83-401F-857C-49A7F7ED5C3C}" dt="2024-03-17T06:46:57.037" v="15027" actId="20577"/>
          <ac:spMkLst>
            <pc:docMk/>
            <pc:sldMk cId="1668661885" sldId="634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7T06:31:40.728" v="14524" actId="478"/>
          <ac:spMkLst>
            <pc:docMk/>
            <pc:sldMk cId="1668661885" sldId="634"/>
            <ac:spMk id="10" creationId="{29482B24-9F19-43F3-977E-DC5A2EB3286F}"/>
          </ac:spMkLst>
        </pc:spChg>
        <pc:spChg chg="mod">
          <ac:chgData name="" userId="213e45b8a479442b" providerId="LiveId" clId="{280C0565-1D83-401F-857C-49A7F7ED5C3C}" dt="2024-03-17T06:47:11.688" v="15030" actId="14100"/>
          <ac:spMkLst>
            <pc:docMk/>
            <pc:sldMk cId="1668661885" sldId="634"/>
            <ac:spMk id="11" creationId="{9CB23EDF-3DD3-4237-97C6-4FB039CCE3D9}"/>
          </ac:spMkLst>
        </pc:spChg>
      </pc:sldChg>
      <pc:sldChg chg="modSp add">
        <pc:chgData name="" userId="213e45b8a479442b" providerId="LiveId" clId="{280C0565-1D83-401F-857C-49A7F7ED5C3C}" dt="2024-03-17T06:48:21.842" v="15110" actId="20577"/>
        <pc:sldMkLst>
          <pc:docMk/>
          <pc:sldMk cId="20949502" sldId="635"/>
        </pc:sldMkLst>
        <pc:spChg chg="mod">
          <ac:chgData name="" userId="213e45b8a479442b" providerId="LiveId" clId="{280C0565-1D83-401F-857C-49A7F7ED5C3C}" dt="2024-03-17T06:47:18.918" v="15032" actId="1076"/>
          <ac:spMkLst>
            <pc:docMk/>
            <pc:sldMk cId="20949502" sldId="635"/>
            <ac:spMk id="6" creationId="{811D262C-A9FC-4AB7-B1C6-A9811113B331}"/>
          </ac:spMkLst>
        </pc:spChg>
        <pc:spChg chg="mod">
          <ac:chgData name="" userId="213e45b8a479442b" providerId="LiveId" clId="{280C0565-1D83-401F-857C-49A7F7ED5C3C}" dt="2024-03-17T06:47:27.127" v="15034" actId="1076"/>
          <ac:spMkLst>
            <pc:docMk/>
            <pc:sldMk cId="20949502" sldId="635"/>
            <ac:spMk id="7" creationId="{F1D98D54-66A4-4355-A67E-A5D389F9424C}"/>
          </ac:spMkLst>
        </pc:spChg>
        <pc:spChg chg="mod">
          <ac:chgData name="" userId="213e45b8a479442b" providerId="LiveId" clId="{280C0565-1D83-401F-857C-49A7F7ED5C3C}" dt="2024-03-17T06:44:59.320" v="14992" actId="20577"/>
          <ac:spMkLst>
            <pc:docMk/>
            <pc:sldMk cId="20949502" sldId="635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7T06:48:21.842" v="15110" actId="20577"/>
          <ac:spMkLst>
            <pc:docMk/>
            <pc:sldMk cId="20949502" sldId="635"/>
            <ac:spMk id="11" creationId="{9CB23EDF-3DD3-4237-97C6-4FB039CCE3D9}"/>
          </ac:spMkLst>
        </pc:spChg>
      </pc:sldChg>
      <pc:sldChg chg="addSp delSp modSp add">
        <pc:chgData name="" userId="213e45b8a479442b" providerId="LiveId" clId="{280C0565-1D83-401F-857C-49A7F7ED5C3C}" dt="2024-03-17T07:04:28.013" v="15662" actId="20577"/>
        <pc:sldMkLst>
          <pc:docMk/>
          <pc:sldMk cId="1980848031" sldId="636"/>
        </pc:sldMkLst>
        <pc:spChg chg="mod">
          <ac:chgData name="" userId="213e45b8a479442b" providerId="LiveId" clId="{280C0565-1D83-401F-857C-49A7F7ED5C3C}" dt="2024-03-17T07:00:42.738" v="15439" actId="20577"/>
          <ac:spMkLst>
            <pc:docMk/>
            <pc:sldMk cId="1980848031" sldId="636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7T06:48:49.775" v="15120" actId="478"/>
          <ac:spMkLst>
            <pc:docMk/>
            <pc:sldMk cId="1980848031" sldId="636"/>
            <ac:spMk id="6" creationId="{811D262C-A9FC-4AB7-B1C6-A9811113B331}"/>
          </ac:spMkLst>
        </pc:spChg>
        <pc:spChg chg="del">
          <ac:chgData name="" userId="213e45b8a479442b" providerId="LiveId" clId="{280C0565-1D83-401F-857C-49A7F7ED5C3C}" dt="2024-03-17T06:48:53.898" v="15122" actId="478"/>
          <ac:spMkLst>
            <pc:docMk/>
            <pc:sldMk cId="1980848031" sldId="636"/>
            <ac:spMk id="7" creationId="{F1D98D54-66A4-4355-A67E-A5D389F9424C}"/>
          </ac:spMkLst>
        </pc:spChg>
        <pc:spChg chg="mod">
          <ac:chgData name="" userId="213e45b8a479442b" providerId="LiveId" clId="{280C0565-1D83-401F-857C-49A7F7ED5C3C}" dt="2024-03-17T07:04:28.013" v="15662" actId="20577"/>
          <ac:spMkLst>
            <pc:docMk/>
            <pc:sldMk cId="1980848031" sldId="636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7T07:03:24.050" v="15530" actId="1076"/>
          <ac:spMkLst>
            <pc:docMk/>
            <pc:sldMk cId="1980848031" sldId="636"/>
            <ac:spMk id="9" creationId="{4CC540BF-FFFA-4E70-902B-232F25443795}"/>
          </ac:spMkLst>
        </pc:spChg>
        <pc:spChg chg="add mod">
          <ac:chgData name="" userId="213e45b8a479442b" providerId="LiveId" clId="{280C0565-1D83-401F-857C-49A7F7ED5C3C}" dt="2024-03-17T07:03:31.011" v="15549" actId="1076"/>
          <ac:spMkLst>
            <pc:docMk/>
            <pc:sldMk cId="1980848031" sldId="636"/>
            <ac:spMk id="10" creationId="{2C704B08-43F4-4B4A-9C46-6ED0940E9556}"/>
          </ac:spMkLst>
        </pc:spChg>
        <pc:spChg chg="del">
          <ac:chgData name="" userId="213e45b8a479442b" providerId="LiveId" clId="{280C0565-1D83-401F-857C-49A7F7ED5C3C}" dt="2024-03-17T06:48:51.697" v="15121" actId="478"/>
          <ac:spMkLst>
            <pc:docMk/>
            <pc:sldMk cId="1980848031" sldId="636"/>
            <ac:spMk id="11" creationId="{9CB23EDF-3DD3-4237-97C6-4FB039CCE3D9}"/>
          </ac:spMkLst>
        </pc:spChg>
      </pc:sldChg>
    </pc:docChg>
  </pc:docChgLst>
  <pc:docChgLst>
    <pc:chgData name="John Hu" userId="213e45b8a479442b" providerId="LiveId" clId="{8681A590-1D90-4552-8716-FAED147C2758}"/>
    <pc:docChg chg="undo custSel addSld delSld modSld">
      <pc:chgData name="John Hu" userId="213e45b8a479442b" providerId="LiveId" clId="{8681A590-1D90-4552-8716-FAED147C2758}" dt="2025-09-03T07:27:00.987" v="607" actId="1035"/>
      <pc:docMkLst>
        <pc:docMk/>
      </pc:docMkLst>
      <pc:sldChg chg="modSp mod">
        <pc:chgData name="John Hu" userId="213e45b8a479442b" providerId="LiveId" clId="{8681A590-1D90-4552-8716-FAED147C2758}" dt="2025-08-22T03:31:28.605" v="19" actId="6549"/>
        <pc:sldMkLst>
          <pc:docMk/>
          <pc:sldMk cId="3273944349" sldId="673"/>
        </pc:sldMkLst>
        <pc:spChg chg="mod">
          <ac:chgData name="John Hu" userId="213e45b8a479442b" providerId="LiveId" clId="{8681A590-1D90-4552-8716-FAED147C2758}" dt="2025-08-22T03:31:28.605" v="19" actId="6549"/>
          <ac:spMkLst>
            <pc:docMk/>
            <pc:sldMk cId="3273944349" sldId="673"/>
            <ac:spMk id="11" creationId="{0F70173F-BDC1-402F-966F-B6CADDC05B73}"/>
          </ac:spMkLst>
        </pc:spChg>
      </pc:sldChg>
      <pc:sldChg chg="modSp mod">
        <pc:chgData name="John Hu" userId="213e45b8a479442b" providerId="LiveId" clId="{8681A590-1D90-4552-8716-FAED147C2758}" dt="2025-08-22T02:32:56.135" v="0" actId="108"/>
        <pc:sldMkLst>
          <pc:docMk/>
          <pc:sldMk cId="2527104085" sldId="694"/>
        </pc:sldMkLst>
        <pc:spChg chg="mod">
          <ac:chgData name="John Hu" userId="213e45b8a479442b" providerId="LiveId" clId="{8681A590-1D90-4552-8716-FAED147C2758}" dt="2025-08-22T02:32:56.135" v="0" actId="108"/>
          <ac:spMkLst>
            <pc:docMk/>
            <pc:sldMk cId="2527104085" sldId="694"/>
            <ac:spMk id="7" creationId="{B71B3D59-96B2-48D3-A79B-4FA3036BDBF8}"/>
          </ac:spMkLst>
        </pc:spChg>
      </pc:sldChg>
      <pc:sldChg chg="addSp delSp modSp add del mod modNotesTx">
        <pc:chgData name="John Hu" userId="213e45b8a479442b" providerId="LiveId" clId="{8681A590-1D90-4552-8716-FAED147C2758}" dt="2025-09-03T07:23:50.762" v="534" actId="1076"/>
        <pc:sldMkLst>
          <pc:docMk/>
          <pc:sldMk cId="3299990608" sldId="715"/>
        </pc:sldMkLst>
        <pc:spChg chg="mod">
          <ac:chgData name="John Hu" userId="213e45b8a479442b" providerId="LiveId" clId="{8681A590-1D90-4552-8716-FAED147C2758}" dt="2025-09-03T07:17:08.516" v="439"/>
          <ac:spMkLst>
            <pc:docMk/>
            <pc:sldMk cId="3299990608" sldId="715"/>
            <ac:spMk id="2" creationId="{5888EE31-F44C-4034-8407-4C756F65702C}"/>
          </ac:spMkLst>
        </pc:spChg>
        <pc:spChg chg="add del mod">
          <ac:chgData name="John Hu" userId="213e45b8a479442b" providerId="LiveId" clId="{8681A590-1D90-4552-8716-FAED147C2758}" dt="2025-09-03T07:23:12.592" v="496" actId="1076"/>
          <ac:spMkLst>
            <pc:docMk/>
            <pc:sldMk cId="3299990608" sldId="715"/>
            <ac:spMk id="7" creationId="{7367365C-F4C3-4519-A516-0FFA1FC40A77}"/>
          </ac:spMkLst>
        </pc:spChg>
        <pc:spChg chg="mod">
          <ac:chgData name="John Hu" userId="213e45b8a479442b" providerId="LiveId" clId="{8681A590-1D90-4552-8716-FAED147C2758}" dt="2025-09-03T07:17:19.016" v="450" actId="6549"/>
          <ac:spMkLst>
            <pc:docMk/>
            <pc:sldMk cId="3299990608" sldId="715"/>
            <ac:spMk id="8" creationId="{36177B38-43AB-4398-968B-448F8F0E5F49}"/>
          </ac:spMkLst>
        </pc:spChg>
        <pc:spChg chg="add del">
          <ac:chgData name="John Hu" userId="213e45b8a479442b" providerId="LiveId" clId="{8681A590-1D90-4552-8716-FAED147C2758}" dt="2025-09-03T07:13:30.551" v="349" actId="478"/>
          <ac:spMkLst>
            <pc:docMk/>
            <pc:sldMk cId="3299990608" sldId="715"/>
            <ac:spMk id="9" creationId="{4FA5521D-E240-4E77-AE2C-DFF6D7109AF9}"/>
          </ac:spMkLst>
        </pc:spChg>
        <pc:spChg chg="add del">
          <ac:chgData name="John Hu" userId="213e45b8a479442b" providerId="LiveId" clId="{8681A590-1D90-4552-8716-FAED147C2758}" dt="2025-09-03T07:10:55.112" v="164" actId="478"/>
          <ac:spMkLst>
            <pc:docMk/>
            <pc:sldMk cId="3299990608" sldId="715"/>
            <ac:spMk id="10" creationId="{4D9CDC4E-E5FC-4827-898E-896C4F0AE55E}"/>
          </ac:spMkLst>
        </pc:spChg>
        <pc:spChg chg="add del">
          <ac:chgData name="John Hu" userId="213e45b8a479442b" providerId="LiveId" clId="{8681A590-1D90-4552-8716-FAED147C2758}" dt="2025-09-03T07:13:30.551" v="349" actId="478"/>
          <ac:spMkLst>
            <pc:docMk/>
            <pc:sldMk cId="3299990608" sldId="715"/>
            <ac:spMk id="11" creationId="{138A2BBB-91AB-493A-A34E-6D5C6CB1634A}"/>
          </ac:spMkLst>
        </pc:spChg>
        <pc:spChg chg="add mod">
          <ac:chgData name="John Hu" userId="213e45b8a479442b" providerId="LiveId" clId="{8681A590-1D90-4552-8716-FAED147C2758}" dt="2025-09-03T07:22:20.322" v="478" actId="21"/>
          <ac:spMkLst>
            <pc:docMk/>
            <pc:sldMk cId="3299990608" sldId="715"/>
            <ac:spMk id="12" creationId="{4D503925-F610-4070-A5FB-A04EF6C494E2}"/>
          </ac:spMkLst>
        </pc:spChg>
        <pc:spChg chg="add mod">
          <ac:chgData name="John Hu" userId="213e45b8a479442b" providerId="LiveId" clId="{8681A590-1D90-4552-8716-FAED147C2758}" dt="2025-09-03T07:23:50.762" v="534" actId="1076"/>
          <ac:spMkLst>
            <pc:docMk/>
            <pc:sldMk cId="3299990608" sldId="715"/>
            <ac:spMk id="14" creationId="{0CE173B3-297C-485C-A444-3E3DA8F5F783}"/>
          </ac:spMkLst>
        </pc:spChg>
        <pc:spChg chg="add mod">
          <ac:chgData name="John Hu" userId="213e45b8a479442b" providerId="LiveId" clId="{8681A590-1D90-4552-8716-FAED147C2758}" dt="2025-09-03T07:23:45.512" v="532" actId="1076"/>
          <ac:spMkLst>
            <pc:docMk/>
            <pc:sldMk cId="3299990608" sldId="715"/>
            <ac:spMk id="15" creationId="{E5083C0B-AA45-4E28-A4D4-ED6171101B28}"/>
          </ac:spMkLst>
        </pc:spChg>
        <pc:spChg chg="add mod">
          <ac:chgData name="John Hu" userId="213e45b8a479442b" providerId="LiveId" clId="{8681A590-1D90-4552-8716-FAED147C2758}" dt="2025-09-03T07:23:08.625" v="494" actId="1076"/>
          <ac:spMkLst>
            <pc:docMk/>
            <pc:sldMk cId="3299990608" sldId="715"/>
            <ac:spMk id="17" creationId="{AC8F0BFB-7983-4042-9832-43FE059809B5}"/>
          </ac:spMkLst>
        </pc:spChg>
        <pc:spChg chg="add mod">
          <ac:chgData name="John Hu" userId="213e45b8a479442b" providerId="LiveId" clId="{8681A590-1D90-4552-8716-FAED147C2758}" dt="2025-09-03T07:23:47.013" v="533" actId="1076"/>
          <ac:spMkLst>
            <pc:docMk/>
            <pc:sldMk cId="3299990608" sldId="715"/>
            <ac:spMk id="18" creationId="{45355647-280B-455B-9B6A-81093C0425A0}"/>
          </ac:spMkLst>
        </pc:spChg>
        <pc:graphicFrameChg chg="add del mod modGraphic">
          <ac:chgData name="John Hu" userId="213e45b8a479442b" providerId="LiveId" clId="{8681A590-1D90-4552-8716-FAED147C2758}" dt="2025-09-03T07:10:52.308" v="163" actId="478"/>
          <ac:graphicFrameMkLst>
            <pc:docMk/>
            <pc:sldMk cId="3299990608" sldId="715"/>
            <ac:graphicFrameMk id="4" creationId="{3D20349E-BEA7-49A1-A70E-41F2B6F9EE8C}"/>
          </ac:graphicFrameMkLst>
        </pc:graphicFrameChg>
        <pc:picChg chg="add mod">
          <ac:chgData name="John Hu" userId="213e45b8a479442b" providerId="LiveId" clId="{8681A590-1D90-4552-8716-FAED147C2758}" dt="2025-09-03T07:23:13.762" v="497" actId="1076"/>
          <ac:picMkLst>
            <pc:docMk/>
            <pc:sldMk cId="3299990608" sldId="715"/>
            <ac:picMk id="6" creationId="{DD67EC94-28B1-43F3-B11D-8C90C0D2EBDE}"/>
          </ac:picMkLst>
        </pc:picChg>
      </pc:sldChg>
      <pc:sldChg chg="addSp modSp add mod modNotesTx">
        <pc:chgData name="John Hu" userId="213e45b8a479442b" providerId="LiveId" clId="{8681A590-1D90-4552-8716-FAED147C2758}" dt="2025-09-03T07:27:00.987" v="607" actId="1035"/>
        <pc:sldMkLst>
          <pc:docMk/>
          <pc:sldMk cId="2289642241" sldId="716"/>
        </pc:sldMkLst>
        <pc:spChg chg="mod">
          <ac:chgData name="John Hu" userId="213e45b8a479442b" providerId="LiveId" clId="{8681A590-1D90-4552-8716-FAED147C2758}" dt="2025-09-03T07:25:45.185" v="580" actId="20577"/>
          <ac:spMkLst>
            <pc:docMk/>
            <pc:sldMk cId="2289642241" sldId="716"/>
            <ac:spMk id="12" creationId="{4D503925-F610-4070-A5FB-A04EF6C494E2}"/>
          </ac:spMkLst>
        </pc:spChg>
        <pc:spChg chg="add mod">
          <ac:chgData name="John Hu" userId="213e45b8a479442b" providerId="LiveId" clId="{8681A590-1D90-4552-8716-FAED147C2758}" dt="2025-09-03T07:26:02.098" v="583" actId="113"/>
          <ac:spMkLst>
            <pc:docMk/>
            <pc:sldMk cId="2289642241" sldId="716"/>
            <ac:spMk id="13" creationId="{9229088D-2A5B-40C4-BE50-75DC46A47940}"/>
          </ac:spMkLst>
        </pc:spChg>
        <pc:spChg chg="mod">
          <ac:chgData name="John Hu" userId="213e45b8a479442b" providerId="LiveId" clId="{8681A590-1D90-4552-8716-FAED147C2758}" dt="2025-09-03T07:26:57.772" v="606" actId="1036"/>
          <ac:spMkLst>
            <pc:docMk/>
            <pc:sldMk cId="2289642241" sldId="716"/>
            <ac:spMk id="14" creationId="{0CE173B3-297C-485C-A444-3E3DA8F5F783}"/>
          </ac:spMkLst>
        </pc:spChg>
        <pc:spChg chg="mod">
          <ac:chgData name="John Hu" userId="213e45b8a479442b" providerId="LiveId" clId="{8681A590-1D90-4552-8716-FAED147C2758}" dt="2025-09-03T07:27:00.987" v="607" actId="1035"/>
          <ac:spMkLst>
            <pc:docMk/>
            <pc:sldMk cId="2289642241" sldId="716"/>
            <ac:spMk id="15" creationId="{E5083C0B-AA45-4E28-A4D4-ED6171101B28}"/>
          </ac:spMkLst>
        </pc:spChg>
        <pc:spChg chg="mod">
          <ac:chgData name="John Hu" userId="213e45b8a479442b" providerId="LiveId" clId="{8681A590-1D90-4552-8716-FAED147C2758}" dt="2025-09-03T07:26:55.127" v="605" actId="1035"/>
          <ac:spMkLst>
            <pc:docMk/>
            <pc:sldMk cId="2289642241" sldId="716"/>
            <ac:spMk id="17" creationId="{AC8F0BFB-7983-4042-9832-43FE059809B5}"/>
          </ac:spMkLst>
        </pc:spChg>
        <pc:spChg chg="mod">
          <ac:chgData name="John Hu" userId="213e45b8a479442b" providerId="LiveId" clId="{8681A590-1D90-4552-8716-FAED147C2758}" dt="2025-09-03T07:26:13.063" v="595" actId="1036"/>
          <ac:spMkLst>
            <pc:docMk/>
            <pc:sldMk cId="2289642241" sldId="716"/>
            <ac:spMk id="18" creationId="{45355647-280B-455B-9B6A-81093C0425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装饰器安排在对应的视图函数的上方，所有的路由信息就会形成路由表。当服务器收到客户端的请求后，路由器将遍历路由表，查询是否存在匹配的路由。如果有符合条件的路由，就由执行这个路由所绑定的视图函数，从而获取响应结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224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GET 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get?user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zhangsan&amp;age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=20 HTTP/1.1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Accept: text/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html,application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xhtml+xml,application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xml;q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=0.9,image/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avif,image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webp,image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apng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,*/*;q=0.8,application/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signed-exchange;v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=b3;q=0.7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Accept-Encoding: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gzip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 deflate,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zstd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Accept-Language: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zh-CN,zh;q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=0.9,en;q=0.8,en-GB;q=0.7,en-US;q=0.6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Cache-Control: max-age=0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Connection: keep-alive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Host: 127.0.0.1:5000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User-Agent: Mozilla/5.0 (Windows NT 10.0; Win64; x64)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AppleWebKit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/537.36 (KHTML, like Gecko) Chrome/139.0.0.0 Safari/537.36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Edg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/139.0.0.0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0258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POST /user/register HTTP/1.1 </a:t>
            </a:r>
          </a:p>
          <a:p>
            <a:r>
              <a:rPr lang="en-US" altLang="zh-CN" dirty="0"/>
              <a:t>Host: example.com </a:t>
            </a:r>
          </a:p>
          <a:p>
            <a:r>
              <a:rPr lang="en-US" altLang="zh-CN" dirty="0"/>
              <a:t>Content-Type: application/x-www-form-</a:t>
            </a:r>
            <a:r>
              <a:rPr lang="en-US" altLang="zh-CN" dirty="0" err="1"/>
              <a:t>urlencoded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Content-Length: 43 User-Agent: Mozilla/5.0 (Windows NT 10.0; Win64; x64) </a:t>
            </a:r>
          </a:p>
          <a:p>
            <a:r>
              <a:rPr lang="en-US" altLang="zh-CN" dirty="0"/>
              <a:t>Accept: text/</a:t>
            </a:r>
            <a:r>
              <a:rPr lang="en-US" altLang="zh-CN" dirty="0" err="1"/>
              <a:t>html,application</a:t>
            </a:r>
            <a:r>
              <a:rPr lang="en-US" altLang="zh-CN" dirty="0"/>
              <a:t>/</a:t>
            </a:r>
            <a:r>
              <a:rPr lang="en-US" altLang="zh-CN" dirty="0" err="1"/>
              <a:t>xhtml+xml,application</a:t>
            </a:r>
            <a:r>
              <a:rPr lang="en-US" altLang="zh-CN" dirty="0"/>
              <a:t>/</a:t>
            </a:r>
            <a:r>
              <a:rPr lang="en-US" altLang="zh-CN" dirty="0" err="1"/>
              <a:t>xml;q</a:t>
            </a:r>
            <a:r>
              <a:rPr lang="en-US" altLang="zh-CN" dirty="0"/>
              <a:t>=0.9,*/*;q=0.8 </a:t>
            </a:r>
          </a:p>
          <a:p>
            <a:endParaRPr lang="en-US" altLang="zh-CN" dirty="0"/>
          </a:p>
          <a:p>
            <a:r>
              <a:rPr lang="en-US" altLang="zh-CN" dirty="0"/>
              <a:t>user=</a:t>
            </a:r>
            <a:r>
              <a:rPr lang="zh-CN" altLang="en-US" dirty="0"/>
              <a:t>张三</a:t>
            </a:r>
            <a:r>
              <a:rPr lang="en-US" altLang="zh-CN" dirty="0"/>
              <a:t>&amp;age=20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024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POST /user/register HTTP/1.1 </a:t>
            </a:r>
          </a:p>
          <a:p>
            <a:r>
              <a:rPr lang="en-US" altLang="zh-CN" dirty="0"/>
              <a:t>Host: example.com </a:t>
            </a:r>
          </a:p>
          <a:p>
            <a:pPr algn="l"/>
            <a:r>
              <a:rPr lang="en-US" altLang="zh-CN" dirty="0"/>
              <a:t>Content-Type: </a:t>
            </a:r>
            <a:r>
              <a:rPr lang="en-US" altLang="zh-CN" b="0" dirty="0">
                <a:solidFill>
                  <a:srgbClr val="474747"/>
                </a:solidFill>
                <a:effectLst/>
                <a:latin typeface="system-ui"/>
              </a:rPr>
              <a:t>content-type</a:t>
            </a:r>
          </a:p>
          <a:p>
            <a:pPr algn="l"/>
            <a:r>
              <a:rPr lang="en-US" altLang="zh-CN" b="0" dirty="0">
                <a:solidFill>
                  <a:srgbClr val="1F1F1F"/>
                </a:solidFill>
                <a:effectLst/>
                <a:latin typeface="system-ui"/>
              </a:rPr>
              <a:t>multipart/form-data; boundary=----WebKitFormBoundarybLEIOSUMFk9QCQee</a:t>
            </a:r>
          </a:p>
          <a:p>
            <a:endParaRPr lang="en-US" altLang="zh-CN" dirty="0"/>
          </a:p>
          <a:p>
            <a:r>
              <a:rPr lang="en-US" altLang="zh-CN" dirty="0"/>
              <a:t>Content-Length: 43 User-Agent: Mozilla/5.0 (Windows NT 10.0; Win64; x64) </a:t>
            </a:r>
          </a:p>
          <a:p>
            <a:r>
              <a:rPr lang="en-US" altLang="zh-CN" dirty="0"/>
              <a:t>Accept: text/</a:t>
            </a:r>
            <a:r>
              <a:rPr lang="en-US" altLang="zh-CN" dirty="0" err="1"/>
              <a:t>html,application</a:t>
            </a:r>
            <a:r>
              <a:rPr lang="en-US" altLang="zh-CN" dirty="0"/>
              <a:t>/</a:t>
            </a:r>
            <a:r>
              <a:rPr lang="en-US" altLang="zh-CN" dirty="0" err="1"/>
              <a:t>xhtml+xml,application</a:t>
            </a:r>
            <a:r>
              <a:rPr lang="en-US" altLang="zh-CN" dirty="0"/>
              <a:t>/</a:t>
            </a:r>
            <a:r>
              <a:rPr lang="en-US" altLang="zh-CN" dirty="0" err="1"/>
              <a:t>xml;q</a:t>
            </a:r>
            <a:r>
              <a:rPr lang="en-US" altLang="zh-CN" dirty="0"/>
              <a:t>=0.9,*/*;q=0.8 </a:t>
            </a:r>
          </a:p>
          <a:p>
            <a:endParaRPr lang="en-US" altLang="zh-CN" dirty="0"/>
          </a:p>
          <a:p>
            <a:r>
              <a:rPr lang="en-US" altLang="zh-CN" b="0" i="0" dirty="0">
                <a:solidFill>
                  <a:srgbClr val="041E49"/>
                </a:solidFill>
                <a:effectLst/>
                <a:latin typeface="system-ui"/>
              </a:rPr>
              <a:t>------WebKitFormBoundarybLEIOSUMFk9QCQee Content-Disposition: form-data; name="file1"; filename="1.png" Content-Type: image/</a:t>
            </a:r>
            <a:r>
              <a:rPr lang="en-US" altLang="zh-CN" b="0" i="0" dirty="0" err="1">
                <a:solidFill>
                  <a:srgbClr val="041E49"/>
                </a:solidFill>
                <a:effectLst/>
                <a:latin typeface="system-ui"/>
              </a:rPr>
              <a:t>png</a:t>
            </a:r>
            <a:r>
              <a:rPr lang="en-US" altLang="zh-CN" b="0" i="0" dirty="0">
                <a:solidFill>
                  <a:srgbClr val="041E49"/>
                </a:solidFill>
                <a:effectLst/>
                <a:latin typeface="system-ui"/>
              </a:rPr>
              <a:t> </a:t>
            </a:r>
          </a:p>
          <a:p>
            <a:r>
              <a:rPr lang="en-US" altLang="zh-CN" b="0" i="0" dirty="0">
                <a:solidFill>
                  <a:srgbClr val="041E49"/>
                </a:solidFill>
                <a:effectLst/>
                <a:latin typeface="system-ui"/>
              </a:rPr>
              <a:t>------WebKitFormBoundarybLEIOSUMFk9QCQee Content-Disposition: form-data; name="remark" </a:t>
            </a:r>
            <a:r>
              <a:rPr lang="en-US" altLang="zh-CN" b="0" i="0" dirty="0" err="1">
                <a:solidFill>
                  <a:srgbClr val="041E49"/>
                </a:solidFill>
                <a:effectLst/>
                <a:latin typeface="system-ui"/>
              </a:rPr>
              <a:t>aaa</a:t>
            </a:r>
            <a:r>
              <a:rPr lang="en-US" altLang="zh-CN" b="0" i="0" dirty="0">
                <a:solidFill>
                  <a:srgbClr val="041E49"/>
                </a:solidFill>
                <a:effectLst/>
                <a:latin typeface="system-ui"/>
              </a:rPr>
              <a:t> ------WebKitFormBoundarybLEIOSUMFk9QCQee--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7694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POST 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postjson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 HTTP/1.1 Accept: */*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Accept-Encoding: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gzip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 deflate,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zstd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Accept-Language: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zh-CN,zh;q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=0.9,en;q=0.8,en-GB;q=0.7,en-US;q=0.6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Connection: keep-alive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Content-Length: 28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Content-Type: application/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 Host: 127.0.0.1:5000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Origin: http://127.0.0.1:5000 </a:t>
            </a:r>
          </a:p>
          <a:p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Referer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: http://127.0.0.1:5000/static/form.html </a:t>
            </a:r>
          </a:p>
          <a:p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User-Agent: Mozilla/5.0 (Windows NT 10.0; Win64; x64)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AppleWebKit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/537.36 (KHTML, like Gecko) Chrome/139.0.0.0 Safari/537.36 </a:t>
            </a:r>
            <a:r>
              <a:rPr lang="en-US" altLang="zh-CN" b="0" i="0" dirty="0" err="1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Edg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/139.0.0.0</a:t>
            </a:r>
          </a:p>
          <a:p>
            <a:endParaRPr lang="en-US" altLang="zh-CN" b="0" i="0" dirty="0">
              <a:solidFill>
                <a:srgbClr val="1F1F1F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user: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zhangsan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62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4920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018" y="2196133"/>
            <a:ext cx="10336213" cy="2042346"/>
          </a:xfrm>
        </p:spPr>
        <p:txBody>
          <a:bodyPr/>
          <a:lstStyle/>
          <a:p>
            <a:pPr algn="ctr"/>
            <a:r>
              <a:rPr lang="zh-CN" altLang="en-US" sz="6000" b="1" dirty="0">
                <a:solidFill>
                  <a:schemeClr val="accent2"/>
                </a:solidFill>
              </a:rPr>
              <a:t>应用服务器开发基础</a:t>
            </a:r>
            <a:br>
              <a:rPr lang="en-US" altLang="zh-CN" sz="6000" b="1" dirty="0">
                <a:solidFill>
                  <a:schemeClr val="accent2"/>
                </a:solidFill>
              </a:rPr>
            </a:br>
            <a:r>
              <a:rPr lang="en-US" altLang="zh-CN" sz="6000" b="1" dirty="0">
                <a:solidFill>
                  <a:schemeClr val="accent2"/>
                </a:solidFill>
              </a:rPr>
              <a:t>--</a:t>
            </a:r>
            <a:r>
              <a:rPr lang="zh-CN" altLang="en-US" sz="4000" b="1" dirty="0">
                <a:solidFill>
                  <a:schemeClr val="accent2"/>
                </a:solidFill>
              </a:rPr>
              <a:t>以</a:t>
            </a:r>
            <a:r>
              <a:rPr lang="en-US" altLang="zh-CN" sz="4000" b="1" dirty="0">
                <a:solidFill>
                  <a:schemeClr val="accent2"/>
                </a:solidFill>
              </a:rPr>
              <a:t>Flask</a:t>
            </a:r>
            <a:r>
              <a:rPr lang="zh-CN" altLang="en-US" sz="4000" b="1" dirty="0">
                <a:solidFill>
                  <a:schemeClr val="accent2"/>
                </a:solidFill>
              </a:rPr>
              <a:t>为例</a:t>
            </a:r>
            <a:endParaRPr lang="zh-CN" altLang="en-US" sz="6000" b="1" dirty="0">
              <a:solidFill>
                <a:schemeClr val="accent2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E336E7-1B7A-4CD3-8250-6D8126346509}"/>
              </a:ext>
            </a:extLst>
          </p:cNvPr>
          <p:cNvSpPr/>
          <p:nvPr/>
        </p:nvSpPr>
        <p:spPr>
          <a:xfrm>
            <a:off x="751533" y="323925"/>
            <a:ext cx="2592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体系软件设计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应用服务器开发基础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应用服务器基本概念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hlinkClick r:id="rId3" action="ppaction://hlinksldjump"/>
            <a:extLst>
              <a:ext uri="{FF2B5EF4-FFF2-40B4-BE49-F238E27FC236}">
                <a16:creationId xmlns:a16="http://schemas.microsoft.com/office/drawing/2014/main" id="{30F0AC51-4500-404D-B030-4FE49D08C651}"/>
              </a:ext>
            </a:extLst>
          </p:cNvPr>
          <p:cNvSpPr/>
          <p:nvPr/>
        </p:nvSpPr>
        <p:spPr>
          <a:xfrm>
            <a:off x="767706" y="1847314"/>
            <a:ext cx="3680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  Flask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基本概念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1DB04B-4013-4417-8672-E23B01AD4889}"/>
              </a:ext>
            </a:extLst>
          </p:cNvPr>
          <p:cNvSpPr/>
          <p:nvPr/>
        </p:nvSpPr>
        <p:spPr>
          <a:xfrm>
            <a:off x="767706" y="2514357"/>
            <a:ext cx="3852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路由与地址分发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1A77B7-054B-4C3E-AA9B-8611E9DFB4A3}"/>
              </a:ext>
            </a:extLst>
          </p:cNvPr>
          <p:cNvSpPr/>
          <p:nvPr/>
        </p:nvSpPr>
        <p:spPr>
          <a:xfrm>
            <a:off x="767706" y="3184562"/>
            <a:ext cx="4121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  HTTP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请求和响应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D91DDB-E4C5-AB4B-66D6-9FA4F739CF80}"/>
              </a:ext>
            </a:extLst>
          </p:cNvPr>
          <p:cNvSpPr/>
          <p:nvPr/>
        </p:nvSpPr>
        <p:spPr>
          <a:xfrm>
            <a:off x="763772" y="4521810"/>
            <a:ext cx="42947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  Session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Cookie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0B0D4B-383F-06C5-025D-69783042CB77}"/>
              </a:ext>
            </a:extLst>
          </p:cNvPr>
          <p:cNvSpPr/>
          <p:nvPr/>
        </p:nvSpPr>
        <p:spPr>
          <a:xfrm>
            <a:off x="763772" y="3851605"/>
            <a:ext cx="52886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5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静态资源和动态模板引擎</a:t>
            </a: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应用服务器基本概念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1.1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应用服务器的任务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0AC51-4500-404D-B030-4FE49D08C651}"/>
              </a:ext>
            </a:extLst>
          </p:cNvPr>
          <p:cNvSpPr/>
          <p:nvPr/>
        </p:nvSpPr>
        <p:spPr>
          <a:xfrm>
            <a:off x="767706" y="1847314"/>
            <a:ext cx="30989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1.2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安装依赖环境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97F2E-78B9-643E-7F9E-EC7767F69572}"/>
              </a:ext>
            </a:extLst>
          </p:cNvPr>
          <p:cNvSpPr/>
          <p:nvPr/>
        </p:nvSpPr>
        <p:spPr>
          <a:xfrm>
            <a:off x="782324" y="2534802"/>
            <a:ext cx="40046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1.3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创建一个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Flask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项目</a:t>
            </a:r>
          </a:p>
        </p:txBody>
      </p:sp>
    </p:spTree>
    <p:extLst>
      <p:ext uri="{BB962C8B-B14F-4D97-AF65-F5344CB8AC3E}">
        <p14:creationId xmlns:p14="http://schemas.microsoft.com/office/powerpoint/2010/main" val="63097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应用服务器的任务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71B3D59-96B2-48D3-A79B-4FA3036BDBF8}"/>
              </a:ext>
            </a:extLst>
          </p:cNvPr>
          <p:cNvSpPr txBox="1">
            <a:spLocks/>
          </p:cNvSpPr>
          <p:nvPr/>
        </p:nvSpPr>
        <p:spPr bwMode="auto">
          <a:xfrm>
            <a:off x="759597" y="1047083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defRPr>
            </a:lvl1pPr>
            <a:lvl2pPr marL="492948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+mn-ea"/>
              </a:defRPr>
            </a:lvl2pPr>
            <a:lvl3pPr marL="985898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500">
                <a:solidFill>
                  <a:schemeClr val="tx1"/>
                </a:solidFill>
                <a:latin typeface="宋体" panose="02010600030101010101" pitchFamily="2" charset="-122"/>
                <a:ea typeface="+mn-ea"/>
              </a:defRPr>
            </a:lvl3pPr>
            <a:lvl4pPr marL="1478845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100">
                <a:solidFill>
                  <a:schemeClr val="tx1"/>
                </a:solidFill>
                <a:latin typeface="宋体" panose="02010600030101010101" pitchFamily="2" charset="-122"/>
                <a:ea typeface="+mn-ea"/>
              </a:defRPr>
            </a:lvl4pPr>
            <a:lvl5pPr marL="1971795" indent="0" algn="ctr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100">
                <a:solidFill>
                  <a:schemeClr val="tx1"/>
                </a:solidFill>
                <a:latin typeface="宋体" panose="02010600030101010101" pitchFamily="2" charset="-122"/>
                <a:ea typeface="+mn-ea"/>
              </a:defRPr>
            </a:lvl5pPr>
            <a:lvl6pPr marL="2464745" indent="0" algn="ctr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100">
                <a:solidFill>
                  <a:schemeClr val="tx1"/>
                </a:solidFill>
                <a:latin typeface="+mn-lt"/>
                <a:ea typeface="+mn-ea"/>
              </a:defRPr>
            </a:lvl6pPr>
            <a:lvl7pPr marL="2957693" indent="0" algn="ctr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100">
                <a:solidFill>
                  <a:schemeClr val="tx1"/>
                </a:solidFill>
                <a:latin typeface="+mn-lt"/>
                <a:ea typeface="+mn-ea"/>
              </a:defRPr>
            </a:lvl7pPr>
            <a:lvl8pPr marL="3450642" indent="0" algn="ctr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100">
                <a:solidFill>
                  <a:schemeClr val="tx1"/>
                </a:solidFill>
                <a:latin typeface="+mn-lt"/>
                <a:ea typeface="+mn-ea"/>
              </a:defRPr>
            </a:lvl8pPr>
            <a:lvl9pPr marL="3943590" indent="0" algn="ctr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1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spcBef>
                <a:spcPts val="1795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394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 处理请求</a:t>
            </a:r>
            <a:endParaRPr lang="en-US" altLang="zh-CN" sz="2394" b="1" kern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  <a:p>
            <a:pPr algn="l">
              <a:spcBef>
                <a:spcPts val="1795"/>
              </a:spcBef>
            </a:pPr>
            <a:r>
              <a:rPr lang="zh-CN" altLang="en-US" sz="2394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将前端发送的请求进行接收，派发给合适的服务器以及对应的业务服务程序</a:t>
            </a:r>
            <a:endParaRPr lang="en-US" altLang="zh-CN" sz="2394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  <a:p>
            <a:pPr algn="l">
              <a:spcBef>
                <a:spcPts val="1795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394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 处理业务</a:t>
            </a:r>
            <a:endParaRPr lang="en-US" altLang="zh-CN" sz="2394" b="1" kern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  <a:p>
            <a:pPr algn="l">
              <a:spcBef>
                <a:spcPts val="1795"/>
              </a:spcBef>
            </a:pPr>
            <a:r>
              <a:rPr lang="zh-CN" altLang="en-US" sz="2394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完成前端所请求的各种业务，例如增删查改数据</a:t>
            </a:r>
            <a:endParaRPr lang="en-US" altLang="zh-CN" sz="2394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  <a:p>
            <a:pPr algn="l">
              <a:spcBef>
                <a:spcPts val="1795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394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 数据持久化</a:t>
            </a:r>
            <a:endParaRPr lang="en-US" altLang="zh-CN" sz="2394" b="1" kern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  <a:p>
            <a:pPr algn="l">
              <a:spcBef>
                <a:spcPts val="1795"/>
              </a:spcBef>
            </a:pPr>
            <a:r>
              <a:rPr lang="zh-CN" altLang="en-US" sz="2394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将需要的数据存储到对应的数据源中，例如数据库</a:t>
            </a:r>
            <a:endParaRPr lang="en-US" altLang="zh-CN" sz="2394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  <a:p>
            <a:pPr algn="l">
              <a:spcBef>
                <a:spcPts val="1795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394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 响应客户端</a:t>
            </a:r>
            <a:endParaRPr lang="en-US" altLang="zh-CN" sz="2394" b="1" kern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  <a:p>
            <a:pPr algn="l">
              <a:spcBef>
                <a:spcPts val="1795"/>
              </a:spcBef>
            </a:pPr>
            <a:r>
              <a:rPr lang="zh-CN" altLang="en-US" sz="2394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将请求的资源和对应请求的状态信息返回给客户端</a:t>
            </a:r>
            <a:endParaRPr lang="en-US" altLang="zh-CN" sz="2394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0E782CC2-B738-47A7-BD29-AEC27ACCA07F}"/>
              </a:ext>
            </a:extLst>
          </p:cNvPr>
          <p:cNvSpPr/>
          <p:nvPr/>
        </p:nvSpPr>
        <p:spPr>
          <a:xfrm>
            <a:off x="8888437" y="4716413"/>
            <a:ext cx="1728192" cy="759246"/>
          </a:xfrm>
          <a:prstGeom prst="wedgeRectCallout">
            <a:avLst>
              <a:gd name="adj1" fmla="val -70182"/>
              <a:gd name="adj2" fmla="val -3230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回忆</a:t>
            </a:r>
            <a:endParaRPr lang="en-US" altLang="zh-CN" b="1" dirty="0"/>
          </a:p>
          <a:p>
            <a:pPr algn="ctr"/>
            <a:r>
              <a:rPr lang="zh-CN" altLang="en-US" b="1" dirty="0"/>
              <a:t>第一节课</a:t>
            </a:r>
          </a:p>
        </p:txBody>
      </p:sp>
    </p:spTree>
    <p:extLst>
      <p:ext uri="{BB962C8B-B14F-4D97-AF65-F5344CB8AC3E}">
        <p14:creationId xmlns:p14="http://schemas.microsoft.com/office/powerpoint/2010/main" val="252710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Flask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2.1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Flask</a:t>
            </a:r>
          </a:p>
        </p:txBody>
      </p:sp>
      <p:sp>
        <p:nvSpPr>
          <p:cNvPr id="3" name="矩形 2">
            <a:hlinkClick r:id="rId3" action="ppaction://hlinksldjump"/>
            <a:extLst>
              <a:ext uri="{FF2B5EF4-FFF2-40B4-BE49-F238E27FC236}">
                <a16:creationId xmlns:a16="http://schemas.microsoft.com/office/drawing/2014/main" id="{30F0AC51-4500-404D-B030-4FE49D08C651}"/>
              </a:ext>
            </a:extLst>
          </p:cNvPr>
          <p:cNvSpPr/>
          <p:nvPr/>
        </p:nvSpPr>
        <p:spPr>
          <a:xfrm>
            <a:off x="767706" y="1847314"/>
            <a:ext cx="23807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2.2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安装环境</a:t>
            </a:r>
          </a:p>
        </p:txBody>
      </p:sp>
      <p:sp>
        <p:nvSpPr>
          <p:cNvPr id="4" name="矩形 3">
            <a:hlinkClick r:id="rId3" action="ppaction://hlinksldjump"/>
            <a:extLst>
              <a:ext uri="{FF2B5EF4-FFF2-40B4-BE49-F238E27FC236}">
                <a16:creationId xmlns:a16="http://schemas.microsoft.com/office/drawing/2014/main" id="{AEA97F2E-78B9-643E-7F9E-EC7767F69572}"/>
              </a:ext>
            </a:extLst>
          </p:cNvPr>
          <p:cNvSpPr/>
          <p:nvPr/>
        </p:nvSpPr>
        <p:spPr>
          <a:xfrm>
            <a:off x="782324" y="2534802"/>
            <a:ext cx="40046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2.3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创建一个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Flask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项目</a:t>
            </a:r>
          </a:p>
        </p:txBody>
      </p:sp>
    </p:spTree>
    <p:extLst>
      <p:ext uri="{BB962C8B-B14F-4D97-AF65-F5344CB8AC3E}">
        <p14:creationId xmlns:p14="http://schemas.microsoft.com/office/powerpoint/2010/main" val="312436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什么是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0898496" cy="3052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一款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轻量级的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WSGI Web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应用程序框架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核心特点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623888" indent="-350838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536575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简单易学  入门简单，可以快速开发一个简单项目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623888" indent="-350838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536575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灵活性高  能够支持从简单到复杂的各种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Web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应用程序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623888" indent="-350838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536575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丰富的扩展库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900CC0-19A9-41FE-876E-1EE92B49A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357" y="1700329"/>
            <a:ext cx="2092424" cy="209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38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安装环境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准备依赖环境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3329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安装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环境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）下载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  <a:hlinkClick r:id="rId2"/>
              </a:rPr>
              <a:t>https://www.python.org/downloads/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）安装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）测试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打开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cmd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后输入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8F5938-E0D6-4E9A-A7C8-81E6E4718416}"/>
              </a:ext>
            </a:extLst>
          </p:cNvPr>
          <p:cNvSpPr txBox="1"/>
          <p:nvPr/>
        </p:nvSpPr>
        <p:spPr>
          <a:xfrm>
            <a:off x="895549" y="5307797"/>
            <a:ext cx="10657184" cy="4428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accent6"/>
              </a:buClr>
            </a:pP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python --version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7B8E1B-1A62-4566-A292-62F7A1AC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49" y="5915691"/>
            <a:ext cx="3898082" cy="6067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44623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37F1507-98D9-4376-B5CE-13F9DEEA1414}"/>
              </a:ext>
            </a:extLst>
          </p:cNvPr>
          <p:cNvSpPr txBox="1"/>
          <p:nvPr/>
        </p:nvSpPr>
        <p:spPr>
          <a:xfrm>
            <a:off x="918909" y="4716539"/>
            <a:ext cx="10657184" cy="1080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8589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python -m </a:t>
            </a:r>
            <a:r>
              <a:rPr lang="en-US" altLang="zh-CN" sz="18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venv</a:t>
            </a:r>
            <a:r>
              <a:rPr lang="en-US" altLang="zh-CN" sz="1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.</a:t>
            </a:r>
            <a:r>
              <a:rPr lang="en-US" altLang="zh-CN" sz="18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venv</a:t>
            </a:r>
            <a:endParaRPr lang="en-US" altLang="zh-CN" sz="18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8589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lang="en-US" altLang="zh-CN" sz="18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venv</a:t>
            </a:r>
            <a:r>
              <a:rPr lang="en-US" altLang="zh-CN" sz="1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\Scripts\activate</a:t>
            </a:r>
            <a:endParaRPr lang="zh-CN" altLang="en-US" sz="18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安装环境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准备依赖环境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0898496" cy="277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配置虚拟环境（可选）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）创建一个项目开发的文件夹，例如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flask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）在这个文件夹下，打开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CMD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命令行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CMD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中输入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6F5F18-C0A7-471A-9455-CF28B559E078}"/>
              </a:ext>
            </a:extLst>
          </p:cNvPr>
          <p:cNvSpPr txBox="1"/>
          <p:nvPr/>
        </p:nvSpPr>
        <p:spPr>
          <a:xfrm>
            <a:off x="4207917" y="4750355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创建虚拟环境，运行后需要等待一段时间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E84727-9BB3-4C30-B714-1440A329F730}"/>
              </a:ext>
            </a:extLst>
          </p:cNvPr>
          <p:cNvSpPr txBox="1"/>
          <p:nvPr/>
        </p:nvSpPr>
        <p:spPr>
          <a:xfrm>
            <a:off x="4207917" y="5338162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激活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虚拟环境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186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安装环境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准备依赖环境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0898496" cy="222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配置虚拟环境（可选）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）创建一个项目开发的文件夹，例如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flask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）使用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VSCode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等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IDE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工具创建虚拟环境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73FE0B-CA8F-423F-8E83-08B5353F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57" y="4227489"/>
            <a:ext cx="6573167" cy="476316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61C5785-B390-41D5-A388-E1449F94FF4A}"/>
              </a:ext>
            </a:extLst>
          </p:cNvPr>
          <p:cNvCxnSpPr/>
          <p:nvPr/>
        </p:nvCxnSpPr>
        <p:spPr>
          <a:xfrm flipH="1">
            <a:off x="4752690" y="4034785"/>
            <a:ext cx="432048" cy="424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3E397CB9-4D37-41C1-A386-473D3655C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57" y="4945074"/>
            <a:ext cx="5801535" cy="1514686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CFE91AE-9611-403C-8613-A7B431CBCC22}"/>
              </a:ext>
            </a:extLst>
          </p:cNvPr>
          <p:cNvCxnSpPr/>
          <p:nvPr/>
        </p:nvCxnSpPr>
        <p:spPr>
          <a:xfrm flipH="1">
            <a:off x="2263701" y="5245729"/>
            <a:ext cx="432048" cy="424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57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安装环境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安装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0898496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CMD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中输入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E39946-8B62-4009-819B-0F5157462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93" y="2196133"/>
            <a:ext cx="7147917" cy="36055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63E20C4-0047-49E6-A388-A3EFE298C458}"/>
              </a:ext>
            </a:extLst>
          </p:cNvPr>
          <p:cNvSpPr txBox="1"/>
          <p:nvPr/>
        </p:nvSpPr>
        <p:spPr>
          <a:xfrm>
            <a:off x="951953" y="2534463"/>
            <a:ext cx="2895924" cy="4428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</a:pPr>
            <a:r>
              <a:rPr lang="en-US" altLang="zh-CN" sz="1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pip install Flask</a:t>
            </a:r>
            <a:endParaRPr lang="zh-CN" altLang="en-US" sz="18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302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创建一个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创建项目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0898496" cy="222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VSCode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等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IDE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环境中创建项目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CMD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中将命令行切换到准备创建项目的路径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）编写最简单的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Flask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程序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6EECAE-2C4A-4D70-8846-A3838F676264}"/>
              </a:ext>
            </a:extLst>
          </p:cNvPr>
          <p:cNvSpPr txBox="1"/>
          <p:nvPr/>
        </p:nvSpPr>
        <p:spPr>
          <a:xfrm>
            <a:off x="967557" y="3636293"/>
            <a:ext cx="10729192" cy="29358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858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from flask import Flask                           # 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引入</a:t>
            </a: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Flask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库</a:t>
            </a: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   </a:t>
            </a:r>
          </a:p>
          <a:p>
            <a:pPr marL="0" marR="0" lvl="0" indent="0" algn="l" defTabSz="9858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app = Flask(__name__)                             # 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创建</a:t>
            </a: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Flask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实例</a:t>
            </a:r>
            <a:endParaRPr lang="en-US" altLang="zh-CN" sz="18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858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@app.route("/")                                   # 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利用装饰器定义访问的</a:t>
            </a:r>
            <a:r>
              <a:rPr lang="zh-CN" altLang="en-US" sz="1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路由信息</a:t>
            </a:r>
            <a:endParaRPr lang="en-US" altLang="zh-CN" sz="18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858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def </a:t>
            </a:r>
            <a:r>
              <a:rPr lang="en-US" altLang="zh-CN" sz="18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hello_world</a:t>
            </a: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():                                # 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路径对应的</a:t>
            </a:r>
            <a:r>
              <a:rPr lang="zh-CN" altLang="en-US" sz="1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视图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函数</a:t>
            </a:r>
            <a:endParaRPr lang="en-US" altLang="zh-CN" sz="18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858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return "&lt;p&gt;Hello, World!&lt;/p&gt;"                 # 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返回给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浏览器的内容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858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if  __name__ == "__main__":</a:t>
            </a:r>
          </a:p>
          <a:p>
            <a:pPr marL="0" marR="0" lvl="0" indent="0" algn="l" defTabSz="9858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lang="en-US" altLang="zh-CN" sz="18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app.run</a:t>
            </a: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                                     # </a:t>
            </a:r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启动服务</a:t>
            </a:r>
          </a:p>
        </p:txBody>
      </p:sp>
    </p:spTree>
    <p:extLst>
      <p:ext uri="{BB962C8B-B14F-4D97-AF65-F5344CB8AC3E}">
        <p14:creationId xmlns:p14="http://schemas.microsoft.com/office/powerpoint/2010/main" val="5693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创建一个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创建项目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0898496" cy="3883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启动项目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）方法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：通过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IDE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运行程序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方法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：通过命令行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）在浏览器中输入预览网址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例如 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http://localhost:5000/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711CB3-41A4-4CDC-923A-94F694AF7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035" y="4502895"/>
            <a:ext cx="4372585" cy="15051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FF42A7-965D-41B7-A837-F12CDA2B5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035" y="1898264"/>
            <a:ext cx="5764827" cy="88803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55EFA33-8EDF-470A-969B-E35DEABEFA2B}"/>
              </a:ext>
            </a:extLst>
          </p:cNvPr>
          <p:cNvSpPr txBox="1"/>
          <p:nvPr/>
        </p:nvSpPr>
        <p:spPr>
          <a:xfrm>
            <a:off x="1687637" y="3636293"/>
            <a:ext cx="3397275" cy="4428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858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flask -app hello run</a:t>
            </a:r>
            <a:endParaRPr lang="zh-CN" altLang="en-US" sz="18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B0D9257-9C55-473A-BF58-C697F00B3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5224" y="2939596"/>
            <a:ext cx="5173705" cy="124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9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路由与地址分发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3.1 URL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地址与服务器路由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0AC51-4500-404D-B030-4FE49D08C651}"/>
              </a:ext>
            </a:extLst>
          </p:cNvPr>
          <p:cNvSpPr/>
          <p:nvPr/>
        </p:nvSpPr>
        <p:spPr>
          <a:xfrm>
            <a:off x="767706" y="1847314"/>
            <a:ext cx="3350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简单的路由设置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97F2E-78B9-643E-7F9E-EC7767F69572}"/>
              </a:ext>
            </a:extLst>
          </p:cNvPr>
          <p:cNvSpPr/>
          <p:nvPr/>
        </p:nvSpPr>
        <p:spPr>
          <a:xfrm>
            <a:off x="782324" y="2534802"/>
            <a:ext cx="55050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使用蓝图进行复杂的路由规划</a:t>
            </a:r>
          </a:p>
        </p:txBody>
      </p:sp>
    </p:spTree>
    <p:extLst>
      <p:ext uri="{BB962C8B-B14F-4D97-AF65-F5344CB8AC3E}">
        <p14:creationId xmlns:p14="http://schemas.microsoft.com/office/powerpoint/2010/main" val="270964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 URL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地址与服务器路由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为什么需要路由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23541" y="1620069"/>
            <a:ext cx="10898496" cy="4175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传统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应用由多个页面、接口构成，客户端需要通过访问对应页面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来访问这些资源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服务器收到请求后需要解析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来决定调用哪个处理程序来完成响应。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路由：响应客户端请求的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和请求方法的一种处理机制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视图函数：符合某个路由对应的处理程序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通过路由可以将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和视图函数进行绑定（映射），这种映射灵活、功能强大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例如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/news/2024/1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/news/2024/2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这样的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实际上在路由中可能对应了同一个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news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视图函数，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2024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可能被路由解析为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个参数传给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news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视图函数，表示获取新闻的日期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328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简单的路由设置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设置路由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23541" y="1620069"/>
            <a:ext cx="10898496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通过装饰器（注解）的方式设置路由路径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92DD04-D744-44AA-AF25-2D5444174CB9}"/>
              </a:ext>
            </a:extLst>
          </p:cNvPr>
          <p:cNvSpPr/>
          <p:nvPr/>
        </p:nvSpPr>
        <p:spPr>
          <a:xfrm>
            <a:off x="967557" y="2828517"/>
            <a:ext cx="9441489" cy="203132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@app.route("/")</a:t>
            </a:r>
          </a:p>
          <a:p>
            <a:r>
              <a:rPr lang="en-US" altLang="zh-CN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b="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hello_world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return "&lt;p&gt;Hello, World!&lt;/p&gt;"</a:t>
            </a:r>
          </a:p>
          <a:p>
            <a:endParaRPr lang="en-US" altLang="zh-CN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+mj-ea"/>
                <a:ea typeface="+mj-ea"/>
              </a:rPr>
              <a:t>"</a:t>
            </a:r>
            <a:r>
              <a:rPr lang="en-US" altLang="zh-CN" b="1" dirty="0">
                <a:solidFill>
                  <a:srgbClr val="A31515"/>
                </a:solidFill>
                <a:effectLst/>
                <a:latin typeface="+mj-ea"/>
                <a:ea typeface="+mj-ea"/>
              </a:rPr>
              <a:t>/newpath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+mj-ea"/>
                <a:ea typeface="+mj-ea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newpath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return "&lt;p&gt;This a new path!&lt;/p&gt;"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2D0DFE50-2FDF-4300-BC37-9DABD0843C51}"/>
              </a:ext>
            </a:extLst>
          </p:cNvPr>
          <p:cNvSpPr/>
          <p:nvPr/>
        </p:nvSpPr>
        <p:spPr>
          <a:xfrm>
            <a:off x="4452330" y="2576789"/>
            <a:ext cx="3640917" cy="587644"/>
          </a:xfrm>
          <a:prstGeom prst="wedgeRoundRectCallout">
            <a:avLst>
              <a:gd name="adj1" fmla="val -84194"/>
              <a:gd name="adj2" fmla="val 3186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在浏览器中表示默认的根路径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FCD37FB6-7BC7-4A71-8115-C01F78665771}"/>
              </a:ext>
            </a:extLst>
          </p:cNvPr>
          <p:cNvSpPr/>
          <p:nvPr/>
        </p:nvSpPr>
        <p:spPr>
          <a:xfrm>
            <a:off x="5180025" y="3576649"/>
            <a:ext cx="3456706" cy="587644"/>
          </a:xfrm>
          <a:prstGeom prst="wedgeRoundRectCallout">
            <a:avLst>
              <a:gd name="adj1" fmla="val -84194"/>
              <a:gd name="adj2" fmla="val 3186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再定义一个新的路径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69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简单的路由设置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中使用变量实现动态传参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23541" y="1620069"/>
            <a:ext cx="10898496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中添加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+mn-ea"/>
                <a:ea typeface="+mn-ea"/>
                <a:cs typeface="Times New Roman" panose="02020603050405020304" pitchFamily="18" charset="0"/>
              </a:rPr>
              <a:t>variable_name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格式的变量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）在处理函数中接收并使用变量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92DD04-D744-44AA-AF25-2D5444174CB9}"/>
              </a:ext>
            </a:extLst>
          </p:cNvPr>
          <p:cNvSpPr/>
          <p:nvPr/>
        </p:nvSpPr>
        <p:spPr>
          <a:xfrm>
            <a:off x="1039565" y="2967094"/>
            <a:ext cx="9441489" cy="101566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@app.route('/test/</a:t>
            </a:r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&lt;id&gt;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')</a:t>
            </a:r>
          </a:p>
          <a:p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test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id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):</a:t>
            </a:r>
          </a:p>
          <a:p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f'id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={</a:t>
            </a:r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id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}'</a:t>
            </a:r>
            <a:endParaRPr lang="en-US" altLang="zh-CN" sz="20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87D226-5511-417B-9874-8B93249C1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65" y="4216016"/>
            <a:ext cx="4620270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79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简单的路由设置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中使用变量实现动态传参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23541" y="1620069"/>
            <a:ext cx="10898496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可以指定转换器约束变量类型实现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过滤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92DD04-D744-44AA-AF25-2D5444174CB9}"/>
              </a:ext>
            </a:extLst>
          </p:cNvPr>
          <p:cNvSpPr/>
          <p:nvPr/>
        </p:nvSpPr>
        <p:spPr>
          <a:xfrm>
            <a:off x="971949" y="2404606"/>
            <a:ext cx="6232069" cy="101566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@app.route('/test1/</a:t>
            </a:r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&lt;int</a:t>
            </a:r>
            <a:r>
              <a:rPr lang="en-US" altLang="zh-CN" sz="2000" b="1" dirty="0">
                <a:solidFill>
                  <a:schemeClr val="accent6"/>
                </a:solidFill>
                <a:latin typeface="+mj-ea"/>
                <a:ea typeface="+mj-ea"/>
              </a:rPr>
              <a:t>:</a:t>
            </a:r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id&gt;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')</a:t>
            </a:r>
          </a:p>
          <a:p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test1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id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):</a:t>
            </a:r>
          </a:p>
          <a:p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f'id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={</a:t>
            </a:r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id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}'</a:t>
            </a:r>
            <a:endParaRPr lang="en-US" altLang="zh-CN" sz="20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7BEA08-7A1B-462C-B9A6-CF75BDFBE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08" y="3674269"/>
            <a:ext cx="3168285" cy="14885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EFC6F9F-7490-4245-8DDB-0BD149700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234" y="3674269"/>
            <a:ext cx="2970785" cy="14885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4744732-8C9A-4BA8-AA9B-DB7C8D5B4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669" y="2398943"/>
            <a:ext cx="4239284" cy="20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38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使用蓝图进行复杂的项目规划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什么时候需要蓝图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791285" y="1791187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例：一个图书管理平台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098300-30C2-B15C-ABCD-096E6AC6CD58}"/>
              </a:ext>
            </a:extLst>
          </p:cNvPr>
          <p:cNvSpPr txBox="1"/>
          <p:nvPr/>
        </p:nvSpPr>
        <p:spPr>
          <a:xfrm>
            <a:off x="6284343" y="2218611"/>
            <a:ext cx="526839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  <a:ea typeface="+mn-ea"/>
              </a:rPr>
              <a:t>普通用户</a:t>
            </a:r>
            <a:r>
              <a:rPr lang="en-US" altLang="zh-CN" b="1" dirty="0">
                <a:latin typeface="+mn-ea"/>
                <a:ea typeface="+mn-ea"/>
              </a:rPr>
              <a:t>URL</a:t>
            </a:r>
            <a:r>
              <a:rPr lang="zh-CN" altLang="en-US" b="1" dirty="0">
                <a:latin typeface="+mn-ea"/>
                <a:ea typeface="+mn-ea"/>
              </a:rPr>
              <a:t>规划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/user/login            </a:t>
            </a:r>
            <a:r>
              <a:rPr lang="zh-CN" altLang="en-US" dirty="0">
                <a:latin typeface="+mn-ea"/>
                <a:ea typeface="+mn-ea"/>
              </a:rPr>
              <a:t>管理员登录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/user/password         </a:t>
            </a:r>
            <a:r>
              <a:rPr lang="zh-CN" altLang="en-US" dirty="0">
                <a:latin typeface="+mn-ea"/>
                <a:ea typeface="+mn-ea"/>
              </a:rPr>
              <a:t>修改密码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/user/index            </a:t>
            </a:r>
            <a:r>
              <a:rPr lang="zh-CN" altLang="en-US" dirty="0">
                <a:latin typeface="+mn-ea"/>
                <a:ea typeface="+mn-ea"/>
              </a:rPr>
              <a:t>用户首页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/user/book/list        </a:t>
            </a:r>
            <a:r>
              <a:rPr lang="zh-CN" altLang="en-US" dirty="0">
                <a:latin typeface="+mn-ea"/>
                <a:ea typeface="+mn-ea"/>
              </a:rPr>
              <a:t>图书查询列表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……</a:t>
            </a:r>
          </a:p>
          <a:p>
            <a:r>
              <a:rPr lang="en-US" altLang="zh-CN" dirty="0">
                <a:latin typeface="+mn-ea"/>
                <a:ea typeface="+mn-ea"/>
              </a:rPr>
              <a:t> /user/borrowing/list   </a:t>
            </a:r>
            <a:r>
              <a:rPr lang="zh-CN" altLang="en-US" dirty="0">
                <a:latin typeface="+mn-ea"/>
                <a:ea typeface="+mn-ea"/>
              </a:rPr>
              <a:t>图书借阅列表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……</a:t>
            </a:r>
          </a:p>
          <a:p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67C5CF93-E827-4DEB-750B-AF04B9740CBF}"/>
              </a:ext>
            </a:extLst>
          </p:cNvPr>
          <p:cNvSpPr/>
          <p:nvPr/>
        </p:nvSpPr>
        <p:spPr>
          <a:xfrm>
            <a:off x="6368157" y="4798215"/>
            <a:ext cx="2592288" cy="1080120"/>
          </a:xfrm>
          <a:prstGeom prst="wedgeRoundRectCallout">
            <a:avLst>
              <a:gd name="adj1" fmla="val -42964"/>
              <a:gd name="adj2" fmla="val -69434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项目结构特点有那些？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7D9EC98D-DE0C-D497-C5E6-7549C452B2CE}"/>
              </a:ext>
            </a:extLst>
          </p:cNvPr>
          <p:cNvSpPr/>
          <p:nvPr/>
        </p:nvSpPr>
        <p:spPr>
          <a:xfrm>
            <a:off x="6291973" y="4801173"/>
            <a:ext cx="3424128" cy="1142334"/>
          </a:xfrm>
          <a:prstGeom prst="wedgeRoundRectCallout">
            <a:avLst>
              <a:gd name="adj1" fmla="val -42964"/>
              <a:gd name="adj2" fmla="val -69434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1</a:t>
            </a:r>
            <a:r>
              <a:rPr lang="zh-CN" altLang="en-US" dirty="0"/>
              <a:t>、用户类型较多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、功能模块较多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、每个功能还有若干子功能</a:t>
            </a:r>
          </a:p>
        </p:txBody>
      </p:sp>
      <p:sp>
        <p:nvSpPr>
          <p:cNvPr id="9" name="思想气泡: 云 8">
            <a:extLst>
              <a:ext uri="{FF2B5EF4-FFF2-40B4-BE49-F238E27FC236}">
                <a16:creationId xmlns:a16="http://schemas.microsoft.com/office/drawing/2014/main" id="{67C5CF93-E827-4DEB-750B-AF04B9740CBF}"/>
              </a:ext>
            </a:extLst>
          </p:cNvPr>
          <p:cNvSpPr/>
          <p:nvPr/>
        </p:nvSpPr>
        <p:spPr>
          <a:xfrm>
            <a:off x="7982783" y="621796"/>
            <a:ext cx="3386182" cy="1569123"/>
          </a:xfrm>
          <a:prstGeom prst="cloudCallout">
            <a:avLst>
              <a:gd name="adj1" fmla="val -66444"/>
              <a:gd name="adj2" fmla="val 47364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如果直接按照这样的</a:t>
            </a:r>
            <a:r>
              <a:rPr lang="en-US" altLang="zh-CN" dirty="0">
                <a:solidFill>
                  <a:schemeClr val="tx2"/>
                </a:solidFill>
              </a:rPr>
              <a:t>URL</a:t>
            </a:r>
            <a:r>
              <a:rPr lang="zh-CN" altLang="en-US" dirty="0">
                <a:solidFill>
                  <a:schemeClr val="tx2"/>
                </a:solidFill>
              </a:rPr>
              <a:t>规划在</a:t>
            </a:r>
            <a:r>
              <a:rPr lang="en-US" altLang="zh-CN" dirty="0">
                <a:solidFill>
                  <a:schemeClr val="tx2"/>
                </a:solidFill>
              </a:rPr>
              <a:t>Flask</a:t>
            </a:r>
            <a:r>
              <a:rPr lang="zh-CN" altLang="en-US" dirty="0">
                <a:solidFill>
                  <a:schemeClr val="tx2"/>
                </a:solidFill>
              </a:rPr>
              <a:t>中实现，会有什么</a:t>
            </a:r>
            <a:r>
              <a:rPr lang="zh-CN" altLang="en-US" b="1" u="sng" dirty="0">
                <a:solidFill>
                  <a:srgbClr val="FF0000"/>
                </a:solidFill>
              </a:rPr>
              <a:t>问题</a:t>
            </a:r>
            <a:r>
              <a:rPr lang="zh-CN" altLang="en-US" u="sng" dirty="0">
                <a:solidFill>
                  <a:srgbClr val="FF0000"/>
                </a:solidFill>
              </a:rPr>
              <a:t>或</a:t>
            </a:r>
            <a:r>
              <a:rPr lang="zh-CN" altLang="en-US" b="1" u="sng" dirty="0">
                <a:solidFill>
                  <a:srgbClr val="FF0000"/>
                </a:solidFill>
              </a:rPr>
              <a:t>缺点</a:t>
            </a:r>
            <a:r>
              <a:rPr lang="zh-CN" altLang="en-US" dirty="0">
                <a:solidFill>
                  <a:schemeClr val="tx2"/>
                </a:solidFill>
              </a:rPr>
              <a:t>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C4D824-9A85-48EA-A97A-B7B603102450}"/>
              </a:ext>
            </a:extLst>
          </p:cNvPr>
          <p:cNvSpPr txBox="1"/>
          <p:nvPr/>
        </p:nvSpPr>
        <p:spPr>
          <a:xfrm>
            <a:off x="823541" y="2282155"/>
            <a:ext cx="6048672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  <a:ea typeface="+mn-ea"/>
              </a:rPr>
              <a:t>管理员</a:t>
            </a:r>
            <a:r>
              <a:rPr lang="en-US" altLang="zh-CN" b="1" dirty="0">
                <a:latin typeface="+mn-ea"/>
                <a:ea typeface="+mn-ea"/>
              </a:rPr>
              <a:t>URL</a:t>
            </a:r>
            <a:r>
              <a:rPr lang="zh-CN" altLang="en-US" b="1" dirty="0">
                <a:latin typeface="+mn-ea"/>
                <a:ea typeface="+mn-ea"/>
              </a:rPr>
              <a:t>规划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/admin/login            </a:t>
            </a:r>
            <a:r>
              <a:rPr lang="zh-CN" altLang="en-US" dirty="0">
                <a:latin typeface="+mn-ea"/>
                <a:ea typeface="+mn-ea"/>
              </a:rPr>
              <a:t>管理员登录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/admin/password         </a:t>
            </a:r>
            <a:r>
              <a:rPr lang="zh-CN" altLang="en-US" dirty="0">
                <a:latin typeface="+mn-ea"/>
                <a:ea typeface="+mn-ea"/>
              </a:rPr>
              <a:t>修改密码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/admin/index            </a:t>
            </a:r>
            <a:r>
              <a:rPr lang="zh-CN" altLang="en-US" dirty="0">
                <a:latin typeface="+mn-ea"/>
                <a:ea typeface="+mn-ea"/>
              </a:rPr>
              <a:t>管理员首页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/admin/user/list        </a:t>
            </a:r>
            <a:r>
              <a:rPr lang="zh-CN" altLang="en-US" dirty="0">
                <a:latin typeface="+mn-ea"/>
                <a:ea typeface="+mn-ea"/>
              </a:rPr>
              <a:t>用户管理列表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/admin/user/add         </a:t>
            </a:r>
            <a:r>
              <a:rPr lang="zh-CN" altLang="en-US" dirty="0">
                <a:latin typeface="+mn-ea"/>
                <a:ea typeface="+mn-ea"/>
              </a:rPr>
              <a:t>新建用户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/admin/user/update      </a:t>
            </a:r>
            <a:r>
              <a:rPr lang="zh-CN" altLang="en-US" dirty="0">
                <a:latin typeface="+mn-ea"/>
                <a:ea typeface="+mn-ea"/>
              </a:rPr>
              <a:t>修改用户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/admin/book/list        </a:t>
            </a:r>
            <a:r>
              <a:rPr lang="zh-CN" altLang="en-US" dirty="0">
                <a:latin typeface="+mn-ea"/>
                <a:ea typeface="+mn-ea"/>
              </a:rPr>
              <a:t>图书管理列表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……</a:t>
            </a:r>
          </a:p>
          <a:p>
            <a:r>
              <a:rPr lang="en-US" altLang="zh-CN" dirty="0">
                <a:latin typeface="+mn-ea"/>
                <a:ea typeface="+mn-ea"/>
              </a:rPr>
              <a:t> /admin/borrowing/list   </a:t>
            </a:r>
            <a:r>
              <a:rPr lang="zh-CN" altLang="en-US" dirty="0">
                <a:latin typeface="+mn-ea"/>
                <a:ea typeface="+mn-ea"/>
              </a:rPr>
              <a:t>图书借阅列表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72078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使用蓝图进行复杂的项目规划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什么时候需要蓝图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791285" y="1791187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例：一个图书管理平台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6F83DD-0559-3187-7F86-1B4C2983414C}"/>
              </a:ext>
            </a:extLst>
          </p:cNvPr>
          <p:cNvSpPr txBox="1"/>
          <p:nvPr/>
        </p:nvSpPr>
        <p:spPr>
          <a:xfrm>
            <a:off x="823541" y="2282155"/>
            <a:ext cx="4968552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  <a:ea typeface="+mn-ea"/>
              </a:rPr>
              <a:t>管理员</a:t>
            </a:r>
            <a:r>
              <a:rPr lang="en-US" altLang="zh-CN" b="1" dirty="0">
                <a:latin typeface="+mn-ea"/>
                <a:ea typeface="+mn-ea"/>
              </a:rPr>
              <a:t>URL</a:t>
            </a:r>
            <a:r>
              <a:rPr lang="zh-CN" altLang="en-US" b="1" dirty="0">
                <a:latin typeface="+mn-ea"/>
                <a:ea typeface="+mn-ea"/>
              </a:rPr>
              <a:t>规划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admin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login</a:t>
            </a:r>
            <a:r>
              <a:rPr lang="en-US" altLang="zh-CN" dirty="0">
                <a:latin typeface="+mn-ea"/>
                <a:ea typeface="+mn-ea"/>
              </a:rPr>
              <a:t>            </a:t>
            </a:r>
            <a:r>
              <a:rPr lang="zh-CN" altLang="en-US" dirty="0">
                <a:latin typeface="+mn-ea"/>
                <a:ea typeface="+mn-ea"/>
              </a:rPr>
              <a:t>管理员登录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admin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password</a:t>
            </a:r>
            <a:r>
              <a:rPr lang="en-US" altLang="zh-CN" dirty="0">
                <a:latin typeface="+mn-ea"/>
                <a:ea typeface="+mn-ea"/>
              </a:rPr>
              <a:t>         </a:t>
            </a:r>
            <a:r>
              <a:rPr lang="zh-CN" altLang="en-US" dirty="0">
                <a:latin typeface="+mn-ea"/>
                <a:ea typeface="+mn-ea"/>
              </a:rPr>
              <a:t>修改密码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admin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index</a:t>
            </a:r>
            <a:r>
              <a:rPr lang="en-US" altLang="zh-CN" dirty="0">
                <a:latin typeface="+mn-ea"/>
                <a:ea typeface="+mn-ea"/>
              </a:rPr>
              <a:t>            </a:t>
            </a:r>
            <a:r>
              <a:rPr lang="zh-CN" altLang="en-US" dirty="0">
                <a:latin typeface="+mn-ea"/>
                <a:ea typeface="+mn-ea"/>
              </a:rPr>
              <a:t>管理员首页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admin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B050"/>
                </a:solidFill>
                <a:latin typeface="+mn-ea"/>
                <a:ea typeface="+mn-ea"/>
              </a:rPr>
              <a:t>user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list</a:t>
            </a:r>
            <a:r>
              <a:rPr lang="en-US" altLang="zh-CN" dirty="0">
                <a:latin typeface="+mn-ea"/>
                <a:ea typeface="+mn-ea"/>
              </a:rPr>
              <a:t>        </a:t>
            </a:r>
            <a:r>
              <a:rPr lang="zh-CN" altLang="en-US" dirty="0">
                <a:latin typeface="+mn-ea"/>
                <a:ea typeface="+mn-ea"/>
              </a:rPr>
              <a:t>用户管理列表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admin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B050"/>
                </a:solidFill>
                <a:latin typeface="+mn-ea"/>
                <a:ea typeface="+mn-ea"/>
              </a:rPr>
              <a:t>user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add   </a:t>
            </a:r>
            <a:r>
              <a:rPr lang="en-US" altLang="zh-CN" dirty="0">
                <a:latin typeface="+mn-ea"/>
                <a:ea typeface="+mn-ea"/>
              </a:rPr>
              <a:t>      </a:t>
            </a:r>
            <a:r>
              <a:rPr lang="zh-CN" altLang="en-US" dirty="0">
                <a:latin typeface="+mn-ea"/>
                <a:ea typeface="+mn-ea"/>
              </a:rPr>
              <a:t>新建用户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admin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B050"/>
                </a:solidFill>
                <a:latin typeface="+mn-ea"/>
                <a:ea typeface="+mn-ea"/>
              </a:rPr>
              <a:t>user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update</a:t>
            </a:r>
            <a:r>
              <a:rPr lang="en-US" altLang="zh-CN" dirty="0">
                <a:latin typeface="+mn-ea"/>
                <a:ea typeface="+mn-ea"/>
              </a:rPr>
              <a:t>      </a:t>
            </a:r>
            <a:r>
              <a:rPr lang="zh-CN" altLang="en-US" dirty="0">
                <a:latin typeface="+mn-ea"/>
                <a:ea typeface="+mn-ea"/>
              </a:rPr>
              <a:t>修改用户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/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admin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7030A0"/>
                </a:solidFill>
                <a:latin typeface="+mn-ea"/>
                <a:ea typeface="+mn-ea"/>
              </a:rPr>
              <a:t>book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list</a:t>
            </a:r>
            <a:r>
              <a:rPr lang="en-US" altLang="zh-CN" dirty="0">
                <a:latin typeface="+mn-ea"/>
                <a:ea typeface="+mn-ea"/>
              </a:rPr>
              <a:t>        </a:t>
            </a:r>
            <a:r>
              <a:rPr lang="zh-CN" altLang="en-US" dirty="0">
                <a:latin typeface="+mn-ea"/>
                <a:ea typeface="+mn-ea"/>
              </a:rPr>
              <a:t>图书管理列表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……</a:t>
            </a:r>
          </a:p>
          <a:p>
            <a:r>
              <a:rPr lang="en-US" altLang="zh-CN" dirty="0">
                <a:latin typeface="+mn-ea"/>
                <a:ea typeface="+mn-ea"/>
              </a:rPr>
              <a:t> /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admin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CCFF"/>
                </a:solidFill>
                <a:latin typeface="+mn-ea"/>
                <a:ea typeface="+mn-ea"/>
              </a:rPr>
              <a:t>borrowing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list</a:t>
            </a:r>
            <a:r>
              <a:rPr lang="en-US" altLang="zh-CN" dirty="0">
                <a:latin typeface="+mn-ea"/>
                <a:ea typeface="+mn-ea"/>
              </a:rPr>
              <a:t>   </a:t>
            </a:r>
            <a:r>
              <a:rPr lang="zh-CN" altLang="en-US" dirty="0">
                <a:latin typeface="+mn-ea"/>
                <a:ea typeface="+mn-ea"/>
              </a:rPr>
              <a:t>图书借阅列表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……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13796A0-2ED6-084A-79C8-57E9305B091A}"/>
              </a:ext>
            </a:extLst>
          </p:cNvPr>
          <p:cNvSpPr/>
          <p:nvPr/>
        </p:nvSpPr>
        <p:spPr>
          <a:xfrm>
            <a:off x="5684080" y="3636293"/>
            <a:ext cx="1247998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ECD383D-236B-734B-B681-4794F3807E96}"/>
              </a:ext>
            </a:extLst>
          </p:cNvPr>
          <p:cNvGrpSpPr/>
          <p:nvPr/>
        </p:nvGrpSpPr>
        <p:grpSpPr>
          <a:xfrm>
            <a:off x="7304261" y="2124125"/>
            <a:ext cx="2176786" cy="3896217"/>
            <a:chOff x="6895566" y="2332364"/>
            <a:chExt cx="2176786" cy="3896217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46AD32-2386-B852-5719-1F070E7FE1F2}"/>
                </a:ext>
              </a:extLst>
            </p:cNvPr>
            <p:cNvSpPr txBox="1"/>
            <p:nvPr/>
          </p:nvSpPr>
          <p:spPr>
            <a:xfrm>
              <a:off x="6895566" y="2332364"/>
              <a:ext cx="1263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/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  <a:ea typeface="+mn-ea"/>
                </a:rPr>
                <a:t>admin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B225124-BC72-B7DB-D48D-751BD44CE3DB}"/>
                </a:ext>
              </a:extLst>
            </p:cNvPr>
            <p:cNvSpPr txBox="1"/>
            <p:nvPr/>
          </p:nvSpPr>
          <p:spPr>
            <a:xfrm>
              <a:off x="7459487" y="3680290"/>
              <a:ext cx="1263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/</a:t>
              </a:r>
              <a:r>
                <a:rPr lang="en-US" altLang="zh-CN" dirty="0">
                  <a:solidFill>
                    <a:srgbClr val="00B050"/>
                  </a:solidFill>
                  <a:latin typeface="+mn-ea"/>
                  <a:ea typeface="+mn-ea"/>
                </a:rPr>
                <a:t>user</a:t>
              </a:r>
              <a:endParaRPr lang="zh-CN" altLang="en-US" dirty="0">
                <a:solidFill>
                  <a:srgbClr val="00B050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50A630F-3494-D6BE-0AC9-84F0BED5366D}"/>
                </a:ext>
              </a:extLst>
            </p:cNvPr>
            <p:cNvSpPr txBox="1"/>
            <p:nvPr/>
          </p:nvSpPr>
          <p:spPr>
            <a:xfrm>
              <a:off x="7476835" y="4995873"/>
              <a:ext cx="1263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/</a:t>
              </a:r>
              <a:r>
                <a:rPr lang="en-US" altLang="zh-CN" dirty="0">
                  <a:solidFill>
                    <a:srgbClr val="7030A0"/>
                  </a:solidFill>
                  <a:latin typeface="+mn-ea"/>
                  <a:ea typeface="+mn-ea"/>
                </a:rPr>
                <a:t>book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65D1F21-E774-2D5C-10BA-29709DE8AF86}"/>
                </a:ext>
              </a:extLst>
            </p:cNvPr>
            <p:cNvSpPr txBox="1"/>
            <p:nvPr/>
          </p:nvSpPr>
          <p:spPr>
            <a:xfrm>
              <a:off x="7488176" y="5457439"/>
              <a:ext cx="1584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/</a:t>
              </a:r>
              <a:r>
                <a:rPr lang="en-US" altLang="zh-CN" dirty="0">
                  <a:solidFill>
                    <a:srgbClr val="00CCFF"/>
                  </a:solidFill>
                  <a:latin typeface="+mn-ea"/>
                  <a:ea typeface="+mn-ea"/>
                </a:rPr>
                <a:t>borrowing</a:t>
              </a:r>
              <a:endParaRPr lang="zh-CN" altLang="en-US" dirty="0">
                <a:solidFill>
                  <a:srgbClr val="00CCFF"/>
                </a:solidFill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65F06AE-5F78-2B64-5DEF-131E7CF37F1A}"/>
                </a:ext>
              </a:extLst>
            </p:cNvPr>
            <p:cNvCxnSpPr>
              <a:cxnSpLocks/>
            </p:cNvCxnSpPr>
            <p:nvPr/>
          </p:nvCxnSpPr>
          <p:spPr>
            <a:xfrm>
              <a:off x="7232253" y="2797204"/>
              <a:ext cx="0" cy="34313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B042DD7-A94E-B78A-6ADA-F84CABF09529}"/>
                </a:ext>
              </a:extLst>
            </p:cNvPr>
            <p:cNvCxnSpPr>
              <a:cxnSpLocks/>
            </p:cNvCxnSpPr>
            <p:nvPr/>
          </p:nvCxnSpPr>
          <p:spPr>
            <a:xfrm>
              <a:off x="7240288" y="3864956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1544A28E-6C67-BBC0-1765-6F7ED24BC689}"/>
                </a:ext>
              </a:extLst>
            </p:cNvPr>
            <p:cNvCxnSpPr>
              <a:cxnSpLocks/>
            </p:cNvCxnSpPr>
            <p:nvPr/>
          </p:nvCxnSpPr>
          <p:spPr>
            <a:xfrm>
              <a:off x="7232253" y="5182380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74300BB-A550-D1AF-C66E-F605FAE0EFF4}"/>
                </a:ext>
              </a:extLst>
            </p:cNvPr>
            <p:cNvCxnSpPr>
              <a:cxnSpLocks/>
            </p:cNvCxnSpPr>
            <p:nvPr/>
          </p:nvCxnSpPr>
          <p:spPr>
            <a:xfrm>
              <a:off x="7232253" y="5642105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B9E1EB1-2C25-D149-B3A4-216D275C1592}"/>
                </a:ext>
              </a:extLst>
            </p:cNvPr>
            <p:cNvCxnSpPr>
              <a:cxnSpLocks/>
            </p:cNvCxnSpPr>
            <p:nvPr/>
          </p:nvCxnSpPr>
          <p:spPr>
            <a:xfrm>
              <a:off x="7232253" y="2988221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7C0A310-2207-F9F1-8068-C88B1EBC951F}"/>
                </a:ext>
              </a:extLst>
            </p:cNvPr>
            <p:cNvSpPr txBox="1"/>
            <p:nvPr/>
          </p:nvSpPr>
          <p:spPr>
            <a:xfrm>
              <a:off x="7433649" y="2803555"/>
              <a:ext cx="950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login</a:t>
              </a:r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CD0949C-50D0-BF0D-08A8-30C0E9AB02C6}"/>
                </a:ext>
              </a:extLst>
            </p:cNvPr>
            <p:cNvSpPr txBox="1"/>
            <p:nvPr/>
          </p:nvSpPr>
          <p:spPr>
            <a:xfrm>
              <a:off x="7448277" y="3080455"/>
              <a:ext cx="13838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password</a:t>
              </a:r>
              <a:endParaRPr lang="zh-CN" altLang="en-US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B086B9A-DFB4-6920-410E-2703ACD8A387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92" y="3265121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4EDE7E3-70D1-5222-A1FF-AA70EC1DCEFE}"/>
                </a:ext>
              </a:extLst>
            </p:cNvPr>
            <p:cNvSpPr txBox="1"/>
            <p:nvPr/>
          </p:nvSpPr>
          <p:spPr>
            <a:xfrm>
              <a:off x="7544608" y="5250974"/>
              <a:ext cx="7357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……</a:t>
              </a:r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D176873-00FB-2859-7ED5-F94478B4FF82}"/>
                </a:ext>
              </a:extLst>
            </p:cNvPr>
            <p:cNvSpPr txBox="1"/>
            <p:nvPr/>
          </p:nvSpPr>
          <p:spPr>
            <a:xfrm>
              <a:off x="7570250" y="5783172"/>
              <a:ext cx="7357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……</a:t>
              </a:r>
              <a:endParaRPr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037435C-FB60-C2C6-05BF-5B362307A341}"/>
                </a:ext>
              </a:extLst>
            </p:cNvPr>
            <p:cNvSpPr txBox="1"/>
            <p:nvPr/>
          </p:nvSpPr>
          <p:spPr>
            <a:xfrm>
              <a:off x="7448277" y="3392392"/>
              <a:ext cx="13838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index</a:t>
              </a:r>
              <a:endParaRPr lang="zh-CN" altLang="en-US" dirty="0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60A4161-B0D0-B098-88E2-84AFE277E504}"/>
                </a:ext>
              </a:extLst>
            </p:cNvPr>
            <p:cNvCxnSpPr>
              <a:cxnSpLocks/>
            </p:cNvCxnSpPr>
            <p:nvPr/>
          </p:nvCxnSpPr>
          <p:spPr>
            <a:xfrm>
              <a:off x="7240555" y="3576465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5B4E25C-D8E6-CE64-3729-254F21F0949B}"/>
                </a:ext>
              </a:extLst>
            </p:cNvPr>
            <p:cNvCxnSpPr>
              <a:cxnSpLocks/>
            </p:cNvCxnSpPr>
            <p:nvPr/>
          </p:nvCxnSpPr>
          <p:spPr>
            <a:xfrm>
              <a:off x="7680008" y="4222370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1526791-ACEC-31D0-81A4-4BEE945F5D2B}"/>
                </a:ext>
              </a:extLst>
            </p:cNvPr>
            <p:cNvSpPr txBox="1"/>
            <p:nvPr/>
          </p:nvSpPr>
          <p:spPr>
            <a:xfrm>
              <a:off x="7881404" y="4037704"/>
              <a:ext cx="950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list</a:t>
              </a:r>
              <a:endParaRPr lang="zh-CN" altLang="en-US" dirty="0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F6250E2-01E5-316D-D840-6F296AC3B77A}"/>
                </a:ext>
              </a:extLst>
            </p:cNvPr>
            <p:cNvCxnSpPr>
              <a:cxnSpLocks/>
            </p:cNvCxnSpPr>
            <p:nvPr/>
          </p:nvCxnSpPr>
          <p:spPr>
            <a:xfrm>
              <a:off x="7664301" y="3998173"/>
              <a:ext cx="0" cy="997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9010AC7-5AB6-7926-EE4B-1F1885152894}"/>
                </a:ext>
              </a:extLst>
            </p:cNvPr>
            <p:cNvCxnSpPr>
              <a:cxnSpLocks/>
            </p:cNvCxnSpPr>
            <p:nvPr/>
          </p:nvCxnSpPr>
          <p:spPr>
            <a:xfrm>
              <a:off x="7683368" y="4551182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A0B313B-BDEA-CE2B-D6CB-CD8A2CDA6D0C}"/>
                </a:ext>
              </a:extLst>
            </p:cNvPr>
            <p:cNvSpPr txBox="1"/>
            <p:nvPr/>
          </p:nvSpPr>
          <p:spPr>
            <a:xfrm>
              <a:off x="7884764" y="4366516"/>
              <a:ext cx="950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add</a:t>
              </a:r>
              <a:endParaRPr lang="zh-CN" altLang="en-US" dirty="0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8A29F386-AFB1-F8DE-9F2F-8FF5C7AF74D5}"/>
                </a:ext>
              </a:extLst>
            </p:cNvPr>
            <p:cNvCxnSpPr>
              <a:cxnSpLocks/>
            </p:cNvCxnSpPr>
            <p:nvPr/>
          </p:nvCxnSpPr>
          <p:spPr>
            <a:xfrm>
              <a:off x="7677743" y="4901079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097A5FD-9450-33FC-A85A-73DD7360C996}"/>
                </a:ext>
              </a:extLst>
            </p:cNvPr>
            <p:cNvSpPr txBox="1"/>
            <p:nvPr/>
          </p:nvSpPr>
          <p:spPr>
            <a:xfrm>
              <a:off x="7879139" y="4716413"/>
              <a:ext cx="950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update</a:t>
              </a:r>
              <a:endParaRPr lang="zh-CN" altLang="en-US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A37DF15F-4463-DEB6-E054-6CD1B248296B}"/>
              </a:ext>
            </a:extLst>
          </p:cNvPr>
          <p:cNvSpPr txBox="1"/>
          <p:nvPr/>
        </p:nvSpPr>
        <p:spPr>
          <a:xfrm>
            <a:off x="5496553" y="3221532"/>
            <a:ext cx="164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优化描述方式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3052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使用蓝图进行复杂的项目规划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实现蓝图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CCB415-A106-32CD-7AD2-CFFB3CC4D643}"/>
              </a:ext>
            </a:extLst>
          </p:cNvPr>
          <p:cNvSpPr txBox="1"/>
          <p:nvPr/>
        </p:nvSpPr>
        <p:spPr>
          <a:xfrm>
            <a:off x="823540" y="1801058"/>
            <a:ext cx="10585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400" b="1" dirty="0"/>
              <a:t>建立蓝图，然后将路由绑定到所需的蓝图上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5F409F-5889-49DC-7DC0-37EEBF5AC731}"/>
              </a:ext>
            </a:extLst>
          </p:cNvPr>
          <p:cNvSpPr txBox="1"/>
          <p:nvPr/>
        </p:nvSpPr>
        <p:spPr>
          <a:xfrm>
            <a:off x="3054600" y="2412157"/>
            <a:ext cx="8424936" cy="36933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# </a:t>
            </a:r>
            <a:r>
              <a:rPr lang="zh-CN" altLang="en-US" dirty="0">
                <a:latin typeface="+mn-ea"/>
              </a:rPr>
              <a:t>定义蓝图</a:t>
            </a:r>
            <a:endParaRPr lang="en-US" altLang="zh-CN" dirty="0">
              <a:latin typeface="+mn-ea"/>
            </a:endParaRPr>
          </a:p>
          <a:p>
            <a:r>
              <a:rPr lang="en-US" altLang="zh-CN" dirty="0" err="1">
                <a:solidFill>
                  <a:srgbClr val="00B050"/>
                </a:solidFill>
                <a:latin typeface="+mn-ea"/>
              </a:rPr>
              <a:t>admin_module</a:t>
            </a:r>
            <a:r>
              <a:rPr lang="en-US" altLang="zh-CN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= </a:t>
            </a:r>
            <a:r>
              <a:rPr lang="en-US" altLang="zh-CN" dirty="0">
                <a:solidFill>
                  <a:schemeClr val="accent6"/>
                </a:solidFill>
                <a:latin typeface="+mn-ea"/>
              </a:rPr>
              <a:t>Blueprint</a:t>
            </a:r>
            <a:r>
              <a:rPr lang="en-US" altLang="zh-CN" dirty="0">
                <a:latin typeface="+mn-ea"/>
              </a:rPr>
              <a:t>('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admin</a:t>
            </a:r>
            <a:r>
              <a:rPr lang="en-US" altLang="zh-CN" dirty="0">
                <a:latin typeface="+mn-ea"/>
              </a:rPr>
              <a:t>', __name__, </a:t>
            </a:r>
            <a:r>
              <a:rPr lang="en-US" altLang="zh-CN" dirty="0" err="1">
                <a:latin typeface="+mn-ea"/>
              </a:rPr>
              <a:t>template_folder</a:t>
            </a:r>
            <a:r>
              <a:rPr lang="en-US" altLang="zh-CN" dirty="0">
                <a:latin typeface="+mn-ea"/>
              </a:rPr>
              <a:t>='templates')</a:t>
            </a:r>
          </a:p>
          <a:p>
            <a:r>
              <a:rPr lang="en-US" altLang="zh-CN" dirty="0">
                <a:latin typeface="+mn-ea"/>
              </a:rPr>
              <a:t># </a:t>
            </a:r>
            <a:r>
              <a:rPr lang="zh-CN" altLang="en-US" dirty="0">
                <a:latin typeface="+mn-ea"/>
              </a:rPr>
              <a:t>具体实现路由和视图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+mn-ea"/>
              </a:rPr>
              <a:t>@admin_module</a:t>
            </a:r>
            <a:r>
              <a:rPr lang="en-US" altLang="zh-CN" dirty="0">
                <a:latin typeface="+mn-ea"/>
              </a:rPr>
              <a:t>.route('/</a:t>
            </a:r>
            <a:r>
              <a:rPr lang="en-US" altLang="zh-CN" dirty="0">
                <a:solidFill>
                  <a:srgbClr val="0070C0"/>
                </a:solidFill>
                <a:latin typeface="+mn-ea"/>
              </a:rPr>
              <a:t>login</a:t>
            </a:r>
            <a:r>
              <a:rPr lang="en-US" altLang="zh-CN" dirty="0">
                <a:latin typeface="+mn-ea"/>
              </a:rPr>
              <a:t>')</a:t>
            </a:r>
          </a:p>
          <a:p>
            <a:r>
              <a:rPr lang="en-US" altLang="zh-CN" dirty="0">
                <a:latin typeface="+mn-ea"/>
              </a:rPr>
              <a:t>def login():</a:t>
            </a:r>
          </a:p>
          <a:p>
            <a:r>
              <a:rPr lang="en-US" altLang="zh-CN" dirty="0">
                <a:latin typeface="+mn-ea"/>
              </a:rPr>
              <a:t>   return </a:t>
            </a:r>
            <a:r>
              <a:rPr lang="en-US" altLang="zh-CN" dirty="0" err="1">
                <a:latin typeface="+mn-ea"/>
              </a:rPr>
              <a:t>render_template</a:t>
            </a:r>
            <a:r>
              <a:rPr lang="en-US" altLang="zh-CN" dirty="0">
                <a:latin typeface="+mn-ea"/>
              </a:rPr>
              <a:t>(f'login.html')</a:t>
            </a:r>
          </a:p>
          <a:p>
            <a:r>
              <a:rPr lang="en-US" altLang="zh-CN" dirty="0">
                <a:solidFill>
                  <a:srgbClr val="00B050"/>
                </a:solidFill>
                <a:latin typeface="+mn-ea"/>
              </a:rPr>
              <a:t>@admin_module</a:t>
            </a:r>
            <a:r>
              <a:rPr lang="en-US" altLang="zh-CN" dirty="0">
                <a:latin typeface="+mn-ea"/>
              </a:rPr>
              <a:t>.route('/</a:t>
            </a:r>
            <a:r>
              <a:rPr lang="en-US" altLang="zh-CN" dirty="0">
                <a:solidFill>
                  <a:srgbClr val="0070C0"/>
                </a:solidFill>
                <a:latin typeface="+mn-ea"/>
              </a:rPr>
              <a:t>index</a:t>
            </a:r>
            <a:r>
              <a:rPr lang="en-US" altLang="zh-CN" dirty="0">
                <a:latin typeface="+mn-ea"/>
              </a:rPr>
              <a:t>')</a:t>
            </a:r>
          </a:p>
          <a:p>
            <a:r>
              <a:rPr lang="en-US" altLang="zh-CN" dirty="0">
                <a:latin typeface="+mn-ea"/>
              </a:rPr>
              <a:t>def index():</a:t>
            </a:r>
          </a:p>
          <a:p>
            <a:r>
              <a:rPr lang="en-US" altLang="zh-CN" dirty="0">
                <a:latin typeface="+mn-ea"/>
              </a:rPr>
              <a:t>   return </a:t>
            </a:r>
            <a:r>
              <a:rPr lang="en-US" altLang="zh-CN" dirty="0" err="1">
                <a:latin typeface="+mn-ea"/>
              </a:rPr>
              <a:t>render_template</a:t>
            </a:r>
            <a:r>
              <a:rPr lang="en-US" altLang="zh-CN" dirty="0">
                <a:latin typeface="+mn-ea"/>
              </a:rPr>
              <a:t>(f'index.html')</a:t>
            </a:r>
          </a:p>
          <a:p>
            <a:r>
              <a:rPr lang="en-US" altLang="zh-CN" dirty="0">
                <a:solidFill>
                  <a:srgbClr val="00B050"/>
                </a:solidFill>
                <a:latin typeface="+mn-ea"/>
              </a:rPr>
              <a:t>@admin_module</a:t>
            </a:r>
            <a:r>
              <a:rPr lang="en-US" altLang="zh-CN" dirty="0">
                <a:latin typeface="+mn-ea"/>
              </a:rPr>
              <a:t>.route('/</a:t>
            </a:r>
            <a:r>
              <a:rPr lang="en-US" altLang="zh-CN" dirty="0">
                <a:solidFill>
                  <a:srgbClr val="0070C0"/>
                </a:solidFill>
                <a:latin typeface="+mn-ea"/>
              </a:rPr>
              <a:t>password</a:t>
            </a:r>
            <a:r>
              <a:rPr lang="en-US" altLang="zh-CN" dirty="0">
                <a:latin typeface="+mn-ea"/>
              </a:rPr>
              <a:t>')</a:t>
            </a:r>
          </a:p>
          <a:p>
            <a:r>
              <a:rPr lang="en-US" altLang="zh-CN" dirty="0">
                <a:latin typeface="+mn-ea"/>
              </a:rPr>
              <a:t>def password():</a:t>
            </a:r>
          </a:p>
          <a:p>
            <a:r>
              <a:rPr lang="en-US" altLang="zh-CN" dirty="0">
                <a:latin typeface="+mn-ea"/>
              </a:rPr>
              <a:t>   return </a:t>
            </a:r>
            <a:r>
              <a:rPr lang="en-US" altLang="zh-CN" dirty="0" err="1">
                <a:latin typeface="+mn-ea"/>
              </a:rPr>
              <a:t>render_template</a:t>
            </a:r>
            <a:r>
              <a:rPr lang="en-US" altLang="zh-CN" dirty="0">
                <a:latin typeface="+mn-ea"/>
              </a:rPr>
              <a:t>(f'password.html')</a:t>
            </a:r>
          </a:p>
          <a:p>
            <a:endParaRPr lang="zh-CN" altLang="en-US" dirty="0"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5BECD61-5EF9-E042-6844-F2A0D8D5925D}"/>
              </a:ext>
            </a:extLst>
          </p:cNvPr>
          <p:cNvGrpSpPr/>
          <p:nvPr/>
        </p:nvGrpSpPr>
        <p:grpSpPr>
          <a:xfrm>
            <a:off x="794237" y="2412157"/>
            <a:ext cx="2176786" cy="3896217"/>
            <a:chOff x="6895566" y="2332364"/>
            <a:chExt cx="2176786" cy="3896217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1EEC90-8A3F-D735-7157-53BCC52541F3}"/>
                </a:ext>
              </a:extLst>
            </p:cNvPr>
            <p:cNvSpPr txBox="1"/>
            <p:nvPr/>
          </p:nvSpPr>
          <p:spPr>
            <a:xfrm>
              <a:off x="6895566" y="2332364"/>
              <a:ext cx="1263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/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  <a:ea typeface="+mn-ea"/>
                </a:rPr>
                <a:t>admin</a:t>
              </a:r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77F8C48-159E-D9A5-1CAF-2E98FDDB8419}"/>
                </a:ext>
              </a:extLst>
            </p:cNvPr>
            <p:cNvSpPr txBox="1"/>
            <p:nvPr/>
          </p:nvSpPr>
          <p:spPr>
            <a:xfrm>
              <a:off x="7459487" y="3680290"/>
              <a:ext cx="1263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/</a:t>
              </a:r>
              <a:r>
                <a:rPr lang="en-US" altLang="zh-CN" dirty="0">
                  <a:solidFill>
                    <a:srgbClr val="00B050"/>
                  </a:solidFill>
                  <a:latin typeface="+mn-ea"/>
                  <a:ea typeface="+mn-ea"/>
                </a:rPr>
                <a:t>user</a:t>
              </a:r>
              <a:endParaRPr lang="zh-CN" altLang="en-US" dirty="0">
                <a:solidFill>
                  <a:srgbClr val="00B050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760652E-C2B7-2CA4-BBC0-F8A187B8AA8B}"/>
                </a:ext>
              </a:extLst>
            </p:cNvPr>
            <p:cNvSpPr txBox="1"/>
            <p:nvPr/>
          </p:nvSpPr>
          <p:spPr>
            <a:xfrm>
              <a:off x="7476835" y="4995873"/>
              <a:ext cx="1263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/</a:t>
              </a:r>
              <a:r>
                <a:rPr lang="en-US" altLang="zh-CN" dirty="0">
                  <a:solidFill>
                    <a:srgbClr val="7030A0"/>
                  </a:solidFill>
                  <a:latin typeface="+mn-ea"/>
                  <a:ea typeface="+mn-ea"/>
                </a:rPr>
                <a:t>book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7AAFF3C-51A5-6624-3C82-B3DD80CA82D9}"/>
                </a:ext>
              </a:extLst>
            </p:cNvPr>
            <p:cNvSpPr txBox="1"/>
            <p:nvPr/>
          </p:nvSpPr>
          <p:spPr>
            <a:xfrm>
              <a:off x="7488176" y="5457439"/>
              <a:ext cx="1584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/</a:t>
              </a:r>
              <a:r>
                <a:rPr lang="en-US" altLang="zh-CN" dirty="0">
                  <a:solidFill>
                    <a:srgbClr val="00CCFF"/>
                  </a:solidFill>
                  <a:latin typeface="+mn-ea"/>
                  <a:ea typeface="+mn-ea"/>
                </a:rPr>
                <a:t>borrowing</a:t>
              </a:r>
              <a:endParaRPr lang="zh-CN" altLang="en-US" dirty="0">
                <a:solidFill>
                  <a:srgbClr val="00CCFF"/>
                </a:solidFill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20CE330-5A3C-0E53-542A-7F952550474C}"/>
                </a:ext>
              </a:extLst>
            </p:cNvPr>
            <p:cNvCxnSpPr>
              <a:cxnSpLocks/>
            </p:cNvCxnSpPr>
            <p:nvPr/>
          </p:nvCxnSpPr>
          <p:spPr>
            <a:xfrm>
              <a:off x="7232253" y="2797204"/>
              <a:ext cx="0" cy="34313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DC0536EC-CF05-50D9-BE1C-84C108C5D4DD}"/>
                </a:ext>
              </a:extLst>
            </p:cNvPr>
            <p:cNvCxnSpPr>
              <a:cxnSpLocks/>
            </p:cNvCxnSpPr>
            <p:nvPr/>
          </p:nvCxnSpPr>
          <p:spPr>
            <a:xfrm>
              <a:off x="7240288" y="3864956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7C83D41-2012-49BE-C43B-295BB9FF4EFD}"/>
                </a:ext>
              </a:extLst>
            </p:cNvPr>
            <p:cNvCxnSpPr>
              <a:cxnSpLocks/>
            </p:cNvCxnSpPr>
            <p:nvPr/>
          </p:nvCxnSpPr>
          <p:spPr>
            <a:xfrm>
              <a:off x="7232253" y="5182380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AD1B26E-EC25-3781-6BB2-316EA0E8E4C9}"/>
                </a:ext>
              </a:extLst>
            </p:cNvPr>
            <p:cNvCxnSpPr>
              <a:cxnSpLocks/>
            </p:cNvCxnSpPr>
            <p:nvPr/>
          </p:nvCxnSpPr>
          <p:spPr>
            <a:xfrm>
              <a:off x="7232253" y="5642105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3561376-8B37-3AA6-6FA6-098743BE2ECD}"/>
                </a:ext>
              </a:extLst>
            </p:cNvPr>
            <p:cNvCxnSpPr>
              <a:cxnSpLocks/>
            </p:cNvCxnSpPr>
            <p:nvPr/>
          </p:nvCxnSpPr>
          <p:spPr>
            <a:xfrm>
              <a:off x="7232253" y="2988221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2477E74-DADF-3CE6-5E06-074B1D2A4B8D}"/>
                </a:ext>
              </a:extLst>
            </p:cNvPr>
            <p:cNvSpPr txBox="1"/>
            <p:nvPr/>
          </p:nvSpPr>
          <p:spPr>
            <a:xfrm>
              <a:off x="7433649" y="2803555"/>
              <a:ext cx="950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login</a:t>
              </a:r>
              <a:endParaRPr lang="zh-CN" altLang="en-US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B5A0B35-7931-5E2E-A32E-21CE114A1B5D}"/>
                </a:ext>
              </a:extLst>
            </p:cNvPr>
            <p:cNvSpPr txBox="1"/>
            <p:nvPr/>
          </p:nvSpPr>
          <p:spPr>
            <a:xfrm>
              <a:off x="7448277" y="3080455"/>
              <a:ext cx="13838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password</a:t>
              </a:r>
              <a:endParaRPr lang="zh-CN" altLang="en-US" dirty="0"/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80CEE6A0-D7DA-A551-7259-A9EBAAC56C5D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92" y="3265121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DCE0A9B-F372-0143-5B4B-55880B496FAB}"/>
                </a:ext>
              </a:extLst>
            </p:cNvPr>
            <p:cNvSpPr txBox="1"/>
            <p:nvPr/>
          </p:nvSpPr>
          <p:spPr>
            <a:xfrm>
              <a:off x="7544608" y="5250974"/>
              <a:ext cx="7357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……</a:t>
              </a:r>
              <a:endParaRPr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6B3EF93-B12A-D06C-180D-94A86BEDCDE8}"/>
                </a:ext>
              </a:extLst>
            </p:cNvPr>
            <p:cNvSpPr txBox="1"/>
            <p:nvPr/>
          </p:nvSpPr>
          <p:spPr>
            <a:xfrm>
              <a:off x="7570250" y="5783172"/>
              <a:ext cx="7357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ea"/>
                  <a:ea typeface="+mn-ea"/>
                </a:rPr>
                <a:t>……</a:t>
              </a:r>
              <a:endParaRPr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E122262-9BD0-60BE-5880-BE38F27E8BAB}"/>
                </a:ext>
              </a:extLst>
            </p:cNvPr>
            <p:cNvSpPr txBox="1"/>
            <p:nvPr/>
          </p:nvSpPr>
          <p:spPr>
            <a:xfrm>
              <a:off x="7448277" y="3392392"/>
              <a:ext cx="13838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index</a:t>
              </a:r>
              <a:endParaRPr lang="zh-CN" altLang="en-US" dirty="0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E8FF073A-A413-8E03-15EE-6096A2E89C99}"/>
                </a:ext>
              </a:extLst>
            </p:cNvPr>
            <p:cNvCxnSpPr>
              <a:cxnSpLocks/>
            </p:cNvCxnSpPr>
            <p:nvPr/>
          </p:nvCxnSpPr>
          <p:spPr>
            <a:xfrm>
              <a:off x="7240555" y="3576465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E6612D52-6912-A059-48D0-4A9FD1CC2DBA}"/>
                </a:ext>
              </a:extLst>
            </p:cNvPr>
            <p:cNvCxnSpPr>
              <a:cxnSpLocks/>
            </p:cNvCxnSpPr>
            <p:nvPr/>
          </p:nvCxnSpPr>
          <p:spPr>
            <a:xfrm>
              <a:off x="7680008" y="4222370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0AF4C7B-902A-69FC-BD52-36D2FD6BFA75}"/>
                </a:ext>
              </a:extLst>
            </p:cNvPr>
            <p:cNvSpPr txBox="1"/>
            <p:nvPr/>
          </p:nvSpPr>
          <p:spPr>
            <a:xfrm>
              <a:off x="7881404" y="4037704"/>
              <a:ext cx="950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list</a:t>
              </a:r>
              <a:endParaRPr lang="zh-CN" altLang="en-US" dirty="0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BA10D50-1795-0E0E-B2E4-727401B12E56}"/>
                </a:ext>
              </a:extLst>
            </p:cNvPr>
            <p:cNvCxnSpPr>
              <a:cxnSpLocks/>
            </p:cNvCxnSpPr>
            <p:nvPr/>
          </p:nvCxnSpPr>
          <p:spPr>
            <a:xfrm>
              <a:off x="7664301" y="3998173"/>
              <a:ext cx="0" cy="997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F314633-B101-4004-5A12-AD80F1C3F932}"/>
                </a:ext>
              </a:extLst>
            </p:cNvPr>
            <p:cNvCxnSpPr>
              <a:cxnSpLocks/>
            </p:cNvCxnSpPr>
            <p:nvPr/>
          </p:nvCxnSpPr>
          <p:spPr>
            <a:xfrm>
              <a:off x="7683368" y="4551182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8B3B2E3-D9AD-B99F-7AB8-7EE4AA0811B7}"/>
                </a:ext>
              </a:extLst>
            </p:cNvPr>
            <p:cNvSpPr txBox="1"/>
            <p:nvPr/>
          </p:nvSpPr>
          <p:spPr>
            <a:xfrm>
              <a:off x="7884764" y="4366516"/>
              <a:ext cx="950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add</a:t>
              </a:r>
              <a:endParaRPr lang="zh-CN" altLang="en-US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36B1561-A234-58A4-BE28-9FD16B45DEC1}"/>
                </a:ext>
              </a:extLst>
            </p:cNvPr>
            <p:cNvCxnSpPr>
              <a:cxnSpLocks/>
            </p:cNvCxnSpPr>
            <p:nvPr/>
          </p:nvCxnSpPr>
          <p:spPr>
            <a:xfrm>
              <a:off x="7677743" y="4901079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D9D290FF-AC93-967C-2707-ECB9BB4F8E33}"/>
                </a:ext>
              </a:extLst>
            </p:cNvPr>
            <p:cNvSpPr txBox="1"/>
            <p:nvPr/>
          </p:nvSpPr>
          <p:spPr>
            <a:xfrm>
              <a:off x="7879139" y="4716413"/>
              <a:ext cx="9507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+mn-ea"/>
                  <a:ea typeface="+mn-ea"/>
                </a:rPr>
                <a:t>update</a:t>
              </a:r>
              <a:endParaRPr lang="zh-CN" altLang="en-US" dirty="0"/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FF73D4E2-BB6A-849B-C805-D3297CC8772B}"/>
              </a:ext>
            </a:extLst>
          </p:cNvPr>
          <p:cNvSpPr/>
          <p:nvPr/>
        </p:nvSpPr>
        <p:spPr>
          <a:xfrm>
            <a:off x="823540" y="2379037"/>
            <a:ext cx="2016223" cy="141900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44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使用蓝图进行复杂的项目规划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实现蓝图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CCB415-A106-32CD-7AD2-CFFB3CC4D643}"/>
              </a:ext>
            </a:extLst>
          </p:cNvPr>
          <p:cNvSpPr txBox="1"/>
          <p:nvPr/>
        </p:nvSpPr>
        <p:spPr>
          <a:xfrm>
            <a:off x="823540" y="1830800"/>
            <a:ext cx="10585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400" dirty="0"/>
              <a:t>在实例化</a:t>
            </a:r>
            <a:r>
              <a:rPr lang="en-US" altLang="zh-CN" sz="2400" dirty="0"/>
              <a:t>Flask</a:t>
            </a:r>
            <a:r>
              <a:rPr lang="zh-CN" altLang="en-US" sz="2400" dirty="0"/>
              <a:t>时，注册相关蓝图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5F409F-5889-49DC-7DC0-37EEBF5AC731}"/>
              </a:ext>
            </a:extLst>
          </p:cNvPr>
          <p:cNvSpPr txBox="1"/>
          <p:nvPr/>
        </p:nvSpPr>
        <p:spPr>
          <a:xfrm>
            <a:off x="895549" y="2444068"/>
            <a:ext cx="8424936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from flask import Flask</a:t>
            </a:r>
          </a:p>
          <a:p>
            <a:r>
              <a:rPr lang="en-US" altLang="zh-CN" dirty="0">
                <a:latin typeface="+mn-ea"/>
              </a:rPr>
              <a:t>from </a:t>
            </a:r>
            <a:r>
              <a:rPr lang="en-US" altLang="zh-CN" dirty="0" err="1">
                <a:latin typeface="+mn-ea"/>
              </a:rPr>
              <a:t>admin.admin_module</a:t>
            </a:r>
            <a:r>
              <a:rPr lang="en-US" altLang="zh-CN" dirty="0">
                <a:latin typeface="+mn-ea"/>
              </a:rPr>
              <a:t> import </a:t>
            </a:r>
            <a:r>
              <a:rPr lang="en-US" altLang="zh-CN" dirty="0" err="1">
                <a:latin typeface="+mn-ea"/>
              </a:rPr>
              <a:t>admin_module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app = Flask(__name__)</a:t>
            </a:r>
          </a:p>
          <a:p>
            <a:r>
              <a:rPr lang="en-US" altLang="zh-CN" dirty="0">
                <a:latin typeface="+mn-ea"/>
              </a:rPr>
              <a:t>app.</a:t>
            </a:r>
            <a:r>
              <a:rPr lang="en-US" altLang="zh-CN" b="1" dirty="0">
                <a:solidFill>
                  <a:schemeClr val="accent6"/>
                </a:solidFill>
                <a:latin typeface="+mn-ea"/>
              </a:rPr>
              <a:t>register_blueprint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b="1" dirty="0" err="1">
                <a:solidFill>
                  <a:srgbClr val="00B050"/>
                </a:solidFill>
                <a:latin typeface="+mn-ea"/>
              </a:rPr>
              <a:t>admin_module</a:t>
            </a:r>
            <a:r>
              <a:rPr lang="en-US" altLang="zh-CN" dirty="0">
                <a:latin typeface="+mn-ea"/>
              </a:rPr>
              <a:t>, </a:t>
            </a:r>
            <a:r>
              <a:rPr lang="en-US" altLang="zh-CN" dirty="0" err="1">
                <a:latin typeface="+mn-ea"/>
              </a:rPr>
              <a:t>url_prefix</a:t>
            </a:r>
            <a:r>
              <a:rPr lang="en-US" altLang="zh-CN" b="1" dirty="0">
                <a:solidFill>
                  <a:srgbClr val="00B050"/>
                </a:solidFill>
                <a:latin typeface="+mn-ea"/>
              </a:rPr>
              <a:t>='/admin'</a:t>
            </a:r>
            <a:r>
              <a:rPr lang="en-US" altLang="zh-CN" dirty="0">
                <a:latin typeface="+mn-ea"/>
              </a:rPr>
              <a:t>)</a:t>
            </a:r>
            <a:endParaRPr lang="zh-CN" altLang="en-US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716B7C3-EA54-41B4-BB0D-EAB0115A222D}"/>
              </a:ext>
            </a:extLst>
          </p:cNvPr>
          <p:cNvGrpSpPr/>
          <p:nvPr/>
        </p:nvGrpSpPr>
        <p:grpSpPr>
          <a:xfrm>
            <a:off x="2121574" y="3950420"/>
            <a:ext cx="936104" cy="983963"/>
            <a:chOff x="2083681" y="3813750"/>
            <a:chExt cx="936104" cy="983963"/>
          </a:xfrm>
        </p:grpSpPr>
        <p:sp>
          <p:nvSpPr>
            <p:cNvPr id="3" name="箭头: 上 2">
              <a:extLst>
                <a:ext uri="{FF2B5EF4-FFF2-40B4-BE49-F238E27FC236}">
                  <a16:creationId xmlns:a16="http://schemas.microsoft.com/office/drawing/2014/main" id="{96A6F145-6E28-4921-ACAF-E49A8EF8E03A}"/>
                </a:ext>
              </a:extLst>
            </p:cNvPr>
            <p:cNvSpPr/>
            <p:nvPr/>
          </p:nvSpPr>
          <p:spPr>
            <a:xfrm>
              <a:off x="2309038" y="3813750"/>
              <a:ext cx="216024" cy="50405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ABE33FB-B0A4-42E0-8DE7-4B8D07E4A95C}"/>
                </a:ext>
              </a:extLst>
            </p:cNvPr>
            <p:cNvSpPr txBox="1"/>
            <p:nvPr/>
          </p:nvSpPr>
          <p:spPr>
            <a:xfrm>
              <a:off x="2083681" y="4428381"/>
              <a:ext cx="9361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6"/>
                  </a:solidFill>
                  <a:latin typeface="+mn-ea"/>
                </a:rPr>
                <a:t>注册</a:t>
              </a:r>
              <a:endParaRPr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4322617-5709-4CB2-9E42-50B535CC1C1E}"/>
              </a:ext>
            </a:extLst>
          </p:cNvPr>
          <p:cNvGrpSpPr/>
          <p:nvPr/>
        </p:nvGrpSpPr>
        <p:grpSpPr>
          <a:xfrm>
            <a:off x="3755527" y="3914737"/>
            <a:ext cx="1165689" cy="992427"/>
            <a:chOff x="1860876" y="3820971"/>
            <a:chExt cx="1165689" cy="992427"/>
          </a:xfrm>
        </p:grpSpPr>
        <p:sp>
          <p:nvSpPr>
            <p:cNvPr id="13" name="箭头: 上 12">
              <a:extLst>
                <a:ext uri="{FF2B5EF4-FFF2-40B4-BE49-F238E27FC236}">
                  <a16:creationId xmlns:a16="http://schemas.microsoft.com/office/drawing/2014/main" id="{52C999C9-B637-422B-948A-10AA646CC8AA}"/>
                </a:ext>
              </a:extLst>
            </p:cNvPr>
            <p:cNvSpPr/>
            <p:nvPr/>
          </p:nvSpPr>
          <p:spPr>
            <a:xfrm>
              <a:off x="2335709" y="3820971"/>
              <a:ext cx="216024" cy="50405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54D462-1CBF-4626-B0BF-8222C6A575F9}"/>
                </a:ext>
              </a:extLst>
            </p:cNvPr>
            <p:cNvSpPr txBox="1"/>
            <p:nvPr/>
          </p:nvSpPr>
          <p:spPr>
            <a:xfrm>
              <a:off x="1860876" y="4444066"/>
              <a:ext cx="11656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6"/>
                  </a:solidFill>
                  <a:latin typeface="+mn-ea"/>
                </a:rPr>
                <a:t>蓝图名称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C8A11E3-D978-4362-8719-E169E955F291}"/>
              </a:ext>
            </a:extLst>
          </p:cNvPr>
          <p:cNvGrpSpPr/>
          <p:nvPr/>
        </p:nvGrpSpPr>
        <p:grpSpPr>
          <a:xfrm>
            <a:off x="6044121" y="3907231"/>
            <a:ext cx="1165689" cy="999933"/>
            <a:chOff x="1968888" y="3820971"/>
            <a:chExt cx="1165689" cy="999933"/>
          </a:xfrm>
        </p:grpSpPr>
        <p:sp>
          <p:nvSpPr>
            <p:cNvPr id="16" name="箭头: 上 15">
              <a:extLst>
                <a:ext uri="{FF2B5EF4-FFF2-40B4-BE49-F238E27FC236}">
                  <a16:creationId xmlns:a16="http://schemas.microsoft.com/office/drawing/2014/main" id="{88233134-B16A-44CB-8A99-5E262C4CF173}"/>
                </a:ext>
              </a:extLst>
            </p:cNvPr>
            <p:cNvSpPr/>
            <p:nvPr/>
          </p:nvSpPr>
          <p:spPr>
            <a:xfrm>
              <a:off x="2335709" y="3820971"/>
              <a:ext cx="216024" cy="50405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D3D303C-D88A-461F-9D3E-4A4D64CFECA5}"/>
                </a:ext>
              </a:extLst>
            </p:cNvPr>
            <p:cNvSpPr txBox="1"/>
            <p:nvPr/>
          </p:nvSpPr>
          <p:spPr>
            <a:xfrm>
              <a:off x="1968888" y="4451572"/>
              <a:ext cx="11656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/>
                  </a:solidFill>
                  <a:latin typeface="+mn-ea"/>
                </a:rPr>
                <a:t>URL</a:t>
              </a:r>
              <a:r>
                <a:rPr lang="zh-CN" altLang="en-US" b="1" dirty="0">
                  <a:solidFill>
                    <a:schemeClr val="accent6"/>
                  </a:solidFill>
                  <a:latin typeface="+mn-ea"/>
                </a:rPr>
                <a:t>前缀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04137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使用蓝图进行复杂的项目规划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嵌套蓝图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CCB415-A106-32CD-7AD2-CFFB3CC4D643}"/>
              </a:ext>
            </a:extLst>
          </p:cNvPr>
          <p:cNvSpPr txBox="1"/>
          <p:nvPr/>
        </p:nvSpPr>
        <p:spPr>
          <a:xfrm>
            <a:off x="823540" y="1738189"/>
            <a:ext cx="10585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400" dirty="0"/>
              <a:t>对于多层级的功能模块，可以在蓝图中嵌套蓝图，方法和注册蓝图方法一致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5F409F-5889-49DC-7DC0-37EEBF5AC731}"/>
              </a:ext>
            </a:extLst>
          </p:cNvPr>
          <p:cNvSpPr txBox="1"/>
          <p:nvPr/>
        </p:nvSpPr>
        <p:spPr>
          <a:xfrm>
            <a:off x="895549" y="3956110"/>
            <a:ext cx="8424936" cy="338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admin_module.register_blueprint(</a:t>
            </a:r>
            <a:r>
              <a:rPr lang="en-US" altLang="zh-CN" sz="1600" dirty="0" err="1">
                <a:latin typeface="+mn-ea"/>
              </a:rPr>
              <a:t>book_module</a:t>
            </a:r>
            <a:r>
              <a:rPr lang="en-US" altLang="zh-CN" sz="1600" dirty="0">
                <a:latin typeface="+mn-ea"/>
              </a:rPr>
              <a:t>, </a:t>
            </a:r>
            <a:r>
              <a:rPr lang="en-US" altLang="zh-CN" sz="1600" dirty="0" err="1">
                <a:latin typeface="+mn-ea"/>
              </a:rPr>
              <a:t>url_prefix</a:t>
            </a:r>
            <a:r>
              <a:rPr lang="en-US" altLang="zh-CN" sz="1600" dirty="0">
                <a:latin typeface="+mn-ea"/>
              </a:rPr>
              <a:t>='/book') 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#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在父蓝图中注册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E609A8FF-6837-66DA-6570-F9F838801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4402852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Flask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中使用蓝图构建的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URL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8A2F7C-62C9-CD57-043F-E4FBB52055F3}"/>
              </a:ext>
            </a:extLst>
          </p:cNvPr>
          <p:cNvSpPr txBox="1"/>
          <p:nvPr/>
        </p:nvSpPr>
        <p:spPr>
          <a:xfrm>
            <a:off x="823540" y="5063761"/>
            <a:ext cx="10585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400" dirty="0"/>
              <a:t>可以继续使用</a:t>
            </a:r>
            <a:r>
              <a:rPr lang="en-US" altLang="zh-CN" sz="2400" dirty="0" err="1"/>
              <a:t>url_for</a:t>
            </a:r>
            <a:r>
              <a:rPr lang="zh-CN" altLang="en-US" sz="2400" dirty="0"/>
              <a:t>函数来访问</a:t>
            </a:r>
            <a:r>
              <a:rPr lang="en-US" altLang="zh-CN" sz="2400" dirty="0"/>
              <a:t>URL</a:t>
            </a:r>
            <a:r>
              <a:rPr lang="zh-CN" altLang="en-US" sz="2400" dirty="0"/>
              <a:t>，但是路径分隔符使用</a:t>
            </a:r>
            <a:r>
              <a:rPr lang="en-US" altLang="zh-CN" sz="2400" dirty="0"/>
              <a:t>.</a:t>
            </a:r>
            <a:r>
              <a:rPr lang="zh-CN" altLang="en-US" sz="2400" dirty="0"/>
              <a:t>代替</a:t>
            </a:r>
            <a:r>
              <a:rPr lang="en-US" altLang="zh-CN" sz="2400" dirty="0"/>
              <a:t>/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858F31-F034-B002-9374-2D70D0FA8C91}"/>
              </a:ext>
            </a:extLst>
          </p:cNvPr>
          <p:cNvSpPr txBox="1"/>
          <p:nvPr/>
        </p:nvSpPr>
        <p:spPr>
          <a:xfrm>
            <a:off x="895549" y="5677029"/>
            <a:ext cx="842493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</a:rPr>
              <a:t>url_for</a:t>
            </a:r>
            <a:r>
              <a:rPr lang="en-US" altLang="zh-CN" dirty="0">
                <a:latin typeface="+mn-ea"/>
              </a:rPr>
              <a:t>('</a:t>
            </a:r>
            <a:r>
              <a:rPr lang="en-US" altLang="zh-CN" dirty="0" err="1">
                <a:latin typeface="+mn-ea"/>
              </a:rPr>
              <a:t>admin.index</a:t>
            </a:r>
            <a:r>
              <a:rPr lang="en-US" altLang="zh-CN" dirty="0">
                <a:latin typeface="+mn-ea"/>
              </a:rPr>
              <a:t>')</a:t>
            </a:r>
            <a:endParaRPr lang="zh-CN" altLang="en-US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D6FBE4-2CEE-4DE8-943E-50E397B34A0D}"/>
              </a:ext>
            </a:extLst>
          </p:cNvPr>
          <p:cNvSpPr txBox="1"/>
          <p:nvPr/>
        </p:nvSpPr>
        <p:spPr>
          <a:xfrm>
            <a:off x="895549" y="2298298"/>
            <a:ext cx="8424936" cy="15696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定义子蓝图</a:t>
            </a:r>
          </a:p>
          <a:p>
            <a:r>
              <a:rPr lang="en-US" altLang="zh-CN" sz="1600" dirty="0" err="1">
                <a:latin typeface="+mn-ea"/>
              </a:rPr>
              <a:t>book_module</a:t>
            </a:r>
            <a:r>
              <a:rPr lang="en-US" altLang="zh-CN" sz="1600" dirty="0">
                <a:latin typeface="+mn-ea"/>
              </a:rPr>
              <a:t> = Blueprint('book', __name__, </a:t>
            </a:r>
            <a:r>
              <a:rPr lang="en-US" altLang="zh-CN" sz="1600" dirty="0" err="1">
                <a:latin typeface="+mn-ea"/>
              </a:rPr>
              <a:t>template_folder</a:t>
            </a:r>
            <a:r>
              <a:rPr lang="en-US" altLang="zh-CN" sz="1600" dirty="0">
                <a:latin typeface="+mn-ea"/>
              </a:rPr>
              <a:t>='templates')</a:t>
            </a:r>
          </a:p>
          <a:p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latin typeface="+mn-ea"/>
              </a:rPr>
              <a:t>具体实现路由和视图</a:t>
            </a:r>
          </a:p>
          <a:p>
            <a:r>
              <a:rPr lang="en-US" altLang="zh-CN" sz="1600" dirty="0">
                <a:latin typeface="+mn-ea"/>
              </a:rPr>
              <a:t>@book_module.route('/list')</a:t>
            </a:r>
          </a:p>
          <a:p>
            <a:r>
              <a:rPr lang="en-US" altLang="zh-CN" sz="1600" dirty="0">
                <a:latin typeface="+mn-ea"/>
              </a:rPr>
              <a:t>def list():</a:t>
            </a:r>
          </a:p>
          <a:p>
            <a:r>
              <a:rPr lang="en-US" altLang="zh-CN" sz="1600" dirty="0">
                <a:latin typeface="+mn-ea"/>
              </a:rPr>
              <a:t>   return </a:t>
            </a:r>
            <a:r>
              <a:rPr lang="en-US" altLang="zh-CN" sz="1600" dirty="0" err="1">
                <a:latin typeface="+mn-ea"/>
              </a:rPr>
              <a:t>render_template</a:t>
            </a:r>
            <a:r>
              <a:rPr lang="en-US" altLang="zh-CN" sz="1600" dirty="0">
                <a:latin typeface="+mn-ea"/>
              </a:rPr>
              <a:t>(f'list.html')</a:t>
            </a:r>
            <a:endParaRPr lang="zh-CN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3647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使用蓝图进行复杂的项目规划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使用蓝图实现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网关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193417-CE3E-3FA4-FB24-347E038FD5D0}"/>
              </a:ext>
            </a:extLst>
          </p:cNvPr>
          <p:cNvSpPr txBox="1"/>
          <p:nvPr/>
        </p:nvSpPr>
        <p:spPr>
          <a:xfrm>
            <a:off x="823541" y="1767352"/>
            <a:ext cx="10369152" cy="865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/>
              <a:t>API</a:t>
            </a:r>
            <a:r>
              <a:rPr lang="zh-CN" altLang="en-US" dirty="0"/>
              <a:t>网关是一种集成了配置发布、环境管理、接入认证、用户鉴权、访问控制等功能的</a:t>
            </a:r>
            <a:r>
              <a:rPr lang="en-US" altLang="zh-CN" dirty="0"/>
              <a:t>API</a:t>
            </a:r>
            <a:r>
              <a:rPr lang="zh-CN" altLang="en-US" dirty="0"/>
              <a:t>管理和服务治理的工具</a:t>
            </a:r>
          </a:p>
        </p:txBody>
      </p:sp>
      <p:pic>
        <p:nvPicPr>
          <p:cNvPr id="2050" name="Picture 2" descr="API网关架构图">
            <a:extLst>
              <a:ext uri="{FF2B5EF4-FFF2-40B4-BE49-F238E27FC236}">
                <a16:creationId xmlns:a16="http://schemas.microsoft.com/office/drawing/2014/main" id="{9C1E51D7-5B3F-24B9-7E57-3CA52F70A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97" y="2844205"/>
            <a:ext cx="4247640" cy="349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8CE9990D-9877-8B92-C579-ED0E4F151364}"/>
              </a:ext>
            </a:extLst>
          </p:cNvPr>
          <p:cNvSpPr/>
          <p:nvPr/>
        </p:nvSpPr>
        <p:spPr>
          <a:xfrm>
            <a:off x="6944221" y="3874007"/>
            <a:ext cx="3528392" cy="1440160"/>
          </a:xfrm>
          <a:prstGeom prst="wedgeRectCallout">
            <a:avLst>
              <a:gd name="adj1" fmla="val -46646"/>
              <a:gd name="adj2" fmla="val -6572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请查阅相关资料，了解如何利用蓝图实现一个简易的</a:t>
            </a:r>
            <a:r>
              <a:rPr lang="en-US" altLang="zh-CN" dirty="0"/>
              <a:t>API</a:t>
            </a:r>
            <a:r>
              <a:rPr lang="zh-CN" altLang="en-US" dirty="0"/>
              <a:t>网关</a:t>
            </a:r>
          </a:p>
        </p:txBody>
      </p:sp>
    </p:spTree>
    <p:extLst>
      <p:ext uri="{BB962C8B-B14F-4D97-AF65-F5344CB8AC3E}">
        <p14:creationId xmlns:p14="http://schemas.microsoft.com/office/powerpoint/2010/main" val="1804080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请求和响应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4.1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处理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HTTP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请求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0AC51-4500-404D-B030-4FE49D08C651}"/>
              </a:ext>
            </a:extLst>
          </p:cNvPr>
          <p:cNvSpPr/>
          <p:nvPr/>
        </p:nvSpPr>
        <p:spPr>
          <a:xfrm>
            <a:off x="767706" y="1847314"/>
            <a:ext cx="33677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4.2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返回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HTTP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响应</a:t>
            </a:r>
          </a:p>
        </p:txBody>
      </p:sp>
    </p:spTree>
    <p:extLst>
      <p:ext uri="{BB962C8B-B14F-4D97-AF65-F5344CB8AC3E}">
        <p14:creationId xmlns:p14="http://schemas.microsoft.com/office/powerpoint/2010/main" val="2937843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常用请求方法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9CDC4E-E5FC-4827-898E-896C4F0AE55E}"/>
              </a:ext>
            </a:extLst>
          </p:cNvPr>
          <p:cNvSpPr/>
          <p:nvPr/>
        </p:nvSpPr>
        <p:spPr>
          <a:xfrm>
            <a:off x="767706" y="3588839"/>
            <a:ext cx="10898496" cy="649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在路由信息中指定对应的请求方法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D20349E-BEA7-49A1-A70E-41F2B6F9E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651788"/>
              </p:ext>
            </p:extLst>
          </p:nvPr>
        </p:nvGraphicFramePr>
        <p:xfrm>
          <a:off x="895549" y="1826853"/>
          <a:ext cx="8424936" cy="1708169"/>
        </p:xfrm>
        <a:graphic>
          <a:graphicData uri="http://schemas.openxmlformats.org/drawingml/2006/table">
            <a:tbl>
              <a:tblPr/>
              <a:tblGrid>
                <a:gridCol w="504056">
                  <a:extLst>
                    <a:ext uri="{9D8B030D-6E8A-4147-A177-3AD203B41FA5}">
                      <a16:colId xmlns:a16="http://schemas.microsoft.com/office/drawing/2014/main" val="3545716817"/>
                    </a:ext>
                  </a:extLst>
                </a:gridCol>
                <a:gridCol w="1370510">
                  <a:extLst>
                    <a:ext uri="{9D8B030D-6E8A-4147-A177-3AD203B41FA5}">
                      <a16:colId xmlns:a16="http://schemas.microsoft.com/office/drawing/2014/main" val="2590680458"/>
                    </a:ext>
                  </a:extLst>
                </a:gridCol>
                <a:gridCol w="6550370">
                  <a:extLst>
                    <a:ext uri="{9D8B030D-6E8A-4147-A177-3AD203B41FA5}">
                      <a16:colId xmlns:a16="http://schemas.microsoft.com/office/drawing/2014/main" val="2864430882"/>
                    </a:ext>
                  </a:extLst>
                </a:gridCol>
              </a:tblGrid>
              <a:tr h="353993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200" dirty="0">
                          <a:solidFill>
                            <a:srgbClr val="FFFFFF"/>
                          </a:solidFill>
                          <a:effectLst/>
                        </a:rPr>
                        <a:t>序号</a:t>
                      </a:r>
                    </a:p>
                  </a:txBody>
                  <a:tcPr marL="12261" marR="12261" marT="49045" marB="4904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200" dirty="0">
                          <a:solidFill>
                            <a:srgbClr val="FFFFFF"/>
                          </a:solidFill>
                          <a:effectLst/>
                        </a:rPr>
                        <a:t>方法</a:t>
                      </a:r>
                    </a:p>
                  </a:txBody>
                  <a:tcPr marL="12261" marR="12261" marT="49045" marB="4904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200" dirty="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12261" marR="12261" marT="49045" marB="4904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854066"/>
                  </a:ext>
                </a:extLst>
              </a:tr>
              <a:tr h="33854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1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GET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200" dirty="0">
                          <a:effectLst/>
                        </a:rPr>
                        <a:t>用于请求数据，通常不对数据进行更改。通过</a:t>
                      </a:r>
                      <a:r>
                        <a:rPr lang="en-US" altLang="zh-CN" sz="1200" dirty="0">
                          <a:effectLst/>
                        </a:rPr>
                        <a:t>URL</a:t>
                      </a:r>
                      <a:r>
                        <a:rPr lang="zh-CN" altLang="en-US" sz="1200" dirty="0">
                          <a:effectLst/>
                        </a:rPr>
                        <a:t>携带少量数据。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730812"/>
                  </a:ext>
                </a:extLst>
              </a:tr>
              <a:tr h="33854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2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POST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200" dirty="0">
                          <a:effectLst/>
                        </a:rPr>
                        <a:t>用于创建新资源，例如提交表单数据或上传文件。数据包含在请求体中。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209676"/>
                  </a:ext>
                </a:extLst>
              </a:tr>
              <a:tr h="33854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3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PUT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200" dirty="0">
                          <a:effectLst/>
                        </a:rPr>
                        <a:t>用于更新现有资源，如果资源不存在，则创建新的资源。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886116"/>
                  </a:ext>
                </a:extLst>
              </a:tr>
              <a:tr h="33854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200" dirty="0">
                          <a:effectLst/>
                        </a:rPr>
                        <a:t>4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DELETE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200" dirty="0">
                          <a:effectLst/>
                        </a:rPr>
                        <a:t>用于删除指定的资源</a:t>
                      </a:r>
                    </a:p>
                  </a:txBody>
                  <a:tcPr marL="30653" marR="30653" marT="42914" marB="42914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65829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367365C-F4C3-4519-A516-0FFA1FC40A77}"/>
              </a:ext>
            </a:extLst>
          </p:cNvPr>
          <p:cNvSpPr/>
          <p:nvPr/>
        </p:nvSpPr>
        <p:spPr>
          <a:xfrm>
            <a:off x="767706" y="4356373"/>
            <a:ext cx="6176515" cy="17543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@app.route('/httpmethod', methods=</a:t>
            </a:r>
            <a:r>
              <a:rPr lang="en-US" altLang="zh-CN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['GET', 'POST']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)</a:t>
            </a:r>
          </a:p>
          <a:p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httpmethod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if </a:t>
            </a:r>
            <a:r>
              <a:rPr lang="en-US" altLang="zh-CN" b="1" dirty="0" err="1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request.method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 == 'GET':</a:t>
            </a: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        return 'HTTP </a:t>
            </a:r>
            <a:r>
              <a:rPr lang="en-US" altLang="zh-CN" b="1" dirty="0" err="1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method:GET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'</a:t>
            </a: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    else:</a:t>
            </a: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        return 'HTTP </a:t>
            </a:r>
            <a:r>
              <a:rPr lang="en-US" altLang="zh-CN" b="1" dirty="0" err="1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method:POST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'</a:t>
            </a:r>
            <a:endParaRPr lang="en-US" altLang="zh-CN" dirty="0">
              <a:solidFill>
                <a:schemeClr val="bg1">
                  <a:lumMod val="50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A5521D-E240-4E77-AE2C-DFF6D7109AF9}"/>
              </a:ext>
            </a:extLst>
          </p:cNvPr>
          <p:cNvSpPr/>
          <p:nvPr/>
        </p:nvSpPr>
        <p:spPr>
          <a:xfrm>
            <a:off x="7088237" y="4725704"/>
            <a:ext cx="4824536" cy="101566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effectLst/>
                <a:latin typeface="+mj-ea"/>
                <a:ea typeface="+mj-ea"/>
              </a:rPr>
              <a:t>@app.</a:t>
            </a:r>
            <a:r>
              <a:rPr lang="en-US" altLang="zh-CN" sz="20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get</a:t>
            </a:r>
            <a:r>
              <a:rPr lang="en-US" altLang="zh-CN" sz="2000" b="1" dirty="0">
                <a:solidFill>
                  <a:srgbClr val="C00000"/>
                </a:solidFill>
                <a:effectLst/>
                <a:latin typeface="+mj-ea"/>
                <a:ea typeface="+mj-ea"/>
              </a:rPr>
              <a:t>('/httpmethodbyshortcut1')</a:t>
            </a:r>
          </a:p>
          <a:p>
            <a:r>
              <a:rPr lang="en-US" altLang="zh-CN" sz="2000" b="1" dirty="0">
                <a:solidFill>
                  <a:srgbClr val="C00000"/>
                </a:solidFill>
                <a:effectLst/>
                <a:latin typeface="+mj-ea"/>
                <a:ea typeface="+mj-ea"/>
              </a:rPr>
              <a:t>def httpmethodbyshortcut1():</a:t>
            </a:r>
          </a:p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return 'HTTP </a:t>
            </a:r>
            <a:r>
              <a:rPr lang="en-US" altLang="zh-CN" sz="2000" b="1" dirty="0" err="1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method:GET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effectLst/>
                <a:latin typeface="+mj-ea"/>
                <a:ea typeface="+mj-ea"/>
              </a:rPr>
              <a:t>'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8A2BBB-91AB-493A-A34E-6D5C6CB1634A}"/>
              </a:ext>
            </a:extLst>
          </p:cNvPr>
          <p:cNvSpPr txBox="1"/>
          <p:nvPr/>
        </p:nvSpPr>
        <p:spPr>
          <a:xfrm>
            <a:off x="7016229" y="4302555"/>
            <a:ext cx="599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2691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解析请求携带的数据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67365C-F4C3-4519-A516-0FFA1FC40A77}"/>
              </a:ext>
            </a:extLst>
          </p:cNvPr>
          <p:cNvSpPr/>
          <p:nvPr/>
        </p:nvSpPr>
        <p:spPr>
          <a:xfrm>
            <a:off x="1063432" y="4542842"/>
            <a:ext cx="6176515" cy="17543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dirty="0">
                <a:solidFill>
                  <a:schemeClr val="tx1"/>
                </a:solidFill>
                <a:effectLst/>
                <a:latin typeface="+mj-ea"/>
                <a:ea typeface="+mj-ea"/>
              </a:rPr>
              <a:t>假设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/</a:t>
            </a:r>
            <a:r>
              <a:rPr lang="en-US" altLang="zh-CN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get?user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=</a:t>
            </a:r>
            <a:r>
              <a:rPr lang="en-US" altLang="zh-CN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zhangsan&amp;age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=20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@app.route('/get', methods=['GET'])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get():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user=</a:t>
            </a:r>
            <a:r>
              <a:rPr lang="en-US" altLang="zh-CN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request.args.get</a:t>
            </a:r>
            <a:r>
              <a:rPr lang="en-US" altLang="zh-CN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('user')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age=</a:t>
            </a:r>
            <a:r>
              <a:rPr lang="en-US" altLang="zh-CN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request.args.get</a:t>
            </a:r>
            <a:r>
              <a:rPr lang="en-US" altLang="zh-CN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('age')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f'user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={user},age={age}'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503925-F610-4070-A5FB-A04EF6C494E2}"/>
              </a:ext>
            </a:extLst>
          </p:cNvPr>
          <p:cNvSpPr txBox="1"/>
          <p:nvPr/>
        </p:nvSpPr>
        <p:spPr>
          <a:xfrm>
            <a:off x="788010" y="1836032"/>
            <a:ext cx="7777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buFont typeface="Wingdings" panose="05000000000000000000" pitchFamily="2" charset="2"/>
              <a:buChar char="l"/>
            </a:pPr>
            <a:r>
              <a:rPr lang="en-US" altLang="zh-CN" sz="2400" dirty="0">
                <a:effectLst/>
                <a:latin typeface="+mn-ea"/>
                <a:ea typeface="+mn-ea"/>
              </a:rPr>
              <a:t>GET</a:t>
            </a:r>
            <a:r>
              <a:rPr lang="zh-CN" altLang="en-US" sz="2400" dirty="0">
                <a:effectLst/>
                <a:latin typeface="+mn-ea"/>
                <a:ea typeface="+mn-ea"/>
              </a:rPr>
              <a:t>方法传递 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数据包含在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URL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中</a:t>
            </a:r>
            <a:endParaRPr lang="en-US" altLang="zh-CN" sz="2400" b="1" dirty="0"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67EC94-28B1-43F3-B11D-8C90C0D2E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835" y="4627574"/>
            <a:ext cx="4409364" cy="158486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CE173B3-297C-485C-A444-3E3DA8F5F783}"/>
              </a:ext>
            </a:extLst>
          </p:cNvPr>
          <p:cNvSpPr txBox="1"/>
          <p:nvPr/>
        </p:nvSpPr>
        <p:spPr>
          <a:xfrm>
            <a:off x="1124935" y="2762814"/>
            <a:ext cx="6080234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t"/>
            <a:r>
              <a:rPr lang="en-US" altLang="zh-CN" sz="2000" dirty="0">
                <a:latin typeface="+mn-ea"/>
                <a:ea typeface="+mn-ea"/>
              </a:rPr>
              <a:t>URL?key1=value1&amp;key2=value2&amp;...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083C0B-AA45-4E28-A4D4-ED6171101B28}"/>
              </a:ext>
            </a:extLst>
          </p:cNvPr>
          <p:cNvSpPr txBox="1"/>
          <p:nvPr/>
        </p:nvSpPr>
        <p:spPr>
          <a:xfrm>
            <a:off x="1132317" y="3677614"/>
            <a:ext cx="608023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t"/>
            <a:r>
              <a:rPr lang="en-US" altLang="zh-CN" sz="2400" b="0" i="0" dirty="0" err="1">
                <a:solidFill>
                  <a:schemeClr val="accent2"/>
                </a:solidFill>
                <a:effectLst/>
                <a:latin typeface="+mn-ea"/>
              </a:rPr>
              <a:t>request.args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+mn-ea"/>
              </a:rPr>
              <a:t>.get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</a:rPr>
              <a:t>('key')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8F0BFB-7983-4042-9832-43FE059809B5}"/>
              </a:ext>
            </a:extLst>
          </p:cNvPr>
          <p:cNvSpPr txBox="1"/>
          <p:nvPr/>
        </p:nvSpPr>
        <p:spPr>
          <a:xfrm>
            <a:off x="1111573" y="2297697"/>
            <a:ext cx="60802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latin typeface="+mn-ea"/>
                <a:ea typeface="+mn-ea"/>
              </a:rPr>
              <a:t>数据格式：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355647-280B-455B-9B6A-81093C0425A0}"/>
              </a:ext>
            </a:extLst>
          </p:cNvPr>
          <p:cNvSpPr txBox="1"/>
          <p:nvPr/>
        </p:nvSpPr>
        <p:spPr>
          <a:xfrm>
            <a:off x="1111572" y="3250992"/>
            <a:ext cx="6080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latin typeface="+mn-ea"/>
                <a:ea typeface="+mn-ea"/>
              </a:rPr>
              <a:t>获取方式：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9990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解析请求携带的数据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67365C-F4C3-4519-A516-0FFA1FC40A77}"/>
              </a:ext>
            </a:extLst>
          </p:cNvPr>
          <p:cNvSpPr/>
          <p:nvPr/>
        </p:nvSpPr>
        <p:spPr>
          <a:xfrm>
            <a:off x="1063432" y="4542842"/>
            <a:ext cx="6176515" cy="17543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dirty="0">
                <a:solidFill>
                  <a:schemeClr val="tx1"/>
                </a:solidFill>
                <a:effectLst/>
                <a:latin typeface="+mj-ea"/>
                <a:ea typeface="+mj-ea"/>
              </a:rPr>
              <a:t>假设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/post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@app.route('/get', methods=['GET'])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get():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user=</a:t>
            </a:r>
            <a:r>
              <a:rPr lang="en-US" altLang="zh-CN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request.args.get</a:t>
            </a:r>
            <a:r>
              <a:rPr lang="en-US" altLang="zh-CN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('user')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age=</a:t>
            </a:r>
            <a:r>
              <a:rPr lang="en-US" altLang="zh-CN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request.args.get</a:t>
            </a:r>
            <a:r>
              <a:rPr lang="en-US" altLang="zh-CN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('age')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f'user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={user},age={age}'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503925-F610-4070-A5FB-A04EF6C494E2}"/>
              </a:ext>
            </a:extLst>
          </p:cNvPr>
          <p:cNvSpPr txBox="1"/>
          <p:nvPr/>
        </p:nvSpPr>
        <p:spPr>
          <a:xfrm>
            <a:off x="788010" y="1836032"/>
            <a:ext cx="7777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+mn-ea"/>
                <a:ea typeface="+mn-ea"/>
              </a:rPr>
              <a:t>POST</a:t>
            </a:r>
            <a:r>
              <a:rPr lang="zh-CN" altLang="en-US" sz="2400" dirty="0">
                <a:effectLst/>
                <a:latin typeface="+mn-ea"/>
                <a:ea typeface="+mn-ea"/>
              </a:rPr>
              <a:t>方法提交表单</a:t>
            </a:r>
            <a:endParaRPr lang="en-US" altLang="zh-CN" sz="2400" dirty="0">
              <a:effectLst/>
              <a:latin typeface="+mn-ea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E173B3-297C-485C-A444-3E3DA8F5F783}"/>
              </a:ext>
            </a:extLst>
          </p:cNvPr>
          <p:cNvSpPr txBox="1"/>
          <p:nvPr/>
        </p:nvSpPr>
        <p:spPr>
          <a:xfrm>
            <a:off x="1063432" y="2876143"/>
            <a:ext cx="6080234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t"/>
            <a:r>
              <a:rPr lang="en-US" altLang="zh-CN" sz="2000" dirty="0">
                <a:latin typeface="+mn-ea"/>
                <a:ea typeface="+mn-ea"/>
              </a:rPr>
              <a:t>key1=value1&amp;key2=value2&amp;...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083C0B-AA45-4E28-A4D4-ED6171101B28}"/>
              </a:ext>
            </a:extLst>
          </p:cNvPr>
          <p:cNvSpPr txBox="1"/>
          <p:nvPr/>
        </p:nvSpPr>
        <p:spPr>
          <a:xfrm>
            <a:off x="1063432" y="3924325"/>
            <a:ext cx="608023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t"/>
            <a:r>
              <a:rPr lang="en-US" altLang="zh-CN" sz="2400" b="0" i="0" dirty="0" err="1">
                <a:solidFill>
                  <a:schemeClr val="accent2"/>
                </a:solidFill>
                <a:effectLst/>
                <a:latin typeface="+mn-ea"/>
              </a:rPr>
              <a:t>request.forms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+mn-ea"/>
              </a:rPr>
              <a:t>.get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</a:rPr>
              <a:t>('key')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8F0BFB-7983-4042-9832-43FE059809B5}"/>
              </a:ext>
            </a:extLst>
          </p:cNvPr>
          <p:cNvSpPr txBox="1"/>
          <p:nvPr/>
        </p:nvSpPr>
        <p:spPr>
          <a:xfrm>
            <a:off x="1053086" y="2340149"/>
            <a:ext cx="60802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latin typeface="+mn-ea"/>
                <a:ea typeface="+mn-ea"/>
              </a:rPr>
              <a:t>数据格式：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355647-280B-455B-9B6A-81093C0425A0}"/>
              </a:ext>
            </a:extLst>
          </p:cNvPr>
          <p:cNvSpPr txBox="1"/>
          <p:nvPr/>
        </p:nvSpPr>
        <p:spPr>
          <a:xfrm>
            <a:off x="1080011" y="3410977"/>
            <a:ext cx="6080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latin typeface="+mn-ea"/>
                <a:ea typeface="+mn-ea"/>
              </a:rPr>
              <a:t>获取方式：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29088D-2A5B-40C4-BE50-75DC46A47940}"/>
              </a:ext>
            </a:extLst>
          </p:cNvPr>
          <p:cNvSpPr txBox="1"/>
          <p:nvPr/>
        </p:nvSpPr>
        <p:spPr>
          <a:xfrm>
            <a:off x="3775869" y="1857181"/>
            <a:ext cx="6080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Content-Type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application/x-www-form-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ea typeface="+mn-ea"/>
              </a:rPr>
              <a:t>urlencoded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1F5B35-4015-64D4-06BA-558766EB0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584" y="4068341"/>
            <a:ext cx="4075866" cy="212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42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解析请求携带的数据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67365C-F4C3-4519-A516-0FFA1FC40A77}"/>
              </a:ext>
            </a:extLst>
          </p:cNvPr>
          <p:cNvSpPr/>
          <p:nvPr/>
        </p:nvSpPr>
        <p:spPr>
          <a:xfrm>
            <a:off x="6182832" y="2279279"/>
            <a:ext cx="5585926" cy="432426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设置文件上传路径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UPLOAD_FOLDER = 'uploads'</a:t>
            </a:r>
          </a:p>
          <a:p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app.config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['UPLOAD_FOLDER'] = UPLOAD_FOLDER</a:t>
            </a:r>
          </a:p>
          <a:p>
            <a:endParaRPr lang="en-US" altLang="zh-CN" sz="110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@app.route('/postfile', methods=['POST'])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postfile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remark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=</a:t>
            </a:r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request.form.get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('remark')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# </a:t>
            </a:r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获取上传的文件</a:t>
            </a:r>
          </a:p>
          <a:p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if 'file1' not in </a:t>
            </a:r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request.files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: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return '</a:t>
            </a:r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没有文件部分在请求中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'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1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file1 = </a:t>
            </a:r>
            <a:r>
              <a:rPr lang="en-US" altLang="zh-CN" sz="1100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request.files</a:t>
            </a:r>
            <a:r>
              <a:rPr lang="en-US" altLang="zh-CN" sz="11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['file1']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filename = file1.filename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if file1.filename == '':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return '</a:t>
            </a:r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没有选择文件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'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# </a:t>
            </a:r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检查文件名称</a:t>
            </a:r>
            <a:endParaRPr lang="en-US" altLang="zh-CN" sz="110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filename = </a:t>
            </a:r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secure_filename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(file1.filename)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# </a:t>
            </a:r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保存文件</a:t>
            </a:r>
          </a:p>
          <a:p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try: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# </a:t>
            </a:r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获取当前文件目录</a:t>
            </a:r>
          </a:p>
          <a:p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current_dir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= </a:t>
            </a:r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os.path.dirname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os.path.abspath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(__file__))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1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file1.save(</a:t>
            </a:r>
            <a:r>
              <a:rPr lang="en-US" altLang="zh-CN" sz="1100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os.path.join</a:t>
            </a:r>
            <a:r>
              <a:rPr lang="en-US" altLang="zh-CN" sz="11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100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current_dir,app.config</a:t>
            </a:r>
            <a:r>
              <a:rPr lang="en-US" altLang="zh-CN" sz="11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['UPLOAD_FOLDER'], filename))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except Exception as e: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return f'</a:t>
            </a:r>
            <a:r>
              <a:rPr lang="zh-CN" altLang="en-US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保存文件时出错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: {e}'</a:t>
            </a:r>
          </a:p>
          <a:p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sz="11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f'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remark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={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remark</a:t>
            </a:r>
            <a:r>
              <a:rPr lang="en-US" altLang="zh-CN" sz="1100" dirty="0">
                <a:solidFill>
                  <a:schemeClr val="tx1"/>
                </a:solidFill>
                <a:effectLst/>
                <a:latin typeface="+mj-ea"/>
                <a:ea typeface="+mj-ea"/>
              </a:rPr>
              <a:t>},filename={filename}'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503925-F610-4070-A5FB-A04EF6C494E2}"/>
              </a:ext>
            </a:extLst>
          </p:cNvPr>
          <p:cNvSpPr txBox="1"/>
          <p:nvPr/>
        </p:nvSpPr>
        <p:spPr>
          <a:xfrm>
            <a:off x="788010" y="1836032"/>
            <a:ext cx="7777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+mn-ea"/>
                <a:ea typeface="+mn-ea"/>
              </a:rPr>
              <a:t>POST</a:t>
            </a:r>
            <a:r>
              <a:rPr lang="zh-CN" altLang="en-US" sz="2400" dirty="0">
                <a:effectLst/>
                <a:latin typeface="+mn-ea"/>
                <a:ea typeface="+mn-ea"/>
              </a:rPr>
              <a:t>方法提交</a:t>
            </a:r>
            <a:r>
              <a:rPr lang="zh-CN" altLang="en-US" sz="2400" dirty="0">
                <a:latin typeface="+mn-ea"/>
                <a:ea typeface="+mn-ea"/>
              </a:rPr>
              <a:t>文件</a:t>
            </a:r>
            <a:endParaRPr lang="en-US" altLang="zh-CN" sz="2400" dirty="0">
              <a:effectLst/>
              <a:latin typeface="+mn-ea"/>
              <a:ea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083C0B-AA45-4E28-A4D4-ED6171101B28}"/>
              </a:ext>
            </a:extLst>
          </p:cNvPr>
          <p:cNvSpPr txBox="1"/>
          <p:nvPr/>
        </p:nvSpPr>
        <p:spPr>
          <a:xfrm>
            <a:off x="876339" y="3440563"/>
            <a:ext cx="508187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t"/>
            <a:r>
              <a:rPr lang="en-US" altLang="zh-CN" sz="2400" b="0" i="0" dirty="0">
                <a:solidFill>
                  <a:srgbClr val="00B050"/>
                </a:solidFill>
                <a:effectLst/>
                <a:latin typeface="+mn-ea"/>
              </a:rPr>
              <a:t>file</a:t>
            </a:r>
            <a:r>
              <a:rPr lang="en-US" altLang="zh-CN" sz="2400" b="0" i="0" dirty="0">
                <a:solidFill>
                  <a:srgbClr val="FF0000"/>
                </a:solidFill>
                <a:effectLst/>
                <a:latin typeface="+mn-ea"/>
              </a:rPr>
              <a:t>=</a:t>
            </a:r>
            <a:r>
              <a:rPr lang="en-US" altLang="zh-CN" sz="2400" b="0" i="0" dirty="0" err="1">
                <a:solidFill>
                  <a:srgbClr val="FF0000"/>
                </a:solidFill>
                <a:effectLst/>
                <a:latin typeface="+mn-ea"/>
              </a:rPr>
              <a:t>request.files</a:t>
            </a:r>
            <a:r>
              <a:rPr lang="en-US" altLang="zh-CN" sz="2400" b="0" i="0" dirty="0">
                <a:solidFill>
                  <a:srgbClr val="FF0000"/>
                </a:solidFill>
                <a:effectLst/>
                <a:latin typeface="+mn-ea"/>
              </a:rPr>
              <a:t>['name'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]</a:t>
            </a:r>
          </a:p>
          <a:p>
            <a:pPr fontAlgn="t"/>
            <a:r>
              <a:rPr lang="en-US" altLang="zh-CN" sz="2400" dirty="0">
                <a:solidFill>
                  <a:srgbClr val="00B050"/>
                </a:solidFill>
                <a:latin typeface="+mn-ea"/>
              </a:rPr>
              <a:t>filename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=</a:t>
            </a:r>
            <a:r>
              <a:rPr lang="en-US" altLang="zh-CN" sz="2400" dirty="0" err="1">
                <a:solidFill>
                  <a:srgbClr val="00B050"/>
                </a:solidFill>
                <a:latin typeface="+mn-ea"/>
              </a:rPr>
              <a:t>file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.filename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fontAlgn="t"/>
            <a:r>
              <a:rPr lang="en-US" altLang="zh-CN" sz="2400" b="0" i="0" dirty="0" err="1">
                <a:solidFill>
                  <a:srgbClr val="00B050"/>
                </a:solidFill>
                <a:effectLst/>
                <a:latin typeface="+mn-ea"/>
              </a:rPr>
              <a:t>file</a:t>
            </a:r>
            <a:r>
              <a:rPr lang="en-US" altLang="zh-CN" sz="2400" b="0" i="0" dirty="0" err="1">
                <a:solidFill>
                  <a:srgbClr val="FF0000"/>
                </a:solidFill>
                <a:effectLst/>
                <a:latin typeface="+mn-ea"/>
              </a:rPr>
              <a:t>.save</a:t>
            </a:r>
            <a:r>
              <a:rPr lang="en-US" altLang="zh-CN" sz="2400" b="0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en-US" altLang="zh-CN" sz="2400" b="0" i="0" dirty="0" err="1">
                <a:solidFill>
                  <a:srgbClr val="FF0000"/>
                </a:solidFill>
                <a:effectLst/>
                <a:latin typeface="+mn-ea"/>
              </a:rPr>
              <a:t>path,</a:t>
            </a:r>
            <a:r>
              <a:rPr lang="en-US" altLang="zh-CN" sz="2400" b="0" i="0" dirty="0" err="1">
                <a:solidFill>
                  <a:srgbClr val="00B050"/>
                </a:solidFill>
                <a:effectLst/>
                <a:latin typeface="+mn-ea"/>
              </a:rPr>
              <a:t>filename</a:t>
            </a:r>
            <a:r>
              <a:rPr lang="en-US" altLang="zh-CN" sz="2400" b="0" i="0" dirty="0">
                <a:solidFill>
                  <a:srgbClr val="FF0000"/>
                </a:solidFill>
                <a:effectLst/>
                <a:latin typeface="+mn-ea"/>
              </a:rPr>
              <a:t>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355647-280B-455B-9B6A-81093C0425A0}"/>
              </a:ext>
            </a:extLst>
          </p:cNvPr>
          <p:cNvSpPr txBox="1"/>
          <p:nvPr/>
        </p:nvSpPr>
        <p:spPr>
          <a:xfrm>
            <a:off x="865970" y="2875905"/>
            <a:ext cx="6080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latin typeface="+mn-ea"/>
                <a:ea typeface="+mn-ea"/>
              </a:rPr>
              <a:t>获取方式：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29088D-2A5B-40C4-BE50-75DC46A47940}"/>
              </a:ext>
            </a:extLst>
          </p:cNvPr>
          <p:cNvSpPr txBox="1"/>
          <p:nvPr/>
        </p:nvSpPr>
        <p:spPr>
          <a:xfrm>
            <a:off x="3698530" y="1908101"/>
            <a:ext cx="8070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+mn-ea"/>
                <a:ea typeface="+mn-ea"/>
              </a:rPr>
              <a:t>Content-Type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  <a:ea typeface="+mn-ea"/>
              </a:rPr>
              <a:t>multipart/form-data;</a:t>
            </a:r>
            <a:r>
              <a:rPr lang="en-US" altLang="zh-CN" sz="1400" b="0" dirty="0">
                <a:solidFill>
                  <a:srgbClr val="1F1F1F"/>
                </a:solidFill>
                <a:effectLst/>
                <a:latin typeface="system-ui"/>
              </a:rPr>
              <a:t> </a:t>
            </a:r>
            <a:r>
              <a:rPr lang="en-US" altLang="zh-CN" sz="1400" b="0" dirty="0">
                <a:solidFill>
                  <a:srgbClr val="FF0000"/>
                </a:solidFill>
                <a:effectLst/>
                <a:latin typeface="system-ui"/>
              </a:rPr>
              <a:t>boundary=</a:t>
            </a:r>
            <a:r>
              <a:rPr lang="en-US" altLang="zh-CN" sz="1400" b="0" dirty="0">
                <a:solidFill>
                  <a:srgbClr val="00B050"/>
                </a:solidFill>
                <a:effectLst/>
                <a:latin typeface="system-ui"/>
              </a:rPr>
              <a:t>----</a:t>
            </a:r>
            <a:r>
              <a:rPr lang="en-US" altLang="zh-CN" sz="1400" b="0" dirty="0" err="1">
                <a:solidFill>
                  <a:srgbClr val="00B050"/>
                </a:solidFill>
                <a:effectLst/>
                <a:latin typeface="system-ui"/>
              </a:rPr>
              <a:t>WebKitFormBoundaryXXXXXXXXXXXXXXXX</a:t>
            </a:r>
            <a:endParaRPr lang="zh-CN" altLang="en-US" sz="14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F21A42-84F0-0820-79F6-517C49571B83}"/>
              </a:ext>
            </a:extLst>
          </p:cNvPr>
          <p:cNvSpPr txBox="1"/>
          <p:nvPr/>
        </p:nvSpPr>
        <p:spPr>
          <a:xfrm>
            <a:off x="876339" y="5004445"/>
            <a:ext cx="5120290" cy="14465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latin typeface="+mn-ea"/>
              </a:rPr>
              <a:t> &lt;form action="/</a:t>
            </a:r>
            <a:r>
              <a:rPr lang="en-US" altLang="zh-CN" sz="1100" dirty="0" err="1">
                <a:latin typeface="+mn-ea"/>
              </a:rPr>
              <a:t>postfile</a:t>
            </a:r>
            <a:r>
              <a:rPr lang="en-US" altLang="zh-CN" sz="1100" dirty="0">
                <a:latin typeface="+mn-ea"/>
              </a:rPr>
              <a:t>" </a:t>
            </a:r>
            <a:r>
              <a:rPr lang="en-US" altLang="zh-CN" sz="1100" b="1" dirty="0">
                <a:solidFill>
                  <a:srgbClr val="FF0000"/>
                </a:solidFill>
                <a:latin typeface="+mn-ea"/>
              </a:rPr>
              <a:t>method="post" </a:t>
            </a:r>
            <a:r>
              <a:rPr lang="en-US" altLang="zh-CN" sz="1100" b="1" dirty="0" err="1">
                <a:solidFill>
                  <a:srgbClr val="FF0000"/>
                </a:solidFill>
                <a:latin typeface="+mn-ea"/>
              </a:rPr>
              <a:t>enctype</a:t>
            </a:r>
            <a:r>
              <a:rPr lang="en-US" altLang="zh-CN" sz="1100" b="1" dirty="0">
                <a:solidFill>
                  <a:srgbClr val="FF0000"/>
                </a:solidFill>
                <a:latin typeface="+mn-ea"/>
              </a:rPr>
              <a:t>="multipart/form-data"</a:t>
            </a:r>
            <a:r>
              <a:rPr lang="en-US" altLang="zh-CN" sz="1100" dirty="0">
                <a:latin typeface="+mn-ea"/>
              </a:rPr>
              <a:t>&gt;</a:t>
            </a:r>
          </a:p>
          <a:p>
            <a:r>
              <a:rPr lang="en-US" altLang="zh-CN" sz="1100" dirty="0">
                <a:latin typeface="+mn-ea"/>
              </a:rPr>
              <a:t>    &lt;h2&gt;</a:t>
            </a:r>
            <a:r>
              <a:rPr lang="zh-CN" altLang="en-US" sz="1100" dirty="0">
                <a:latin typeface="+mn-ea"/>
              </a:rPr>
              <a:t>提交文件</a:t>
            </a:r>
            <a:r>
              <a:rPr lang="en-US" altLang="zh-CN" sz="1100" dirty="0">
                <a:latin typeface="+mn-ea"/>
              </a:rPr>
              <a:t>&lt;/h2&gt;</a:t>
            </a:r>
          </a:p>
          <a:p>
            <a:r>
              <a:rPr lang="en-US" altLang="zh-CN" sz="1100" dirty="0">
                <a:latin typeface="+mn-ea"/>
              </a:rPr>
              <a:t>    &lt;label for="file1"&gt;</a:t>
            </a:r>
            <a:r>
              <a:rPr lang="zh-CN" altLang="en-US" sz="1100" dirty="0">
                <a:latin typeface="+mn-ea"/>
              </a:rPr>
              <a:t>文件：</a:t>
            </a:r>
            <a:r>
              <a:rPr lang="en-US" altLang="zh-CN" sz="1100" dirty="0">
                <a:latin typeface="+mn-ea"/>
              </a:rPr>
              <a:t>&lt;/label&gt;</a:t>
            </a:r>
          </a:p>
          <a:p>
            <a:r>
              <a:rPr lang="en-US" altLang="zh-CN" sz="1100" dirty="0">
                <a:latin typeface="+mn-ea"/>
              </a:rPr>
              <a:t>    &lt;input type="file" id="file1" name="file1"&gt;&lt;</a:t>
            </a:r>
            <a:r>
              <a:rPr lang="en-US" altLang="zh-CN" sz="1100" dirty="0" err="1">
                <a:latin typeface="+mn-ea"/>
              </a:rPr>
              <a:t>br</a:t>
            </a:r>
            <a:r>
              <a:rPr lang="en-US" altLang="zh-CN" sz="1100" dirty="0">
                <a:latin typeface="+mn-ea"/>
              </a:rPr>
              <a:t>&gt;&lt;</a:t>
            </a:r>
            <a:r>
              <a:rPr lang="en-US" altLang="zh-CN" sz="1100" dirty="0" err="1">
                <a:latin typeface="+mn-ea"/>
              </a:rPr>
              <a:t>br</a:t>
            </a:r>
            <a:r>
              <a:rPr lang="en-US" altLang="zh-CN" sz="1100" dirty="0">
                <a:latin typeface="+mn-ea"/>
              </a:rPr>
              <a:t>&gt;</a:t>
            </a:r>
          </a:p>
          <a:p>
            <a:r>
              <a:rPr lang="en-US" altLang="zh-CN" sz="1100" dirty="0">
                <a:latin typeface="+mn-ea"/>
              </a:rPr>
              <a:t>    &lt;label for="remark"&gt;</a:t>
            </a:r>
            <a:r>
              <a:rPr lang="zh-CN" altLang="en-US" sz="1100" dirty="0">
                <a:latin typeface="+mn-ea"/>
              </a:rPr>
              <a:t>文件说明：</a:t>
            </a:r>
            <a:r>
              <a:rPr lang="en-US" altLang="zh-CN" sz="1100" dirty="0">
                <a:latin typeface="+mn-ea"/>
              </a:rPr>
              <a:t>&lt;/label&gt;</a:t>
            </a:r>
          </a:p>
          <a:p>
            <a:r>
              <a:rPr lang="en-US" altLang="zh-CN" sz="1100" dirty="0">
                <a:latin typeface="+mn-ea"/>
              </a:rPr>
              <a:t>    &lt;input type="text" id="remark" name="remark"&gt;&lt;</a:t>
            </a:r>
            <a:r>
              <a:rPr lang="en-US" altLang="zh-CN" sz="1100" dirty="0" err="1">
                <a:latin typeface="+mn-ea"/>
              </a:rPr>
              <a:t>br</a:t>
            </a:r>
            <a:r>
              <a:rPr lang="en-US" altLang="zh-CN" sz="1100" dirty="0">
                <a:latin typeface="+mn-ea"/>
              </a:rPr>
              <a:t>&gt;&lt;</a:t>
            </a:r>
            <a:r>
              <a:rPr lang="en-US" altLang="zh-CN" sz="1100" dirty="0" err="1">
                <a:latin typeface="+mn-ea"/>
              </a:rPr>
              <a:t>br</a:t>
            </a:r>
            <a:r>
              <a:rPr lang="en-US" altLang="zh-CN" sz="1100" dirty="0">
                <a:latin typeface="+mn-ea"/>
              </a:rPr>
              <a:t>&gt;</a:t>
            </a:r>
          </a:p>
          <a:p>
            <a:r>
              <a:rPr lang="en-US" altLang="zh-CN" sz="1100" dirty="0">
                <a:latin typeface="+mn-ea"/>
              </a:rPr>
              <a:t>    &lt;button type="submit"&gt;</a:t>
            </a:r>
            <a:r>
              <a:rPr lang="zh-CN" altLang="en-US" sz="1100" dirty="0">
                <a:latin typeface="+mn-ea"/>
              </a:rPr>
              <a:t>提交</a:t>
            </a:r>
            <a:r>
              <a:rPr lang="en-US" altLang="zh-CN" sz="1100" dirty="0">
                <a:latin typeface="+mn-ea"/>
              </a:rPr>
              <a:t>&lt;/button&gt;</a:t>
            </a:r>
          </a:p>
          <a:p>
            <a:r>
              <a:rPr lang="en-US" altLang="zh-CN" sz="1100" dirty="0">
                <a:latin typeface="+mn-ea"/>
              </a:rPr>
              <a:t> &lt;/form&gt;</a:t>
            </a:r>
            <a:endParaRPr lang="zh-CN" altLang="en-US" sz="11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B4B104-69CE-EAE2-5F6D-1DCCD0470E7C}"/>
              </a:ext>
            </a:extLst>
          </p:cNvPr>
          <p:cNvSpPr txBox="1"/>
          <p:nvPr/>
        </p:nvSpPr>
        <p:spPr>
          <a:xfrm>
            <a:off x="876339" y="2275131"/>
            <a:ext cx="6080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latin typeface="+mn-ea"/>
                <a:ea typeface="+mn-ea"/>
              </a:rPr>
              <a:t>数据格式： 文件使用二进制</a:t>
            </a:r>
            <a:endParaRPr lang="en-US" altLang="zh-CN" sz="1800" b="0" i="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           </a:t>
            </a:r>
            <a:r>
              <a:rPr lang="zh-CN" altLang="en-US" sz="1800" b="0" i="0" dirty="0">
                <a:solidFill>
                  <a:srgbClr val="000000"/>
                </a:solidFill>
                <a:latin typeface="+mn-ea"/>
                <a:ea typeface="+mn-ea"/>
              </a:rPr>
              <a:t>不同部分使用</a:t>
            </a:r>
            <a:r>
              <a:rPr lang="en-US" altLang="zh-CN" sz="1800" b="0" i="0" dirty="0">
                <a:solidFill>
                  <a:srgbClr val="000000"/>
                </a:solidFill>
                <a:latin typeface="+mn-ea"/>
                <a:ea typeface="+mn-ea"/>
              </a:rPr>
              <a:t>boundary</a:t>
            </a:r>
            <a:r>
              <a:rPr lang="zh-CN" altLang="en-US" sz="1800" b="0" i="0" dirty="0">
                <a:solidFill>
                  <a:srgbClr val="000000"/>
                </a:solidFill>
                <a:latin typeface="+mn-ea"/>
                <a:ea typeface="+mn-ea"/>
              </a:rPr>
              <a:t>分割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778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解析请求携带的数据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67365C-F4C3-4519-A516-0FFA1FC40A77}"/>
              </a:ext>
            </a:extLst>
          </p:cNvPr>
          <p:cNvSpPr/>
          <p:nvPr/>
        </p:nvSpPr>
        <p:spPr>
          <a:xfrm>
            <a:off x="895550" y="4284365"/>
            <a:ext cx="5328592" cy="147732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@app.route('/postjson', methods=['POST'])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postjson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user=</a:t>
            </a:r>
            <a:r>
              <a:rPr lang="en-US" altLang="zh-CN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request.json.get</a:t>
            </a:r>
            <a:r>
              <a:rPr lang="en-US" altLang="zh-CN" dirty="0">
                <a:solidFill>
                  <a:srgbClr val="FF0000"/>
                </a:solidFill>
                <a:effectLst/>
                <a:latin typeface="+mj-ea"/>
                <a:ea typeface="+mj-ea"/>
              </a:rPr>
              <a:t>('user')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age=</a:t>
            </a:r>
            <a:r>
              <a:rPr lang="en-US" altLang="zh-CN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request.get_json</a:t>
            </a:r>
            <a:r>
              <a:rPr lang="en-US" altLang="zh-CN" dirty="0">
                <a:solidFill>
                  <a:srgbClr val="FF0000"/>
                </a:solidFill>
                <a:effectLst/>
                <a:latin typeface="+mj-ea"/>
                <a:ea typeface="+mj-ea"/>
              </a:rPr>
              <a:t>()['age']</a:t>
            </a:r>
          </a:p>
          <a:p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f'user</a:t>
            </a:r>
            <a:r>
              <a:rPr lang="en-US" altLang="zh-CN" dirty="0">
                <a:solidFill>
                  <a:schemeClr val="tx1"/>
                </a:solidFill>
                <a:effectLst/>
                <a:latin typeface="+mj-ea"/>
                <a:ea typeface="+mj-ea"/>
              </a:rPr>
              <a:t>={user},age={age}'</a:t>
            </a:r>
            <a:endParaRPr lang="en-US" altLang="zh-CN" dirty="0">
              <a:solidFill>
                <a:schemeClr val="bg1">
                  <a:lumMod val="50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503925-F610-4070-A5FB-A04EF6C494E2}"/>
              </a:ext>
            </a:extLst>
          </p:cNvPr>
          <p:cNvSpPr txBox="1"/>
          <p:nvPr/>
        </p:nvSpPr>
        <p:spPr>
          <a:xfrm>
            <a:off x="788010" y="1836032"/>
            <a:ext cx="7777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+mn-ea"/>
                <a:ea typeface="+mn-ea"/>
              </a:rPr>
              <a:t>POST</a:t>
            </a:r>
            <a:r>
              <a:rPr lang="zh-CN" altLang="en-US" sz="2400" dirty="0">
                <a:effectLst/>
                <a:latin typeface="+mn-ea"/>
                <a:ea typeface="+mn-ea"/>
              </a:rPr>
              <a:t>方法提交</a:t>
            </a:r>
            <a:r>
              <a:rPr lang="en-US" altLang="zh-CN" sz="2400" dirty="0">
                <a:effectLst/>
                <a:latin typeface="+mn-ea"/>
                <a:ea typeface="+mn-ea"/>
              </a:rPr>
              <a:t>JSON</a:t>
            </a:r>
            <a:r>
              <a:rPr lang="zh-CN" altLang="en-US" sz="2400" dirty="0">
                <a:effectLst/>
                <a:latin typeface="+mn-ea"/>
                <a:ea typeface="+mn-ea"/>
              </a:rPr>
              <a:t>结构数据</a:t>
            </a:r>
            <a:endParaRPr lang="en-US" altLang="zh-CN" sz="2400" dirty="0">
              <a:effectLst/>
              <a:latin typeface="+mn-ea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E173B3-297C-485C-A444-3E3DA8F5F783}"/>
              </a:ext>
            </a:extLst>
          </p:cNvPr>
          <p:cNvSpPr txBox="1"/>
          <p:nvPr/>
        </p:nvSpPr>
        <p:spPr>
          <a:xfrm>
            <a:off x="2471332" y="2398273"/>
            <a:ext cx="2240641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t"/>
            <a:r>
              <a:rPr lang="en-US" altLang="zh-CN" dirty="0">
                <a:latin typeface="+mn-ea"/>
                <a:ea typeface="+mn-ea"/>
              </a:rPr>
              <a:t>{</a:t>
            </a:r>
          </a:p>
          <a:p>
            <a:pPr fontAlgn="t"/>
            <a:r>
              <a:rPr lang="en-US" altLang="zh-CN" dirty="0">
                <a:latin typeface="+mn-ea"/>
                <a:ea typeface="+mn-ea"/>
              </a:rPr>
              <a:t>  "key1": value1,</a:t>
            </a:r>
          </a:p>
          <a:p>
            <a:pPr fontAlgn="t"/>
            <a:r>
              <a:rPr lang="en-US" altLang="zh-CN" dirty="0">
                <a:latin typeface="+mn-ea"/>
                <a:ea typeface="+mn-ea"/>
              </a:rPr>
              <a:t>  "key2": value2</a:t>
            </a:r>
          </a:p>
          <a:p>
            <a:pPr fontAlgn="t"/>
            <a:r>
              <a:rPr lang="en-US" altLang="zh-CN" dirty="0">
                <a:latin typeface="+mn-ea"/>
                <a:ea typeface="+mn-ea"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083C0B-AA45-4E28-A4D4-ED6171101B28}"/>
              </a:ext>
            </a:extLst>
          </p:cNvPr>
          <p:cNvSpPr txBox="1"/>
          <p:nvPr/>
        </p:nvSpPr>
        <p:spPr>
          <a:xfrm>
            <a:off x="6224141" y="2409467"/>
            <a:ext cx="4320480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t"/>
            <a:r>
              <a:rPr lang="en-US" altLang="zh-CN" sz="2400" b="0" i="0" dirty="0" err="1">
                <a:solidFill>
                  <a:schemeClr val="accent2"/>
                </a:solidFill>
                <a:effectLst/>
                <a:latin typeface="+mn-ea"/>
              </a:rPr>
              <a:t>request.</a:t>
            </a:r>
            <a:r>
              <a:rPr lang="en-US" altLang="zh-CN" sz="2400" dirty="0" err="1">
                <a:solidFill>
                  <a:schemeClr val="accent2"/>
                </a:solidFill>
                <a:latin typeface="+mn-ea"/>
              </a:rPr>
              <a:t>json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+mn-ea"/>
              </a:rPr>
              <a:t>.get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</a:rPr>
              <a:t>('key')</a:t>
            </a:r>
          </a:p>
          <a:p>
            <a:pPr fontAlgn="t"/>
            <a:r>
              <a:rPr lang="en-US" altLang="zh-CN" sz="2400" b="0" i="0" dirty="0" err="1">
                <a:solidFill>
                  <a:schemeClr val="accent2"/>
                </a:solidFill>
                <a:effectLst/>
                <a:latin typeface="+mn-ea"/>
              </a:rPr>
              <a:t>request.get</a:t>
            </a:r>
            <a:r>
              <a:rPr lang="en-US" altLang="zh-CN" sz="2400" dirty="0" err="1">
                <a:solidFill>
                  <a:schemeClr val="accent2"/>
                </a:solidFill>
                <a:latin typeface="+mn-ea"/>
              </a:rPr>
              <a:t>_json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</a:rPr>
              <a:t>()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+mn-ea"/>
              </a:rPr>
              <a:t>['key']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8F0BFB-7983-4042-9832-43FE059809B5}"/>
              </a:ext>
            </a:extLst>
          </p:cNvPr>
          <p:cNvSpPr txBox="1"/>
          <p:nvPr/>
        </p:nvSpPr>
        <p:spPr>
          <a:xfrm>
            <a:off x="1053086" y="2340149"/>
            <a:ext cx="1570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latin typeface="+mn-ea"/>
                <a:ea typeface="+mn-ea"/>
              </a:rPr>
              <a:t>数据格式：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355647-280B-455B-9B6A-81093C0425A0}"/>
              </a:ext>
            </a:extLst>
          </p:cNvPr>
          <p:cNvSpPr txBox="1"/>
          <p:nvPr/>
        </p:nvSpPr>
        <p:spPr>
          <a:xfrm>
            <a:off x="4927997" y="2334115"/>
            <a:ext cx="6080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latin typeface="+mn-ea"/>
                <a:ea typeface="+mn-ea"/>
              </a:rPr>
              <a:t>获取方式：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29088D-2A5B-40C4-BE50-75DC46A47940}"/>
              </a:ext>
            </a:extLst>
          </p:cNvPr>
          <p:cNvSpPr txBox="1"/>
          <p:nvPr/>
        </p:nvSpPr>
        <p:spPr>
          <a:xfrm>
            <a:off x="5160104" y="1829080"/>
            <a:ext cx="6080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Content-Type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application/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ea typeface="+mn-ea"/>
              </a:rPr>
              <a:t>json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F7F9655-E174-E99C-980F-AE410A387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173" y="4282595"/>
            <a:ext cx="5074723" cy="17942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70431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返回结果的类型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A5521D-E240-4E77-AE2C-DFF6D7109AF9}"/>
              </a:ext>
            </a:extLst>
          </p:cNvPr>
          <p:cNvSpPr/>
          <p:nvPr/>
        </p:nvSpPr>
        <p:spPr>
          <a:xfrm>
            <a:off x="917656" y="3582533"/>
            <a:ext cx="4824536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返回字符串</a:t>
            </a:r>
          </a:p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@app.route('/returnstring')</a:t>
            </a:r>
          </a:p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2000" b="1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returnstring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return 'string'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D61A8E-0CF0-4BFE-BDA1-A11F7D0C83A7}"/>
              </a:ext>
            </a:extLst>
          </p:cNvPr>
          <p:cNvSpPr txBox="1"/>
          <p:nvPr/>
        </p:nvSpPr>
        <p:spPr>
          <a:xfrm>
            <a:off x="854885" y="1830492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3E4349"/>
                </a:solidFill>
                <a:effectLst/>
                <a:latin typeface="Garamond" panose="02020404030301010803" pitchFamily="18" charset="0"/>
              </a:rPr>
              <a:t>Flask</a:t>
            </a:r>
            <a:r>
              <a:rPr lang="zh-CN" altLang="en-US" sz="2000" dirty="0">
                <a:solidFill>
                  <a:srgbClr val="3E4349"/>
                </a:solidFill>
                <a:latin typeface="Garamond" panose="02020404030301010803" pitchFamily="18" charset="0"/>
              </a:rPr>
              <a:t>的</a:t>
            </a:r>
            <a:r>
              <a:rPr lang="zh-CN" altLang="en-US" sz="2000" b="0" i="0" dirty="0">
                <a:solidFill>
                  <a:srgbClr val="3E4349"/>
                </a:solidFill>
                <a:effectLst/>
                <a:latin typeface="Garamond" panose="02020404030301010803" pitchFamily="18" charset="0"/>
              </a:rPr>
              <a:t>视图函数的返回值会自动转换为响应（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Response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r>
              <a:rPr lang="zh-CN" altLang="en-US" sz="2000" b="0" i="0" dirty="0">
                <a:solidFill>
                  <a:srgbClr val="3E4349"/>
                </a:solidFill>
                <a:effectLst/>
                <a:latin typeface="Garamond" panose="02020404030301010803" pitchFamily="18" charset="0"/>
              </a:rPr>
              <a:t>）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851403" y="2327941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en-US" sz="2000" b="1" dirty="0">
                <a:latin typeface="+mn-ea"/>
                <a:ea typeface="+mn-ea"/>
              </a:rPr>
              <a:t>、返回字符串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2B5878-338E-46C8-ACA0-5EDC7C892951}"/>
              </a:ext>
            </a:extLst>
          </p:cNvPr>
          <p:cNvSpPr txBox="1"/>
          <p:nvPr/>
        </p:nvSpPr>
        <p:spPr>
          <a:xfrm>
            <a:off x="851403" y="2882983"/>
            <a:ext cx="705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Flask</a:t>
            </a:r>
            <a:r>
              <a:rPr lang="zh-CN" altLang="en-US" dirty="0">
                <a:latin typeface="+mj-ea"/>
                <a:ea typeface="+mj-ea"/>
              </a:rPr>
              <a:t>自动转换为响应对象，其中字符串作为网页的</a:t>
            </a:r>
            <a:r>
              <a:rPr lang="en-US" altLang="zh-CN" dirty="0">
                <a:latin typeface="+mj-ea"/>
                <a:ea typeface="+mj-ea"/>
              </a:rPr>
              <a:t>body</a:t>
            </a:r>
            <a:r>
              <a:rPr lang="zh-CN" altLang="en-US" dirty="0">
                <a:latin typeface="+mj-ea"/>
                <a:ea typeface="+mj-ea"/>
              </a:rPr>
              <a:t>部分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58D78D-B434-4A43-9478-D3A59D55A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132" y="3465696"/>
            <a:ext cx="4522690" cy="263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434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返回结果的类型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A5521D-E240-4E77-AE2C-DFF6D7109AF9}"/>
              </a:ext>
            </a:extLst>
          </p:cNvPr>
          <p:cNvSpPr/>
          <p:nvPr/>
        </p:nvSpPr>
        <p:spPr>
          <a:xfrm>
            <a:off x="829743" y="3223417"/>
            <a:ext cx="4824536" cy="224676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返回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json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数据</a:t>
            </a:r>
          </a:p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@app.route('/returnjson') </a:t>
            </a:r>
          </a:p>
          <a:p>
            <a:r>
              <a:rPr lang="en-US" altLang="zh-CN" sz="20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json():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return {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'name': 'json',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'value': 'json value'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829743" y="1810598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3E4349"/>
                </a:solidFill>
                <a:latin typeface="+mn-ea"/>
                <a:ea typeface="+mn-ea"/>
              </a:rPr>
              <a:t>2</a:t>
            </a:r>
            <a:r>
              <a:rPr lang="zh-CN" altLang="en-US" sz="2000" b="1" dirty="0">
                <a:solidFill>
                  <a:srgbClr val="3E4349"/>
                </a:solidFill>
                <a:latin typeface="+mn-ea"/>
                <a:ea typeface="+mn-ea"/>
              </a:rPr>
              <a:t>、返回 </a:t>
            </a:r>
            <a:r>
              <a:rPr lang="en-US" altLang="zh-CN" sz="2000" b="1" dirty="0" err="1">
                <a:solidFill>
                  <a:srgbClr val="3E4349"/>
                </a:solidFill>
                <a:latin typeface="+mn-ea"/>
                <a:ea typeface="+mn-ea"/>
              </a:rPr>
              <a:t>dict</a:t>
            </a:r>
            <a:r>
              <a:rPr lang="en-US" altLang="zh-CN" sz="2000" b="1" dirty="0">
                <a:solidFill>
                  <a:srgbClr val="3E4349"/>
                </a:solidFill>
                <a:latin typeface="+mn-ea"/>
                <a:ea typeface="+mn-ea"/>
              </a:rPr>
              <a:t> </a:t>
            </a:r>
            <a:r>
              <a:rPr lang="zh-CN" altLang="en-US" sz="2000" b="1" dirty="0">
                <a:solidFill>
                  <a:srgbClr val="3E4349"/>
                </a:solidFill>
                <a:latin typeface="+mn-ea"/>
                <a:ea typeface="+mn-ea"/>
              </a:rPr>
              <a:t>或 </a:t>
            </a:r>
            <a:r>
              <a:rPr lang="en-US" altLang="zh-CN" sz="2000" b="1" dirty="0">
                <a:solidFill>
                  <a:srgbClr val="3E4349"/>
                </a:solidFill>
                <a:latin typeface="+mn-ea"/>
                <a:ea typeface="+mn-ea"/>
              </a:rPr>
              <a:t>list</a:t>
            </a:r>
            <a:r>
              <a:rPr lang="zh-CN" altLang="en-US" sz="2000" b="1" dirty="0">
                <a:solidFill>
                  <a:srgbClr val="3E4349"/>
                </a:solidFill>
                <a:latin typeface="+mn-ea"/>
                <a:ea typeface="+mn-ea"/>
              </a:rPr>
              <a:t>类型结构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2B5878-338E-46C8-ACA0-5EDC7C892951}"/>
              </a:ext>
            </a:extLst>
          </p:cNvPr>
          <p:cNvSpPr txBox="1"/>
          <p:nvPr/>
        </p:nvSpPr>
        <p:spPr>
          <a:xfrm>
            <a:off x="829743" y="2343706"/>
            <a:ext cx="11083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Flask</a:t>
            </a:r>
            <a:r>
              <a:rPr lang="zh-CN" altLang="en-US" dirty="0">
                <a:latin typeface="+mj-ea"/>
                <a:ea typeface="+mj-ea"/>
              </a:rPr>
              <a:t>自动将</a:t>
            </a:r>
            <a:r>
              <a:rPr lang="en-US" altLang="zh-CN" dirty="0">
                <a:latin typeface="+mj-ea"/>
                <a:ea typeface="+mj-ea"/>
              </a:rPr>
              <a:t>HTML</a:t>
            </a:r>
            <a:r>
              <a:rPr lang="zh-CN" altLang="en-US" dirty="0">
                <a:latin typeface="+mj-ea"/>
                <a:ea typeface="+mj-ea"/>
              </a:rPr>
              <a:t>的</a:t>
            </a:r>
            <a:r>
              <a:rPr lang="en-US" altLang="zh-CN" dirty="0">
                <a:latin typeface="+mj-ea"/>
                <a:ea typeface="+mj-ea"/>
              </a:rPr>
              <a:t>Content-Type</a:t>
            </a:r>
            <a:r>
              <a:rPr lang="zh-CN" altLang="en-US" dirty="0">
                <a:latin typeface="+mj-ea"/>
                <a:ea typeface="+mj-ea"/>
              </a:rPr>
              <a:t>设置为为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application/</a:t>
            </a:r>
            <a:r>
              <a:rPr lang="en-US" altLang="zh-CN" b="1" dirty="0" err="1">
                <a:solidFill>
                  <a:schemeClr val="accent6"/>
                </a:solidFill>
                <a:latin typeface="+mj-ea"/>
                <a:ea typeface="+mj-ea"/>
              </a:rPr>
              <a:t>json</a:t>
            </a:r>
            <a:r>
              <a:rPr lang="zh-CN" altLang="en-US" dirty="0">
                <a:latin typeface="+mj-ea"/>
                <a:ea typeface="+mj-ea"/>
              </a:rPr>
              <a:t>，这种方式适合用于</a:t>
            </a:r>
            <a:r>
              <a:rPr lang="zh-CN" altLang="en-US" b="1" dirty="0">
                <a:solidFill>
                  <a:schemeClr val="accent6"/>
                </a:solidFill>
                <a:latin typeface="+mj-ea"/>
                <a:ea typeface="+mj-ea"/>
              </a:rPr>
              <a:t>实现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API</a:t>
            </a:r>
            <a:r>
              <a:rPr lang="zh-CN" altLang="en-US" b="1" dirty="0">
                <a:solidFill>
                  <a:schemeClr val="accent6"/>
                </a:solidFill>
                <a:latin typeface="+mj-ea"/>
                <a:ea typeface="+mj-ea"/>
              </a:rPr>
              <a:t>接口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77A8CB-0801-4657-B2A6-19E50E1934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1"/>
          <a:stretch/>
        </p:blipFill>
        <p:spPr>
          <a:xfrm>
            <a:off x="6066292" y="3223417"/>
            <a:ext cx="5462789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69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返回结果的类型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A5521D-E240-4E77-AE2C-DFF6D7109AF9}"/>
              </a:ext>
            </a:extLst>
          </p:cNvPr>
          <p:cNvSpPr/>
          <p:nvPr/>
        </p:nvSpPr>
        <p:spPr>
          <a:xfrm>
            <a:off x="895549" y="2926430"/>
            <a:ext cx="6336704" cy="1077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返回静态资源文件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@app.route('/return/static/1')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staticfile1():</a:t>
            </a:r>
          </a:p>
          <a:p>
            <a:r>
              <a:rPr lang="en-US" altLang="zh-CN" sz="16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sz="1600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app.send_static_file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('view1.jpg')</a:t>
            </a:r>
            <a:endParaRPr lang="en-US" altLang="zh-CN" sz="16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829743" y="1764085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3</a:t>
            </a:r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、返回静态资源</a:t>
            </a:r>
            <a:endParaRPr lang="zh-CN" altLang="en-US" sz="20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2B5878-338E-46C8-ACA0-5EDC7C892951}"/>
              </a:ext>
            </a:extLst>
          </p:cNvPr>
          <p:cNvSpPr txBox="1"/>
          <p:nvPr/>
        </p:nvSpPr>
        <p:spPr>
          <a:xfrm>
            <a:off x="890844" y="2295904"/>
            <a:ext cx="8712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静态资源相对动态资源，图片、视频、</a:t>
            </a:r>
            <a:r>
              <a:rPr lang="en-US" altLang="zh-CN" dirty="0">
                <a:latin typeface="+mj-ea"/>
                <a:ea typeface="+mj-ea"/>
              </a:rPr>
              <a:t>HTML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CSS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 err="1">
                <a:latin typeface="+mj-ea"/>
                <a:ea typeface="+mj-ea"/>
              </a:rPr>
              <a:t>Javascript</a:t>
            </a:r>
            <a:r>
              <a:rPr lang="zh-CN" altLang="en-US" dirty="0">
                <a:latin typeface="+mj-ea"/>
                <a:ea typeface="+mj-ea"/>
              </a:rPr>
              <a:t>都是静态资源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E6C50A-360C-4DBF-87FA-D80440311530}"/>
              </a:ext>
            </a:extLst>
          </p:cNvPr>
          <p:cNvSpPr/>
          <p:nvPr/>
        </p:nvSpPr>
        <p:spPr>
          <a:xfrm>
            <a:off x="895549" y="4437756"/>
            <a:ext cx="6336704" cy="1077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返回静态资源文件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@app.route('/return/static/2')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staticfile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return redirect(</a:t>
            </a:r>
            <a:r>
              <a:rPr lang="en-US" altLang="zh-CN" sz="1600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url_for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('static', filename='view1.jpg'))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628DC2-59A2-4569-82F9-83D62C8A8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36" y="2925588"/>
            <a:ext cx="2109376" cy="24460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1EF2FF-2992-493F-A254-34CF4ADDF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533" y="2923871"/>
            <a:ext cx="2149406" cy="244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27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返回结果的类型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A5521D-E240-4E77-AE2C-DFF6D7109AF9}"/>
              </a:ext>
            </a:extLst>
          </p:cNvPr>
          <p:cNvSpPr/>
          <p:nvPr/>
        </p:nvSpPr>
        <p:spPr>
          <a:xfrm>
            <a:off x="895549" y="2650788"/>
            <a:ext cx="7128792" cy="1077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返回根据模板生成的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html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@app.route('/returntemplate/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+mj-ea"/>
                <a:ea typeface="+mj-ea"/>
              </a:rPr>
              <a:t>&lt;name&gt;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')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returntemplate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+mj-ea"/>
                <a:ea typeface="+mj-ea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):</a:t>
            </a:r>
          </a:p>
          <a:p>
            <a:r>
              <a:rPr lang="en-US" altLang="zh-CN" sz="16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+mj-ea"/>
                <a:ea typeface="+mj-ea"/>
              </a:rPr>
              <a:t>return </a:t>
            </a:r>
            <a:r>
              <a:rPr lang="en-US" altLang="zh-CN" sz="1600" b="1" dirty="0" err="1">
                <a:solidFill>
                  <a:srgbClr val="C00000"/>
                </a:solidFill>
                <a:effectLst/>
                <a:latin typeface="+mj-ea"/>
                <a:ea typeface="+mj-ea"/>
              </a:rPr>
              <a:t>render_template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+mj-ea"/>
                <a:ea typeface="+mj-ea"/>
              </a:rPr>
              <a:t>('hello.html', </a:t>
            </a:r>
            <a:r>
              <a:rPr lang="en-US" altLang="zh-CN" sz="16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name=name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+mj-ea"/>
                <a:ea typeface="+mj-ea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829743" y="1764085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4</a:t>
            </a:r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、返回</a:t>
            </a:r>
            <a:r>
              <a:rPr lang="en-US" altLang="zh-CN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Jinja2</a:t>
            </a:r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模板生成的网页</a:t>
            </a:r>
            <a:endParaRPr lang="zh-CN" altLang="en-US" sz="20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2B5878-338E-46C8-ACA0-5EDC7C892951}"/>
              </a:ext>
            </a:extLst>
          </p:cNvPr>
          <p:cNvSpPr txBox="1"/>
          <p:nvPr/>
        </p:nvSpPr>
        <p:spPr>
          <a:xfrm>
            <a:off x="895549" y="2199399"/>
            <a:ext cx="705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Flask</a:t>
            </a:r>
            <a:r>
              <a:rPr lang="zh-CN" altLang="en-US" dirty="0">
                <a:latin typeface="+mj-ea"/>
                <a:ea typeface="+mj-ea"/>
              </a:rPr>
              <a:t>提供了</a:t>
            </a:r>
            <a:r>
              <a:rPr lang="en-US" altLang="zh-CN" dirty="0">
                <a:latin typeface="+mj-ea"/>
                <a:ea typeface="+mj-ea"/>
              </a:rPr>
              <a:t>Jinja2</a:t>
            </a:r>
            <a:r>
              <a:rPr lang="zh-CN" altLang="en-US" dirty="0">
                <a:latin typeface="+mj-ea"/>
                <a:ea typeface="+mj-ea"/>
              </a:rPr>
              <a:t>模板引擎，可以实现动态网页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D8CCAA82-B39C-4200-80CF-5EDF87CEE104}"/>
              </a:ext>
            </a:extLst>
          </p:cNvPr>
          <p:cNvSpPr/>
          <p:nvPr/>
        </p:nvSpPr>
        <p:spPr>
          <a:xfrm>
            <a:off x="5864101" y="1250655"/>
            <a:ext cx="3456384" cy="796009"/>
          </a:xfrm>
          <a:prstGeom prst="wedgeRoundRectCallout">
            <a:avLst>
              <a:gd name="adj1" fmla="val -45593"/>
              <a:gd name="adj2" fmla="val 1409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</a:rPr>
              <a:t>Flask</a:t>
            </a:r>
            <a:r>
              <a:rPr lang="zh-CN" altLang="en-US" dirty="0">
                <a:latin typeface="+mj-ea"/>
                <a:ea typeface="+mj-ea"/>
              </a:rPr>
              <a:t>是一个全栈开发环境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24F3DD-32DB-46D2-AF2C-25179964D587}"/>
              </a:ext>
            </a:extLst>
          </p:cNvPr>
          <p:cNvSpPr/>
          <p:nvPr/>
        </p:nvSpPr>
        <p:spPr>
          <a:xfrm>
            <a:off x="894458" y="3810063"/>
            <a:ext cx="7128792" cy="246221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&lt;html lang="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zh-cn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"&gt;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&lt;head&gt;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&lt;title&gt;Hello Flask&lt;/title&gt;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&lt;/head&gt;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&lt;body&gt;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&lt;h1&gt;Hello, </a:t>
            </a:r>
            <a:r>
              <a:rPr lang="en-US" altLang="zh-CN" sz="14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{{ name }}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!&lt;/h1&gt;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&lt;/body&gt;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&lt;/html&gt;</a:t>
            </a:r>
            <a:endParaRPr lang="en-US" altLang="zh-CN" sz="1400" b="1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33A997-362D-4A40-B4B0-17C15D163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189" y="2524846"/>
            <a:ext cx="5027102" cy="20419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67182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返回结果的类型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829743" y="1764085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5</a:t>
            </a:r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、重定向</a:t>
            </a:r>
            <a:endParaRPr lang="zh-CN" altLang="en-US" sz="20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2B5878-338E-46C8-ACA0-5EDC7C892951}"/>
              </a:ext>
            </a:extLst>
          </p:cNvPr>
          <p:cNvSpPr txBox="1"/>
          <p:nvPr/>
        </p:nvSpPr>
        <p:spPr>
          <a:xfrm>
            <a:off x="890843" y="2295904"/>
            <a:ext cx="10445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有的时候不同的</a:t>
            </a:r>
            <a:r>
              <a:rPr lang="en-US" altLang="zh-CN" dirty="0">
                <a:latin typeface="+mj-ea"/>
                <a:ea typeface="+mj-ea"/>
              </a:rPr>
              <a:t>URL</a:t>
            </a:r>
            <a:r>
              <a:rPr lang="zh-CN" altLang="en-US" dirty="0">
                <a:latin typeface="+mj-ea"/>
                <a:ea typeface="+mj-ea"/>
              </a:rPr>
              <a:t>可能需要指向一个资源，这个时候返回结果的时候，可以重定向到其中一个路由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E6C50A-360C-4DBF-87FA-D80440311530}"/>
              </a:ext>
            </a:extLst>
          </p:cNvPr>
          <p:cNvSpPr/>
          <p:nvPr/>
        </p:nvSpPr>
        <p:spPr>
          <a:xfrm>
            <a:off x="895039" y="2923871"/>
            <a:ext cx="6336704" cy="1077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返回静态资源文件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@app.route('/return/static')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staticfile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return redirect(</a:t>
            </a:r>
            <a:r>
              <a:rPr lang="en-US" altLang="zh-CN" sz="1600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url_for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('static', filename='view1.jpg'))</a:t>
            </a: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1201FAFC-7332-44EB-9FE2-AFA35ACF1A0C}"/>
              </a:ext>
            </a:extLst>
          </p:cNvPr>
          <p:cNvSpPr/>
          <p:nvPr/>
        </p:nvSpPr>
        <p:spPr>
          <a:xfrm>
            <a:off x="967557" y="4641503"/>
            <a:ext cx="2880320" cy="864096"/>
          </a:xfrm>
          <a:prstGeom prst="wedgeRoundRectCallout">
            <a:avLst>
              <a:gd name="adj1" fmla="val 805"/>
              <a:gd name="adj2" fmla="val -1222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可以利用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redirect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/>
              <a:t>配合</a:t>
            </a:r>
            <a:r>
              <a:rPr lang="en-US" altLang="zh-CN" dirty="0">
                <a:solidFill>
                  <a:srgbClr val="FF0000"/>
                </a:solidFill>
              </a:rPr>
              <a:t>url_for</a:t>
            </a:r>
            <a:r>
              <a:rPr lang="zh-CN" altLang="en-US" dirty="0"/>
              <a:t>实现重定向到</a:t>
            </a:r>
            <a:r>
              <a:rPr lang="zh-CN" altLang="en-US" b="1" dirty="0">
                <a:solidFill>
                  <a:srgbClr val="0000FF"/>
                </a:solidFill>
              </a:rPr>
              <a:t>内部资源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766176-6835-4C44-A826-3622145A2272}"/>
              </a:ext>
            </a:extLst>
          </p:cNvPr>
          <p:cNvSpPr/>
          <p:nvPr/>
        </p:nvSpPr>
        <p:spPr>
          <a:xfrm>
            <a:off x="4423941" y="5044341"/>
            <a:ext cx="6336704" cy="1077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返回静态资源文件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@app.route('/return/redirect')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staticfile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return redirect('https://www.example.com')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B4B32F27-2D5F-48BF-B7A6-877CC9CD72D9}"/>
              </a:ext>
            </a:extLst>
          </p:cNvPr>
          <p:cNvSpPr/>
          <p:nvPr/>
        </p:nvSpPr>
        <p:spPr>
          <a:xfrm>
            <a:off x="8168357" y="3852317"/>
            <a:ext cx="2232248" cy="864096"/>
          </a:xfrm>
          <a:prstGeom prst="wedgeRoundRectCallout">
            <a:avLst>
              <a:gd name="adj1" fmla="val -62401"/>
              <a:gd name="adj2" fmla="val 1666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可以利用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redirect</a:t>
            </a:r>
            <a:endParaRPr lang="en-US" altLang="zh-CN" dirty="0"/>
          </a:p>
          <a:p>
            <a:pPr algn="ctr"/>
            <a:r>
              <a:rPr lang="zh-CN" altLang="en-US" dirty="0"/>
              <a:t>函数实现重定向到</a:t>
            </a:r>
            <a:r>
              <a:rPr lang="zh-CN" altLang="en-US" b="1" dirty="0">
                <a:solidFill>
                  <a:srgbClr val="0000FF"/>
                </a:solidFill>
              </a:rPr>
              <a:t>外部资源</a:t>
            </a:r>
          </a:p>
        </p:txBody>
      </p:sp>
    </p:spTree>
    <p:extLst>
      <p:ext uri="{BB962C8B-B14F-4D97-AF65-F5344CB8AC3E}">
        <p14:creationId xmlns:p14="http://schemas.microsoft.com/office/powerpoint/2010/main" val="2456777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返回结果的类型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829743" y="1764085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6</a:t>
            </a:r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、自定义</a:t>
            </a:r>
            <a:r>
              <a:rPr lang="en-US" altLang="zh-CN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Response</a:t>
            </a:r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对象</a:t>
            </a:r>
            <a:endParaRPr lang="zh-CN" altLang="en-US" sz="20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2B5878-338E-46C8-ACA0-5EDC7C892951}"/>
              </a:ext>
            </a:extLst>
          </p:cNvPr>
          <p:cNvSpPr txBox="1"/>
          <p:nvPr/>
        </p:nvSpPr>
        <p:spPr>
          <a:xfrm>
            <a:off x="857192" y="2243114"/>
            <a:ext cx="104458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j-ea"/>
                <a:ea typeface="+mj-ea"/>
              </a:rPr>
              <a:t>前面的返回结果类型都是便捷类型，</a:t>
            </a:r>
            <a:r>
              <a:rPr lang="en-US" altLang="zh-CN" sz="2000" dirty="0">
                <a:latin typeface="+mj-ea"/>
                <a:ea typeface="+mj-ea"/>
              </a:rPr>
              <a:t>Flask</a:t>
            </a:r>
            <a:r>
              <a:rPr lang="zh-CN" altLang="en-US" sz="2000" dirty="0">
                <a:latin typeface="+mj-ea"/>
                <a:ea typeface="+mj-ea"/>
              </a:rPr>
              <a:t>最后会重组为标准的</a:t>
            </a:r>
            <a:r>
              <a:rPr lang="en-US" altLang="zh-CN" sz="2000" dirty="0">
                <a:latin typeface="+mj-ea"/>
                <a:ea typeface="+mj-ea"/>
              </a:rPr>
              <a:t>Response</a:t>
            </a:r>
            <a:r>
              <a:rPr lang="zh-CN" altLang="en-US" sz="2000" dirty="0">
                <a:latin typeface="+mj-ea"/>
                <a:ea typeface="+mj-ea"/>
              </a:rPr>
              <a:t>对象，</a:t>
            </a:r>
            <a:r>
              <a:rPr lang="en-US" altLang="zh-CN" sz="2000" dirty="0">
                <a:latin typeface="+mj-ea"/>
                <a:ea typeface="+mj-ea"/>
              </a:rPr>
              <a:t>HTTP</a:t>
            </a:r>
            <a:r>
              <a:rPr lang="zh-CN" altLang="en-US" sz="2000" dirty="0">
                <a:latin typeface="+mj-ea"/>
                <a:ea typeface="+mj-ea"/>
              </a:rPr>
              <a:t>协议中约定的其他一些内容，</a:t>
            </a:r>
            <a:r>
              <a:rPr lang="en-US" altLang="zh-CN" sz="2000" dirty="0">
                <a:latin typeface="+mj-ea"/>
                <a:ea typeface="+mj-ea"/>
              </a:rPr>
              <a:t>Flask</a:t>
            </a:r>
            <a:r>
              <a:rPr lang="zh-CN" altLang="en-US" sz="2000" dirty="0">
                <a:latin typeface="+mj-ea"/>
                <a:ea typeface="+mj-ea"/>
              </a:rPr>
              <a:t>会留空、自动填写或者使用默认值。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E64B6B-11AB-7D99-C28D-32DEC446E44F}"/>
              </a:ext>
            </a:extLst>
          </p:cNvPr>
          <p:cNvSpPr txBox="1"/>
          <p:nvPr/>
        </p:nvSpPr>
        <p:spPr>
          <a:xfrm>
            <a:off x="967557" y="3097103"/>
            <a:ext cx="1044586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</a:rPr>
              <a:t>flask.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Response</a:t>
            </a:r>
            <a:r>
              <a:rPr lang="en-US" altLang="zh-CN" dirty="0">
                <a:latin typeface="+mn-ea"/>
              </a:rPr>
              <a:t>(response=None, status=None, headers=None, </a:t>
            </a:r>
            <a:r>
              <a:rPr lang="en-US" altLang="zh-CN" dirty="0" err="1">
                <a:latin typeface="+mn-ea"/>
              </a:rPr>
              <a:t>mimetype</a:t>
            </a:r>
            <a:r>
              <a:rPr lang="en-US" altLang="zh-CN" dirty="0">
                <a:latin typeface="+mn-ea"/>
              </a:rPr>
              <a:t>=None, </a:t>
            </a:r>
            <a:r>
              <a:rPr lang="en-US" altLang="zh-CN" dirty="0" err="1">
                <a:latin typeface="+mn-ea"/>
              </a:rPr>
              <a:t>content_type</a:t>
            </a:r>
            <a:r>
              <a:rPr lang="en-US" altLang="zh-CN" dirty="0">
                <a:latin typeface="+mn-ea"/>
              </a:rPr>
              <a:t>=None, </a:t>
            </a:r>
            <a:r>
              <a:rPr lang="en-US" altLang="zh-CN" dirty="0" err="1">
                <a:latin typeface="+mn-ea"/>
              </a:rPr>
              <a:t>direct_passthrough</a:t>
            </a:r>
            <a:r>
              <a:rPr lang="en-US" altLang="zh-CN" dirty="0">
                <a:latin typeface="+mn-ea"/>
              </a:rPr>
              <a:t>=False)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6531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返回结果的状态码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829743" y="1764085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返回结果遵循</a:t>
            </a:r>
            <a:r>
              <a:rPr lang="en-US" altLang="zh-CN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HTTP</a:t>
            </a:r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协议，响应消息中需要包含状态码（</a:t>
            </a:r>
            <a:r>
              <a:rPr lang="en-US" altLang="zh-CN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Status Code</a:t>
            </a:r>
            <a:r>
              <a:rPr lang="zh-CN" altLang="en-US" sz="2000" b="1" dirty="0">
                <a:solidFill>
                  <a:srgbClr val="3E4349"/>
                </a:solidFill>
                <a:latin typeface="Garamond" panose="02020404030301010803" pitchFamily="18" charset="0"/>
              </a:rPr>
              <a:t>）</a:t>
            </a:r>
            <a:endParaRPr lang="zh-CN" altLang="en-US" sz="2000" b="1" dirty="0"/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2C886CFD-61FB-CB41-B7DF-02BE72591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566511"/>
              </p:ext>
            </p:extLst>
          </p:nvPr>
        </p:nvGraphicFramePr>
        <p:xfrm>
          <a:off x="895549" y="2340149"/>
          <a:ext cx="6840760" cy="284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600607623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4072104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状态码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6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itchFamily="2" charset="-122"/>
                          <a:cs typeface="+mn-cs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itchFamily="2" charset="-122"/>
                          <a:cs typeface="+mn-cs"/>
                        </a:rPr>
                        <a:t>通用的表示请求已成功，且返回了有效的载荷（</a:t>
                      </a: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itchFamily="2" charset="-122"/>
                          <a:cs typeface="+mn-cs"/>
                        </a:rPr>
                        <a:t>Payload</a:t>
                      </a: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itchFamily="2" charset="-122"/>
                          <a:cs typeface="+mn-cs"/>
                        </a:rPr>
                        <a:t>）。如果没有具体内容则使用</a:t>
                      </a: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itchFamily="2" charset="-122"/>
                          <a:cs typeface="+mn-cs"/>
                        </a:rPr>
                        <a:t>204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77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表示请求已成功，用于创建数据成功，在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API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接口服务中使用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72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403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表示禁止访问，通常用于表示用户虽然已经登录但权限不足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974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404</a:t>
                      </a:r>
                      <a:endParaRPr lang="zh-CN" altLang="en-US" sz="1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请求的资源不存在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823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405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请求的方法不被允许，例如只支持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POST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接口使用了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GET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方法请求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5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</a:t>
                      </a:r>
                      <a:endParaRPr lang="zh-CN" altLang="en-US" sz="1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请求过程中服务器出现了错误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258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9057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HTTP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返回结果的状态码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829743" y="1764085"/>
            <a:ext cx="900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例：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A99CDE-140B-1AA0-4344-1D275668E6EE}"/>
              </a:ext>
            </a:extLst>
          </p:cNvPr>
          <p:cNvSpPr/>
          <p:nvPr/>
        </p:nvSpPr>
        <p:spPr>
          <a:xfrm>
            <a:off x="679525" y="2564986"/>
            <a:ext cx="5832648" cy="83099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@app.route('/example/ok')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ok():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return 'Everything is OK', 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200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669043-7DD1-9019-03F6-107D6D4A35E1}"/>
              </a:ext>
            </a:extLst>
          </p:cNvPr>
          <p:cNvSpPr/>
          <p:nvPr/>
        </p:nvSpPr>
        <p:spPr>
          <a:xfrm>
            <a:off x="6712075" y="2578297"/>
            <a:ext cx="5168403" cy="255454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@app.route('/example/create', methods=["POST"])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create():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j-ea"/>
                <a:ea typeface="+mj-ea"/>
              </a:rPr>
              <a:t>    if </a:t>
            </a:r>
            <a:r>
              <a:rPr lang="en-US" altLang="zh-CN" sz="1600" dirty="0" err="1">
                <a:solidFill>
                  <a:srgbClr val="000000"/>
                </a:solidFill>
                <a:latin typeface="+mj-ea"/>
                <a:ea typeface="+mj-ea"/>
              </a:rPr>
              <a:t>request.method</a:t>
            </a:r>
            <a:r>
              <a:rPr lang="en-US" altLang="zh-CN" sz="1600" dirty="0">
                <a:solidFill>
                  <a:srgbClr val="000000"/>
                </a:solidFill>
                <a:latin typeface="+mj-ea"/>
                <a:ea typeface="+mj-ea"/>
              </a:rPr>
              <a:t> == "GET":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j-ea"/>
                <a:ea typeface="+mj-ea"/>
              </a:rPr>
              <a:t>        # </a:t>
            </a:r>
            <a:r>
              <a:rPr lang="zh-CN" altLang="en-US" sz="1600" dirty="0">
                <a:solidFill>
                  <a:srgbClr val="000000"/>
                </a:solidFill>
                <a:latin typeface="+mj-ea"/>
                <a:ea typeface="+mj-ea"/>
              </a:rPr>
              <a:t>这里可以填写一些存储数据的逻辑</a:t>
            </a:r>
            <a:endParaRPr lang="en-US" altLang="zh-CN" sz="1600" dirty="0">
              <a:solidFill>
                <a:srgbClr val="000000"/>
              </a:solidFill>
              <a:latin typeface="+mj-ea"/>
              <a:ea typeface="+mj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    if result: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	 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return 'Create OK', 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201</a:t>
            </a:r>
          </a:p>
          <a:p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else: </a:t>
            </a:r>
          </a:p>
          <a:p>
            <a:r>
              <a:rPr lang="en-US" altLang="zh-CN" sz="16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         return 'Create ERROR', 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500</a:t>
            </a:r>
          </a:p>
          <a:p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else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:</a:t>
            </a:r>
          </a:p>
          <a:p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return 'Method not allowed', 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405</a:t>
            </a:r>
            <a:endParaRPr lang="en-US" altLang="zh-CN" sz="16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01DBB5-E925-1F78-1D06-74688435FBFC}"/>
              </a:ext>
            </a:extLst>
          </p:cNvPr>
          <p:cNvSpPr/>
          <p:nvPr/>
        </p:nvSpPr>
        <p:spPr>
          <a:xfrm>
            <a:off x="679525" y="3522825"/>
            <a:ext cx="5832648" cy="181588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@app.route('/example/&lt;id&gt;', methods=["POST"])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get_something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(id):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url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=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url_for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('static', filename=f'{id}.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png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')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if url: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    return f"&lt;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img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src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='{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url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}' alt='example_{id}'&gt;" 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else: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+mj-ea"/>
                <a:ea typeface="+mj-ea"/>
              </a:rPr>
              <a:t>return f"&lt;p&gt;{id} does not exist.&lt;/p&gt;", </a:t>
            </a:r>
            <a:r>
              <a:rPr lang="en-US" altLang="zh-CN" sz="1600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404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FEB9A4-D679-6863-E02E-6976CA432339}"/>
              </a:ext>
            </a:extLst>
          </p:cNvPr>
          <p:cNvSpPr txBox="1"/>
          <p:nvPr/>
        </p:nvSpPr>
        <p:spPr>
          <a:xfrm>
            <a:off x="1389446" y="1756946"/>
            <a:ext cx="106775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类似</a:t>
            </a:r>
            <a:r>
              <a:rPr lang="en-US" altLang="zh-CN" sz="2000" b="1" dirty="0"/>
              <a:t>200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404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500</a:t>
            </a:r>
            <a:r>
              <a:rPr lang="zh-CN" altLang="en-US" sz="2000" b="1" dirty="0"/>
              <a:t>等状态，可以不需要单独处理，</a:t>
            </a:r>
            <a:r>
              <a:rPr lang="en-US" altLang="zh-CN" sz="2000" b="1" dirty="0"/>
              <a:t>Flask</a:t>
            </a:r>
            <a:r>
              <a:rPr lang="zh-CN" altLang="en-US" sz="2000" b="1" dirty="0"/>
              <a:t>有默认的响应结果</a:t>
            </a:r>
            <a:endParaRPr lang="en-US" altLang="zh-CN" sz="2000" b="1" dirty="0"/>
          </a:p>
          <a:p>
            <a:r>
              <a:rPr lang="zh-CN" altLang="en-US" sz="2000" b="1" dirty="0"/>
              <a:t>如果需要自定义响应的文字或状态码，就</a:t>
            </a:r>
            <a:r>
              <a:rPr lang="zh-CN" altLang="en-US" sz="2000" b="1"/>
              <a:t>需要按下面的方法进行处理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09784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静态资源和动态模板引擎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5.1 </a:t>
            </a:r>
            <a:r>
              <a:rPr lang="zh-CN" altLang="en-US" sz="2800" b="1" dirty="0">
                <a:solidFill>
                  <a:srgbClr val="0000FF"/>
                </a:solidFill>
              </a:rPr>
              <a:t>模板引擎的作用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83598996-DA27-43FB-BF12-7D6200459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836093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5.2 Jinjia2</a:t>
            </a:r>
            <a:r>
              <a:rPr lang="zh-CN" altLang="en-US" sz="2800" b="1" dirty="0">
                <a:solidFill>
                  <a:srgbClr val="0000FF"/>
                </a:solidFill>
              </a:rPr>
              <a:t>模板引擎</a:t>
            </a:r>
          </a:p>
        </p:txBody>
      </p:sp>
    </p:spTree>
    <p:extLst>
      <p:ext uri="{BB962C8B-B14F-4D97-AF65-F5344CB8AC3E}">
        <p14:creationId xmlns:p14="http://schemas.microsoft.com/office/powerpoint/2010/main" val="27601841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模板引擎的作用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为什么需要模板引擎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778017" y="1692077"/>
            <a:ext cx="9001000" cy="2248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1</a:t>
            </a:r>
            <a:r>
              <a:rPr lang="zh-CN" altLang="en-US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、实现界面与数据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分离</a:t>
            </a:r>
            <a:endParaRPr lang="en-US" altLang="zh-CN" sz="2400" b="1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2</a:t>
            </a:r>
            <a:r>
              <a:rPr lang="zh-CN" altLang="en-US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、实现业务代码与逻辑代码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分离</a:t>
            </a:r>
            <a:endParaRPr lang="en-US" altLang="zh-CN" sz="2400" b="1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Garamond" panose="02020404030301010803" pitchFamily="18" charset="0"/>
              </a:rPr>
              <a:t>3</a:t>
            </a:r>
            <a:r>
              <a:rPr lang="zh-CN" altLang="en-US" sz="2400" b="1" dirty="0">
                <a:latin typeface="Garamond" panose="02020404030301010803" pitchFamily="18" charset="0"/>
              </a:rPr>
              <a:t>、实现动态数据和静态资源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分离</a:t>
            </a:r>
            <a:endParaRPr lang="en-US" altLang="zh-CN" sz="2400" b="1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4</a:t>
            </a:r>
            <a:r>
              <a:rPr lang="zh-CN" altLang="en-US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、实现代码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复用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127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模板引擎的作用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为什么需要模板引擎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767706" y="1700329"/>
            <a:ext cx="9001000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1</a:t>
            </a:r>
            <a:r>
              <a:rPr lang="zh-CN" altLang="en-US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、实现界面与数据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分离</a:t>
            </a:r>
            <a:endParaRPr lang="en-US" altLang="zh-CN" sz="24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3E3DDB-AC6F-490C-B130-0A55632A32F8}"/>
              </a:ext>
            </a:extLst>
          </p:cNvPr>
          <p:cNvSpPr/>
          <p:nvPr/>
        </p:nvSpPr>
        <p:spPr>
          <a:xfrm>
            <a:off x="833512" y="2452045"/>
            <a:ext cx="1800200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&lt;ul&gt;</a:t>
            </a:r>
          </a:p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&lt;li&gt;</a:t>
            </a:r>
            <a:r>
              <a:rPr lang="it-IT" altLang="zh-CN" sz="16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a</a:t>
            </a:r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&lt;/li&gt;</a:t>
            </a:r>
          </a:p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&lt;li&gt;</a:t>
            </a:r>
            <a:r>
              <a:rPr lang="it-IT" altLang="zh-CN" sz="16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b</a:t>
            </a:r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&lt;/li&gt;</a:t>
            </a:r>
          </a:p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&lt;li&gt;</a:t>
            </a:r>
            <a:r>
              <a:rPr lang="it-IT" altLang="zh-CN" sz="16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c</a:t>
            </a:r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&lt;/li&gt;</a:t>
            </a:r>
          </a:p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&lt;/ul&gt;</a:t>
            </a:r>
            <a:endParaRPr lang="en-US" altLang="zh-CN" sz="16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E5782C-3C94-4123-974B-2CDE1F0DE0AD}"/>
              </a:ext>
            </a:extLst>
          </p:cNvPr>
          <p:cNvSpPr/>
          <p:nvPr/>
        </p:nvSpPr>
        <p:spPr>
          <a:xfrm>
            <a:off x="4109876" y="2452045"/>
            <a:ext cx="3816424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&lt;ul&gt;</a:t>
            </a:r>
          </a:p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{% for item in </a:t>
            </a:r>
            <a:r>
              <a:rPr lang="it-IT" altLang="zh-CN" sz="16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items</a:t>
            </a:r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%}</a:t>
            </a:r>
          </a:p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   &lt;li&gt;{{ item }}&lt;/li&gt;</a:t>
            </a:r>
          </a:p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  {% endfor %}</a:t>
            </a:r>
          </a:p>
          <a:p>
            <a:r>
              <a:rPr lang="it-IT" altLang="zh-CN" sz="16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&lt;/ul&gt;</a:t>
            </a:r>
            <a:endParaRPr lang="en-US" altLang="zh-CN" sz="16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21810DB4-8989-43A9-92F9-0EEF91028C01}"/>
              </a:ext>
            </a:extLst>
          </p:cNvPr>
          <p:cNvSpPr/>
          <p:nvPr/>
        </p:nvSpPr>
        <p:spPr>
          <a:xfrm>
            <a:off x="2977659" y="3002126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85DD2751-9134-417F-B39F-02422318D7FD}"/>
              </a:ext>
            </a:extLst>
          </p:cNvPr>
          <p:cNvSpPr/>
          <p:nvPr/>
        </p:nvSpPr>
        <p:spPr>
          <a:xfrm>
            <a:off x="4721944" y="4189042"/>
            <a:ext cx="1584176" cy="891658"/>
          </a:xfrm>
          <a:prstGeom prst="wedgeRectCallout">
            <a:avLst>
              <a:gd name="adj1" fmla="val -298"/>
              <a:gd name="adj2" fmla="val -765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动态网页</a:t>
            </a:r>
          </a:p>
        </p:txBody>
      </p: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6A38CEB5-132A-4A8E-BE44-BF612CFEFF79}"/>
              </a:ext>
            </a:extLst>
          </p:cNvPr>
          <p:cNvSpPr/>
          <p:nvPr/>
        </p:nvSpPr>
        <p:spPr>
          <a:xfrm>
            <a:off x="1019452" y="4189042"/>
            <a:ext cx="1584176" cy="891658"/>
          </a:xfrm>
          <a:prstGeom prst="wedgeRectCallout">
            <a:avLst>
              <a:gd name="adj1" fmla="val -298"/>
              <a:gd name="adj2" fmla="val -765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静态网页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ED4D57-E0C4-455A-92E3-96C9C39D3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742" y="2381374"/>
            <a:ext cx="1619476" cy="1457528"/>
          </a:xfrm>
          <a:prstGeom prst="rect">
            <a:avLst/>
          </a:prstGeom>
        </p:spPr>
      </p:pic>
      <p:sp>
        <p:nvSpPr>
          <p:cNvPr id="12" name="对话气泡: 矩形 11">
            <a:extLst>
              <a:ext uri="{FF2B5EF4-FFF2-40B4-BE49-F238E27FC236}">
                <a16:creationId xmlns:a16="http://schemas.microsoft.com/office/drawing/2014/main" id="{13613F3B-3FAD-4D2D-9884-C145233FAC37}"/>
              </a:ext>
            </a:extLst>
          </p:cNvPr>
          <p:cNvSpPr/>
          <p:nvPr/>
        </p:nvSpPr>
        <p:spPr>
          <a:xfrm>
            <a:off x="8750868" y="4189042"/>
            <a:ext cx="1584176" cy="891658"/>
          </a:xfrm>
          <a:prstGeom prst="wedgeRectCallout">
            <a:avLst>
              <a:gd name="adj1" fmla="val -298"/>
              <a:gd name="adj2" fmla="val -76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分离的好处在哪里？</a:t>
            </a:r>
          </a:p>
        </p:txBody>
      </p:sp>
    </p:spTree>
    <p:extLst>
      <p:ext uri="{BB962C8B-B14F-4D97-AF65-F5344CB8AC3E}">
        <p14:creationId xmlns:p14="http://schemas.microsoft.com/office/powerpoint/2010/main" val="862788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模板引擎的作用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为什么需要模板引擎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2B5ECF-1E46-4E7A-8499-0526CFBE0D9B}"/>
              </a:ext>
            </a:extLst>
          </p:cNvPr>
          <p:cNvSpPr txBox="1"/>
          <p:nvPr/>
        </p:nvSpPr>
        <p:spPr>
          <a:xfrm>
            <a:off x="767706" y="1700329"/>
            <a:ext cx="9001000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1</a:t>
            </a:r>
            <a:r>
              <a:rPr lang="zh-CN" altLang="en-US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、实现界面与数据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分离</a:t>
            </a:r>
            <a:endParaRPr lang="en-US" altLang="zh-CN" sz="24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B1CB79-B506-404B-81F3-4DB98282E954}"/>
              </a:ext>
            </a:extLst>
          </p:cNvPr>
          <p:cNvSpPr/>
          <p:nvPr/>
        </p:nvSpPr>
        <p:spPr>
          <a:xfrm>
            <a:off x="1271762" y="2518167"/>
            <a:ext cx="3024336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&lt;ul&gt;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{% for item in items %}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&lt;li&gt;{{ item }}&lt;/li&gt;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{% endfor %}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&lt;/ul&gt;</a:t>
            </a:r>
            <a:endParaRPr lang="en-US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D1148A-0DBA-4E18-8E9C-30260127829A}"/>
              </a:ext>
            </a:extLst>
          </p:cNvPr>
          <p:cNvSpPr/>
          <p:nvPr/>
        </p:nvSpPr>
        <p:spPr>
          <a:xfrm>
            <a:off x="5952282" y="2521680"/>
            <a:ext cx="3816424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&lt;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p</a:t>
            </a:r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&gt;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{% for item in items %}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&lt;</a:t>
            </a:r>
            <a:r>
              <a:rPr lang="en-US" altLang="zh-CN" sz="16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em</a:t>
            </a:r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&gt;{{ item }}&lt;/</a:t>
            </a:r>
            <a:r>
              <a:rPr lang="en-US" altLang="zh-CN" sz="16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em</a:t>
            </a:r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&gt; ,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{% endfor %}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&lt;/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p</a:t>
            </a:r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&gt;</a:t>
            </a:r>
            <a:endParaRPr lang="en-US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38AD8AC-C267-4EF5-9590-266F7D43DD2F}"/>
              </a:ext>
            </a:extLst>
          </p:cNvPr>
          <p:cNvSpPr/>
          <p:nvPr/>
        </p:nvSpPr>
        <p:spPr>
          <a:xfrm>
            <a:off x="4764150" y="3071874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B21CE15-2F3B-4605-B7AB-64B443FCE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842" y="4296106"/>
            <a:ext cx="1428949" cy="122889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1CD74A9-BA2A-44F5-B8E5-4BE8A053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402" y="4615238"/>
            <a:ext cx="1562318" cy="590632"/>
          </a:xfrm>
          <a:prstGeom prst="rect">
            <a:avLst/>
          </a:prstGeom>
        </p:spPr>
      </p:pic>
      <p:sp>
        <p:nvSpPr>
          <p:cNvPr id="23" name="对话气泡: 矩形 22">
            <a:extLst>
              <a:ext uri="{FF2B5EF4-FFF2-40B4-BE49-F238E27FC236}">
                <a16:creationId xmlns:a16="http://schemas.microsoft.com/office/drawing/2014/main" id="{BCF86E50-C2CF-470E-9519-17DF053A4A11}"/>
              </a:ext>
            </a:extLst>
          </p:cNvPr>
          <p:cNvSpPr/>
          <p:nvPr/>
        </p:nvSpPr>
        <p:spPr>
          <a:xfrm>
            <a:off x="4434508" y="4898471"/>
            <a:ext cx="1584176" cy="891658"/>
          </a:xfrm>
          <a:prstGeom prst="wedgeRectCallout">
            <a:avLst>
              <a:gd name="adj1" fmla="val -3073"/>
              <a:gd name="adj2" fmla="val -7061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分离的好处在哪里？</a:t>
            </a:r>
          </a:p>
        </p:txBody>
      </p:sp>
    </p:spTree>
    <p:extLst>
      <p:ext uri="{BB962C8B-B14F-4D97-AF65-F5344CB8AC3E}">
        <p14:creationId xmlns:p14="http://schemas.microsoft.com/office/powerpoint/2010/main" val="35645968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模板引擎的作用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为什么需要模板引擎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810781-8792-4ADE-9AE3-DCD9C9DD23BE}"/>
              </a:ext>
            </a:extLst>
          </p:cNvPr>
          <p:cNvSpPr txBox="1"/>
          <p:nvPr/>
        </p:nvSpPr>
        <p:spPr>
          <a:xfrm>
            <a:off x="829743" y="1692077"/>
            <a:ext cx="9001000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2</a:t>
            </a:r>
            <a:r>
              <a:rPr lang="zh-CN" altLang="en-US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、实现业务代码与逻辑代码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分离</a:t>
            </a:r>
            <a:endParaRPr lang="en-US" altLang="zh-CN" sz="24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9A1115-3DB0-464E-9145-238E20772F9F}"/>
              </a:ext>
            </a:extLst>
          </p:cNvPr>
          <p:cNvSpPr/>
          <p:nvPr/>
        </p:nvSpPr>
        <p:spPr>
          <a:xfrm>
            <a:off x="986325" y="2352969"/>
            <a:ext cx="5741872" cy="156966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</a:rPr>
              <a:t>界面：只负责显示逻辑</a:t>
            </a:r>
            <a:endParaRPr lang="it-IT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&lt;ul&gt;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{% for item in items %}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&lt;li&gt;{{ item }}&lt;/li&gt;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{% endfor %}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&lt;/ul&gt;</a:t>
            </a:r>
            <a:endParaRPr lang="en-US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110553-AC8F-4708-8784-EB69899197CC}"/>
              </a:ext>
            </a:extLst>
          </p:cNvPr>
          <p:cNvSpPr/>
          <p:nvPr/>
        </p:nvSpPr>
        <p:spPr>
          <a:xfrm>
            <a:off x="967557" y="4077716"/>
            <a:ext cx="5760640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后台服务：只负责业务逻辑</a:t>
            </a:r>
            <a:endParaRPr lang="it-IT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@app.route('/hello')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hello</a:t>
            </a:r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(username):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items = ["a", "b", "c"]</a:t>
            </a:r>
          </a:p>
          <a:p>
            <a:r>
              <a:rPr lang="it-IT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return render_template('hello.html',  items=items)</a:t>
            </a:r>
            <a:endParaRPr lang="en-US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BCF55AD-166A-4B6B-9773-96474201E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883" y="2856801"/>
            <a:ext cx="1842860" cy="1882634"/>
          </a:xfrm>
          <a:prstGeom prst="rect">
            <a:avLst/>
          </a:prstGeom>
        </p:spPr>
      </p:pic>
      <p:sp>
        <p:nvSpPr>
          <p:cNvPr id="21" name="左大括号 20">
            <a:extLst>
              <a:ext uri="{FF2B5EF4-FFF2-40B4-BE49-F238E27FC236}">
                <a16:creationId xmlns:a16="http://schemas.microsoft.com/office/drawing/2014/main" id="{F85B21E5-D15B-43E4-AE6C-78913485DA08}"/>
              </a:ext>
            </a:extLst>
          </p:cNvPr>
          <p:cNvSpPr/>
          <p:nvPr/>
        </p:nvSpPr>
        <p:spPr>
          <a:xfrm rot="10800000">
            <a:off x="7016228" y="2770501"/>
            <a:ext cx="576064" cy="2304256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883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模板引擎的作用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为什么需要模板引擎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40617E-B46B-4E2A-8F56-86D65B3DFBB8}"/>
              </a:ext>
            </a:extLst>
          </p:cNvPr>
          <p:cNvSpPr txBox="1"/>
          <p:nvPr/>
        </p:nvSpPr>
        <p:spPr>
          <a:xfrm>
            <a:off x="823541" y="1682470"/>
            <a:ext cx="9001000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Garamond" panose="02020404030301010803" pitchFamily="18" charset="0"/>
              </a:rPr>
              <a:t>3</a:t>
            </a:r>
            <a:r>
              <a:rPr lang="zh-CN" altLang="en-US" sz="2400" b="1" dirty="0">
                <a:latin typeface="Garamond" panose="02020404030301010803" pitchFamily="18" charset="0"/>
              </a:rPr>
              <a:t>、实现动态数据和静态资源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分离</a:t>
            </a:r>
            <a:endParaRPr lang="en-US" altLang="zh-CN" sz="24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FFABD6-1BBF-4F68-A94D-1145EF5DFE67}"/>
              </a:ext>
            </a:extLst>
          </p:cNvPr>
          <p:cNvSpPr/>
          <p:nvPr/>
        </p:nvSpPr>
        <p:spPr>
          <a:xfrm>
            <a:off x="924288" y="2343362"/>
            <a:ext cx="3941672" cy="33855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&lt;h1&gt;Hello, </a:t>
            </a:r>
            <a:r>
              <a:rPr lang="en-US" altLang="zh-CN" sz="1600" dirty="0" err="1">
                <a:solidFill>
                  <a:srgbClr val="00B050"/>
                </a:solidFill>
                <a:latin typeface="+mj-ea"/>
                <a:ea typeface="+mj-ea"/>
              </a:rPr>
              <a:t>zhangsan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!&lt;/h1&gt;</a:t>
            </a:r>
            <a:endParaRPr lang="en-US" altLang="zh-CN" sz="1600" b="1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FD8497-2507-4C0D-ADE4-A87A95A5209E}"/>
              </a:ext>
            </a:extLst>
          </p:cNvPr>
          <p:cNvSpPr txBox="1"/>
          <p:nvPr/>
        </p:nvSpPr>
        <p:spPr>
          <a:xfrm>
            <a:off x="910781" y="2755981"/>
            <a:ext cx="5904656" cy="594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红色的部分固定不变，即静态</a:t>
            </a:r>
            <a:endParaRPr lang="en-US" altLang="zh-CN" sz="24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CE606D-A7B3-4F72-82BF-CCDBC7132382}"/>
              </a:ext>
            </a:extLst>
          </p:cNvPr>
          <p:cNvSpPr txBox="1"/>
          <p:nvPr/>
        </p:nvSpPr>
        <p:spPr>
          <a:xfrm>
            <a:off x="924288" y="3923637"/>
            <a:ext cx="5904657" cy="594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50"/>
                </a:solidFill>
                <a:latin typeface="Garamond" panose="02020404030301010803" pitchFamily="18" charset="0"/>
              </a:rPr>
              <a:t>绿色部分随着数据的变化而变化，即动态</a:t>
            </a:r>
            <a:endParaRPr lang="en-US" altLang="zh-CN" sz="2400" b="1" dirty="0">
              <a:solidFill>
                <a:srgbClr val="00B050"/>
              </a:solidFill>
              <a:latin typeface="Garamond" panose="02020404030301010803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D580C7-00DB-4C26-9E1F-568B0A00387F}"/>
              </a:ext>
            </a:extLst>
          </p:cNvPr>
          <p:cNvSpPr/>
          <p:nvPr/>
        </p:nvSpPr>
        <p:spPr>
          <a:xfrm>
            <a:off x="924288" y="3467633"/>
            <a:ext cx="3941672" cy="33855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&lt;h1&gt;Hello, </a:t>
            </a:r>
            <a:r>
              <a:rPr lang="en-US" altLang="zh-CN" sz="1600" dirty="0" err="1">
                <a:solidFill>
                  <a:srgbClr val="00B050"/>
                </a:solidFill>
                <a:latin typeface="+mj-ea"/>
                <a:ea typeface="+mj-ea"/>
              </a:rPr>
              <a:t>lisi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!&lt;/h1&gt;</a:t>
            </a:r>
            <a:endParaRPr lang="en-US" altLang="zh-CN" sz="1600" b="1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43D8378D-E064-4283-A639-A3D1E8595E2F}"/>
              </a:ext>
            </a:extLst>
          </p:cNvPr>
          <p:cNvSpPr/>
          <p:nvPr/>
        </p:nvSpPr>
        <p:spPr>
          <a:xfrm>
            <a:off x="5794877" y="2966396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6B7413-7606-41A5-9283-B96903C43156}"/>
              </a:ext>
            </a:extLst>
          </p:cNvPr>
          <p:cNvSpPr/>
          <p:nvPr/>
        </p:nvSpPr>
        <p:spPr>
          <a:xfrm>
            <a:off x="7314232" y="2801082"/>
            <a:ext cx="3941672" cy="5040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&lt;h1&gt;Hello, </a:t>
            </a:r>
            <a:r>
              <a:rPr lang="en-US" altLang="zh-CN" sz="1600" b="1" dirty="0">
                <a:solidFill>
                  <a:srgbClr val="00B050"/>
                </a:solidFill>
                <a:latin typeface="+mj-ea"/>
                <a:ea typeface="+mj-ea"/>
              </a:rPr>
              <a:t>{{ username }}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!&lt;/h1&gt;</a:t>
            </a:r>
            <a:endParaRPr lang="en-US" altLang="zh-CN" sz="1600" b="1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5F8E15-C3E2-DCB2-D7AD-52751AD31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57" y="4932437"/>
            <a:ext cx="2720885" cy="132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81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模板引擎的作用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为什么需要模板引擎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5D9951-5E85-45AC-B125-E3FF9133230C}"/>
              </a:ext>
            </a:extLst>
          </p:cNvPr>
          <p:cNvSpPr txBox="1"/>
          <p:nvPr/>
        </p:nvSpPr>
        <p:spPr>
          <a:xfrm>
            <a:off x="823541" y="1697828"/>
            <a:ext cx="9001000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4</a:t>
            </a:r>
            <a:r>
              <a:rPr lang="zh-CN" altLang="en-US" sz="2400" b="1" dirty="0">
                <a:solidFill>
                  <a:srgbClr val="3E4349"/>
                </a:solidFill>
                <a:latin typeface="Garamond" panose="02020404030301010803" pitchFamily="18" charset="0"/>
              </a:rPr>
              <a:t>、实现代码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</a:rPr>
              <a:t>复用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A807BA-8D0F-460C-BE3F-C5BD60091759}"/>
              </a:ext>
            </a:extLst>
          </p:cNvPr>
          <p:cNvSpPr/>
          <p:nvPr/>
        </p:nvSpPr>
        <p:spPr>
          <a:xfrm>
            <a:off x="385291" y="2779772"/>
            <a:ext cx="5184576" cy="203132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chemeClr val="tx1"/>
                </a:solidFill>
                <a:latin typeface="+mj-ea"/>
                <a:ea typeface="+mj-ea"/>
              </a:rPr>
              <a:t>基础模板</a:t>
            </a:r>
            <a:endParaRPr lang="en-US" altLang="zh-CN" sz="105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&lt;html lang="</a:t>
            </a:r>
            <a:r>
              <a:rPr lang="en-US" altLang="zh-CN" sz="1050" b="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zh-cn</a:t>
            </a:r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"&gt;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&lt;head&gt;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&lt;meta charset="UTF-8"&gt;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&lt;meta name="viewport" content="width=device-width, initial-scale=1.0"&gt;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&lt;title&gt;</a:t>
            </a:r>
            <a:r>
              <a:rPr lang="en-US" altLang="zh-CN" sz="105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{% block title %}{% </a:t>
            </a:r>
            <a:r>
              <a:rPr lang="en-US" altLang="zh-CN" sz="105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endblock</a:t>
            </a:r>
            <a:r>
              <a:rPr lang="en-US" altLang="zh-CN" sz="105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%}</a:t>
            </a:r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&lt;/title&gt;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&lt;/head&gt;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&lt;body&gt;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&lt;div id="content"&gt;</a:t>
            </a:r>
            <a:r>
              <a:rPr lang="en-US" altLang="zh-CN" sz="105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{% block content %}{% </a:t>
            </a:r>
            <a:r>
              <a:rPr lang="en-US" altLang="zh-CN" sz="105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endblock</a:t>
            </a:r>
            <a:r>
              <a:rPr lang="en-US" altLang="zh-CN" sz="105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%}</a:t>
            </a:r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&lt;/div&gt;     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&lt;/body&gt;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&lt;/html&gt;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24423614-694E-4BE8-97ED-6D48778CFF00}"/>
              </a:ext>
            </a:extLst>
          </p:cNvPr>
          <p:cNvSpPr/>
          <p:nvPr/>
        </p:nvSpPr>
        <p:spPr>
          <a:xfrm rot="19190219">
            <a:off x="5554638" y="3132315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C89A5D5-6EA5-40E3-88F9-61D4E86E260F}"/>
              </a:ext>
            </a:extLst>
          </p:cNvPr>
          <p:cNvSpPr/>
          <p:nvPr/>
        </p:nvSpPr>
        <p:spPr>
          <a:xfrm rot="2671412">
            <a:off x="5542260" y="4233541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B864D3-5A14-4E27-AC7F-F19E42B3672E}"/>
              </a:ext>
            </a:extLst>
          </p:cNvPr>
          <p:cNvSpPr/>
          <p:nvPr/>
        </p:nvSpPr>
        <p:spPr>
          <a:xfrm>
            <a:off x="6285389" y="2016781"/>
            <a:ext cx="3367581" cy="106182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chemeClr val="tx1"/>
                </a:solidFill>
                <a:latin typeface="+mj-ea"/>
                <a:ea typeface="+mj-ea"/>
              </a:rPr>
              <a:t>子模板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{% extends "base.html"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{% block title %}{{title}}{% 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endblock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{% block content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&lt;h1&gt;Hello, {{ username }}!&lt;/h1&gt;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{% 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endblock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  <a:endParaRPr lang="en-US" altLang="zh-CN" sz="105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0B97912-0F2C-4B6E-AA05-5CD891507E8F}"/>
              </a:ext>
            </a:extLst>
          </p:cNvPr>
          <p:cNvSpPr/>
          <p:nvPr/>
        </p:nvSpPr>
        <p:spPr>
          <a:xfrm>
            <a:off x="6285389" y="3795434"/>
            <a:ext cx="3367581" cy="170816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chemeClr val="tx1"/>
                </a:solidFill>
                <a:latin typeface="+mj-ea"/>
                <a:ea typeface="+mj-ea"/>
              </a:rPr>
              <a:t>子模板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{% extends "base.html"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{% block title %}{{title}}{% 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endblock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{% block content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&lt;ul&gt;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    {% for item in items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        &lt;li&gt;{{ item }}&lt;/li&gt;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    {% 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endfor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&lt;/ul&gt;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{% 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endblock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  <a:endParaRPr lang="en-US" altLang="zh-CN" sz="105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8D0B56B-98DF-44CF-A5E5-A48C4652D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012" y="4397832"/>
            <a:ext cx="2699615" cy="148583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D48E4AE-D69F-48C2-BBB0-EB9AD2E49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207" y="2333513"/>
            <a:ext cx="2720885" cy="132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093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基本概念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9CDC4E-E5FC-4827-898E-896C4F0AE55E}"/>
              </a:ext>
            </a:extLst>
          </p:cNvPr>
          <p:cNvSpPr/>
          <p:nvPr/>
        </p:nvSpPr>
        <p:spPr>
          <a:xfrm>
            <a:off x="767706" y="1647230"/>
            <a:ext cx="10898496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在页面基础上，增加分隔符，实现变量、表达式、控制结构等功能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A246C1-72F4-40B9-B531-E75A856A7862}"/>
              </a:ext>
            </a:extLst>
          </p:cNvPr>
          <p:cNvSpPr/>
          <p:nvPr/>
        </p:nvSpPr>
        <p:spPr>
          <a:xfrm>
            <a:off x="767705" y="3583317"/>
            <a:ext cx="8552779" cy="276998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&lt;title&gt;</a:t>
            </a:r>
            <a:r>
              <a:rPr lang="en-US" altLang="zh-CN" sz="1050" b="1" dirty="0">
                <a:solidFill>
                  <a:schemeClr val="accent6"/>
                </a:solidFill>
                <a:latin typeface="+mj-ea"/>
                <a:ea typeface="+mj-ea"/>
              </a:rPr>
              <a:t>{{ title }}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&lt;/title&gt;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&lt;h1&gt;Hello,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{{ username }}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!&lt;/h1&gt;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 &lt;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ul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{% for item in items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        &lt;li&gt;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{{ item }}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&lt;/li&gt;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{%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endfor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 &lt;/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ul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&lt;/body&gt;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&lt;/html&gt;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3A2541-40BB-450E-AA8F-9B7AC665F90F}"/>
              </a:ext>
            </a:extLst>
          </p:cNvPr>
          <p:cNvSpPr txBox="1"/>
          <p:nvPr/>
        </p:nvSpPr>
        <p:spPr>
          <a:xfrm>
            <a:off x="751533" y="2429858"/>
            <a:ext cx="765199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{{  ...  }}     </a:t>
            </a:r>
            <a:r>
              <a:rPr lang="zh-CN" altLang="en-US" dirty="0"/>
              <a:t>用于将变量、表达式替换为具体的值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D0A562-7054-4286-A7B8-82290EC46E03}"/>
              </a:ext>
            </a:extLst>
          </p:cNvPr>
          <p:cNvSpPr txBox="1"/>
          <p:nvPr/>
        </p:nvSpPr>
        <p:spPr>
          <a:xfrm>
            <a:off x="732385" y="3039825"/>
            <a:ext cx="765199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{%  ...  %}     </a:t>
            </a:r>
            <a:r>
              <a:rPr lang="zh-CN" altLang="en-US" dirty="0"/>
              <a:t>用于执行控制结构的语句，例如循环、赋值</a:t>
            </a:r>
          </a:p>
        </p:txBody>
      </p:sp>
    </p:spTree>
    <p:extLst>
      <p:ext uri="{BB962C8B-B14F-4D97-AF65-F5344CB8AC3E}">
        <p14:creationId xmlns:p14="http://schemas.microsoft.com/office/powerpoint/2010/main" val="36230495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什么是</a:t>
            </a:r>
            <a:r>
              <a:rPr lang="en-US" altLang="zh-CN" sz="2800" b="1" dirty="0">
                <a:solidFill>
                  <a:srgbClr val="0000FF"/>
                </a:solidFill>
              </a:rPr>
              <a:t>Jinjia2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9CDC4E-E5FC-4827-898E-896C4F0AE55E}"/>
              </a:ext>
            </a:extLst>
          </p:cNvPr>
          <p:cNvSpPr/>
          <p:nvPr/>
        </p:nvSpPr>
        <p:spPr>
          <a:xfrm>
            <a:off x="767705" y="1647230"/>
            <a:ext cx="11073059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Jinja2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是一个现代的，设计者友好的，仿照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Django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模板的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模板语言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A246C1-72F4-40B9-B531-E75A856A7862}"/>
              </a:ext>
            </a:extLst>
          </p:cNvPr>
          <p:cNvSpPr/>
          <p:nvPr/>
        </p:nvSpPr>
        <p:spPr>
          <a:xfrm>
            <a:off x="903636" y="2468581"/>
            <a:ext cx="7048698" cy="276998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050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&lt;title&gt;</a:t>
            </a:r>
            <a:r>
              <a:rPr lang="en-US" altLang="zh-CN" sz="1050" b="1" dirty="0">
                <a:solidFill>
                  <a:schemeClr val="accent6"/>
                </a:solidFill>
                <a:latin typeface="+mj-ea"/>
                <a:ea typeface="+mj-ea"/>
              </a:rPr>
              <a:t>{{ title }}</a:t>
            </a:r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&lt;/title&gt;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&lt;h1&gt;Hello,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{{ username }}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!&lt;/h1&gt;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 &lt;ul&gt;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{% for item in items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        &lt;li&gt;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{{ item }}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&lt;/li&gt;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{%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endfor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050" dirty="0">
                <a:solidFill>
                  <a:schemeClr val="tx1"/>
                </a:solidFill>
                <a:latin typeface="+mj-ea"/>
                <a:ea typeface="+mj-ea"/>
              </a:rPr>
              <a:t>     &lt;/ul&gt;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&lt;/body&gt;</a:t>
            </a:r>
          </a:p>
          <a:p>
            <a:r>
              <a:rPr lang="en-US" altLang="zh-CN" sz="105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0747000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Jinjia2</a:t>
            </a:r>
            <a:r>
              <a:rPr lang="zh-CN" altLang="en-US" sz="2800" b="1" dirty="0">
                <a:solidFill>
                  <a:srgbClr val="0000FF"/>
                </a:solidFill>
              </a:rPr>
              <a:t>基本概念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A246C1-72F4-40B9-B531-E75A856A7862}"/>
              </a:ext>
            </a:extLst>
          </p:cNvPr>
          <p:cNvSpPr/>
          <p:nvPr/>
        </p:nvSpPr>
        <p:spPr>
          <a:xfrm>
            <a:off x="879953" y="2658315"/>
            <a:ext cx="8552779" cy="218521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&lt;title&gt;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{{ 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title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 }}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&lt;/title&gt;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……</a:t>
            </a:r>
          </a:p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&lt;/body&gt;</a:t>
            </a:r>
          </a:p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&lt;/html&gt;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C99B3F-1D3E-42B0-9274-792046E0928E}"/>
              </a:ext>
            </a:extLst>
          </p:cNvPr>
          <p:cNvSpPr/>
          <p:nvPr/>
        </p:nvSpPr>
        <p:spPr>
          <a:xfrm>
            <a:off x="879953" y="5080165"/>
            <a:ext cx="8552779" cy="83099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@app.route('/hello/&lt;username&gt;')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def hello(username):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items = ["a", "b", "c"]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return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('hello.html', username=username,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title='Hello Jinjia2'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, items=items)</a:t>
            </a:r>
            <a:endParaRPr lang="en-US" altLang="zh-CN" sz="12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8F88EF8-F4A9-4402-8ABB-0FA1F63ACED9}"/>
              </a:ext>
            </a:extLst>
          </p:cNvPr>
          <p:cNvCxnSpPr>
            <a:cxnSpLocks/>
          </p:cNvCxnSpPr>
          <p:nvPr/>
        </p:nvCxnSpPr>
        <p:spPr>
          <a:xfrm flipH="1" flipV="1">
            <a:off x="2528051" y="3894938"/>
            <a:ext cx="3168352" cy="17972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337FFF1-EF14-479F-8E26-B08D4DB73DB7}"/>
              </a:ext>
            </a:extLst>
          </p:cNvPr>
          <p:cNvSpPr txBox="1"/>
          <p:nvPr/>
        </p:nvSpPr>
        <p:spPr>
          <a:xfrm>
            <a:off x="879953" y="1917999"/>
            <a:ext cx="607988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{{  ...  }}     </a:t>
            </a:r>
            <a:r>
              <a:rPr lang="zh-CN" altLang="en-US" dirty="0"/>
              <a:t>用于将变量、表达式替换为具体的值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BA4AC2-9BA7-496A-BD68-4D0AF45E0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781" y="3757626"/>
            <a:ext cx="4667901" cy="828791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EFFA8EE-E24B-4F31-8AD8-52A82C719E06}"/>
              </a:ext>
            </a:extLst>
          </p:cNvPr>
          <p:cNvCxnSpPr>
            <a:cxnSpLocks/>
          </p:cNvCxnSpPr>
          <p:nvPr/>
        </p:nvCxnSpPr>
        <p:spPr>
          <a:xfrm>
            <a:off x="3487837" y="3757626"/>
            <a:ext cx="4968552" cy="2387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21545452-B518-49E4-A63D-B168C6097F92}"/>
              </a:ext>
            </a:extLst>
          </p:cNvPr>
          <p:cNvSpPr/>
          <p:nvPr/>
        </p:nvSpPr>
        <p:spPr>
          <a:xfrm>
            <a:off x="6800205" y="6128832"/>
            <a:ext cx="2880320" cy="622728"/>
          </a:xfrm>
          <a:prstGeom prst="wedgeRectCallout">
            <a:avLst>
              <a:gd name="adj1" fmla="val -41845"/>
              <a:gd name="adj2" fmla="val -958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变量通常来自后端服务，但也可以在前端设置</a:t>
            </a:r>
          </a:p>
        </p:txBody>
      </p:sp>
    </p:spTree>
    <p:extLst>
      <p:ext uri="{BB962C8B-B14F-4D97-AF65-F5344CB8AC3E}">
        <p14:creationId xmlns:p14="http://schemas.microsoft.com/office/powerpoint/2010/main" val="7938383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Jinjia2</a:t>
            </a:r>
            <a:r>
              <a:rPr lang="zh-CN" altLang="en-US" sz="2800" b="1" dirty="0">
                <a:solidFill>
                  <a:srgbClr val="0000FF"/>
                </a:solidFill>
              </a:rPr>
              <a:t>基本概念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A246C1-72F4-40B9-B531-E75A856A7862}"/>
              </a:ext>
            </a:extLst>
          </p:cNvPr>
          <p:cNvSpPr/>
          <p:nvPr/>
        </p:nvSpPr>
        <p:spPr>
          <a:xfrm>
            <a:off x="879953" y="2658315"/>
            <a:ext cx="8552779" cy="120032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&lt;ul&gt;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{% for item in items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&lt;li&gt;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{{ item }}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&lt;/li&gt;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{% </a:t>
            </a:r>
            <a:r>
              <a:rPr lang="en-US" altLang="zh-CN" sz="1600" b="1" dirty="0" err="1">
                <a:solidFill>
                  <a:schemeClr val="accent6"/>
                </a:solidFill>
                <a:latin typeface="+mj-ea"/>
                <a:ea typeface="+mj-ea"/>
              </a:rPr>
              <a:t>endfor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&lt;/ul&gt;</a:t>
            </a:r>
            <a:endParaRPr lang="en-US" altLang="zh-CN" sz="16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C99B3F-1D3E-42B0-9274-792046E0928E}"/>
              </a:ext>
            </a:extLst>
          </p:cNvPr>
          <p:cNvSpPr/>
          <p:nvPr/>
        </p:nvSpPr>
        <p:spPr>
          <a:xfrm>
            <a:off x="879953" y="4738127"/>
            <a:ext cx="8552779" cy="95410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@app.route('/hello/&lt;username&gt;')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def hello(username):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400" b="1" dirty="0">
                <a:solidFill>
                  <a:schemeClr val="accent6"/>
                </a:solidFill>
                <a:latin typeface="+mj-ea"/>
                <a:ea typeface="+mj-ea"/>
              </a:rPr>
              <a:t>items = ["a", "b", "c"]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    return </a:t>
            </a:r>
            <a:r>
              <a:rPr lang="en-US" altLang="zh-CN" sz="1400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('hello.html', username=username, title='Hello Jinjia2', </a:t>
            </a:r>
            <a:r>
              <a:rPr lang="en-US" altLang="zh-CN" sz="1400" b="1" dirty="0">
                <a:solidFill>
                  <a:schemeClr val="accent6"/>
                </a:solidFill>
                <a:latin typeface="+mj-ea"/>
                <a:ea typeface="+mj-ea"/>
              </a:rPr>
              <a:t>items=items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en-US" altLang="zh-CN" sz="14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8F88EF8-F4A9-4402-8ABB-0FA1F63ACED9}"/>
              </a:ext>
            </a:extLst>
          </p:cNvPr>
          <p:cNvCxnSpPr>
            <a:cxnSpLocks/>
          </p:cNvCxnSpPr>
          <p:nvPr/>
        </p:nvCxnSpPr>
        <p:spPr>
          <a:xfrm flipH="1" flipV="1">
            <a:off x="3415829" y="3118115"/>
            <a:ext cx="5128742" cy="23183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337FFF1-EF14-479F-8E26-B08D4DB73DB7}"/>
              </a:ext>
            </a:extLst>
          </p:cNvPr>
          <p:cNvSpPr txBox="1"/>
          <p:nvPr/>
        </p:nvSpPr>
        <p:spPr>
          <a:xfrm>
            <a:off x="879953" y="1991242"/>
            <a:ext cx="684076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{%  ...  </a:t>
            </a:r>
            <a:r>
              <a:rPr lang="en-US" altLang="zh-CN" dirty="0">
                <a:latin typeface="+mj-ea"/>
                <a:ea typeface="+mj-ea"/>
              </a:rPr>
              <a:t>%}</a:t>
            </a:r>
            <a:r>
              <a:rPr lang="en-US" altLang="zh-CN" b="1" dirty="0">
                <a:latin typeface="+mj-ea"/>
                <a:ea typeface="+mj-ea"/>
              </a:rPr>
              <a:t>     </a:t>
            </a:r>
            <a:r>
              <a:rPr lang="zh-CN" altLang="en-US" dirty="0"/>
              <a:t>用于执行控制结构的语句，例如循环、赋值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62A93BC-EBBF-48CA-9385-8093F3E03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680" y="3118115"/>
            <a:ext cx="1428949" cy="13622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EFFA8EE-E24B-4F31-8AD8-52A82C719E06}"/>
              </a:ext>
            </a:extLst>
          </p:cNvPr>
          <p:cNvCxnSpPr>
            <a:cxnSpLocks/>
          </p:cNvCxnSpPr>
          <p:nvPr/>
        </p:nvCxnSpPr>
        <p:spPr>
          <a:xfrm>
            <a:off x="4063901" y="3118115"/>
            <a:ext cx="5256584" cy="7405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917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在模板中进行赋值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6052B1-57E4-46B0-9F5F-B1B2B08753ED}"/>
              </a:ext>
            </a:extLst>
          </p:cNvPr>
          <p:cNvSpPr/>
          <p:nvPr/>
        </p:nvSpPr>
        <p:spPr>
          <a:xfrm>
            <a:off x="879954" y="2556173"/>
            <a:ext cx="7651994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{% set username="</a:t>
            </a:r>
            <a:r>
              <a:rPr lang="en-US" altLang="zh-CN" sz="1600" dirty="0" err="1">
                <a:solidFill>
                  <a:schemeClr val="accent6"/>
                </a:solidFill>
                <a:latin typeface="+mj-ea"/>
                <a:ea typeface="+mj-ea"/>
              </a:rPr>
              <a:t>zhangsan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" %} 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&lt;h1&gt;Hello, {{ username }}!&lt;/h1&gt;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{% set </a:t>
            </a:r>
            <a:r>
              <a:rPr lang="en-US" altLang="zh-CN" sz="1600" dirty="0" err="1">
                <a:solidFill>
                  <a:schemeClr val="accent6"/>
                </a:solidFill>
                <a:latin typeface="+mj-ea"/>
                <a:ea typeface="+mj-ea"/>
              </a:rPr>
              <a:t>dict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={"name":"zhangsan","age":18}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&lt;p&gt;name: {{ dict.name }}&lt;/p&gt;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&lt;p&gt;age: {{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dict.age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}}&lt;/p&gt;</a:t>
            </a:r>
            <a:endParaRPr lang="en-US" altLang="zh-CN" sz="20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5F3339-98C8-4563-8F0E-535611D499DF}"/>
              </a:ext>
            </a:extLst>
          </p:cNvPr>
          <p:cNvSpPr txBox="1"/>
          <p:nvPr/>
        </p:nvSpPr>
        <p:spPr>
          <a:xfrm>
            <a:off x="879953" y="1836964"/>
            <a:ext cx="765199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{% 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set</a:t>
            </a:r>
            <a:r>
              <a:rPr lang="en-US" altLang="zh-CN" b="1" dirty="0">
                <a:latin typeface="+mj-ea"/>
                <a:ea typeface="+mj-ea"/>
              </a:rPr>
              <a:t> xxx = ... %}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46292CC-157A-4563-AC21-C582768D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229" y="3062140"/>
            <a:ext cx="3937272" cy="21344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560530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在模板中使用条件判断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331933-6713-4891-9F9F-5A9D0FDD4637}"/>
              </a:ext>
            </a:extLst>
          </p:cNvPr>
          <p:cNvSpPr txBox="1"/>
          <p:nvPr/>
        </p:nvSpPr>
        <p:spPr>
          <a:xfrm>
            <a:off x="879953" y="1836964"/>
            <a:ext cx="7651994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{% 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if</a:t>
            </a:r>
            <a:r>
              <a:rPr lang="en-US" altLang="zh-CN" b="1" dirty="0">
                <a:latin typeface="+mj-ea"/>
                <a:ea typeface="+mj-ea"/>
              </a:rPr>
              <a:t> </a:t>
            </a:r>
            <a:r>
              <a:rPr lang="zh-CN" altLang="en-US" b="1" dirty="0">
                <a:latin typeface="+mj-ea"/>
                <a:ea typeface="+mj-ea"/>
              </a:rPr>
              <a:t>条件表达式  </a:t>
            </a:r>
            <a:r>
              <a:rPr lang="en-US" altLang="zh-CN" b="1" dirty="0">
                <a:latin typeface="+mj-ea"/>
                <a:ea typeface="+mj-ea"/>
              </a:rPr>
              <a:t>%}</a:t>
            </a:r>
          </a:p>
          <a:p>
            <a:r>
              <a:rPr lang="en-US" altLang="zh-CN" b="1" dirty="0">
                <a:latin typeface="+mj-ea"/>
                <a:ea typeface="+mj-ea"/>
              </a:rPr>
              <a:t>{%  </a:t>
            </a:r>
            <a:r>
              <a:rPr lang="en-US" altLang="zh-CN" b="1" dirty="0" err="1">
                <a:solidFill>
                  <a:schemeClr val="accent6"/>
                </a:solidFill>
                <a:latin typeface="+mj-ea"/>
                <a:ea typeface="+mj-ea"/>
              </a:rPr>
              <a:t>elif</a:t>
            </a:r>
            <a:r>
              <a:rPr lang="en-US" altLang="zh-CN" b="1" dirty="0">
                <a:latin typeface="+mj-ea"/>
                <a:ea typeface="+mj-ea"/>
              </a:rPr>
              <a:t> </a:t>
            </a:r>
            <a:r>
              <a:rPr lang="zh-CN" altLang="en-US" b="1" dirty="0">
                <a:latin typeface="+mj-ea"/>
                <a:ea typeface="+mj-ea"/>
              </a:rPr>
              <a:t>条件表达式  </a:t>
            </a:r>
            <a:r>
              <a:rPr lang="en-US" altLang="zh-CN" b="1" dirty="0">
                <a:latin typeface="+mj-ea"/>
                <a:ea typeface="+mj-ea"/>
              </a:rPr>
              <a:t>%}</a:t>
            </a:r>
          </a:p>
          <a:p>
            <a:r>
              <a:rPr lang="en-US" altLang="zh-CN" b="1" dirty="0">
                <a:latin typeface="+mj-ea"/>
                <a:ea typeface="+mj-ea"/>
              </a:rPr>
              <a:t>{% 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else</a:t>
            </a:r>
            <a:r>
              <a:rPr lang="en-US" altLang="zh-CN" b="1" dirty="0">
                <a:latin typeface="+mj-ea"/>
                <a:ea typeface="+mj-ea"/>
              </a:rPr>
              <a:t>  %}</a:t>
            </a:r>
            <a:endParaRPr lang="zh-CN" altLang="en-US" b="1" dirty="0">
              <a:latin typeface="+mj-ea"/>
              <a:ea typeface="+mj-ea"/>
            </a:endParaRPr>
          </a:p>
          <a:p>
            <a:r>
              <a:rPr lang="en-US" altLang="zh-CN" b="1" dirty="0">
                <a:latin typeface="+mj-ea"/>
                <a:ea typeface="+mj-ea"/>
              </a:rPr>
              <a:t>{% 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endif</a:t>
            </a:r>
            <a:r>
              <a:rPr lang="en-US" altLang="zh-CN" b="1" dirty="0">
                <a:latin typeface="+mj-ea"/>
                <a:ea typeface="+mj-ea"/>
              </a:rPr>
              <a:t>  %}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A8FC80-482B-4FED-8314-8C478EEE7430}"/>
              </a:ext>
            </a:extLst>
          </p:cNvPr>
          <p:cNvSpPr/>
          <p:nvPr/>
        </p:nvSpPr>
        <p:spPr>
          <a:xfrm>
            <a:off x="879953" y="3420269"/>
            <a:ext cx="7651994" cy="304698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{% set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dict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={"name":"zhangsan","age":18,"score":90}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&lt;p&gt;score: 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{% 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dict.score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&gt;=90 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Excellent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{% </a:t>
            </a:r>
            <a:r>
              <a:rPr lang="en-US" altLang="zh-CN" sz="1600" dirty="0" err="1">
                <a:solidFill>
                  <a:schemeClr val="accent6"/>
                </a:solidFill>
                <a:latin typeface="+mj-ea"/>
                <a:ea typeface="+mj-ea"/>
              </a:rPr>
              <a:t>elif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dict.score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&gt;=80 %}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Good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{% </a:t>
            </a:r>
            <a:r>
              <a:rPr lang="en-US" altLang="zh-CN" sz="1600" dirty="0" err="1">
                <a:solidFill>
                  <a:schemeClr val="accent6"/>
                </a:solidFill>
                <a:latin typeface="+mj-ea"/>
                <a:ea typeface="+mj-ea"/>
              </a:rPr>
              <a:t>elif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dict.score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&gt;=60 %}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Fair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{% 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else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Poor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{% </a:t>
            </a:r>
            <a:r>
              <a:rPr lang="en-US" altLang="zh-CN" sz="1600" dirty="0">
                <a:solidFill>
                  <a:schemeClr val="accent6"/>
                </a:solidFill>
                <a:latin typeface="+mj-ea"/>
                <a:ea typeface="+mj-ea"/>
              </a:rPr>
              <a:t>endif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&lt;/p&gt;</a:t>
            </a:r>
            <a:endParaRPr lang="en-US" altLang="zh-CN" sz="20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1F1E8E-BBD0-4E09-B313-292B76C76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261" y="3924445"/>
            <a:ext cx="2772162" cy="2038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91391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在模板中使用循环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331933-6713-4891-9F9F-5A9D0FDD4637}"/>
              </a:ext>
            </a:extLst>
          </p:cNvPr>
          <p:cNvSpPr txBox="1"/>
          <p:nvPr/>
        </p:nvSpPr>
        <p:spPr>
          <a:xfrm>
            <a:off x="879953" y="1836964"/>
            <a:ext cx="6784348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{%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for</a:t>
            </a:r>
            <a:r>
              <a:rPr lang="en-US" altLang="zh-CN" b="1" dirty="0">
                <a:latin typeface="+mj-ea"/>
                <a:ea typeface="+mj-ea"/>
              </a:rPr>
              <a:t> item 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in</a:t>
            </a:r>
            <a:r>
              <a:rPr lang="en-US" altLang="zh-CN" b="1" dirty="0">
                <a:latin typeface="+mj-ea"/>
                <a:ea typeface="+mj-ea"/>
              </a:rPr>
              <a:t>  items %}         </a:t>
            </a:r>
            <a:r>
              <a:rPr lang="zh-CN" altLang="en-US" b="1" dirty="0">
                <a:latin typeface="+mj-ea"/>
                <a:ea typeface="+mj-ea"/>
              </a:rPr>
              <a:t>遍历对象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en-US" altLang="zh-CN" b="1" dirty="0">
                <a:latin typeface="+mj-ea"/>
                <a:ea typeface="+mj-ea"/>
              </a:rPr>
              <a:t>  …</a:t>
            </a:r>
          </a:p>
          <a:p>
            <a:r>
              <a:rPr lang="en-US" altLang="zh-CN" b="1" dirty="0">
                <a:latin typeface="+mj-ea"/>
                <a:ea typeface="+mj-ea"/>
              </a:rPr>
              <a:t>{%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else</a:t>
            </a:r>
            <a:r>
              <a:rPr lang="en-US" altLang="zh-CN" b="1" dirty="0">
                <a:latin typeface="+mj-ea"/>
                <a:ea typeface="+mj-ea"/>
              </a:rPr>
              <a:t> %}                        </a:t>
            </a:r>
            <a:r>
              <a:rPr lang="zh-CN" altLang="en-US" b="1" dirty="0">
                <a:latin typeface="+mj-ea"/>
                <a:ea typeface="+mj-ea"/>
              </a:rPr>
              <a:t>如果对象为空，单独处理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en-US" altLang="zh-CN" b="1" dirty="0">
                <a:latin typeface="+mj-ea"/>
                <a:ea typeface="+mj-ea"/>
              </a:rPr>
              <a:t>  …</a:t>
            </a:r>
          </a:p>
          <a:p>
            <a:r>
              <a:rPr lang="en-US" altLang="zh-CN" b="1" dirty="0">
                <a:latin typeface="+mj-ea"/>
                <a:ea typeface="+mj-ea"/>
              </a:rPr>
              <a:t>{% </a:t>
            </a:r>
            <a:r>
              <a:rPr lang="en-US" altLang="zh-CN" b="1" dirty="0" err="1">
                <a:solidFill>
                  <a:schemeClr val="accent6"/>
                </a:solidFill>
                <a:latin typeface="+mj-ea"/>
                <a:ea typeface="+mj-ea"/>
              </a:rPr>
              <a:t>endfor</a:t>
            </a:r>
            <a:r>
              <a:rPr lang="en-US" altLang="zh-CN" b="1" dirty="0">
                <a:latin typeface="+mj-ea"/>
                <a:ea typeface="+mj-ea"/>
              </a:rPr>
              <a:t> %}                      </a:t>
            </a:r>
            <a:r>
              <a:rPr lang="zh-CN" altLang="en-US" b="1" dirty="0">
                <a:latin typeface="+mj-ea"/>
                <a:ea typeface="+mj-ea"/>
              </a:rPr>
              <a:t>结束标志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A8FC80-482B-4FED-8314-8C478EEE7430}"/>
              </a:ext>
            </a:extLst>
          </p:cNvPr>
          <p:cNvSpPr/>
          <p:nvPr/>
        </p:nvSpPr>
        <p:spPr>
          <a:xfrm>
            <a:off x="879953" y="3463346"/>
            <a:ext cx="7651994" cy="304698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{% set list=['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Football','Basketball','Badminton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']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&lt;!-- </a:t>
            </a:r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</a:rPr>
              <a:t>遍历显示一个列表 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&lt;p&gt;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Favorit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Sports: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{% 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for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item 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in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list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 {{ item }}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 {% if not </a:t>
            </a:r>
            <a:r>
              <a:rPr lang="en-US" altLang="zh-CN" sz="1600" b="1" dirty="0" err="1">
                <a:solidFill>
                  <a:schemeClr val="accent6"/>
                </a:solidFill>
                <a:latin typeface="+mj-ea"/>
                <a:ea typeface="+mj-ea"/>
              </a:rPr>
              <a:t>loop.last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     ,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 {% endif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{% 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else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     None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  {% </a:t>
            </a:r>
            <a:r>
              <a:rPr lang="en-US" altLang="zh-CN" sz="1600" b="1" dirty="0" err="1">
                <a:solidFill>
                  <a:schemeClr val="accent6"/>
                </a:solidFill>
                <a:latin typeface="+mj-ea"/>
                <a:ea typeface="+mj-ea"/>
              </a:rPr>
              <a:t>endfor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&lt;/p&gt;</a:t>
            </a:r>
            <a:endParaRPr lang="en-US" altLang="zh-CN" sz="20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D78A37-8FD9-485F-AA69-39E45665C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5" y="4140349"/>
            <a:ext cx="5663400" cy="21384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1B10702-DE49-45C9-AE6D-0E4C02C50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328173"/>
              </p:ext>
            </p:extLst>
          </p:nvPr>
        </p:nvGraphicFramePr>
        <p:xfrm>
          <a:off x="7808317" y="1175829"/>
          <a:ext cx="4192060" cy="2138463"/>
        </p:xfrm>
        <a:graphic>
          <a:graphicData uri="http://schemas.openxmlformats.org/drawingml/2006/table">
            <a:tbl>
              <a:tblPr/>
              <a:tblGrid>
                <a:gridCol w="1224136">
                  <a:extLst>
                    <a:ext uri="{9D8B030D-6E8A-4147-A177-3AD203B41FA5}">
                      <a16:colId xmlns:a16="http://schemas.microsoft.com/office/drawing/2014/main" val="2479605178"/>
                    </a:ext>
                  </a:extLst>
                </a:gridCol>
                <a:gridCol w="2967924">
                  <a:extLst>
                    <a:ext uri="{9D8B030D-6E8A-4147-A177-3AD203B41FA5}">
                      <a16:colId xmlns:a16="http://schemas.microsoft.com/office/drawing/2014/main" val="2733489452"/>
                    </a:ext>
                  </a:extLst>
                </a:gridCol>
              </a:tblGrid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effectLst/>
                        </a:rPr>
                        <a:t>循环时的可访问变量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effectLst/>
                        </a:rPr>
                        <a:t>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977524"/>
                  </a:ext>
                </a:extLst>
              </a:tr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en-US" sz="900" i="1" dirty="0" err="1">
                          <a:effectLst/>
                        </a:rPr>
                        <a:t>loop.index</a:t>
                      </a:r>
                      <a:endParaRPr lang="en-US" sz="9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>
                          <a:effectLst/>
                        </a:rPr>
                        <a:t>当前循环迭代的次数（从 </a:t>
                      </a:r>
                      <a:r>
                        <a:rPr lang="en-US" altLang="zh-CN" sz="900">
                          <a:effectLst/>
                        </a:rPr>
                        <a:t>1 </a:t>
                      </a:r>
                      <a:r>
                        <a:rPr lang="zh-CN" altLang="en-US" sz="900">
                          <a:effectLst/>
                        </a:rPr>
                        <a:t>开始）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488328"/>
                  </a:ext>
                </a:extLst>
              </a:tr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en-US" sz="900" i="1">
                          <a:effectLst/>
                        </a:rPr>
                        <a:t>loop.index0</a:t>
                      </a:r>
                      <a:endParaRPr lang="en-US" sz="9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>
                          <a:effectLst/>
                        </a:rPr>
                        <a:t>当前循环迭代的次数（从 </a:t>
                      </a:r>
                      <a:r>
                        <a:rPr lang="en-US" altLang="zh-CN" sz="900">
                          <a:effectLst/>
                        </a:rPr>
                        <a:t>0 </a:t>
                      </a:r>
                      <a:r>
                        <a:rPr lang="zh-CN" altLang="en-US" sz="900">
                          <a:effectLst/>
                        </a:rPr>
                        <a:t>开始）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883070"/>
                  </a:ext>
                </a:extLst>
              </a:tr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en-US" sz="900" i="1">
                          <a:effectLst/>
                        </a:rPr>
                        <a:t>loop.revindex</a:t>
                      </a:r>
                      <a:endParaRPr lang="en-US" sz="9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>
                          <a:effectLst/>
                        </a:rPr>
                        <a:t>到循环结束需要迭代的次数（从 </a:t>
                      </a:r>
                      <a:r>
                        <a:rPr lang="en-US" altLang="zh-CN" sz="900">
                          <a:effectLst/>
                        </a:rPr>
                        <a:t>1 </a:t>
                      </a:r>
                      <a:r>
                        <a:rPr lang="zh-CN" altLang="en-US" sz="900">
                          <a:effectLst/>
                        </a:rPr>
                        <a:t>开始）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564606"/>
                  </a:ext>
                </a:extLst>
              </a:tr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en-US" sz="900" i="1">
                          <a:effectLst/>
                        </a:rPr>
                        <a:t>loop.revindex0</a:t>
                      </a:r>
                      <a:endParaRPr lang="en-US" sz="9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>
                          <a:effectLst/>
                        </a:rPr>
                        <a:t>到循环结束需要迭代的次数（从 </a:t>
                      </a:r>
                      <a:r>
                        <a:rPr lang="en-US" altLang="zh-CN" sz="900">
                          <a:effectLst/>
                        </a:rPr>
                        <a:t>0 </a:t>
                      </a:r>
                      <a:r>
                        <a:rPr lang="zh-CN" altLang="en-US" sz="900">
                          <a:effectLst/>
                        </a:rPr>
                        <a:t>开始）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659536"/>
                  </a:ext>
                </a:extLst>
              </a:tr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en-US" sz="900" i="1">
                          <a:effectLst/>
                        </a:rPr>
                        <a:t>loop.first</a:t>
                      </a:r>
                      <a:endParaRPr lang="en-US" sz="9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>
                          <a:effectLst/>
                        </a:rPr>
                        <a:t>如果是第一次迭代，为 </a:t>
                      </a:r>
                      <a:r>
                        <a:rPr lang="en-US" sz="900">
                          <a:effectLst/>
                        </a:rPr>
                        <a:t>True 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677200"/>
                  </a:ext>
                </a:extLst>
              </a:tr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en-US" sz="900" i="1">
                          <a:effectLst/>
                        </a:rPr>
                        <a:t>loop.last</a:t>
                      </a:r>
                      <a:endParaRPr lang="en-US" sz="9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>
                          <a:effectLst/>
                        </a:rPr>
                        <a:t>如果是最后一次迭代，为 </a:t>
                      </a:r>
                      <a:r>
                        <a:rPr lang="en-US" sz="900">
                          <a:effectLst/>
                        </a:rPr>
                        <a:t>True 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35660"/>
                  </a:ext>
                </a:extLst>
              </a:tr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en-US" sz="900" i="1">
                          <a:effectLst/>
                        </a:rPr>
                        <a:t>loop.length</a:t>
                      </a:r>
                      <a:endParaRPr lang="en-US" sz="9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>
                          <a:effectLst/>
                        </a:rPr>
                        <a:t>序列中的项目数。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297529"/>
                  </a:ext>
                </a:extLst>
              </a:tr>
              <a:tr h="237607">
                <a:tc>
                  <a:txBody>
                    <a:bodyPr/>
                    <a:lstStyle/>
                    <a:p>
                      <a:pPr algn="l"/>
                      <a:r>
                        <a:rPr lang="en-US" sz="900" i="1">
                          <a:effectLst/>
                        </a:rPr>
                        <a:t>loop.cycle</a:t>
                      </a:r>
                      <a:endParaRPr lang="en-US" sz="9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effectLst/>
                        </a:rPr>
                        <a:t>在一串序列间期取值的辅助函数。见下面的解释。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4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0658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在模板中使用过滤器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7B1F46-7400-4E01-94CD-52CA174DD3D5}"/>
              </a:ext>
            </a:extLst>
          </p:cNvPr>
          <p:cNvSpPr txBox="1"/>
          <p:nvPr/>
        </p:nvSpPr>
        <p:spPr>
          <a:xfrm>
            <a:off x="895549" y="1716414"/>
            <a:ext cx="9937104" cy="141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可以简单认为过滤器是一个专门处理变量的内置函数库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可以实现排序、格式化、字符串连接、大小写转换等功能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zh-CN" altLang="en-US" sz="20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40D41A-7B7C-4093-AF10-D4D6A2AA15AD}"/>
              </a:ext>
            </a:extLst>
          </p:cNvPr>
          <p:cNvSpPr/>
          <p:nvPr/>
        </p:nvSpPr>
        <p:spPr>
          <a:xfrm>
            <a:off x="1026153" y="2956956"/>
            <a:ext cx="3832020" cy="212365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{% set list=['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Football','Basketball','Badminton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'] %}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&lt;!--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遍历显示一个列表 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&lt;p&gt;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Favorit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Sports: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{% 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for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item 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in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list %}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 {{ item }}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 {% if not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loop.last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     ,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 {% endif %}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{% 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else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  None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{% 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endfor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&lt;/p&gt;</a:t>
            </a:r>
            <a:endParaRPr lang="en-US" altLang="zh-CN" sz="14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DA885161-3DC9-4B31-81EC-A0B7D994769A}"/>
              </a:ext>
            </a:extLst>
          </p:cNvPr>
          <p:cNvSpPr/>
          <p:nvPr/>
        </p:nvSpPr>
        <p:spPr>
          <a:xfrm rot="16200000">
            <a:off x="4678604" y="3536992"/>
            <a:ext cx="504056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713FA3-0E38-4724-95E4-14B7939E4EB6}"/>
              </a:ext>
            </a:extLst>
          </p:cNvPr>
          <p:cNvSpPr/>
          <p:nvPr/>
        </p:nvSpPr>
        <p:spPr>
          <a:xfrm>
            <a:off x="5288037" y="3564285"/>
            <a:ext cx="6173217" cy="58477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{% set list=['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Football','Basketball','Badminton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'] %}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&lt;p&gt;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Favorit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Sports: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 {{ </a:t>
            </a:r>
            <a:r>
              <a:rPr lang="en-US" altLang="zh-CN" sz="16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list|join</a:t>
            </a:r>
            <a:r>
              <a:rPr lang="en-US" altLang="zh-CN" sz="16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(',') 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}}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&lt;/p&gt;</a:t>
            </a:r>
            <a:endParaRPr lang="en-US" altLang="zh-CN" sz="20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476F154-889A-418A-BA9C-BB090B91318C}"/>
              </a:ext>
            </a:extLst>
          </p:cNvPr>
          <p:cNvCxnSpPr/>
          <p:nvPr/>
        </p:nvCxnSpPr>
        <p:spPr>
          <a:xfrm flipV="1">
            <a:off x="8204361" y="4239539"/>
            <a:ext cx="0" cy="93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85CC363-71D1-4B7D-866F-0657CBB6BC1C}"/>
              </a:ext>
            </a:extLst>
          </p:cNvPr>
          <p:cNvSpPr txBox="1"/>
          <p:nvPr/>
        </p:nvSpPr>
        <p:spPr>
          <a:xfrm>
            <a:off x="5906196" y="5267539"/>
            <a:ext cx="5322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在变量后面加上</a:t>
            </a:r>
            <a:r>
              <a:rPr lang="en-US" altLang="zh-CN" dirty="0"/>
              <a:t>|</a:t>
            </a:r>
            <a:r>
              <a:rPr lang="zh-CN" altLang="en-US" dirty="0"/>
              <a:t>管道符号，后方添加过滤器名称。如果过滤器需要参数则在过滤器后面添加参数</a:t>
            </a:r>
          </a:p>
        </p:txBody>
      </p:sp>
    </p:spTree>
    <p:extLst>
      <p:ext uri="{BB962C8B-B14F-4D97-AF65-F5344CB8AC3E}">
        <p14:creationId xmlns:p14="http://schemas.microsoft.com/office/powerpoint/2010/main" val="13317715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实现复用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388FE2-D552-4A7E-BCA4-503F69AA5C72}"/>
              </a:ext>
            </a:extLst>
          </p:cNvPr>
          <p:cNvSpPr txBox="1"/>
          <p:nvPr/>
        </p:nvSpPr>
        <p:spPr>
          <a:xfrm>
            <a:off x="895549" y="1716414"/>
            <a:ext cx="9937104" cy="23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继承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   构建一个包含共同元素的基本模板，子模板继承基本模板，子模版既能具有基本模板的结构，又能具有自己的结构 </a:t>
            </a:r>
            <a:r>
              <a:rPr lang="en-US" altLang="zh-CN" sz="2000" dirty="0"/>
              <a:t> 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宏                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i="0" dirty="0">
                <a:solidFill>
                  <a:srgbClr val="3E4349"/>
                </a:solidFill>
                <a:effectLst/>
                <a:latin typeface="Georgia" panose="02040502050405020303" pitchFamily="18" charset="0"/>
              </a:rPr>
              <a:t>    </a:t>
            </a:r>
            <a:r>
              <a:rPr lang="zh-CN" altLang="en-US" sz="2000" b="0" i="0" dirty="0">
                <a:solidFill>
                  <a:srgbClr val="3E4349"/>
                </a:solidFill>
                <a:effectLst/>
                <a:latin typeface="Georgia" panose="02040502050405020303" pitchFamily="18" charset="0"/>
              </a:rPr>
              <a:t>类似编程语言中的函数，把常用行为作为可重用的函数，取代手动重复的工作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841710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实现复用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388FE2-D552-4A7E-BCA4-503F69AA5C72}"/>
              </a:ext>
            </a:extLst>
          </p:cNvPr>
          <p:cNvSpPr txBox="1"/>
          <p:nvPr/>
        </p:nvSpPr>
        <p:spPr>
          <a:xfrm>
            <a:off x="895549" y="1716414"/>
            <a:ext cx="9937104" cy="141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继承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1A0208-9BA0-41FF-B290-B53D03037C37}"/>
              </a:ext>
            </a:extLst>
          </p:cNvPr>
          <p:cNvSpPr/>
          <p:nvPr/>
        </p:nvSpPr>
        <p:spPr>
          <a:xfrm>
            <a:off x="1039565" y="2474214"/>
            <a:ext cx="3584227" cy="34563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2EC4B5-5135-4ABA-8830-51F03B3E8656}"/>
              </a:ext>
            </a:extLst>
          </p:cNvPr>
          <p:cNvSpPr/>
          <p:nvPr/>
        </p:nvSpPr>
        <p:spPr>
          <a:xfrm>
            <a:off x="1183580" y="2587351"/>
            <a:ext cx="3312367" cy="648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6083FB-1BA8-40DF-803D-C852E4F26A30}"/>
              </a:ext>
            </a:extLst>
          </p:cNvPr>
          <p:cNvSpPr/>
          <p:nvPr/>
        </p:nvSpPr>
        <p:spPr>
          <a:xfrm>
            <a:off x="1177089" y="3348560"/>
            <a:ext cx="3309178" cy="20171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CE8519-4A48-4657-B884-CFDA06AAFEC6}"/>
              </a:ext>
            </a:extLst>
          </p:cNvPr>
          <p:cNvSpPr/>
          <p:nvPr/>
        </p:nvSpPr>
        <p:spPr>
          <a:xfrm>
            <a:off x="1177089" y="5508501"/>
            <a:ext cx="3309178" cy="2792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043407-D51A-4143-9CCE-5056E5846299}"/>
              </a:ext>
            </a:extLst>
          </p:cNvPr>
          <p:cNvSpPr txBox="1"/>
          <p:nvPr/>
        </p:nvSpPr>
        <p:spPr>
          <a:xfrm>
            <a:off x="1975669" y="6089340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经典的圣杯布局</a:t>
            </a:r>
            <a:endParaRPr lang="en-US" altLang="zh-CN" sz="1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5AA4D8-B5ED-4997-A1DF-8327749509DC}"/>
              </a:ext>
            </a:extLst>
          </p:cNvPr>
          <p:cNvSpPr txBox="1"/>
          <p:nvPr/>
        </p:nvSpPr>
        <p:spPr>
          <a:xfrm>
            <a:off x="2191693" y="2637698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Header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058F37-50BA-42D1-9EC7-D8833C4692FA}"/>
              </a:ext>
            </a:extLst>
          </p:cNvPr>
          <p:cNvSpPr txBox="1"/>
          <p:nvPr/>
        </p:nvSpPr>
        <p:spPr>
          <a:xfrm>
            <a:off x="2192248" y="3977248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Content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40991A-F24F-4A3A-8B39-BECC6048D282}"/>
              </a:ext>
            </a:extLst>
          </p:cNvPr>
          <p:cNvSpPr txBox="1"/>
          <p:nvPr/>
        </p:nvSpPr>
        <p:spPr>
          <a:xfrm>
            <a:off x="2335709" y="5384392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Footer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7961A2-7200-4FC3-B98A-815B76D54427}"/>
              </a:ext>
            </a:extLst>
          </p:cNvPr>
          <p:cNvSpPr txBox="1"/>
          <p:nvPr/>
        </p:nvSpPr>
        <p:spPr>
          <a:xfrm>
            <a:off x="4811844" y="2649571"/>
            <a:ext cx="273630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通常显示</a:t>
            </a:r>
            <a:r>
              <a:rPr lang="en-US" altLang="zh-CN" b="1" dirty="0"/>
              <a:t>Logo</a:t>
            </a:r>
            <a:r>
              <a:rPr lang="zh-CN" altLang="en-US" b="1" dirty="0"/>
              <a:t>和导航</a:t>
            </a:r>
            <a:endParaRPr lang="en-US" altLang="zh-CN" sz="18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0FADAB3-20A6-4A49-BE14-2352802026E0}"/>
              </a:ext>
            </a:extLst>
          </p:cNvPr>
          <p:cNvSpPr txBox="1"/>
          <p:nvPr/>
        </p:nvSpPr>
        <p:spPr>
          <a:xfrm>
            <a:off x="4811844" y="5445489"/>
            <a:ext cx="2643557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通常显示版权信息</a:t>
            </a:r>
            <a:endParaRPr lang="en-US" altLang="zh-CN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E32CB7-9B38-489E-AD6C-97767645425C}"/>
              </a:ext>
            </a:extLst>
          </p:cNvPr>
          <p:cNvSpPr txBox="1"/>
          <p:nvPr/>
        </p:nvSpPr>
        <p:spPr>
          <a:xfrm>
            <a:off x="4827835" y="3953246"/>
            <a:ext cx="273630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/>
              <a:t>显示内容</a:t>
            </a:r>
            <a:endParaRPr lang="en-US" altLang="zh-CN" sz="18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789465-31C7-43AF-AE81-342DB4865B4C}"/>
              </a:ext>
            </a:extLst>
          </p:cNvPr>
          <p:cNvSpPr txBox="1"/>
          <p:nvPr/>
        </p:nvSpPr>
        <p:spPr>
          <a:xfrm>
            <a:off x="7952333" y="2632175"/>
            <a:ext cx="273630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每个页面都有，且一致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D9660C-9C94-47FB-A3F3-104337E44FB3}"/>
              </a:ext>
            </a:extLst>
          </p:cNvPr>
          <p:cNvSpPr txBox="1"/>
          <p:nvPr/>
        </p:nvSpPr>
        <p:spPr>
          <a:xfrm>
            <a:off x="7880325" y="5485465"/>
            <a:ext cx="273630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每个页面都有，且一致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E0BE7A2-31A0-4CC6-B6B7-92E1857ECAA3}"/>
              </a:ext>
            </a:extLst>
          </p:cNvPr>
          <p:cNvSpPr txBox="1"/>
          <p:nvPr/>
        </p:nvSpPr>
        <p:spPr>
          <a:xfrm>
            <a:off x="7955531" y="3953246"/>
            <a:ext cx="3168352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每个页面都有，但都不一样</a:t>
            </a:r>
            <a:endParaRPr lang="en-US" altLang="zh-CN" sz="1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0939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实现复用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388FE2-D552-4A7E-BCA4-503F69AA5C72}"/>
              </a:ext>
            </a:extLst>
          </p:cNvPr>
          <p:cNvSpPr txBox="1"/>
          <p:nvPr/>
        </p:nvSpPr>
        <p:spPr>
          <a:xfrm>
            <a:off x="895549" y="1716414"/>
            <a:ext cx="9937104" cy="141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继承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1A0208-9BA0-41FF-B290-B53D03037C37}"/>
              </a:ext>
            </a:extLst>
          </p:cNvPr>
          <p:cNvSpPr/>
          <p:nvPr/>
        </p:nvSpPr>
        <p:spPr>
          <a:xfrm>
            <a:off x="1039565" y="2474214"/>
            <a:ext cx="3584227" cy="34563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2EC4B5-5135-4ABA-8830-51F03B3E8656}"/>
              </a:ext>
            </a:extLst>
          </p:cNvPr>
          <p:cNvSpPr/>
          <p:nvPr/>
        </p:nvSpPr>
        <p:spPr>
          <a:xfrm>
            <a:off x="1183580" y="2587351"/>
            <a:ext cx="3312367" cy="648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6083FB-1BA8-40DF-803D-C852E4F26A30}"/>
              </a:ext>
            </a:extLst>
          </p:cNvPr>
          <p:cNvSpPr/>
          <p:nvPr/>
        </p:nvSpPr>
        <p:spPr>
          <a:xfrm>
            <a:off x="1177089" y="3348560"/>
            <a:ext cx="3309178" cy="20171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CE8519-4A48-4657-B884-CFDA06AAFEC6}"/>
              </a:ext>
            </a:extLst>
          </p:cNvPr>
          <p:cNvSpPr/>
          <p:nvPr/>
        </p:nvSpPr>
        <p:spPr>
          <a:xfrm>
            <a:off x="1177089" y="5508501"/>
            <a:ext cx="3309178" cy="2792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5AA4D8-B5ED-4997-A1DF-8327749509DC}"/>
              </a:ext>
            </a:extLst>
          </p:cNvPr>
          <p:cNvSpPr txBox="1"/>
          <p:nvPr/>
        </p:nvSpPr>
        <p:spPr>
          <a:xfrm>
            <a:off x="2191693" y="2637698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Header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058F37-50BA-42D1-9EC7-D8833C4692FA}"/>
              </a:ext>
            </a:extLst>
          </p:cNvPr>
          <p:cNvSpPr txBox="1"/>
          <p:nvPr/>
        </p:nvSpPr>
        <p:spPr>
          <a:xfrm>
            <a:off x="2192248" y="3977248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Content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40991A-F24F-4A3A-8B39-BECC6048D282}"/>
              </a:ext>
            </a:extLst>
          </p:cNvPr>
          <p:cNvSpPr txBox="1"/>
          <p:nvPr/>
        </p:nvSpPr>
        <p:spPr>
          <a:xfrm>
            <a:off x="2335709" y="5384392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Footer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BF8576-7EE7-44E1-93BC-45C4A08BC567}"/>
              </a:ext>
            </a:extLst>
          </p:cNvPr>
          <p:cNvSpPr/>
          <p:nvPr/>
        </p:nvSpPr>
        <p:spPr>
          <a:xfrm>
            <a:off x="4927997" y="2678912"/>
            <a:ext cx="6513146" cy="304698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&lt;title&gt;</a:t>
            </a:r>
            <a:r>
              <a:rPr lang="zh-CN" altLang="en-US" sz="1200" dirty="0">
                <a:solidFill>
                  <a:srgbClr val="FF0000"/>
                </a:solidFill>
                <a:latin typeface="+mj-ea"/>
                <a:ea typeface="+mj-ea"/>
              </a:rPr>
              <a:t>网页的标题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&lt;/title&gt;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&lt;!-- 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导航栏 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&lt;div id="header"&gt;</a:t>
            </a:r>
            <a:r>
              <a:rPr lang="zh-CN" altLang="en-US" sz="1200" dirty="0">
                <a:solidFill>
                  <a:srgbClr val="FF0000"/>
                </a:solidFill>
                <a:latin typeface="+mj-ea"/>
                <a:ea typeface="+mj-ea"/>
              </a:rPr>
              <a:t>这里是导航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&lt;/div&gt;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&lt;!-- 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内容 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&lt;div id="content&gt;</a:t>
            </a:r>
            <a:r>
              <a:rPr lang="zh-CN" altLang="en-US" sz="1200" dirty="0">
                <a:solidFill>
                  <a:srgbClr val="FF0000"/>
                </a:solidFill>
                <a:latin typeface="+mj-ea"/>
                <a:ea typeface="+mj-ea"/>
              </a:rPr>
              <a:t>这里是内容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&lt;/div&gt;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&lt;!-- 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页脚 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&lt;div id="footer"&gt;</a:t>
            </a:r>
            <a:r>
              <a:rPr lang="zh-CN" altLang="en-US" sz="1200" dirty="0">
                <a:solidFill>
                  <a:srgbClr val="FF0000"/>
                </a:solidFill>
                <a:latin typeface="+mj-ea"/>
                <a:ea typeface="+mj-ea"/>
              </a:rPr>
              <a:t>这里是页脚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&lt;/div&gt;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  <a:endParaRPr lang="en-US" altLang="zh-CN" sz="16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81AB06-C75D-4551-855A-8C43C959B2F7}"/>
              </a:ext>
            </a:extLst>
          </p:cNvPr>
          <p:cNvSpPr txBox="1"/>
          <p:nvPr/>
        </p:nvSpPr>
        <p:spPr>
          <a:xfrm>
            <a:off x="9508591" y="4800968"/>
            <a:ext cx="1684102" cy="141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原始结构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0524811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实现复用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388FE2-D552-4A7E-BCA4-503F69AA5C72}"/>
              </a:ext>
            </a:extLst>
          </p:cNvPr>
          <p:cNvSpPr txBox="1"/>
          <p:nvPr/>
        </p:nvSpPr>
        <p:spPr>
          <a:xfrm>
            <a:off x="895549" y="1716414"/>
            <a:ext cx="9937104" cy="141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继承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1A0208-9BA0-41FF-B290-B53D03037C37}"/>
              </a:ext>
            </a:extLst>
          </p:cNvPr>
          <p:cNvSpPr/>
          <p:nvPr/>
        </p:nvSpPr>
        <p:spPr>
          <a:xfrm>
            <a:off x="1039565" y="2474214"/>
            <a:ext cx="3584227" cy="34563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2EC4B5-5135-4ABA-8830-51F03B3E8656}"/>
              </a:ext>
            </a:extLst>
          </p:cNvPr>
          <p:cNvSpPr/>
          <p:nvPr/>
        </p:nvSpPr>
        <p:spPr>
          <a:xfrm>
            <a:off x="1183580" y="2587351"/>
            <a:ext cx="3312367" cy="648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6083FB-1BA8-40DF-803D-C852E4F26A30}"/>
              </a:ext>
            </a:extLst>
          </p:cNvPr>
          <p:cNvSpPr/>
          <p:nvPr/>
        </p:nvSpPr>
        <p:spPr>
          <a:xfrm>
            <a:off x="1177089" y="3348560"/>
            <a:ext cx="3309178" cy="20171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CE8519-4A48-4657-B884-CFDA06AAFEC6}"/>
              </a:ext>
            </a:extLst>
          </p:cNvPr>
          <p:cNvSpPr/>
          <p:nvPr/>
        </p:nvSpPr>
        <p:spPr>
          <a:xfrm>
            <a:off x="1177089" y="5508501"/>
            <a:ext cx="3309178" cy="2792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5AA4D8-B5ED-4997-A1DF-8327749509DC}"/>
              </a:ext>
            </a:extLst>
          </p:cNvPr>
          <p:cNvSpPr txBox="1"/>
          <p:nvPr/>
        </p:nvSpPr>
        <p:spPr>
          <a:xfrm>
            <a:off x="2191693" y="2637698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Header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058F37-50BA-42D1-9EC7-D8833C4692FA}"/>
              </a:ext>
            </a:extLst>
          </p:cNvPr>
          <p:cNvSpPr txBox="1"/>
          <p:nvPr/>
        </p:nvSpPr>
        <p:spPr>
          <a:xfrm>
            <a:off x="2192248" y="3977248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Content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40991A-F24F-4A3A-8B39-BECC6048D282}"/>
              </a:ext>
            </a:extLst>
          </p:cNvPr>
          <p:cNvSpPr txBox="1"/>
          <p:nvPr/>
        </p:nvSpPr>
        <p:spPr>
          <a:xfrm>
            <a:off x="2335709" y="5384392"/>
            <a:ext cx="2016224" cy="45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Footer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BF8576-7EE7-44E1-93BC-45C4A08BC567}"/>
              </a:ext>
            </a:extLst>
          </p:cNvPr>
          <p:cNvSpPr/>
          <p:nvPr/>
        </p:nvSpPr>
        <p:spPr>
          <a:xfrm>
            <a:off x="4927997" y="2423947"/>
            <a:ext cx="6513146" cy="39703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&lt;!-- 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继承 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{% extends "base.html"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&lt;!-- 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标题 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{% block title %}{{title}}{%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endblock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&lt;!-- 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导航 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{% block header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&lt;nav style="display: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flex;width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: 30%;justify-content: space-between;"&gt;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&lt;div&gt;Logo&lt;/div&gt;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&lt;div&gt;&lt;a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href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="#"&gt;Home&lt;/a&gt;&lt;/div&gt;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&lt;div&gt;&lt;a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href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="#"&gt;About&lt;/a&gt;&lt;/div&gt;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&lt;div&gt;&lt;a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href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="#"&gt;Contact&lt;/a&gt;&lt;/div&gt;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&lt;/nav&gt;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{%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endblock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&lt;!-- 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内容 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{% block content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&lt;h1&gt;Hello, {{ username }}!&lt;/h1&gt;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{%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endblock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&lt;!-- 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页脚 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{% block content %}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   Copyright 2025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{% </a:t>
            </a:r>
            <a:r>
              <a:rPr lang="en-US" altLang="zh-CN" sz="1200" dirty="0" err="1">
                <a:solidFill>
                  <a:schemeClr val="tx1"/>
                </a:solidFill>
                <a:latin typeface="+mj-ea"/>
                <a:ea typeface="+mj-ea"/>
              </a:rPr>
              <a:t>endblock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  <a:endParaRPr lang="en-US" altLang="zh-CN" sz="16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81AB06-C75D-4551-855A-8C43C959B2F7}"/>
              </a:ext>
            </a:extLst>
          </p:cNvPr>
          <p:cNvSpPr txBox="1"/>
          <p:nvPr/>
        </p:nvSpPr>
        <p:spPr>
          <a:xfrm>
            <a:off x="9436583" y="5453896"/>
            <a:ext cx="1684102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具体页面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E8FB02-6D3C-493D-B10D-2B3239E4CDF8}"/>
              </a:ext>
            </a:extLst>
          </p:cNvPr>
          <p:cNvSpPr txBox="1"/>
          <p:nvPr/>
        </p:nvSpPr>
        <p:spPr>
          <a:xfrm>
            <a:off x="4927997" y="1621910"/>
            <a:ext cx="6513146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{%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extends</a:t>
            </a:r>
            <a:r>
              <a:rPr lang="en-US" altLang="zh-CN" b="1" dirty="0">
                <a:latin typeface="+mj-ea"/>
                <a:ea typeface="+mj-ea"/>
              </a:rPr>
              <a:t> "base.html" %}</a:t>
            </a:r>
          </a:p>
          <a:p>
            <a:r>
              <a:rPr lang="en-US" altLang="zh-CN" b="1" dirty="0">
                <a:latin typeface="+mj-ea"/>
                <a:ea typeface="+mj-ea"/>
              </a:rPr>
              <a:t>{% </a:t>
            </a:r>
            <a:r>
              <a:rPr lang="en-US" altLang="zh-CN" b="1" dirty="0">
                <a:solidFill>
                  <a:schemeClr val="accent6"/>
                </a:solidFill>
                <a:latin typeface="+mj-ea"/>
                <a:ea typeface="+mj-ea"/>
              </a:rPr>
              <a:t>block</a:t>
            </a:r>
            <a:r>
              <a:rPr lang="en-US" altLang="zh-CN" b="1" dirty="0">
                <a:latin typeface="+mj-ea"/>
                <a:ea typeface="+mj-ea"/>
              </a:rPr>
              <a:t> xxx %}{% </a:t>
            </a:r>
            <a:r>
              <a:rPr lang="en-US" altLang="zh-CN" b="1" dirty="0" err="1">
                <a:solidFill>
                  <a:schemeClr val="accent6"/>
                </a:solidFill>
                <a:latin typeface="+mj-ea"/>
                <a:ea typeface="+mj-ea"/>
              </a:rPr>
              <a:t>endblock</a:t>
            </a:r>
            <a:r>
              <a:rPr lang="en-US" altLang="zh-CN" b="1" dirty="0">
                <a:latin typeface="+mj-ea"/>
                <a:ea typeface="+mj-ea"/>
              </a:rPr>
              <a:t> %}</a:t>
            </a:r>
          </a:p>
        </p:txBody>
      </p:sp>
    </p:spTree>
    <p:extLst>
      <p:ext uri="{BB962C8B-B14F-4D97-AF65-F5344CB8AC3E}">
        <p14:creationId xmlns:p14="http://schemas.microsoft.com/office/powerpoint/2010/main" val="8493430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实现复用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388FE2-D552-4A7E-BCA4-503F69AA5C72}"/>
              </a:ext>
            </a:extLst>
          </p:cNvPr>
          <p:cNvSpPr txBox="1"/>
          <p:nvPr/>
        </p:nvSpPr>
        <p:spPr>
          <a:xfrm>
            <a:off x="895549" y="1716414"/>
            <a:ext cx="9937104" cy="141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宏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BF8576-7EE7-44E1-93BC-45C4A08BC567}"/>
              </a:ext>
            </a:extLst>
          </p:cNvPr>
          <p:cNvSpPr/>
          <p:nvPr/>
        </p:nvSpPr>
        <p:spPr>
          <a:xfrm>
            <a:off x="4927997" y="2423947"/>
            <a:ext cx="6513146" cy="37856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&lt;form action="" method="post"&gt;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&lt;label for="username"&gt;</a:t>
            </a:r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</a:rPr>
              <a:t>用户账号：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&lt;input type="text" name="username" id="username"&gt;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&lt;label for="email"&gt;email&lt;/label&gt;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&lt;input type="text" name="email" id="email"&gt;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&lt;label for="password"&gt;</a:t>
            </a:r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</a:rPr>
              <a:t>设置密码：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&lt;input type="password" name="password" id="password"&gt;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&lt;label for="password"&gt;</a:t>
            </a:r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</a:rPr>
              <a:t>确认密码：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&lt;input type="password" name="confirm" id="confirm"&gt;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 &lt;input type="submit" value="</a:t>
            </a:r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</a:rPr>
              <a:t>注册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&lt;/form&gt;</a:t>
            </a:r>
            <a:endParaRPr lang="en-US" altLang="zh-CN" sz="20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81AB06-C75D-4551-855A-8C43C959B2F7}"/>
              </a:ext>
            </a:extLst>
          </p:cNvPr>
          <p:cNvSpPr txBox="1"/>
          <p:nvPr/>
        </p:nvSpPr>
        <p:spPr>
          <a:xfrm>
            <a:off x="9436583" y="5453896"/>
            <a:ext cx="1684102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具体页面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E8FB02-6D3C-493D-B10D-2B3239E4CDF8}"/>
              </a:ext>
            </a:extLst>
          </p:cNvPr>
          <p:cNvSpPr txBox="1"/>
          <p:nvPr/>
        </p:nvSpPr>
        <p:spPr>
          <a:xfrm>
            <a:off x="4938091" y="2739793"/>
            <a:ext cx="6513146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7FFF2B-3240-4141-8250-2E850D61114B}"/>
              </a:ext>
            </a:extLst>
          </p:cNvPr>
          <p:cNvSpPr txBox="1"/>
          <p:nvPr/>
        </p:nvSpPr>
        <p:spPr>
          <a:xfrm>
            <a:off x="4938091" y="3489621"/>
            <a:ext cx="6513146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36C87C-14B4-4E96-B302-34638FFA52AB}"/>
              </a:ext>
            </a:extLst>
          </p:cNvPr>
          <p:cNvSpPr txBox="1"/>
          <p:nvPr/>
        </p:nvSpPr>
        <p:spPr>
          <a:xfrm>
            <a:off x="4938091" y="4212357"/>
            <a:ext cx="6513146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1D963-98B5-4F5C-89BA-C864976AC01A}"/>
              </a:ext>
            </a:extLst>
          </p:cNvPr>
          <p:cNvSpPr txBox="1"/>
          <p:nvPr/>
        </p:nvSpPr>
        <p:spPr>
          <a:xfrm>
            <a:off x="4941203" y="4932437"/>
            <a:ext cx="6513146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089052F9-5A54-4B6A-8F6A-C4E1DB032318}"/>
              </a:ext>
            </a:extLst>
          </p:cNvPr>
          <p:cNvSpPr/>
          <p:nvPr/>
        </p:nvSpPr>
        <p:spPr>
          <a:xfrm>
            <a:off x="9510110" y="1451195"/>
            <a:ext cx="1944216" cy="791137"/>
          </a:xfrm>
          <a:prstGeom prst="wedgeRectCallout">
            <a:avLst>
              <a:gd name="adj1" fmla="val -46158"/>
              <a:gd name="adj2" fmla="val 1058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有何共同之处？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AAE4679-A28C-48FF-A48E-059E48F3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49" y="2415076"/>
            <a:ext cx="349616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0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Jinjia2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模板引擎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实现复用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388FE2-D552-4A7E-BCA4-503F69AA5C72}"/>
              </a:ext>
            </a:extLst>
          </p:cNvPr>
          <p:cNvSpPr txBox="1"/>
          <p:nvPr/>
        </p:nvSpPr>
        <p:spPr>
          <a:xfrm>
            <a:off x="895549" y="1716414"/>
            <a:ext cx="2088232" cy="141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宏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BF8576-7EE7-44E1-93BC-45C4A08BC567}"/>
              </a:ext>
            </a:extLst>
          </p:cNvPr>
          <p:cNvSpPr/>
          <p:nvPr/>
        </p:nvSpPr>
        <p:spPr>
          <a:xfrm>
            <a:off x="5393917" y="4839027"/>
            <a:ext cx="6081138" cy="138499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 &lt;form action="" method="post"&gt;</a:t>
            </a:r>
          </a:p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{{ input('</a:t>
            </a:r>
            <a:r>
              <a:rPr lang="zh-CN" altLang="en-US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用户账号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','username') }}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    {{ input('</a:t>
            </a:r>
            <a:r>
              <a:rPr lang="zh-CN" altLang="en-US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电子邮箱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','email') }}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    {{ input('</a:t>
            </a:r>
            <a:r>
              <a:rPr lang="zh-CN" altLang="en-US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设置密码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','password', type='password') }}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    {{ input('</a:t>
            </a:r>
            <a:r>
              <a:rPr lang="zh-CN" altLang="en-US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确认密码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','confirm', type='password') }}</a:t>
            </a:r>
          </a:p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&lt;input type="submit" value="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注册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"&gt;</a:t>
            </a:r>
            <a:endParaRPr lang="zh-CN" altLang="en-US" sz="1200" b="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&lt;/form&gt;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E8FB02-6D3C-493D-B10D-2B3239E4CDF8}"/>
              </a:ext>
            </a:extLst>
          </p:cNvPr>
          <p:cNvSpPr txBox="1"/>
          <p:nvPr/>
        </p:nvSpPr>
        <p:spPr>
          <a:xfrm>
            <a:off x="5360005" y="1716414"/>
            <a:ext cx="6081138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{% macro </a:t>
            </a:r>
            <a:r>
              <a:rPr lang="zh-CN" altLang="en-US" b="1" dirty="0">
                <a:solidFill>
                  <a:srgbClr val="00B050"/>
                </a:solidFill>
                <a:latin typeface="+mj-ea"/>
                <a:ea typeface="+mj-ea"/>
              </a:rPr>
              <a:t>宏名</a:t>
            </a:r>
            <a:r>
              <a:rPr lang="en-US" altLang="zh-CN" sz="18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(</a:t>
            </a:r>
            <a:r>
              <a:rPr lang="zh-CN" altLang="en-US" sz="18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参数表</a:t>
            </a:r>
            <a:r>
              <a:rPr lang="en-US" altLang="zh-CN" sz="18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) </a:t>
            </a:r>
            <a:r>
              <a:rPr lang="en-US" altLang="zh-CN" sz="18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%}</a:t>
            </a:r>
          </a:p>
          <a:p>
            <a:r>
              <a:rPr lang="en-US" altLang="zh-CN" sz="18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{% </a:t>
            </a:r>
            <a:r>
              <a:rPr lang="en-US" altLang="zh-CN" sz="1800" b="1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endmacro</a:t>
            </a:r>
            <a:r>
              <a:rPr lang="en-US" altLang="zh-CN" sz="18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 %}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BD0BFA-EC8B-4A87-BBE0-2FD8164C1691}"/>
              </a:ext>
            </a:extLst>
          </p:cNvPr>
          <p:cNvSpPr/>
          <p:nvPr/>
        </p:nvSpPr>
        <p:spPr>
          <a:xfrm>
            <a:off x="5360005" y="2693164"/>
            <a:ext cx="6081138" cy="120032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{% macro 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input(</a:t>
            </a:r>
            <a:r>
              <a:rPr lang="en-US" altLang="zh-CN" sz="12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label,name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, value='', type='text', size=20)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-%}</a:t>
            </a:r>
          </a:p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&lt;label for="password"&gt;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{{label}}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：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&lt;/label&gt;</a:t>
            </a:r>
          </a:p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&lt;input type="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{{ type }}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" name="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{{ name }}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" value="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{{</a:t>
            </a:r>
            <a:r>
              <a:rPr lang="en-US" altLang="zh-CN" sz="12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value|e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 }}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" size="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{{ size }}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" id="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{{ name }}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"&gt;</a:t>
            </a:r>
          </a:p>
          <a:p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    &lt;</a:t>
            </a:r>
            <a:r>
              <a:rPr lang="en-US" altLang="zh-CN" sz="1200" b="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br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&gt;</a:t>
            </a:r>
          </a:p>
          <a:p>
            <a:r>
              <a:rPr lang="en-US" altLang="zh-CN" sz="12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{%- </a:t>
            </a:r>
            <a:r>
              <a:rPr lang="en-US" altLang="zh-CN" sz="1200" b="1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endmacro</a:t>
            </a:r>
            <a:r>
              <a:rPr lang="en-US" altLang="zh-CN" sz="12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 %}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6AFBE2-E41E-40E3-B994-7ACB0AE1F3BB}"/>
              </a:ext>
            </a:extLst>
          </p:cNvPr>
          <p:cNvSpPr/>
          <p:nvPr/>
        </p:nvSpPr>
        <p:spPr>
          <a:xfrm>
            <a:off x="329806" y="3064728"/>
            <a:ext cx="4176464" cy="263149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&lt;form action="" method="post"&gt;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&lt;label for="username"&gt;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用户账号：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&lt;input type="text" name="username" id="username"&gt;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&lt;label for="email"&gt;email&lt;/label&gt;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&lt;input type="text" name="email" id="email"&gt;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&lt;label for="password"&gt;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设置密码：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&lt;input type="password" name="password" id="password"&gt;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&lt;label for="password"&gt;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确认密码：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&lt;input type="password" name="confirm" id="confirm"&gt;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&lt;input type="submit" value="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注册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&lt;/form&gt;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A8C8317-6B94-4E6C-9D63-DC90B9DD9755}"/>
              </a:ext>
            </a:extLst>
          </p:cNvPr>
          <p:cNvSpPr/>
          <p:nvPr/>
        </p:nvSpPr>
        <p:spPr>
          <a:xfrm>
            <a:off x="4586817" y="3127307"/>
            <a:ext cx="714702" cy="415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ADC285FB-E77F-4D85-A6FC-5100A57F66DD}"/>
              </a:ext>
            </a:extLst>
          </p:cNvPr>
          <p:cNvSpPr/>
          <p:nvPr/>
        </p:nvSpPr>
        <p:spPr>
          <a:xfrm rot="5400000">
            <a:off x="5408349" y="4147640"/>
            <a:ext cx="607154" cy="415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1C79A4-9ADD-4A05-B4CA-E69EBE65342F}"/>
              </a:ext>
            </a:extLst>
          </p:cNvPr>
          <p:cNvSpPr txBox="1"/>
          <p:nvPr/>
        </p:nvSpPr>
        <p:spPr>
          <a:xfrm>
            <a:off x="391493" y="2492626"/>
            <a:ext cx="4692845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对可重用的代码进行抽象，编写宏</a:t>
            </a:r>
            <a:endParaRPr lang="en-US" altLang="zh-CN" sz="20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4CCBFB-1AEB-4C5A-AFA5-D0CA2E259A43}"/>
              </a:ext>
            </a:extLst>
          </p:cNvPr>
          <p:cNvSpPr txBox="1"/>
          <p:nvPr/>
        </p:nvSpPr>
        <p:spPr>
          <a:xfrm>
            <a:off x="6194946" y="4073438"/>
            <a:ext cx="4692845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像函数一样在需要的地方调用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873094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Session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Cookie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6.1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认识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Session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Cookie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0AC51-4500-404D-B030-4FE49D08C651}"/>
              </a:ext>
            </a:extLst>
          </p:cNvPr>
          <p:cNvSpPr/>
          <p:nvPr/>
        </p:nvSpPr>
        <p:spPr>
          <a:xfrm>
            <a:off x="767706" y="1847314"/>
            <a:ext cx="22990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6.2  Session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97F2E-78B9-643E-7F9E-EC7767F69572}"/>
              </a:ext>
            </a:extLst>
          </p:cNvPr>
          <p:cNvSpPr/>
          <p:nvPr/>
        </p:nvSpPr>
        <p:spPr>
          <a:xfrm>
            <a:off x="782324" y="2534802"/>
            <a:ext cx="21868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6.3  Cookie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64541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认识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Session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Cookie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HTTP</a:t>
            </a:r>
            <a:r>
              <a:rPr lang="zh-CN" altLang="en-US" sz="2800" b="1" dirty="0">
                <a:solidFill>
                  <a:srgbClr val="0000FF"/>
                </a:solidFill>
              </a:rPr>
              <a:t>的无状态特性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FDC84-6345-484D-AF92-17AB004B1808}"/>
              </a:ext>
            </a:extLst>
          </p:cNvPr>
          <p:cNvSpPr txBox="1"/>
          <p:nvPr/>
        </p:nvSpPr>
        <p:spPr>
          <a:xfrm>
            <a:off x="800720" y="1705618"/>
            <a:ext cx="8640960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/>
              <a:t>HTTP</a:t>
            </a:r>
            <a:r>
              <a:rPr lang="zh-CN" altLang="en-US" sz="2000" b="1" dirty="0"/>
              <a:t>是一种无状态的协议</a:t>
            </a:r>
            <a:endParaRPr lang="en-US" altLang="zh-CN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B2899-00E2-47AC-B3F2-78E9F0E21053}"/>
              </a:ext>
            </a:extLst>
          </p:cNvPr>
          <p:cNvSpPr txBox="1"/>
          <p:nvPr/>
        </p:nvSpPr>
        <p:spPr>
          <a:xfrm>
            <a:off x="954126" y="2372860"/>
            <a:ext cx="7776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0000"/>
                </a:solidFill>
                <a:latin typeface="Helvetica Neue"/>
              </a:rPr>
              <a:t>下面是一个常见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Helvetica Neue"/>
              </a:rPr>
              <a:t>的场景：在购物网站上购买一个商品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6EC58A-08BC-48D7-9A8E-7BE58DE01F2E}"/>
              </a:ext>
            </a:extLst>
          </p:cNvPr>
          <p:cNvSpPr txBox="1"/>
          <p:nvPr/>
        </p:nvSpPr>
        <p:spPr>
          <a:xfrm>
            <a:off x="1009749" y="2900646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Helvetica Neue"/>
              </a:rPr>
              <a:t>打开登录页面            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 Neue"/>
              </a:rPr>
              <a:t> /login</a:t>
            </a:r>
            <a:endParaRPr lang="zh-CN" altLang="en-US" sz="1800" b="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1AB3BB-1882-4164-B3D4-5ED1D3641932}"/>
              </a:ext>
            </a:extLst>
          </p:cNvPr>
          <p:cNvSpPr txBox="1"/>
          <p:nvPr/>
        </p:nvSpPr>
        <p:spPr>
          <a:xfrm>
            <a:off x="4394125" y="2876847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Helvetica Neue"/>
              </a:rPr>
              <a:t>输入用户信息，</a:t>
            </a:r>
            <a:r>
              <a:rPr lang="zh-CN" altLang="en-US" sz="1800" i="0" dirty="0">
                <a:effectLst/>
                <a:latin typeface="Helvetica Neue"/>
              </a:rPr>
              <a:t>账号密码登录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A7F37D-B68C-4290-823A-5A9F7E8CB69E}"/>
              </a:ext>
            </a:extLst>
          </p:cNvPr>
          <p:cNvSpPr txBox="1"/>
          <p:nvPr/>
        </p:nvSpPr>
        <p:spPr>
          <a:xfrm>
            <a:off x="1023217" y="3420269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 Neue"/>
              </a:rPr>
              <a:t>2.</a:t>
            </a:r>
            <a:r>
              <a:rPr lang="zh-CN" altLang="en-US" dirty="0">
                <a:solidFill>
                  <a:srgbClr val="000000"/>
                </a:solidFill>
                <a:latin typeface="Helvetica Neue"/>
              </a:rPr>
              <a:t>将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Helvetica Neue"/>
              </a:rPr>
              <a:t>商品添加到购物车  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 Neue"/>
              </a:rPr>
              <a:t>/cart</a:t>
            </a:r>
            <a:endParaRPr lang="zh-CN" altLang="en-US" sz="1800" b="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6AE8D9-68E9-402E-9ED3-9745459DB02A}"/>
              </a:ext>
            </a:extLst>
          </p:cNvPr>
          <p:cNvSpPr txBox="1"/>
          <p:nvPr/>
        </p:nvSpPr>
        <p:spPr>
          <a:xfrm>
            <a:off x="4394125" y="3401557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chemeClr val="accent2"/>
                </a:solidFill>
                <a:effectLst/>
                <a:latin typeface="Helvetica Neue"/>
              </a:rPr>
              <a:t>用户信息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Helvetica Neue"/>
              </a:rPr>
              <a:t>，产品信息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0E451B-626B-4661-964E-2E47BD070A11}"/>
              </a:ext>
            </a:extLst>
          </p:cNvPr>
          <p:cNvSpPr txBox="1"/>
          <p:nvPr/>
        </p:nvSpPr>
        <p:spPr>
          <a:xfrm>
            <a:off x="1030634" y="3948495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 Neue"/>
              </a:rPr>
              <a:t>3.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Helvetica Neue"/>
              </a:rPr>
              <a:t>购买并支付                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Helvetica Neue"/>
              </a:rPr>
              <a:t>/pay</a:t>
            </a:r>
            <a:endParaRPr lang="zh-CN" altLang="en-US" sz="1800" b="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E6FC881-DDA6-460E-80F3-E330A9B6AD85}"/>
              </a:ext>
            </a:extLst>
          </p:cNvPr>
          <p:cNvSpPr txBox="1"/>
          <p:nvPr/>
        </p:nvSpPr>
        <p:spPr>
          <a:xfrm>
            <a:off x="4394125" y="3948495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chemeClr val="accent2"/>
                </a:solidFill>
                <a:effectLst/>
                <a:latin typeface="Helvetica Neue"/>
              </a:rPr>
              <a:t>用户信息，商品信息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Helvetica Neue"/>
              </a:rPr>
              <a:t>，金额信息</a:t>
            </a:r>
            <a:endParaRPr lang="zh-CN" altLang="en-US" dirty="0"/>
          </a:p>
        </p:txBody>
      </p:sp>
      <p:sp>
        <p:nvSpPr>
          <p:cNvPr id="25" name="对话气泡: 矩形 24">
            <a:extLst>
              <a:ext uri="{FF2B5EF4-FFF2-40B4-BE49-F238E27FC236}">
                <a16:creationId xmlns:a16="http://schemas.microsoft.com/office/drawing/2014/main" id="{8C5A7042-68B4-4D9C-8E5F-33D7A6F7063F}"/>
              </a:ext>
            </a:extLst>
          </p:cNvPr>
          <p:cNvSpPr/>
          <p:nvPr/>
        </p:nvSpPr>
        <p:spPr>
          <a:xfrm>
            <a:off x="7842011" y="1965093"/>
            <a:ext cx="3364113" cy="939646"/>
          </a:xfrm>
          <a:prstGeom prst="wedgeRectCallout">
            <a:avLst>
              <a:gd name="adj1" fmla="val -48921"/>
              <a:gd name="adj2" fmla="val 952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HTTP</a:t>
            </a:r>
            <a:r>
              <a:rPr lang="zh-CN" altLang="en-US" dirty="0"/>
              <a:t>的无状态特性会导致什么问题？</a:t>
            </a:r>
          </a:p>
        </p:txBody>
      </p:sp>
    </p:spTree>
    <p:extLst>
      <p:ext uri="{BB962C8B-B14F-4D97-AF65-F5344CB8AC3E}">
        <p14:creationId xmlns:p14="http://schemas.microsoft.com/office/powerpoint/2010/main" val="15212017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认识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Session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Cookie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HTTP</a:t>
            </a:r>
            <a:r>
              <a:rPr lang="zh-CN" altLang="en-US" sz="2800" b="1" dirty="0">
                <a:solidFill>
                  <a:srgbClr val="0000FF"/>
                </a:solidFill>
              </a:rPr>
              <a:t>的无状态特性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FDC84-6345-484D-AF92-17AB004B1808}"/>
              </a:ext>
            </a:extLst>
          </p:cNvPr>
          <p:cNvSpPr txBox="1"/>
          <p:nvPr/>
        </p:nvSpPr>
        <p:spPr>
          <a:xfrm>
            <a:off x="818903" y="1803540"/>
            <a:ext cx="8640960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如何解决状态问题</a:t>
            </a:r>
            <a:endParaRPr lang="en-US" altLang="zh-CN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B2899-00E2-47AC-B3F2-78E9F0E21053}"/>
              </a:ext>
            </a:extLst>
          </p:cNvPr>
          <p:cNvSpPr txBox="1"/>
          <p:nvPr/>
        </p:nvSpPr>
        <p:spPr>
          <a:xfrm>
            <a:off x="954126" y="2372860"/>
            <a:ext cx="7776864" cy="1225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Helvetica Neue"/>
              </a:rPr>
              <a:t>在服务器上保存信息</a:t>
            </a:r>
            <a:endParaRPr lang="en-US" altLang="zh-CN" sz="2000" b="1" dirty="0">
              <a:solidFill>
                <a:srgbClr val="000000"/>
              </a:solidFill>
              <a:latin typeface="Helvetica Neue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Helvetica Neue"/>
              </a:rPr>
              <a:t>在客户端上保存信息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708CBCE-1853-4595-8A03-A0A0D087B380}"/>
              </a:ext>
            </a:extLst>
          </p:cNvPr>
          <p:cNvGrpSpPr/>
          <p:nvPr/>
        </p:nvGrpSpPr>
        <p:grpSpPr>
          <a:xfrm>
            <a:off x="3919885" y="2556173"/>
            <a:ext cx="6816133" cy="375791"/>
            <a:chOff x="3919885" y="2556173"/>
            <a:chExt cx="6816133" cy="375791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585688B-1E95-4994-A78C-0DD08485FA22}"/>
                </a:ext>
              </a:extLst>
            </p:cNvPr>
            <p:cNvSpPr txBox="1"/>
            <p:nvPr/>
          </p:nvSpPr>
          <p:spPr>
            <a:xfrm>
              <a:off x="4656138" y="2556173"/>
              <a:ext cx="60798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0000FF"/>
                  </a:solidFill>
                </a:rPr>
                <a:t>Session</a:t>
              </a:r>
              <a:endParaRPr lang="zh-CN" altLang="en-US" dirty="0"/>
            </a:p>
          </p:txBody>
        </p:sp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C6512704-D2BF-4DCC-AE2C-7EB99738EF5F}"/>
                </a:ext>
              </a:extLst>
            </p:cNvPr>
            <p:cNvSpPr/>
            <p:nvPr/>
          </p:nvSpPr>
          <p:spPr>
            <a:xfrm>
              <a:off x="3919885" y="2612574"/>
              <a:ext cx="576064" cy="31939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15115CF-8D11-4555-A606-564E88BC341F}"/>
              </a:ext>
            </a:extLst>
          </p:cNvPr>
          <p:cNvGrpSpPr/>
          <p:nvPr/>
        </p:nvGrpSpPr>
        <p:grpSpPr>
          <a:xfrm>
            <a:off x="3919885" y="3218173"/>
            <a:ext cx="6816133" cy="369332"/>
            <a:chOff x="3919885" y="3218173"/>
            <a:chExt cx="6816133" cy="36933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939C49F-9A92-43FB-B0AD-5095A6FCD985}"/>
                </a:ext>
              </a:extLst>
            </p:cNvPr>
            <p:cNvSpPr txBox="1"/>
            <p:nvPr/>
          </p:nvSpPr>
          <p:spPr>
            <a:xfrm>
              <a:off x="4656138" y="3218173"/>
              <a:ext cx="60798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0000FF"/>
                  </a:solidFill>
                </a:rPr>
                <a:t>Cookie</a:t>
              </a:r>
              <a:r>
                <a:rPr lang="zh-CN" altLang="en-US" sz="1800" b="1" dirty="0">
                  <a:solidFill>
                    <a:srgbClr val="0000FF"/>
                  </a:solidFill>
                </a:rPr>
                <a:t>、</a:t>
              </a:r>
              <a:r>
                <a:rPr lang="en-US" altLang="zh-CN" sz="1800" b="1" dirty="0" err="1">
                  <a:solidFill>
                    <a:srgbClr val="0000FF"/>
                  </a:solidFill>
                </a:rPr>
                <a:t>LocalStorage</a:t>
              </a:r>
              <a:r>
                <a:rPr lang="zh-CN" altLang="en-US" sz="1800" b="1" dirty="0">
                  <a:solidFill>
                    <a:srgbClr val="0000FF"/>
                  </a:solidFill>
                </a:rPr>
                <a:t>、 </a:t>
              </a:r>
              <a:r>
                <a:rPr lang="en-US" altLang="zh-CN" sz="1800" b="1" dirty="0" err="1">
                  <a:solidFill>
                    <a:srgbClr val="0000FF"/>
                  </a:solidFill>
                </a:rPr>
                <a:t>SessionStorage</a:t>
              </a:r>
              <a:endParaRPr lang="zh-CN" altLang="en-US" dirty="0"/>
            </a:p>
          </p:txBody>
        </p:sp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0437ECED-28CC-45D4-83CA-10B3A895F07B}"/>
                </a:ext>
              </a:extLst>
            </p:cNvPr>
            <p:cNvSpPr/>
            <p:nvPr/>
          </p:nvSpPr>
          <p:spPr>
            <a:xfrm>
              <a:off x="3919885" y="3243144"/>
              <a:ext cx="576064" cy="31939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FC0E2E1E-25C5-473D-A1B9-FC7E5CD057AB}"/>
              </a:ext>
            </a:extLst>
          </p:cNvPr>
          <p:cNvSpPr txBox="1"/>
          <p:nvPr/>
        </p:nvSpPr>
        <p:spPr>
          <a:xfrm>
            <a:off x="844349" y="3781380"/>
            <a:ext cx="10492360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/>
              <a:t>Session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Cookie</a:t>
            </a:r>
            <a:r>
              <a:rPr lang="zh-CN" altLang="en-US" sz="2000" b="1" dirty="0"/>
              <a:t>的关系</a:t>
            </a:r>
            <a:endParaRPr lang="en-US" altLang="zh-CN" sz="20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C631FF-E899-46F4-A512-C4240B1A3B6E}"/>
              </a:ext>
            </a:extLst>
          </p:cNvPr>
          <p:cNvSpPr txBox="1"/>
          <p:nvPr/>
        </p:nvSpPr>
        <p:spPr>
          <a:xfrm>
            <a:off x="954126" y="4453942"/>
            <a:ext cx="9878527" cy="128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/>
              <a:t>Flask</a:t>
            </a:r>
            <a:r>
              <a:rPr lang="zh-CN" altLang="en-US" sz="1800" b="1" dirty="0"/>
              <a:t>的</a:t>
            </a:r>
            <a:r>
              <a:rPr lang="en-US" altLang="zh-CN" sz="1800" b="1" dirty="0"/>
              <a:t>Session</a:t>
            </a:r>
            <a:r>
              <a:rPr lang="zh-CN" altLang="en-US" sz="1800" b="1" dirty="0"/>
              <a:t>基于</a:t>
            </a:r>
            <a:r>
              <a:rPr lang="en-US" altLang="zh-CN" sz="1800" b="1" dirty="0"/>
              <a:t>Cookie</a:t>
            </a:r>
            <a:r>
              <a:rPr lang="zh-CN" altLang="en-US" sz="1800" b="1" dirty="0"/>
              <a:t>实现，但是</a:t>
            </a:r>
            <a:r>
              <a:rPr lang="en-US" altLang="zh-CN" sz="1800" b="1" dirty="0"/>
              <a:t>Session</a:t>
            </a:r>
            <a:r>
              <a:rPr lang="zh-CN" altLang="en-US" sz="1800" b="1" dirty="0"/>
              <a:t>在服务器进行加密，所以用户无法查看到实际内容且无法有效修改</a:t>
            </a:r>
            <a:endParaRPr lang="en-US" altLang="zh-CN" sz="18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/>
              <a:t>Cookie</a:t>
            </a:r>
            <a:r>
              <a:rPr lang="zh-CN" altLang="en-US" sz="1800" b="1" dirty="0"/>
              <a:t>则在可以被用户观察和修改，除非单独进行加密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12988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 Cookie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Cookie</a:t>
            </a:r>
            <a:r>
              <a:rPr lang="zh-CN" altLang="en-US" sz="2800" b="1" dirty="0">
                <a:solidFill>
                  <a:srgbClr val="0000FF"/>
                </a:solidFill>
              </a:rPr>
              <a:t>使用方法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F10263-610C-4998-B5F3-3444A53D115B}"/>
              </a:ext>
            </a:extLst>
          </p:cNvPr>
          <p:cNvSpPr txBox="1"/>
          <p:nvPr/>
        </p:nvSpPr>
        <p:spPr>
          <a:xfrm>
            <a:off x="767706" y="1700329"/>
            <a:ext cx="8640960" cy="187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、获取</a:t>
            </a:r>
            <a:r>
              <a:rPr lang="en-US" altLang="zh-CN" sz="2000" b="1" dirty="0"/>
              <a:t>Cookie</a:t>
            </a:r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0DB6AB-5AE3-429F-87A4-32A4F21B9506}"/>
              </a:ext>
            </a:extLst>
          </p:cNvPr>
          <p:cNvSpPr txBox="1"/>
          <p:nvPr/>
        </p:nvSpPr>
        <p:spPr>
          <a:xfrm>
            <a:off x="891794" y="2269363"/>
            <a:ext cx="608113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request.cookies.get</a:t>
            </a:r>
            <a:r>
              <a:rPr lang="en-US" altLang="zh-CN" sz="18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(key)</a:t>
            </a:r>
            <a:endParaRPr lang="en-US" altLang="zh-CN" sz="1800" b="1" dirty="0">
              <a:solidFill>
                <a:schemeClr val="accent2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B9D754-BCB3-47CE-83E8-ACE8CD559ECB}"/>
              </a:ext>
            </a:extLst>
          </p:cNvPr>
          <p:cNvSpPr txBox="1"/>
          <p:nvPr/>
        </p:nvSpPr>
        <p:spPr>
          <a:xfrm>
            <a:off x="767706" y="2731028"/>
            <a:ext cx="8640960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/>
              <a:t>、设置或取消</a:t>
            </a:r>
            <a:r>
              <a:rPr lang="en-US" altLang="zh-CN" sz="2000" b="1"/>
              <a:t>Cookie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455FCB-3E32-45C7-A3A1-B7CD8EA925E9}"/>
              </a:ext>
            </a:extLst>
          </p:cNvPr>
          <p:cNvSpPr txBox="1"/>
          <p:nvPr/>
        </p:nvSpPr>
        <p:spPr>
          <a:xfrm>
            <a:off x="874504" y="3315099"/>
            <a:ext cx="914877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response.set_cookie</a:t>
            </a:r>
            <a:r>
              <a:rPr lang="en-US" altLang="zh-CN" sz="18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800" b="1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key,value,expire,max_age,path,domain,secure,httponly</a:t>
            </a:r>
            <a:r>
              <a:rPr lang="en-US" altLang="zh-CN" sz="18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)</a:t>
            </a:r>
            <a:endParaRPr lang="en-US" altLang="zh-CN" sz="18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70173F-BDC1-402F-966F-B6CADDC05B73}"/>
              </a:ext>
            </a:extLst>
          </p:cNvPr>
          <p:cNvSpPr txBox="1"/>
          <p:nvPr/>
        </p:nvSpPr>
        <p:spPr>
          <a:xfrm>
            <a:off x="463501" y="3776764"/>
            <a:ext cx="80139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    key</a:t>
            </a:r>
            <a:r>
              <a:rPr lang="en-US" altLang="zh-CN" sz="1600">
                <a:latin typeface="+mj-ea"/>
                <a:ea typeface="+mj-ea"/>
              </a:rPr>
              <a:t>:          Cookie</a:t>
            </a:r>
            <a:r>
              <a:rPr lang="zh-CN" altLang="en-US" sz="1600">
                <a:latin typeface="+mj-ea"/>
                <a:ea typeface="+mj-ea"/>
              </a:rPr>
              <a:t>键</a:t>
            </a:r>
            <a:r>
              <a:rPr lang="zh-CN" altLang="en-US" sz="1600" dirty="0">
                <a:latin typeface="+mj-ea"/>
                <a:ea typeface="+mj-ea"/>
              </a:rPr>
              <a:t>名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en-US" altLang="zh-CN" sz="1600" dirty="0">
                <a:latin typeface="+mj-ea"/>
                <a:ea typeface="+mj-ea"/>
              </a:rPr>
              <a:t>    value:        Cookie</a:t>
            </a:r>
            <a:r>
              <a:rPr lang="zh-CN" altLang="en-US" sz="1600" dirty="0">
                <a:latin typeface="+mj-ea"/>
                <a:ea typeface="+mj-ea"/>
              </a:rPr>
              <a:t>键值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en-US" altLang="zh-CN" sz="1600" dirty="0">
                <a:latin typeface="+mj-ea"/>
                <a:ea typeface="+mj-ea"/>
              </a:rPr>
              <a:t>    </a:t>
            </a:r>
            <a:r>
              <a:rPr lang="en-US" altLang="zh-CN" sz="1600" dirty="0" err="1">
                <a:latin typeface="+mj-ea"/>
                <a:ea typeface="+mj-ea"/>
              </a:rPr>
              <a:t>max_age</a:t>
            </a:r>
            <a:r>
              <a:rPr lang="en-US" altLang="zh-CN" sz="1600" dirty="0">
                <a:latin typeface="+mj-ea"/>
                <a:ea typeface="+mj-ea"/>
              </a:rPr>
              <a:t>:      </a:t>
            </a:r>
            <a:r>
              <a:rPr lang="zh-CN" altLang="en-US" sz="1600" dirty="0">
                <a:latin typeface="+mj-ea"/>
                <a:ea typeface="+mj-ea"/>
              </a:rPr>
              <a:t>过期时长</a:t>
            </a:r>
            <a:r>
              <a:rPr lang="en-US" altLang="zh-CN" sz="1600" dirty="0">
                <a:latin typeface="+mj-ea"/>
                <a:ea typeface="+mj-ea"/>
              </a:rPr>
              <a:t>,</a:t>
            </a:r>
          </a:p>
          <a:p>
            <a:r>
              <a:rPr lang="en-US" altLang="zh-CN" sz="1600" dirty="0">
                <a:latin typeface="+mj-ea"/>
                <a:ea typeface="+mj-ea"/>
              </a:rPr>
              <a:t>    expires:      </a:t>
            </a:r>
            <a:r>
              <a:rPr lang="zh-CN" altLang="en-US" sz="1600" dirty="0">
                <a:latin typeface="+mj-ea"/>
                <a:ea typeface="+mj-ea"/>
              </a:rPr>
              <a:t>过期时间</a:t>
            </a:r>
            <a:r>
              <a:rPr lang="en-US" altLang="zh-CN" sz="1600" dirty="0">
                <a:latin typeface="+mj-ea"/>
                <a:ea typeface="+mj-ea"/>
              </a:rPr>
              <a:t>,</a:t>
            </a:r>
          </a:p>
          <a:p>
            <a:r>
              <a:rPr lang="en-US" altLang="zh-CN" sz="1600" dirty="0">
                <a:latin typeface="+mj-ea"/>
                <a:ea typeface="+mj-ea"/>
              </a:rPr>
              <a:t>    path:         Cookie</a:t>
            </a:r>
            <a:r>
              <a:rPr lang="zh-CN" altLang="en-US" sz="1600" dirty="0">
                <a:latin typeface="+mj-ea"/>
                <a:ea typeface="+mj-ea"/>
              </a:rPr>
              <a:t>有效的路径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en-US" altLang="zh-CN" sz="1600" dirty="0">
                <a:latin typeface="+mj-ea"/>
                <a:ea typeface="+mj-ea"/>
              </a:rPr>
              <a:t>    domain:       Cookie</a:t>
            </a:r>
            <a:r>
              <a:rPr lang="zh-CN" altLang="en-US" sz="1600" dirty="0">
                <a:latin typeface="+mj-ea"/>
                <a:ea typeface="+mj-ea"/>
              </a:rPr>
              <a:t>有效的域名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en-US" altLang="zh-CN" sz="1600" dirty="0">
                <a:latin typeface="+mj-ea"/>
                <a:ea typeface="+mj-ea"/>
              </a:rPr>
              <a:t>    secure:       </a:t>
            </a:r>
            <a:r>
              <a:rPr lang="zh-CN" altLang="en-US" sz="1600" dirty="0">
                <a:latin typeface="+mj-ea"/>
                <a:ea typeface="+mj-ea"/>
              </a:rPr>
              <a:t>是否启用</a:t>
            </a:r>
            <a:r>
              <a:rPr lang="en-US" altLang="zh-CN" sz="1600" dirty="0">
                <a:latin typeface="+mj-ea"/>
                <a:ea typeface="+mj-ea"/>
              </a:rPr>
              <a:t>HTTPS</a:t>
            </a:r>
            <a:r>
              <a:rPr lang="zh-CN" altLang="en-US" sz="1600" dirty="0">
                <a:latin typeface="+mj-ea"/>
                <a:ea typeface="+mj-ea"/>
              </a:rPr>
              <a:t>连接来传输</a:t>
            </a:r>
            <a:r>
              <a:rPr lang="en-US" altLang="zh-CN" sz="1600" dirty="0">
                <a:latin typeface="+mj-ea"/>
                <a:ea typeface="+mj-ea"/>
              </a:rPr>
              <a:t>Cookie</a:t>
            </a:r>
          </a:p>
          <a:p>
            <a:r>
              <a:rPr lang="en-US" altLang="zh-CN" sz="1600" dirty="0">
                <a:latin typeface="+mj-ea"/>
                <a:ea typeface="+mj-ea"/>
              </a:rPr>
              <a:t>    </a:t>
            </a:r>
            <a:r>
              <a:rPr lang="en-US" altLang="zh-CN" sz="1600" dirty="0" err="1">
                <a:latin typeface="+mj-ea"/>
                <a:ea typeface="+mj-ea"/>
              </a:rPr>
              <a:t>httponly</a:t>
            </a:r>
            <a:r>
              <a:rPr lang="en-US" altLang="zh-CN" sz="1600" dirty="0">
                <a:latin typeface="+mj-ea"/>
                <a:ea typeface="+mj-ea"/>
              </a:rPr>
              <a:t>:     </a:t>
            </a:r>
            <a:r>
              <a:rPr lang="zh-CN" altLang="en-US" sz="1600" dirty="0">
                <a:latin typeface="+mj-ea"/>
                <a:ea typeface="+mj-ea"/>
              </a:rPr>
              <a:t>是否只允许页面访问而不允许脚本访问</a:t>
            </a:r>
            <a:endParaRPr lang="en-US" altLang="zh-CN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739443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 Cookie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92B0CB-4A95-475C-815E-675283842822}"/>
              </a:ext>
            </a:extLst>
          </p:cNvPr>
          <p:cNvSpPr/>
          <p:nvPr/>
        </p:nvSpPr>
        <p:spPr>
          <a:xfrm>
            <a:off x="797348" y="4078380"/>
            <a:ext cx="4464496" cy="24840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显示页面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@app.route('/cookie')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def cookie():</a:t>
            </a:r>
          </a:p>
          <a:p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    language = </a:t>
            </a:r>
            <a:r>
              <a:rPr lang="en-US" altLang="zh-CN" sz="1100" b="1" dirty="0" err="1">
                <a:solidFill>
                  <a:srgbClr val="FF0000"/>
                </a:solidFill>
                <a:latin typeface="+mj-ea"/>
                <a:ea typeface="+mj-ea"/>
              </a:rPr>
              <a:t>request.cookies.get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('</a:t>
            </a:r>
            <a:r>
              <a:rPr lang="en-US" altLang="zh-CN" sz="1100" b="1" dirty="0" err="1">
                <a:solidFill>
                  <a:srgbClr val="FF0000"/>
                </a:solidFill>
                <a:latin typeface="+mj-ea"/>
                <a:ea typeface="+mj-ea"/>
              </a:rPr>
              <a:t>user_lang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')</a:t>
            </a:r>
          </a:p>
          <a:p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    if language is None:</a:t>
            </a:r>
          </a:p>
          <a:p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         language = '</a:t>
            </a:r>
            <a:r>
              <a:rPr lang="en-US" altLang="zh-CN" sz="1100" b="1" dirty="0" err="1">
                <a:solidFill>
                  <a:srgbClr val="FF0000"/>
                </a:solidFill>
                <a:latin typeface="+mj-ea"/>
                <a:ea typeface="+mj-ea"/>
              </a:rPr>
              <a:t>zh-cn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'</a:t>
            </a:r>
          </a:p>
          <a:p>
            <a:r>
              <a:rPr lang="en-US" altLang="zh-CN" sz="1100" dirty="0">
                <a:solidFill>
                  <a:srgbClr val="00B050"/>
                </a:solidFill>
                <a:latin typeface="+mj-ea"/>
                <a:ea typeface="+mj-ea"/>
              </a:rPr>
              <a:t>    </a:t>
            </a:r>
            <a:r>
              <a:rPr lang="en-US" altLang="zh-CN" sz="1100" b="1" dirty="0" err="1">
                <a:solidFill>
                  <a:srgbClr val="00B050"/>
                </a:solidFill>
                <a:latin typeface="+mj-ea"/>
                <a:ea typeface="+mj-ea"/>
              </a:rPr>
              <a:t>res_title</a:t>
            </a:r>
            <a:r>
              <a:rPr lang="en-US" altLang="zh-CN" sz="1100" b="1" dirty="0">
                <a:solidFill>
                  <a:srgbClr val="00B050"/>
                </a:solidFill>
                <a:latin typeface="+mj-ea"/>
                <a:ea typeface="+mj-ea"/>
              </a:rPr>
              <a:t> = {    </a:t>
            </a:r>
          </a:p>
          <a:p>
            <a:r>
              <a:rPr lang="en-US" altLang="zh-CN" sz="1100" b="1" dirty="0">
                <a:solidFill>
                  <a:srgbClr val="00B050"/>
                </a:solidFill>
                <a:latin typeface="+mj-ea"/>
                <a:ea typeface="+mj-ea"/>
              </a:rPr>
              <a:t>         '</a:t>
            </a:r>
            <a:r>
              <a:rPr lang="en-US" altLang="zh-CN" sz="1100" b="1" dirty="0" err="1">
                <a:solidFill>
                  <a:srgbClr val="00B050"/>
                </a:solidFill>
                <a:latin typeface="+mj-ea"/>
                <a:ea typeface="+mj-ea"/>
              </a:rPr>
              <a:t>zh-cn</a:t>
            </a:r>
            <a:r>
              <a:rPr lang="en-US" altLang="zh-CN" sz="1100" b="1" dirty="0">
                <a:solidFill>
                  <a:srgbClr val="00B050"/>
                </a:solidFill>
                <a:latin typeface="+mj-ea"/>
                <a:ea typeface="+mj-ea"/>
              </a:rPr>
              <a:t>': 'Cookie</a:t>
            </a:r>
            <a:r>
              <a:rPr lang="zh-CN" altLang="en-US" sz="1100" b="1" dirty="0">
                <a:solidFill>
                  <a:srgbClr val="00B050"/>
                </a:solidFill>
                <a:latin typeface="+mj-ea"/>
                <a:ea typeface="+mj-ea"/>
              </a:rPr>
              <a:t>设置</a:t>
            </a:r>
            <a:r>
              <a:rPr lang="en-US" altLang="zh-CN" sz="1100" b="1" dirty="0">
                <a:solidFill>
                  <a:srgbClr val="00B050"/>
                </a:solidFill>
                <a:latin typeface="+mj-ea"/>
                <a:ea typeface="+mj-ea"/>
              </a:rPr>
              <a:t>',</a:t>
            </a:r>
          </a:p>
          <a:p>
            <a:r>
              <a:rPr lang="en-US" altLang="zh-CN" sz="1100" b="1" dirty="0">
                <a:solidFill>
                  <a:srgbClr val="00B050"/>
                </a:solidFill>
                <a:latin typeface="+mj-ea"/>
                <a:ea typeface="+mj-ea"/>
              </a:rPr>
              <a:t>         '</a:t>
            </a:r>
            <a:r>
              <a:rPr lang="en-US" altLang="zh-CN" sz="1100" b="1" dirty="0" err="1">
                <a:solidFill>
                  <a:srgbClr val="00B050"/>
                </a:solidFill>
                <a:latin typeface="+mj-ea"/>
                <a:ea typeface="+mj-ea"/>
              </a:rPr>
              <a:t>en</a:t>
            </a:r>
            <a:r>
              <a:rPr lang="en-US" altLang="zh-CN" sz="1100" b="1" dirty="0">
                <a:solidFill>
                  <a:srgbClr val="00B050"/>
                </a:solidFill>
                <a:latin typeface="+mj-ea"/>
                <a:ea typeface="+mj-ea"/>
              </a:rPr>
              <a:t>': 'Cookie Setting',</a:t>
            </a:r>
          </a:p>
          <a:p>
            <a:r>
              <a:rPr lang="en-US" altLang="zh-CN" sz="1100" b="1" dirty="0">
                <a:solidFill>
                  <a:srgbClr val="00B050"/>
                </a:solidFill>
                <a:latin typeface="+mj-ea"/>
                <a:ea typeface="+mj-ea"/>
              </a:rPr>
              <a:t>    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return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('cookie.html', title=language, 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content=</a:t>
            </a:r>
            <a:r>
              <a:rPr lang="en-US" altLang="zh-CN" sz="1100" b="1" dirty="0" err="1">
                <a:solidFill>
                  <a:srgbClr val="FF0000"/>
                </a:solidFill>
                <a:latin typeface="+mj-ea"/>
                <a:ea typeface="+mj-ea"/>
              </a:rPr>
              <a:t>res_title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[language]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6012" y="1700329"/>
            <a:ext cx="5184576" cy="1875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设计实现一个支持多国语言的页面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、如果没有</a:t>
            </a:r>
            <a:r>
              <a:rPr lang="en-US" altLang="zh-CN" sz="2000" b="1" dirty="0"/>
              <a:t>Cookie</a:t>
            </a:r>
            <a:r>
              <a:rPr lang="zh-CN" altLang="en-US" sz="2000" b="1" dirty="0"/>
              <a:t>，默认使用中文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、选择对应语言后，使用对应的语言显示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、可以清除</a:t>
            </a:r>
            <a:r>
              <a:rPr lang="en-US" altLang="zh-CN" sz="2000" b="1" dirty="0"/>
              <a:t>Cookie</a:t>
            </a:r>
            <a:r>
              <a:rPr lang="zh-CN" altLang="en-US" sz="2000" b="1" dirty="0"/>
              <a:t>中记录的语言信息</a:t>
            </a:r>
            <a:endParaRPr lang="en-US" altLang="zh-CN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8E2A48-303C-4174-B7F9-B7DF985E5A28}"/>
              </a:ext>
            </a:extLst>
          </p:cNvPr>
          <p:cNvSpPr/>
          <p:nvPr/>
        </p:nvSpPr>
        <p:spPr>
          <a:xfrm>
            <a:off x="6080092" y="1680564"/>
            <a:ext cx="4464496" cy="212365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&lt;form action="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set_lang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  method="post"&gt;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&lt;!-- </a:t>
            </a:r>
            <a:r>
              <a:rPr lang="zh-CN" alt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选择语言下拉框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&lt;select name="language" id="language"&gt;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&lt;option value="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zh-cn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zh-CN" alt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中文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&lt;/option&gt;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&lt;option value="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"&gt;English&lt;/option&gt;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&lt;/select&gt;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&lt;input type="submit" value="</a:t>
            </a:r>
            <a:r>
              <a:rPr lang="zh-CN" alt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切换语言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&lt;/form&gt;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&lt;form action="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clear_lang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  method="post"&gt;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&lt;input type="submit" value="</a:t>
            </a:r>
            <a:r>
              <a:rPr lang="zh-CN" alt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清除记忆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&lt;/form&gt;</a:t>
            </a:r>
          </a:p>
          <a:p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&lt;p&gt;{{content}}&lt;/p&gt;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76FDCB-7A9E-4210-9FBC-9D2C62E9E35B}"/>
              </a:ext>
            </a:extLst>
          </p:cNvPr>
          <p:cNvSpPr txBox="1"/>
          <p:nvPr/>
        </p:nvSpPr>
        <p:spPr>
          <a:xfrm>
            <a:off x="5951817" y="1178616"/>
            <a:ext cx="6079880" cy="37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页面模板</a:t>
            </a:r>
            <a:endParaRPr lang="en-US" altLang="zh-CN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EED486-FA99-4A18-8EA1-DF88CA263366}"/>
              </a:ext>
            </a:extLst>
          </p:cNvPr>
          <p:cNvSpPr txBox="1"/>
          <p:nvPr/>
        </p:nvSpPr>
        <p:spPr>
          <a:xfrm>
            <a:off x="751533" y="3726300"/>
            <a:ext cx="1309533" cy="33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/>
              <a:t>Flask</a:t>
            </a:r>
            <a:r>
              <a:rPr lang="zh-CN" altLang="en-US" sz="1200" b="1" dirty="0"/>
              <a:t>后端</a:t>
            </a:r>
            <a:endParaRPr lang="en-US" altLang="zh-CN" sz="12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51BC5B-B4E2-4C69-9631-E5B04B2D43E0}"/>
              </a:ext>
            </a:extLst>
          </p:cNvPr>
          <p:cNvSpPr/>
          <p:nvPr/>
        </p:nvSpPr>
        <p:spPr>
          <a:xfrm>
            <a:off x="6081137" y="4078185"/>
            <a:ext cx="4464496" cy="246221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设置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cookie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@app.route('/set_lang', methods=['POST'])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def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set_lang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():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lang=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request.form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['language']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response = 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make_response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(redirect(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url_for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('cookie')))</a:t>
            </a:r>
          </a:p>
          <a:p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    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response.set_cookie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('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user_lang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', lang , 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max_age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=3600)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return response</a:t>
            </a:r>
          </a:p>
          <a:p>
            <a:endParaRPr lang="en-US" altLang="zh-CN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清除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cookie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@app.route('/clear_lang', methods=['POST'])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def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clear_lang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():</a:t>
            </a:r>
          </a:p>
          <a:p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    response = 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make_response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(redirect(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url_for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('cookie')))</a:t>
            </a:r>
          </a:p>
          <a:p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    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response.set_cookie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('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user_lang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', </a:t>
            </a:r>
            <a:r>
              <a:rPr lang="en-US" altLang="zh-CN" sz="1100" b="1" dirty="0">
                <a:solidFill>
                  <a:srgbClr val="00B050"/>
                </a:solidFill>
                <a:latin typeface="+mj-ea"/>
                <a:ea typeface="+mj-ea"/>
              </a:rPr>
              <a:t>'' , expires=0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return response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4699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  <p:bldP spid="9" grpId="0"/>
      <p:bldP spid="10" grpId="0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 Session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117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Session</a:t>
            </a:r>
            <a:r>
              <a:rPr lang="zh-CN" altLang="en-US" sz="2800" b="1" dirty="0">
                <a:solidFill>
                  <a:srgbClr val="0000FF"/>
                </a:solidFill>
              </a:rPr>
              <a:t>使用方法</a:t>
            </a:r>
          </a:p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8EE239-8931-43E8-8B12-817D0DA8AD02}"/>
              </a:ext>
            </a:extLst>
          </p:cNvPr>
          <p:cNvSpPr txBox="1"/>
          <p:nvPr/>
        </p:nvSpPr>
        <p:spPr>
          <a:xfrm>
            <a:off x="767706" y="1699207"/>
            <a:ext cx="8640960" cy="187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、配置</a:t>
            </a:r>
            <a:r>
              <a:rPr lang="en-US" altLang="zh-CN" sz="2000" b="1" dirty="0"/>
              <a:t>SECRET_KEY</a:t>
            </a:r>
            <a:r>
              <a:rPr lang="zh-CN" altLang="en-US" sz="2000" b="1" dirty="0"/>
              <a:t>，用于加密数据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可以使用任意随机字符串，通过一些工具可以方便生成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765E08-B1F8-4C64-B6FC-DA76F3BB1C66}"/>
              </a:ext>
            </a:extLst>
          </p:cNvPr>
          <p:cNvSpPr txBox="1"/>
          <p:nvPr/>
        </p:nvSpPr>
        <p:spPr>
          <a:xfrm>
            <a:off x="891794" y="2268241"/>
            <a:ext cx="608113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app.secret_key</a:t>
            </a:r>
            <a:r>
              <a:rPr lang="en-US" altLang="zh-CN" sz="18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= </a:t>
            </a:r>
            <a:r>
              <a:rPr lang="en-US" altLang="zh-CN" sz="18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b'</a:t>
            </a:r>
            <a:r>
              <a:rPr lang="en-US" altLang="zh-CN" sz="18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xxxxxxxxxxxxxxxxxxxxxxxxxxxxxx</a:t>
            </a:r>
            <a:r>
              <a:rPr lang="en-US" altLang="zh-CN" sz="18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'</a:t>
            </a:r>
            <a:endParaRPr lang="en-US" altLang="zh-CN" sz="1800" b="1" dirty="0">
              <a:solidFill>
                <a:schemeClr val="accent2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676677-3008-435B-85BF-A7540439E7BF}"/>
              </a:ext>
            </a:extLst>
          </p:cNvPr>
          <p:cNvSpPr txBox="1"/>
          <p:nvPr/>
        </p:nvSpPr>
        <p:spPr>
          <a:xfrm>
            <a:off x="791038" y="3151864"/>
            <a:ext cx="608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secrets; print(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secrets.token_hex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69649B-AB37-4244-B003-B052A162633F}"/>
              </a:ext>
            </a:extLst>
          </p:cNvPr>
          <p:cNvSpPr txBox="1"/>
          <p:nvPr/>
        </p:nvSpPr>
        <p:spPr>
          <a:xfrm>
            <a:off x="767706" y="3575939"/>
            <a:ext cx="8640960" cy="141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、设置和访问</a:t>
            </a:r>
            <a:r>
              <a:rPr lang="en-US" altLang="zh-CN" sz="2000" b="1" dirty="0"/>
              <a:t>Session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直接像操作数组一样操作</a:t>
            </a:r>
            <a:r>
              <a:rPr lang="en-US" altLang="zh-CN" sz="2000" b="1" dirty="0"/>
              <a:t>session</a:t>
            </a:r>
            <a:r>
              <a:rPr lang="zh-CN" altLang="en-US" sz="2000" b="1" dirty="0"/>
              <a:t>全局对象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3F348D-E3E3-4308-AFE6-97F618857562}"/>
              </a:ext>
            </a:extLst>
          </p:cNvPr>
          <p:cNvSpPr txBox="1"/>
          <p:nvPr/>
        </p:nvSpPr>
        <p:spPr>
          <a:xfrm>
            <a:off x="891794" y="4620667"/>
            <a:ext cx="608113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session['foo'] =  bar          </a:t>
            </a:r>
            <a:r>
              <a:rPr lang="en-US" altLang="zh-CN" sz="18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 赋值</a:t>
            </a:r>
            <a:endParaRPr lang="en-US" altLang="zh-CN" sz="18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>
                <a:solidFill>
                  <a:schemeClr val="accent2"/>
                </a:solidFill>
                <a:latin typeface="+mj-ea"/>
                <a:ea typeface="+mj-ea"/>
              </a:rPr>
              <a:t>bar = </a:t>
            </a:r>
            <a:r>
              <a:rPr lang="en-US" altLang="zh-CN" sz="18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session['foo']           </a:t>
            </a:r>
            <a:r>
              <a:rPr lang="en-US" altLang="zh-CN" sz="18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8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访问</a:t>
            </a:r>
            <a:endParaRPr lang="en-US" altLang="zh-CN" sz="18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800" b="1" dirty="0" err="1">
                <a:solidFill>
                  <a:schemeClr val="accent2"/>
                </a:solidFill>
                <a:effectLst/>
                <a:latin typeface="+mj-ea"/>
                <a:ea typeface="+mj-ea"/>
              </a:rPr>
              <a:t>session.pop</a:t>
            </a:r>
            <a:r>
              <a:rPr lang="en-US" altLang="zh-CN" sz="1800" b="1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('key')             </a:t>
            </a:r>
            <a:r>
              <a:rPr lang="en-US" altLang="zh-CN" sz="18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8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清除</a:t>
            </a:r>
            <a:endParaRPr lang="en-US" altLang="zh-CN" sz="18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098389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 Session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实例  设计实现一个需要登录的网站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823541" y="1700329"/>
            <a:ext cx="9647054" cy="4183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、首页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     </a:t>
            </a:r>
            <a:r>
              <a:rPr lang="zh-CN" altLang="en-US" sz="2000" b="1" dirty="0"/>
              <a:t>不需要登录，提供登录的超链接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、登录页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     </a:t>
            </a:r>
            <a:r>
              <a:rPr lang="zh-CN" altLang="en-US" sz="2000" b="1" dirty="0"/>
              <a:t>通过表单提交登录信息，后端进行用户名密码判断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     </a:t>
            </a:r>
            <a:r>
              <a:rPr lang="zh-CN" altLang="en-US" sz="2000" b="1" dirty="0"/>
              <a:t>如果通过则在</a:t>
            </a:r>
            <a:r>
              <a:rPr lang="en-US" altLang="zh-CN" sz="2000" b="1" dirty="0"/>
              <a:t>session</a:t>
            </a:r>
            <a:r>
              <a:rPr lang="zh-CN" altLang="en-US" sz="2000" b="1" dirty="0"/>
              <a:t>中记录用户名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、内部页面：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     </a:t>
            </a:r>
            <a:r>
              <a:rPr lang="zh-CN" altLang="en-US" sz="2000" b="1" dirty="0"/>
              <a:t>需要登录，先读取</a:t>
            </a:r>
            <a:r>
              <a:rPr lang="en-US" altLang="zh-CN" sz="2000" b="1" dirty="0"/>
              <a:t>session</a:t>
            </a:r>
            <a:r>
              <a:rPr lang="zh-CN" altLang="en-US" sz="2000" b="1" dirty="0"/>
              <a:t>中是否存在用户名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     </a:t>
            </a:r>
            <a:r>
              <a:rPr lang="zh-CN" altLang="en-US" sz="2000" b="1" dirty="0"/>
              <a:t>如果有用户名，则显示页面，否则显示登录页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     </a:t>
            </a:r>
            <a:r>
              <a:rPr lang="zh-CN" altLang="en-US" sz="2000" b="1" dirty="0"/>
              <a:t>提供退出登录的超链接，点击后清除</a:t>
            </a:r>
            <a:r>
              <a:rPr lang="en-US" altLang="zh-CN" sz="2000" b="1" dirty="0"/>
              <a:t>session</a:t>
            </a:r>
            <a:r>
              <a:rPr lang="zh-CN" altLang="en-US" sz="2000" b="1" dirty="0"/>
              <a:t>信息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0583835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 Session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92B0CB-4A95-475C-815E-675283842822}"/>
              </a:ext>
            </a:extLst>
          </p:cNvPr>
          <p:cNvSpPr/>
          <p:nvPr/>
        </p:nvSpPr>
        <p:spPr>
          <a:xfrm>
            <a:off x="5504630" y="4852742"/>
            <a:ext cx="5760640" cy="127727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app = Flask(__name__)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设置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session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的密钥</a:t>
            </a:r>
          </a:p>
          <a:p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app.secret_key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=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b'xxxxxxxxxxxxxxxxxxxxxxxxxxxxxx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'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首页</a:t>
            </a:r>
          </a:p>
          <a:p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@app.route('/')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def index():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return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('index.html',  title='Hello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Session&amp;Cookies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')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95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、首页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无需登录，只需提供登录的超链接</a:t>
            </a:r>
            <a:endParaRPr lang="en-US" altLang="zh-CN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8E2A48-303C-4174-B7F9-B7DF985E5A28}"/>
              </a:ext>
            </a:extLst>
          </p:cNvPr>
          <p:cNvSpPr/>
          <p:nvPr/>
        </p:nvSpPr>
        <p:spPr>
          <a:xfrm>
            <a:off x="5518019" y="2129418"/>
            <a:ext cx="5760640" cy="212365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&lt;title&gt;{{title}}&lt;/title&gt;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Hello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！</a:t>
            </a:r>
          </a:p>
          <a:p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&lt;a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href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="login"&gt;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登录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&lt;/a&gt;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76FDCB-7A9E-4210-9FBC-9D2C62E9E35B}"/>
              </a:ext>
            </a:extLst>
          </p:cNvPr>
          <p:cNvSpPr txBox="1"/>
          <p:nvPr/>
        </p:nvSpPr>
        <p:spPr>
          <a:xfrm>
            <a:off x="5488058" y="1691441"/>
            <a:ext cx="6079880" cy="37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页面模板</a:t>
            </a:r>
            <a:endParaRPr lang="en-US" altLang="zh-CN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EED486-FA99-4A18-8EA1-DF88CA263366}"/>
              </a:ext>
            </a:extLst>
          </p:cNvPr>
          <p:cNvSpPr txBox="1"/>
          <p:nvPr/>
        </p:nvSpPr>
        <p:spPr>
          <a:xfrm>
            <a:off x="5518019" y="4387415"/>
            <a:ext cx="6079880" cy="33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/>
              <a:t>Flask</a:t>
            </a:r>
            <a:r>
              <a:rPr lang="zh-CN" altLang="en-US" sz="1200" b="1" dirty="0"/>
              <a:t>后端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13548488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 Session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92B0CB-4A95-475C-815E-675283842822}"/>
              </a:ext>
            </a:extLst>
          </p:cNvPr>
          <p:cNvSpPr/>
          <p:nvPr/>
        </p:nvSpPr>
        <p:spPr>
          <a:xfrm>
            <a:off x="5437330" y="1476053"/>
            <a:ext cx="5112568" cy="178510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&lt;form action="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login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" method="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post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&lt;div&gt;{{ message }}&lt;/div&gt;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&lt;label for="username"&gt;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用户名：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&lt;input type="text" name="username" id="username"&gt;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&lt;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&lt;label for="password"&gt;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密码：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&lt;input type="password" name="password" id="password"&gt;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&lt;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&lt;input type="submit" value="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登录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&lt;/form&gt;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67706" y="1700329"/>
            <a:ext cx="4464497" cy="1875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、登录页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通过表单提交登录信息，后端进行用户名密码判断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如果通过则在</a:t>
            </a:r>
            <a:r>
              <a:rPr lang="en-US" altLang="zh-CN" sz="2000" b="1" dirty="0"/>
              <a:t>session</a:t>
            </a:r>
            <a:r>
              <a:rPr lang="zh-CN" altLang="en-US" sz="2000" b="1" dirty="0"/>
              <a:t>中记录用户名</a:t>
            </a:r>
            <a:endParaRPr lang="en-US" altLang="zh-CN" sz="2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CAC5ED-38CA-4EE6-BB41-D1B3E36F5A94}"/>
              </a:ext>
            </a:extLst>
          </p:cNvPr>
          <p:cNvSpPr txBox="1"/>
          <p:nvPr/>
        </p:nvSpPr>
        <p:spPr>
          <a:xfrm>
            <a:off x="5437330" y="1028976"/>
            <a:ext cx="6079880" cy="37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页面模板</a:t>
            </a:r>
            <a:endParaRPr lang="en-US" altLang="zh-CN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6F0AE6-EBB9-44DE-94FC-C297AD856D24}"/>
              </a:ext>
            </a:extLst>
          </p:cNvPr>
          <p:cNvSpPr txBox="1"/>
          <p:nvPr/>
        </p:nvSpPr>
        <p:spPr>
          <a:xfrm>
            <a:off x="5437330" y="3393123"/>
            <a:ext cx="6079880" cy="33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/>
              <a:t>Flask</a:t>
            </a:r>
            <a:r>
              <a:rPr lang="zh-CN" altLang="en-US" sz="1200" b="1" dirty="0"/>
              <a:t>后端</a:t>
            </a:r>
            <a:endParaRPr lang="en-US" altLang="zh-CN" sz="12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403847-867E-4C53-A00E-E6635ECD06F5}"/>
              </a:ext>
            </a:extLst>
          </p:cNvPr>
          <p:cNvSpPr/>
          <p:nvPr/>
        </p:nvSpPr>
        <p:spPr>
          <a:xfrm>
            <a:off x="5437330" y="3829447"/>
            <a:ext cx="6624736" cy="229293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登录页面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@app.route('/login', methods=['GET', 'POST'])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def login():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如果是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POST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请求，将用户名存入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session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if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request.method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== 'POST':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如果用户名和密码正确，将用户名存入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session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if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request.form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['username'] == 'admin' and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request.form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['password'] == 'admin':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session['username'] = </a:t>
            </a:r>
            <a:r>
              <a:rPr lang="en-US" altLang="zh-CN" sz="1100" b="1" dirty="0" err="1">
                <a:solidFill>
                  <a:schemeClr val="accent6"/>
                </a:solidFill>
                <a:latin typeface="+mj-ea"/>
                <a:ea typeface="+mj-ea"/>
              </a:rPr>
              <a:t>request.form</a:t>
            </a:r>
            <a:r>
              <a:rPr lang="en-US" altLang="zh-CN" sz="1100" b="1" dirty="0">
                <a:solidFill>
                  <a:schemeClr val="accent6"/>
                </a:solidFill>
                <a:latin typeface="+mj-ea"/>
                <a:ea typeface="+mj-ea"/>
              </a:rPr>
              <a:t>['username']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zh-CN" sz="1100" dirty="0">
                <a:solidFill>
                  <a:schemeClr val="accent6"/>
                </a:solidFill>
                <a:latin typeface="+mj-ea"/>
                <a:ea typeface="+mj-ea"/>
              </a:rPr>
              <a:t>return redirect(</a:t>
            </a:r>
            <a:r>
              <a:rPr lang="en-US" altLang="zh-CN" sz="1100" dirty="0" err="1">
                <a:solidFill>
                  <a:schemeClr val="accent6"/>
                </a:solidFill>
                <a:latin typeface="+mj-ea"/>
                <a:ea typeface="+mj-ea"/>
              </a:rPr>
              <a:t>url_for</a:t>
            </a:r>
            <a:r>
              <a:rPr lang="en-US" altLang="zh-CN" sz="1100" dirty="0">
                <a:solidFill>
                  <a:schemeClr val="accent6"/>
                </a:solidFill>
                <a:latin typeface="+mj-ea"/>
                <a:ea typeface="+mj-ea"/>
              </a:rPr>
              <a:t>('internal'))  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else: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zh-CN" sz="1100" dirty="0">
                <a:solidFill>
                  <a:schemeClr val="accent6"/>
                </a:solidFill>
                <a:latin typeface="+mj-ea"/>
                <a:ea typeface="+mj-ea"/>
              </a:rPr>
              <a:t>return </a:t>
            </a:r>
            <a:r>
              <a:rPr lang="en-US" altLang="zh-CN" sz="1100" dirty="0" err="1">
                <a:solidFill>
                  <a:schemeClr val="accent6"/>
                </a:solidFill>
                <a:latin typeface="+mj-ea"/>
                <a:ea typeface="+mj-ea"/>
              </a:rPr>
              <a:t>render_template</a:t>
            </a:r>
            <a:r>
              <a:rPr lang="en-US" altLang="zh-CN" sz="1100" dirty="0">
                <a:solidFill>
                  <a:schemeClr val="accent6"/>
                </a:solidFill>
                <a:latin typeface="+mj-ea"/>
                <a:ea typeface="+mj-ea"/>
              </a:rPr>
              <a:t>('login.html', error='</a:t>
            </a:r>
            <a:r>
              <a:rPr lang="zh-CN" altLang="en-US" sz="1100" dirty="0">
                <a:solidFill>
                  <a:schemeClr val="accent6"/>
                </a:solidFill>
                <a:latin typeface="+mj-ea"/>
                <a:ea typeface="+mj-ea"/>
              </a:rPr>
              <a:t>用户名或密码错误</a:t>
            </a:r>
            <a:r>
              <a:rPr lang="en-US" altLang="zh-CN" sz="1100" dirty="0">
                <a:solidFill>
                  <a:schemeClr val="accent6"/>
                </a:solidFill>
                <a:latin typeface="+mj-ea"/>
                <a:ea typeface="+mj-ea"/>
              </a:rPr>
              <a:t>')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如果是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GET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请求，返回登录页面</a:t>
            </a:r>
          </a:p>
          <a:p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100" dirty="0">
                <a:solidFill>
                  <a:schemeClr val="accent6"/>
                </a:solidFill>
                <a:latin typeface="+mj-ea"/>
                <a:ea typeface="+mj-ea"/>
              </a:rPr>
              <a:t>return </a:t>
            </a:r>
            <a:r>
              <a:rPr lang="en-US" altLang="zh-CN" sz="1100" dirty="0" err="1">
                <a:solidFill>
                  <a:schemeClr val="accent6"/>
                </a:solidFill>
                <a:latin typeface="+mj-ea"/>
                <a:ea typeface="+mj-ea"/>
              </a:rPr>
              <a:t>render_template</a:t>
            </a:r>
            <a:r>
              <a:rPr lang="en-US" altLang="zh-CN" sz="1100" dirty="0">
                <a:solidFill>
                  <a:schemeClr val="accent6"/>
                </a:solidFill>
                <a:latin typeface="+mj-ea"/>
                <a:ea typeface="+mj-ea"/>
              </a:rPr>
              <a:t>('login.html')</a:t>
            </a:r>
            <a:endParaRPr lang="en-US" altLang="zh-CN" sz="1400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69854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 Session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5453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92B0CB-4A95-475C-815E-675283842822}"/>
              </a:ext>
            </a:extLst>
          </p:cNvPr>
          <p:cNvSpPr/>
          <p:nvPr/>
        </p:nvSpPr>
        <p:spPr>
          <a:xfrm>
            <a:off x="5402320" y="2231507"/>
            <a:ext cx="5112568" cy="229293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&lt;title&gt;{{ title }}&lt;/title&gt;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Hello !{{ username }}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&lt;a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href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="logout"&gt;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退出登录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&lt;/a&gt;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81465" y="1672541"/>
            <a:ext cx="4464497" cy="326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、内部页面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通过读取</a:t>
            </a:r>
            <a:r>
              <a:rPr lang="en-US" altLang="zh-CN" sz="2000" b="1" dirty="0"/>
              <a:t>session</a:t>
            </a:r>
            <a:r>
              <a:rPr lang="zh-CN" altLang="en-US" sz="2000" b="1" dirty="0"/>
              <a:t>中是否存在用户名信息，判断用户是否登录</a:t>
            </a:r>
            <a:endParaRPr lang="en-US" altLang="zh-CN" sz="2000" b="1" dirty="0"/>
          </a:p>
          <a:p>
            <a:pPr marL="5397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如果有用户名，则显示页面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5397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否则显示登录页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提供退出登录的超链接，点击后清除</a:t>
            </a:r>
            <a:r>
              <a:rPr lang="en-US" altLang="zh-CN" sz="2000" b="1" dirty="0"/>
              <a:t>session</a:t>
            </a:r>
            <a:r>
              <a:rPr lang="zh-CN" altLang="en-US" sz="2000" b="1" dirty="0"/>
              <a:t>信息</a:t>
            </a:r>
            <a:endParaRPr lang="en-US" altLang="zh-CN" sz="2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CAC5ED-38CA-4EE6-BB41-D1B3E36F5A94}"/>
              </a:ext>
            </a:extLst>
          </p:cNvPr>
          <p:cNvSpPr txBox="1"/>
          <p:nvPr/>
        </p:nvSpPr>
        <p:spPr>
          <a:xfrm>
            <a:off x="5298905" y="1764085"/>
            <a:ext cx="6079880" cy="37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页面模板</a:t>
            </a:r>
            <a:endParaRPr lang="en-US" altLang="zh-CN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6F0AE6-EBB9-44DE-94FC-C297AD856D24}"/>
              </a:ext>
            </a:extLst>
          </p:cNvPr>
          <p:cNvSpPr txBox="1"/>
          <p:nvPr/>
        </p:nvSpPr>
        <p:spPr>
          <a:xfrm>
            <a:off x="5298905" y="4574438"/>
            <a:ext cx="6079880" cy="33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/>
              <a:t>Flask</a:t>
            </a:r>
            <a:r>
              <a:rPr lang="zh-CN" altLang="en-US" sz="1200" b="1" dirty="0"/>
              <a:t>后端</a:t>
            </a:r>
            <a:endParaRPr lang="en-US" altLang="zh-CN" sz="12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403847-867E-4C53-A00E-E6635ECD06F5}"/>
              </a:ext>
            </a:extLst>
          </p:cNvPr>
          <p:cNvSpPr/>
          <p:nvPr/>
        </p:nvSpPr>
        <p:spPr>
          <a:xfrm>
            <a:off x="5402320" y="5004931"/>
            <a:ext cx="6624736" cy="144655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默认登录后的页面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@app.route('/internal')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def internal():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如果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session</a:t>
            </a:r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中有用户名，返回内部页面</a:t>
            </a:r>
          </a:p>
          <a:p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if 'username' in session: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username=session['username']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    return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('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internal.html',title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='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internal',username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=username)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return 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('login.html', next='/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internal',title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='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internal',username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=username)</a:t>
            </a:r>
            <a:endParaRPr lang="en-US" altLang="zh-CN" sz="1400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850277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 Session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5453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实例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92B0CB-4A95-475C-815E-675283842822}"/>
              </a:ext>
            </a:extLst>
          </p:cNvPr>
          <p:cNvSpPr/>
          <p:nvPr/>
        </p:nvSpPr>
        <p:spPr>
          <a:xfrm>
            <a:off x="5679483" y="2120980"/>
            <a:ext cx="5441201" cy="212365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100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&lt;title&gt;{{ title }}&lt;/title&gt;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Hello !{{ username }}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&lt;a </a:t>
            </a:r>
            <a:r>
              <a:rPr lang="en-US" altLang="zh-CN" sz="1100" b="1" dirty="0" err="1">
                <a:solidFill>
                  <a:srgbClr val="FF0000"/>
                </a:solidFill>
                <a:latin typeface="+mj-ea"/>
                <a:ea typeface="+mj-ea"/>
              </a:rPr>
              <a:t>href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="logout"&gt;</a:t>
            </a:r>
            <a:r>
              <a:rPr lang="zh-CN" altLang="en-US" sz="1100" b="1" dirty="0">
                <a:solidFill>
                  <a:srgbClr val="FF0000"/>
                </a:solidFill>
                <a:latin typeface="+mj-ea"/>
                <a:ea typeface="+mj-ea"/>
              </a:rPr>
              <a:t>退出登录</a:t>
            </a:r>
            <a:r>
              <a:rPr lang="en-US" altLang="zh-CN" sz="1100" b="1" dirty="0">
                <a:solidFill>
                  <a:srgbClr val="FF0000"/>
                </a:solidFill>
                <a:latin typeface="+mj-ea"/>
                <a:ea typeface="+mj-ea"/>
              </a:rPr>
              <a:t>&lt;/a&gt;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85249" y="1694950"/>
            <a:ext cx="5441200" cy="1875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、内部页面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判断用户是否登录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</a:rPr>
              <a:t>提供退出登录的超链接，点击后清除</a:t>
            </a:r>
            <a:r>
              <a:rPr lang="en-US" altLang="zh-CN" sz="2000" b="1" dirty="0">
                <a:solidFill>
                  <a:srgbClr val="FF0000"/>
                </a:solidFill>
              </a:rPr>
              <a:t>session</a:t>
            </a:r>
            <a:r>
              <a:rPr lang="zh-CN" altLang="en-US" sz="2000" b="1" dirty="0">
                <a:solidFill>
                  <a:srgbClr val="FF0000"/>
                </a:solidFill>
              </a:rPr>
              <a:t>信息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CAC5ED-38CA-4EE6-BB41-D1B3E36F5A94}"/>
              </a:ext>
            </a:extLst>
          </p:cNvPr>
          <p:cNvSpPr txBox="1"/>
          <p:nvPr/>
        </p:nvSpPr>
        <p:spPr>
          <a:xfrm>
            <a:off x="5576069" y="1653558"/>
            <a:ext cx="6079880" cy="37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页面模板</a:t>
            </a:r>
            <a:endParaRPr lang="en-US" altLang="zh-CN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6F0AE6-EBB9-44DE-94FC-C297AD856D24}"/>
              </a:ext>
            </a:extLst>
          </p:cNvPr>
          <p:cNvSpPr txBox="1"/>
          <p:nvPr/>
        </p:nvSpPr>
        <p:spPr>
          <a:xfrm>
            <a:off x="5576069" y="4463911"/>
            <a:ext cx="6079880" cy="33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/>
              <a:t>Flask</a:t>
            </a:r>
            <a:r>
              <a:rPr lang="zh-CN" altLang="en-US" sz="1200" b="1" dirty="0"/>
              <a:t>后端</a:t>
            </a:r>
            <a:endParaRPr lang="en-US" altLang="zh-CN" sz="12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403847-867E-4C53-A00E-E6635ECD06F5}"/>
              </a:ext>
            </a:extLst>
          </p:cNvPr>
          <p:cNvSpPr/>
          <p:nvPr/>
        </p:nvSpPr>
        <p:spPr>
          <a:xfrm>
            <a:off x="5679484" y="4894404"/>
            <a:ext cx="5441201" cy="138499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400" dirty="0">
                <a:solidFill>
                  <a:schemeClr val="tx1"/>
                </a:solidFill>
                <a:latin typeface="+mj-ea"/>
                <a:ea typeface="+mj-ea"/>
              </a:rPr>
              <a:t>退出登录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@app.route('/logout')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def logout():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    # remove the username from the session if it's there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400" b="1" dirty="0" err="1">
                <a:solidFill>
                  <a:srgbClr val="FF0000"/>
                </a:solidFill>
                <a:latin typeface="+mj-ea"/>
                <a:ea typeface="+mj-ea"/>
              </a:rPr>
              <a:t>session.pop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('username')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    return redirect(</a:t>
            </a:r>
            <a:r>
              <a:rPr lang="en-US" altLang="zh-CN" sz="1400" dirty="0" err="1">
                <a:solidFill>
                  <a:schemeClr val="tx1"/>
                </a:solidFill>
                <a:latin typeface="+mj-ea"/>
                <a:ea typeface="+mj-ea"/>
              </a:rPr>
              <a:t>url_for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('index'))</a:t>
            </a:r>
            <a:endParaRPr lang="en-US" altLang="zh-CN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919097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0168437-79D3-4C96-BDCF-2AA002ECB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541" y="1188021"/>
            <a:ext cx="10336213" cy="1466282"/>
          </a:xfrm>
        </p:spPr>
        <p:txBody>
          <a:bodyPr/>
          <a:lstStyle/>
          <a:p>
            <a:r>
              <a:rPr lang="en-US" altLang="zh-CN" dirty="0"/>
              <a:t>Thanks</a:t>
            </a:r>
            <a:br>
              <a:rPr lang="en-US" altLang="zh-CN" dirty="0"/>
            </a:br>
            <a:r>
              <a:rPr lang="zh-CN" altLang="en-US" dirty="0"/>
              <a:t>感谢聆听</a:t>
            </a:r>
          </a:p>
        </p:txBody>
      </p:sp>
      <p:sp>
        <p:nvSpPr>
          <p:cNvPr id="11" name="标题 6">
            <a:extLst>
              <a:ext uri="{FF2B5EF4-FFF2-40B4-BE49-F238E27FC236}">
                <a16:creationId xmlns:a16="http://schemas.microsoft.com/office/drawing/2014/main" id="{18CB6FDE-891D-43DB-80C0-7BE9E7C5742D}"/>
              </a:ext>
            </a:extLst>
          </p:cNvPr>
          <p:cNvSpPr txBox="1">
            <a:spLocks/>
          </p:cNvSpPr>
          <p:nvPr/>
        </p:nvSpPr>
        <p:spPr bwMode="auto">
          <a:xfrm>
            <a:off x="7952334" y="6300589"/>
            <a:ext cx="4032448" cy="38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92948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85898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478845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971795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sz="2000" kern="0" dirty="0"/>
              <a:t>本教程部分案例源自</a:t>
            </a:r>
            <a:r>
              <a:rPr lang="en-US" altLang="zh-CN" sz="2000" kern="0" dirty="0"/>
              <a:t>Flask</a:t>
            </a:r>
            <a:r>
              <a:rPr lang="zh-CN" altLang="en-US" sz="2000" kern="0" dirty="0"/>
              <a:t>官网</a:t>
            </a:r>
          </a:p>
        </p:txBody>
      </p:sp>
    </p:spTree>
    <p:extLst>
      <p:ext uri="{BB962C8B-B14F-4D97-AF65-F5344CB8AC3E}">
        <p14:creationId xmlns:p14="http://schemas.microsoft.com/office/powerpoint/2010/main" val="1642613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23782</TotalTime>
  <Words>7862</Words>
  <Application>Microsoft Office PowerPoint</Application>
  <PresentationFormat>自定义</PresentationFormat>
  <Paragraphs>1101</Paragraphs>
  <Slides>70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5" baseType="lpstr">
      <vt:lpstr>Helvetica Neue</vt:lpstr>
      <vt:lpstr>Menlo</vt:lpstr>
      <vt:lpstr>system-ui</vt:lpstr>
      <vt:lpstr>黑体</vt:lpstr>
      <vt:lpstr>宋体</vt:lpstr>
      <vt:lpstr>微软雅黑</vt:lpstr>
      <vt:lpstr>Arial</vt:lpstr>
      <vt:lpstr>consolas</vt:lpstr>
      <vt:lpstr>consolas</vt:lpstr>
      <vt:lpstr>Garamond</vt:lpstr>
      <vt:lpstr>Georgia</vt:lpstr>
      <vt:lpstr>Times New Roman</vt:lpstr>
      <vt:lpstr>Verdana</vt:lpstr>
      <vt:lpstr>Wingdings</vt:lpstr>
      <vt:lpstr>Profile</vt:lpstr>
      <vt:lpstr>应用服务器开发基础 --以Flask为例</vt:lpstr>
      <vt:lpstr>应用服务器开发基础</vt:lpstr>
      <vt:lpstr>任务1 应用服务器基本概念</vt:lpstr>
      <vt:lpstr>1.1 应用服务器的任务</vt:lpstr>
      <vt:lpstr>任务2 Flask基本概念</vt:lpstr>
      <vt:lpstr>2.1 什么是Flask</vt:lpstr>
      <vt:lpstr>2.2 安装环境</vt:lpstr>
      <vt:lpstr>2.2 安装环境</vt:lpstr>
      <vt:lpstr>2.2 安装环境</vt:lpstr>
      <vt:lpstr>2.2 安装环境</vt:lpstr>
      <vt:lpstr>2.3 创建一个Flask项目</vt:lpstr>
      <vt:lpstr>2.3 创建一个Flask项目</vt:lpstr>
      <vt:lpstr>任务3 路由与地址分发</vt:lpstr>
      <vt:lpstr>3.1 URL地址与服务器路由</vt:lpstr>
      <vt:lpstr>3.2 简单的路由设置</vt:lpstr>
      <vt:lpstr>3.2 简单的路由设置</vt:lpstr>
      <vt:lpstr>3.2 简单的路由设置</vt:lpstr>
      <vt:lpstr>3.3 使用蓝图进行复杂的项目规划</vt:lpstr>
      <vt:lpstr>3.3 使用蓝图进行复杂的项目规划</vt:lpstr>
      <vt:lpstr>3.3 使用蓝图进行复杂的项目规划</vt:lpstr>
      <vt:lpstr>3.3 使用蓝图进行复杂的项目规划</vt:lpstr>
      <vt:lpstr>3.3 使用蓝图进行复杂的项目规划</vt:lpstr>
      <vt:lpstr>3.3 使用蓝图进行复杂的项目规划</vt:lpstr>
      <vt:lpstr>任务4 HTTP请求和响应</vt:lpstr>
      <vt:lpstr>4.1 处理HTTP请求</vt:lpstr>
      <vt:lpstr>4.1 处理HTTP请求</vt:lpstr>
      <vt:lpstr>4.1 处理HTTP请求</vt:lpstr>
      <vt:lpstr>4.1 处理HTTP请求</vt:lpstr>
      <vt:lpstr>4.1 处理HTTP请求</vt:lpstr>
      <vt:lpstr>4.2 返回HTTP响应</vt:lpstr>
      <vt:lpstr>4.2 返回HTTP响应</vt:lpstr>
      <vt:lpstr>4.2 返回HTTP响应</vt:lpstr>
      <vt:lpstr>4.2 返回HTTP响应</vt:lpstr>
      <vt:lpstr>4.2 返回HTTP响应</vt:lpstr>
      <vt:lpstr>4.2 返回HTTP响应</vt:lpstr>
      <vt:lpstr>4.2 返回HTTP响应</vt:lpstr>
      <vt:lpstr>4.2 返回HTTP响应</vt:lpstr>
      <vt:lpstr>任务5 静态资源和动态模板引擎</vt:lpstr>
      <vt:lpstr>5.2 模板引擎的作用</vt:lpstr>
      <vt:lpstr>5.2 模板引擎的作用</vt:lpstr>
      <vt:lpstr>5.2 模板引擎的作用</vt:lpstr>
      <vt:lpstr>5.2 模板引擎的作用</vt:lpstr>
      <vt:lpstr>5.2 模板引擎的作用</vt:lpstr>
      <vt:lpstr>5.2 模板引擎的作用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5.3 Jinjia2模板引擎</vt:lpstr>
      <vt:lpstr>任务6 Session和Cookie</vt:lpstr>
      <vt:lpstr>6.1 认识Session和Cookie</vt:lpstr>
      <vt:lpstr>6.1 认识Session和Cookie</vt:lpstr>
      <vt:lpstr>6.2 Cookie</vt:lpstr>
      <vt:lpstr>6.2 Cookie</vt:lpstr>
      <vt:lpstr>6.3 Session</vt:lpstr>
      <vt:lpstr>6.3 Session</vt:lpstr>
      <vt:lpstr>6.3 Session</vt:lpstr>
      <vt:lpstr>6.3 Session</vt:lpstr>
      <vt:lpstr>6.3 Session</vt:lpstr>
      <vt:lpstr>6.3 Session</vt:lpstr>
      <vt:lpstr>Thanks 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服务端开发 应用服务器开发基础1</dc:title>
  <dc:creator>HQH</dc:creator>
  <cp:lastModifiedBy>John Hu</cp:lastModifiedBy>
  <cp:revision>1477</cp:revision>
  <dcterms:created xsi:type="dcterms:W3CDTF">2008-02-14T05:21:14Z</dcterms:created>
  <dcterms:modified xsi:type="dcterms:W3CDTF">2025-09-24T02:41:34Z</dcterms:modified>
</cp:coreProperties>
</file>